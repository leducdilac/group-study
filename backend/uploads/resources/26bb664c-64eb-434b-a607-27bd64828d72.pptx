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72"/>
  </p:notesMasterIdLst>
  <p:handoutMasterIdLst>
    <p:handoutMasterId r:id="rId73"/>
  </p:handoutMasterIdLst>
  <p:sldIdLst>
    <p:sldId id="257" r:id="rId5"/>
    <p:sldId id="258" r:id="rId6"/>
    <p:sldId id="288" r:id="rId7"/>
    <p:sldId id="285" r:id="rId8"/>
    <p:sldId id="289" r:id="rId9"/>
    <p:sldId id="290" r:id="rId10"/>
    <p:sldId id="291" r:id="rId11"/>
    <p:sldId id="292" r:id="rId12"/>
    <p:sldId id="293" r:id="rId13"/>
    <p:sldId id="294" r:id="rId14"/>
    <p:sldId id="295" r:id="rId15"/>
    <p:sldId id="296" r:id="rId16"/>
    <p:sldId id="297" r:id="rId17"/>
    <p:sldId id="259" r:id="rId18"/>
    <p:sldId id="260" r:id="rId19"/>
    <p:sldId id="287" r:id="rId20"/>
    <p:sldId id="300" r:id="rId21"/>
    <p:sldId id="299" r:id="rId22"/>
    <p:sldId id="301" r:id="rId23"/>
    <p:sldId id="302" r:id="rId24"/>
    <p:sldId id="303" r:id="rId25"/>
    <p:sldId id="304" r:id="rId26"/>
    <p:sldId id="261" r:id="rId27"/>
    <p:sldId id="262" r:id="rId28"/>
    <p:sldId id="298" r:id="rId29"/>
    <p:sldId id="263" r:id="rId30"/>
    <p:sldId id="264" r:id="rId31"/>
    <p:sldId id="325" r:id="rId32"/>
    <p:sldId id="326" r:id="rId33"/>
    <p:sldId id="327" r:id="rId34"/>
    <p:sldId id="328" r:id="rId35"/>
    <p:sldId id="265" r:id="rId36"/>
    <p:sldId id="266" r:id="rId37"/>
    <p:sldId id="267" r:id="rId38"/>
    <p:sldId id="268" r:id="rId39"/>
    <p:sldId id="270" r:id="rId40"/>
    <p:sldId id="269" r:id="rId41"/>
    <p:sldId id="281" r:id="rId42"/>
    <p:sldId id="282" r:id="rId43"/>
    <p:sldId id="283" r:id="rId44"/>
    <p:sldId id="272" r:id="rId45"/>
    <p:sldId id="314" r:id="rId46"/>
    <p:sldId id="313" r:id="rId47"/>
    <p:sldId id="312" r:id="rId48"/>
    <p:sldId id="306" r:id="rId49"/>
    <p:sldId id="307" r:id="rId50"/>
    <p:sldId id="308" r:id="rId51"/>
    <p:sldId id="334" r:id="rId52"/>
    <p:sldId id="309" r:id="rId53"/>
    <p:sldId id="335" r:id="rId54"/>
    <p:sldId id="279" r:id="rId55"/>
    <p:sldId id="273" r:id="rId56"/>
    <p:sldId id="284" r:id="rId57"/>
    <p:sldId id="280" r:id="rId58"/>
    <p:sldId id="274" r:id="rId59"/>
    <p:sldId id="305" r:id="rId60"/>
    <p:sldId id="311" r:id="rId61"/>
    <p:sldId id="277" r:id="rId62"/>
    <p:sldId id="278" r:id="rId63"/>
    <p:sldId id="316" r:id="rId64"/>
    <p:sldId id="317" r:id="rId65"/>
    <p:sldId id="318" r:id="rId66"/>
    <p:sldId id="319" r:id="rId67"/>
    <p:sldId id="320" r:id="rId68"/>
    <p:sldId id="321" r:id="rId69"/>
    <p:sldId id="322" r:id="rId70"/>
    <p:sldId id="323"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687713-98AD-4903-AB62-488DBD70792E}" v="2" dt="2026-05-26T13:43:08.7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78"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Ngoc Sang 202516893" userId="S::sang.nn2516893@sis.hust.edu.vn::05cf55aa-9c8e-41b4-9830-c12d76b15ddf" providerId="AD" clId="Web-{EA750AD4-DEBF-BBC0-8022-E343A51ED55F}"/>
    <pc:docChg chg="modSld">
      <pc:chgData name="Nguyen Ngoc Sang 202516893" userId="S::sang.nn2516893@sis.hust.edu.vn::05cf55aa-9c8e-41b4-9830-c12d76b15ddf" providerId="AD" clId="Web-{EA750AD4-DEBF-BBC0-8022-E343A51ED55F}" dt="2026-05-19T09:41:38.244" v="0" actId="20577"/>
      <pc:docMkLst>
        <pc:docMk/>
      </pc:docMkLst>
      <pc:sldChg chg="modSp">
        <pc:chgData name="Nguyen Ngoc Sang 202516893" userId="S::sang.nn2516893@sis.hust.edu.vn::05cf55aa-9c8e-41b4-9830-c12d76b15ddf" providerId="AD" clId="Web-{EA750AD4-DEBF-BBC0-8022-E343A51ED55F}" dt="2026-05-19T09:41:38.244" v="0" actId="20577"/>
        <pc:sldMkLst>
          <pc:docMk/>
          <pc:sldMk cId="0" sldId="323"/>
        </pc:sldMkLst>
        <pc:spChg chg="mod">
          <ac:chgData name="Nguyen Ngoc Sang 202516893" userId="S::sang.nn2516893@sis.hust.edu.vn::05cf55aa-9c8e-41b4-9830-c12d76b15ddf" providerId="AD" clId="Web-{EA750AD4-DEBF-BBC0-8022-E343A51ED55F}" dt="2026-05-19T09:41:38.244" v="0" actId="20577"/>
          <ac:spMkLst>
            <pc:docMk/>
            <pc:sldMk cId="0" sldId="323"/>
            <ac:spMk id="3" creationId="{00000000-0000-0000-0000-000000000000}"/>
          </ac:spMkLst>
        </pc:spChg>
      </pc:sldChg>
    </pc:docChg>
  </pc:docChgLst>
  <pc:docChgLst>
    <pc:chgData name="Hoang Dang Khoa 202516821" userId="S::khoa.hd2516821@sis.hust.edu.vn::82610fee-6e7c-4a74-9628-5de1ebc7f09b" providerId="AD" clId="Web-{55D47DB7-AE78-1A69-31C4-AA901CB06662}"/>
    <pc:docChg chg="modSld">
      <pc:chgData name="Hoang Dang Khoa 202516821" userId="S::khoa.hd2516821@sis.hust.edu.vn::82610fee-6e7c-4a74-9628-5de1ebc7f09b" providerId="AD" clId="Web-{55D47DB7-AE78-1A69-31C4-AA901CB06662}" dt="2026-05-24T09:11:39.954" v="2" actId="20577"/>
      <pc:docMkLst>
        <pc:docMk/>
      </pc:docMkLst>
      <pc:sldChg chg="modSp">
        <pc:chgData name="Hoang Dang Khoa 202516821" userId="S::khoa.hd2516821@sis.hust.edu.vn::82610fee-6e7c-4a74-9628-5de1ebc7f09b" providerId="AD" clId="Web-{55D47DB7-AE78-1A69-31C4-AA901CB06662}" dt="2026-05-24T09:11:29.063" v="0" actId="20577"/>
        <pc:sldMkLst>
          <pc:docMk/>
          <pc:sldMk cId="1501478417" sldId="299"/>
        </pc:sldMkLst>
        <pc:spChg chg="mod">
          <ac:chgData name="Hoang Dang Khoa 202516821" userId="S::khoa.hd2516821@sis.hust.edu.vn::82610fee-6e7c-4a74-9628-5de1ebc7f09b" providerId="AD" clId="Web-{55D47DB7-AE78-1A69-31C4-AA901CB06662}" dt="2026-05-24T09:11:29.063" v="0" actId="20577"/>
          <ac:spMkLst>
            <pc:docMk/>
            <pc:sldMk cId="1501478417" sldId="299"/>
            <ac:spMk id="2" creationId="{E6E2CFEC-3A6C-454D-B86D-FFFD64C6C5EE}"/>
          </ac:spMkLst>
        </pc:spChg>
      </pc:sldChg>
      <pc:sldChg chg="modSp">
        <pc:chgData name="Hoang Dang Khoa 202516821" userId="S::khoa.hd2516821@sis.hust.edu.vn::82610fee-6e7c-4a74-9628-5de1ebc7f09b" providerId="AD" clId="Web-{55D47DB7-AE78-1A69-31C4-AA901CB06662}" dt="2026-05-24T09:11:34.423" v="1" actId="20577"/>
        <pc:sldMkLst>
          <pc:docMk/>
          <pc:sldMk cId="2513624885" sldId="301"/>
        </pc:sldMkLst>
        <pc:spChg chg="mod">
          <ac:chgData name="Hoang Dang Khoa 202516821" userId="S::khoa.hd2516821@sis.hust.edu.vn::82610fee-6e7c-4a74-9628-5de1ebc7f09b" providerId="AD" clId="Web-{55D47DB7-AE78-1A69-31C4-AA901CB06662}" dt="2026-05-24T09:11:34.423" v="1" actId="20577"/>
          <ac:spMkLst>
            <pc:docMk/>
            <pc:sldMk cId="2513624885" sldId="301"/>
            <ac:spMk id="2" creationId="{71AE0A2F-286E-4310-9AA1-9749ECF5E4A6}"/>
          </ac:spMkLst>
        </pc:spChg>
      </pc:sldChg>
      <pc:sldChg chg="modSp">
        <pc:chgData name="Hoang Dang Khoa 202516821" userId="S::khoa.hd2516821@sis.hust.edu.vn::82610fee-6e7c-4a74-9628-5de1ebc7f09b" providerId="AD" clId="Web-{55D47DB7-AE78-1A69-31C4-AA901CB06662}" dt="2026-05-24T09:11:39.954" v="2" actId="20577"/>
        <pc:sldMkLst>
          <pc:docMk/>
          <pc:sldMk cId="775410020" sldId="302"/>
        </pc:sldMkLst>
        <pc:spChg chg="mod">
          <ac:chgData name="Hoang Dang Khoa 202516821" userId="S::khoa.hd2516821@sis.hust.edu.vn::82610fee-6e7c-4a74-9628-5de1ebc7f09b" providerId="AD" clId="Web-{55D47DB7-AE78-1A69-31C4-AA901CB06662}" dt="2026-05-24T09:11:39.954" v="2" actId="20577"/>
          <ac:spMkLst>
            <pc:docMk/>
            <pc:sldMk cId="775410020" sldId="302"/>
            <ac:spMk id="2" creationId="{4AE6FBEF-5C30-4CC3-8F1C-C479C9760E1C}"/>
          </ac:spMkLst>
        </pc:spChg>
      </pc:sldChg>
    </pc:docChg>
  </pc:docChgLst>
  <pc:docChgLst>
    <pc:chgData name="Ngo Van Nghia 202516861" userId="db2b64d2-7f1a-473d-af9d-63fc26a42401" providerId="ADAL" clId="{2D6C8125-53A9-4F8A-AAE0-57DBAB5C4C1C}"/>
    <pc:docChg chg="undo custSel modSld">
      <pc:chgData name="Ngo Van Nghia 202516861" userId="db2b64d2-7f1a-473d-af9d-63fc26a42401" providerId="ADAL" clId="{2D6C8125-53A9-4F8A-AAE0-57DBAB5C4C1C}" dt="2026-05-26T13:43:08.714" v="1" actId="20577"/>
      <pc:docMkLst>
        <pc:docMk/>
      </pc:docMkLst>
      <pc:sldChg chg="modSp mod">
        <pc:chgData name="Ngo Van Nghia 202516861" userId="db2b64d2-7f1a-473d-af9d-63fc26a42401" providerId="ADAL" clId="{2D6C8125-53A9-4F8A-AAE0-57DBAB5C4C1C}" dt="2026-05-26T13:43:08.714" v="1" actId="20577"/>
        <pc:sldMkLst>
          <pc:docMk/>
          <pc:sldMk cId="0" sldId="257"/>
        </pc:sldMkLst>
        <pc:spChg chg="mod">
          <ac:chgData name="Ngo Van Nghia 202516861" userId="db2b64d2-7f1a-473d-af9d-63fc26a42401" providerId="ADAL" clId="{2D6C8125-53A9-4F8A-AAE0-57DBAB5C4C1C}" dt="2026-05-26T13:43:08.714" v="1" actId="20577"/>
          <ac:spMkLst>
            <pc:docMk/>
            <pc:sldMk cId="0" sldId="257"/>
            <ac:spMk id="7170" creationId="{00000000-0000-0000-0000-000000000000}"/>
          </ac:spMkLst>
        </pc:spChg>
      </pc:sldChg>
    </pc:docChg>
  </pc:docChgLst>
</pc:chgInfo>
</file>

<file path=ppt/diagrams/_rels/data3.xml.rels><?xml version="1.0" encoding="UTF-8" standalone="yes"?>
<Relationships xmlns="http://schemas.openxmlformats.org/package/2006/relationships"><Relationship Id="rId1" Type="http://schemas.openxmlformats.org/officeDocument/2006/relationships/image" Target="../media/image39.png"/></Relationships>
</file>

<file path=ppt/diagrams/_rels/drawing3.xml.rels><?xml version="1.0" encoding="UTF-8" standalone="yes"?>
<Relationships xmlns="http://schemas.openxmlformats.org/package/2006/relationships"><Relationship Id="rId1"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D7D581-FFA2-4148-A4AE-65F8635EBDA5}" type="doc">
      <dgm:prSet loTypeId="urn:microsoft.com/office/officeart/2005/8/layout/hList2#1" loCatId="list" qsTypeId="urn:microsoft.com/office/officeart/2005/8/quickstyle/3d2#1" qsCatId="3D" csTypeId="urn:microsoft.com/office/officeart/2005/8/colors/accent1_2" csCatId="accent1" phldr="1"/>
      <dgm:spPr/>
      <dgm:t>
        <a:bodyPr/>
        <a:lstStyle/>
        <a:p>
          <a:endParaRPr lang="en-US"/>
        </a:p>
      </dgm:t>
    </dgm:pt>
    <dgm:pt modelId="{CF5A040A-6611-46E3-81A7-F0C2351F9FE5}">
      <dgm:prSet phldrT="[Text]" custT="1"/>
      <dgm:spPr/>
      <dgm:t>
        <a:bodyPr/>
        <a:lstStyle/>
        <a:p>
          <a:r>
            <a:rPr lang="en-US" sz="2000">
              <a:latin typeface="Arial" pitchFamily="34" charset="0"/>
              <a:cs typeface="Arial" pitchFamily="34" charset="0"/>
            </a:rPr>
            <a:t>Bản chất giai cấp của Nhà nước</a:t>
          </a:r>
        </a:p>
        <a:p>
          <a:endParaRPr lang="en-US" sz="2000">
            <a:latin typeface=".VnArial" pitchFamily="34" charset="0"/>
          </a:endParaRPr>
        </a:p>
      </dgm:t>
    </dgm:pt>
    <dgm:pt modelId="{6E263874-9970-4597-82D9-8E9CECB890EB}" type="parTrans" cxnId="{1420659A-F1D5-422D-BC78-AB12AA42AE10}">
      <dgm:prSet/>
      <dgm:spPr/>
      <dgm:t>
        <a:bodyPr/>
        <a:lstStyle/>
        <a:p>
          <a:endParaRPr lang="en-US"/>
        </a:p>
      </dgm:t>
    </dgm:pt>
    <dgm:pt modelId="{ADB0F10D-8E03-43CC-8FD8-EE589AC717F3}" type="sibTrans" cxnId="{1420659A-F1D5-422D-BC78-AB12AA42AE10}">
      <dgm:prSet/>
      <dgm:spPr/>
      <dgm:t>
        <a:bodyPr/>
        <a:lstStyle/>
        <a:p>
          <a:endParaRPr lang="en-US"/>
        </a:p>
      </dgm:t>
    </dgm:pt>
    <dgm:pt modelId="{F45E26C2-A2C0-483A-A878-9EAB90EE8D67}">
      <dgm:prSet phldrT="[Text]" custT="1"/>
      <dgm:spPr/>
      <dgm:t>
        <a:bodyPr/>
        <a:lstStyle/>
        <a:p>
          <a:pPr algn="just"/>
          <a:r>
            <a:rPr lang="vi-VN" sz="1800">
              <a:latin typeface="Arial" pitchFamily="34" charset="0"/>
              <a:cs typeface="Arial" pitchFamily="34" charset="0"/>
            </a:rPr>
            <a:t>Nhà nước là sản phẩm của xã hội có giai cấp,</a:t>
          </a:r>
          <a:endParaRPr lang="en-US" sz="1800">
            <a:latin typeface="Arial" pitchFamily="34" charset="0"/>
            <a:cs typeface="Arial" pitchFamily="34" charset="0"/>
          </a:endParaRPr>
        </a:p>
      </dgm:t>
    </dgm:pt>
    <dgm:pt modelId="{19DE1AF3-1599-4CCA-B6AF-81C389D751C8}" type="parTrans" cxnId="{F0038AC1-3F17-4737-8849-EDC0DAFA8AC4}">
      <dgm:prSet/>
      <dgm:spPr/>
      <dgm:t>
        <a:bodyPr/>
        <a:lstStyle/>
        <a:p>
          <a:endParaRPr lang="en-US"/>
        </a:p>
      </dgm:t>
    </dgm:pt>
    <dgm:pt modelId="{E850F7E0-FE80-48BA-8E8B-79925B878675}" type="sibTrans" cxnId="{F0038AC1-3F17-4737-8849-EDC0DAFA8AC4}">
      <dgm:prSet/>
      <dgm:spPr/>
      <dgm:t>
        <a:bodyPr/>
        <a:lstStyle/>
        <a:p>
          <a:endParaRPr lang="en-US"/>
        </a:p>
      </dgm:t>
    </dgm:pt>
    <dgm:pt modelId="{F1777E21-58F6-4EC8-968D-710A8F9D5B39}">
      <dgm:prSet phldrT="[Text]" custT="1"/>
      <dgm:spPr/>
      <dgm:t>
        <a:bodyPr/>
        <a:lstStyle/>
        <a:p>
          <a:r>
            <a:rPr lang="en-US" sz="2000">
              <a:latin typeface="Arial" pitchFamily="34" charset="0"/>
              <a:cs typeface="Arial" pitchFamily="34" charset="0"/>
            </a:rPr>
            <a:t>Bản chất xã hội của Nhà nước</a:t>
          </a:r>
        </a:p>
      </dgm:t>
    </dgm:pt>
    <dgm:pt modelId="{4E7B1E9B-3D8A-4C28-A0E7-C1B128868994}" type="parTrans" cxnId="{34750B96-34F3-4356-B0EE-2D03451E56FB}">
      <dgm:prSet/>
      <dgm:spPr/>
      <dgm:t>
        <a:bodyPr/>
        <a:lstStyle/>
        <a:p>
          <a:endParaRPr lang="en-US"/>
        </a:p>
      </dgm:t>
    </dgm:pt>
    <dgm:pt modelId="{06B8BB4D-5D27-46F3-98B9-2966A492FA72}" type="sibTrans" cxnId="{34750B96-34F3-4356-B0EE-2D03451E56FB}">
      <dgm:prSet/>
      <dgm:spPr/>
      <dgm:t>
        <a:bodyPr/>
        <a:lstStyle/>
        <a:p>
          <a:endParaRPr lang="en-US"/>
        </a:p>
      </dgm:t>
    </dgm:pt>
    <dgm:pt modelId="{CC5B36D4-F7D2-4C29-9104-A0087764BB65}">
      <dgm:prSet phldrT="[Text]" custT="1"/>
      <dgm:spPr/>
      <dgm:t>
        <a:bodyPr/>
        <a:lstStyle/>
        <a:p>
          <a:pPr algn="just"/>
          <a:r>
            <a:rPr lang="en-US" sz="1800">
              <a:latin typeface="Arial" pitchFamily="34" charset="0"/>
              <a:cs typeface="Arial" pitchFamily="34" charset="0"/>
            </a:rPr>
            <a:t>Bảo vệ trât tự xã hội</a:t>
          </a:r>
        </a:p>
      </dgm:t>
    </dgm:pt>
    <dgm:pt modelId="{4523F252-A69D-4191-A671-560A1F0BEEF5}" type="parTrans" cxnId="{432307A8-DBA3-48CB-893D-3BB6C019AD83}">
      <dgm:prSet/>
      <dgm:spPr/>
      <dgm:t>
        <a:bodyPr/>
        <a:lstStyle/>
        <a:p>
          <a:endParaRPr lang="en-US"/>
        </a:p>
      </dgm:t>
    </dgm:pt>
    <dgm:pt modelId="{81467C8F-F5CA-421F-8DB1-E694312A33F5}" type="sibTrans" cxnId="{432307A8-DBA3-48CB-893D-3BB6C019AD83}">
      <dgm:prSet/>
      <dgm:spPr/>
      <dgm:t>
        <a:bodyPr/>
        <a:lstStyle/>
        <a:p>
          <a:endParaRPr lang="en-US"/>
        </a:p>
      </dgm:t>
    </dgm:pt>
    <dgm:pt modelId="{BCF12981-BFAB-4AF3-B1CD-61253AB31543}">
      <dgm:prSet phldrT="[Text]" custT="1"/>
      <dgm:spPr/>
      <dgm:t>
        <a:bodyPr/>
        <a:lstStyle/>
        <a:p>
          <a:pPr algn="just"/>
          <a:endParaRPr lang="en-US" sz="1800">
            <a:latin typeface=".VnArial" pitchFamily="34" charset="0"/>
          </a:endParaRPr>
        </a:p>
      </dgm:t>
    </dgm:pt>
    <dgm:pt modelId="{4A8F1952-5EEB-4D1C-8FFF-3D438FEF6681}" type="parTrans" cxnId="{226DCCAA-EEF1-4E53-9A19-A37BDCFCF682}">
      <dgm:prSet/>
      <dgm:spPr/>
      <dgm:t>
        <a:bodyPr/>
        <a:lstStyle/>
        <a:p>
          <a:endParaRPr lang="en-US"/>
        </a:p>
      </dgm:t>
    </dgm:pt>
    <dgm:pt modelId="{D70BF6E8-198D-4767-887C-526EA10124C9}" type="sibTrans" cxnId="{226DCCAA-EEF1-4E53-9A19-A37BDCFCF682}">
      <dgm:prSet/>
      <dgm:spPr/>
      <dgm:t>
        <a:bodyPr/>
        <a:lstStyle/>
        <a:p>
          <a:endParaRPr lang="en-US"/>
        </a:p>
      </dgm:t>
    </dgm:pt>
    <dgm:pt modelId="{C11E03E4-9AD6-40D0-BF4C-68EE74984616}">
      <dgm:prSet phldrT="[Text]" custT="1"/>
      <dgm:spPr/>
      <dgm:t>
        <a:bodyPr/>
        <a:lstStyle/>
        <a:p>
          <a:pPr algn="just"/>
          <a:endParaRPr lang="en-US" sz="1800">
            <a:latin typeface=".VnArial" pitchFamily="34" charset="0"/>
          </a:endParaRPr>
        </a:p>
      </dgm:t>
    </dgm:pt>
    <dgm:pt modelId="{97DCA5D6-9762-45D9-8E7F-DE0274BBF7BC}" type="parTrans" cxnId="{CFA17A94-48D8-43DB-985E-95E305C517F2}">
      <dgm:prSet/>
      <dgm:spPr/>
      <dgm:t>
        <a:bodyPr/>
        <a:lstStyle/>
        <a:p>
          <a:endParaRPr lang="en-US"/>
        </a:p>
      </dgm:t>
    </dgm:pt>
    <dgm:pt modelId="{90713E16-4A6D-4C35-8762-B535F0B93419}" type="sibTrans" cxnId="{CFA17A94-48D8-43DB-985E-95E305C517F2}">
      <dgm:prSet/>
      <dgm:spPr/>
      <dgm:t>
        <a:bodyPr/>
        <a:lstStyle/>
        <a:p>
          <a:endParaRPr lang="en-US"/>
        </a:p>
      </dgm:t>
    </dgm:pt>
    <dgm:pt modelId="{A77EA83C-A410-4758-B6FC-21CD4EDB1369}">
      <dgm:prSet custT="1"/>
      <dgm:spPr/>
      <dgm:t>
        <a:bodyPr/>
        <a:lstStyle/>
        <a:p>
          <a:r>
            <a:rPr lang="vi-VN" sz="1800">
              <a:latin typeface="Arial" pitchFamily="34" charset="0"/>
              <a:cs typeface="Arial" pitchFamily="34" charset="0"/>
            </a:rPr>
            <a:t>Quyền lực nhà nước mang tính giai cấp</a:t>
          </a:r>
          <a:endParaRPr lang="en-US" sz="1800">
            <a:latin typeface="Arial" pitchFamily="34" charset="0"/>
            <a:cs typeface="Arial" pitchFamily="34" charset="0"/>
          </a:endParaRPr>
        </a:p>
      </dgm:t>
    </dgm:pt>
    <dgm:pt modelId="{FD6A75CB-DAB7-47F1-8B9C-32D02EC581A6}" type="parTrans" cxnId="{00BF58CD-5566-4C09-8C64-5CB26E5B833B}">
      <dgm:prSet/>
      <dgm:spPr/>
      <dgm:t>
        <a:bodyPr/>
        <a:lstStyle/>
        <a:p>
          <a:endParaRPr lang="en-US"/>
        </a:p>
      </dgm:t>
    </dgm:pt>
    <dgm:pt modelId="{6EBFA1A6-73EA-4AB2-AD06-0399090BC07B}" type="sibTrans" cxnId="{00BF58CD-5566-4C09-8C64-5CB26E5B833B}">
      <dgm:prSet/>
      <dgm:spPr/>
      <dgm:t>
        <a:bodyPr/>
        <a:lstStyle/>
        <a:p>
          <a:endParaRPr lang="en-US"/>
        </a:p>
      </dgm:t>
    </dgm:pt>
    <dgm:pt modelId="{744C386D-0AF5-4BA4-897D-ECD2B9D4A38F}">
      <dgm:prSet custT="1"/>
      <dgm:spPr/>
      <dgm:t>
        <a:bodyPr/>
        <a:lstStyle/>
        <a:p>
          <a:r>
            <a:rPr lang="vi-VN" sz="1800">
              <a:latin typeface="Arial" pitchFamily="34" charset="0"/>
              <a:cs typeface="Arial" pitchFamily="34" charset="0"/>
            </a:rPr>
            <a:t>+ quyền lực đó thuộc về giai cấp thống trị</a:t>
          </a:r>
          <a:endParaRPr lang="en-US" sz="1800">
            <a:latin typeface="Arial" pitchFamily="34" charset="0"/>
            <a:cs typeface="Arial" pitchFamily="34" charset="0"/>
          </a:endParaRPr>
        </a:p>
      </dgm:t>
    </dgm:pt>
    <dgm:pt modelId="{38C1A7BF-EA10-482B-A419-8031959D6680}" type="parTrans" cxnId="{0694F3FD-0C25-4464-B346-5B1E3A8BD119}">
      <dgm:prSet/>
      <dgm:spPr/>
      <dgm:t>
        <a:bodyPr/>
        <a:lstStyle/>
        <a:p>
          <a:endParaRPr lang="en-US"/>
        </a:p>
      </dgm:t>
    </dgm:pt>
    <dgm:pt modelId="{7E442040-366E-4DD5-B856-B108063CB92E}" type="sibTrans" cxnId="{0694F3FD-0C25-4464-B346-5B1E3A8BD119}">
      <dgm:prSet/>
      <dgm:spPr/>
      <dgm:t>
        <a:bodyPr/>
        <a:lstStyle/>
        <a:p>
          <a:endParaRPr lang="en-US"/>
        </a:p>
      </dgm:t>
    </dgm:pt>
    <dgm:pt modelId="{49C5A96D-6D5C-4376-A1D1-0B68C419E5AA}">
      <dgm:prSet custT="1"/>
      <dgm:spPr/>
      <dgm:t>
        <a:bodyPr/>
        <a:lstStyle/>
        <a:p>
          <a:r>
            <a:rPr lang="vi-VN" sz="1800">
              <a:latin typeface="Arial" pitchFamily="34" charset="0"/>
              <a:cs typeface="Arial" pitchFamily="34" charset="0"/>
            </a:rPr>
            <a:t>+ bảo vệ, duy trì địa vị của giai cấp thống trị</a:t>
          </a:r>
          <a:endParaRPr lang="en-US" sz="1800">
            <a:latin typeface="Arial" pitchFamily="34" charset="0"/>
            <a:cs typeface="Arial" pitchFamily="34" charset="0"/>
          </a:endParaRPr>
        </a:p>
      </dgm:t>
    </dgm:pt>
    <dgm:pt modelId="{A1582F36-2E44-4983-88CB-E52B5C26E65F}" type="parTrans" cxnId="{AAB79D70-E445-4C5C-ABEF-D4F62CE8F850}">
      <dgm:prSet/>
      <dgm:spPr/>
      <dgm:t>
        <a:bodyPr/>
        <a:lstStyle/>
        <a:p>
          <a:endParaRPr lang="en-US"/>
        </a:p>
      </dgm:t>
    </dgm:pt>
    <dgm:pt modelId="{CD2F4872-3EFD-413C-B04E-BB560861E964}" type="sibTrans" cxnId="{AAB79D70-E445-4C5C-ABEF-D4F62CE8F850}">
      <dgm:prSet/>
      <dgm:spPr/>
      <dgm:t>
        <a:bodyPr/>
        <a:lstStyle/>
        <a:p>
          <a:endParaRPr lang="en-US"/>
        </a:p>
      </dgm:t>
    </dgm:pt>
    <dgm:pt modelId="{0DBCEB15-3784-4859-B5D8-E544313B9729}">
      <dgm:prSet custT="1"/>
      <dgm:spPr/>
      <dgm:t>
        <a:bodyPr/>
        <a:lstStyle/>
        <a:p>
          <a:r>
            <a:rPr lang="vi-VN" sz="1800">
              <a:latin typeface="Arial" pitchFamily="34" charset="0"/>
              <a:cs typeface="Arial" pitchFamily="34" charset="0"/>
            </a:rPr>
            <a:t>+ công cụ đàn áp sự phản kháng của các giai cấp khác</a:t>
          </a:r>
          <a:endParaRPr lang="en-US" sz="1800">
            <a:latin typeface="Arial" pitchFamily="34" charset="0"/>
            <a:cs typeface="Arial" pitchFamily="34" charset="0"/>
          </a:endParaRPr>
        </a:p>
      </dgm:t>
    </dgm:pt>
    <dgm:pt modelId="{BCA91A32-6FFB-4CF3-BC26-0F8CFF8A4C8D}" type="parTrans" cxnId="{A3EC1243-AF1A-4113-B708-A3BC3E3215E6}">
      <dgm:prSet/>
      <dgm:spPr/>
      <dgm:t>
        <a:bodyPr/>
        <a:lstStyle/>
        <a:p>
          <a:endParaRPr lang="en-US"/>
        </a:p>
      </dgm:t>
    </dgm:pt>
    <dgm:pt modelId="{6B3D09CC-9962-4CA2-92C5-2D228C906346}" type="sibTrans" cxnId="{A3EC1243-AF1A-4113-B708-A3BC3E3215E6}">
      <dgm:prSet/>
      <dgm:spPr/>
      <dgm:t>
        <a:bodyPr/>
        <a:lstStyle/>
        <a:p>
          <a:endParaRPr lang="en-US"/>
        </a:p>
      </dgm:t>
    </dgm:pt>
    <dgm:pt modelId="{20F67871-F4C3-49E6-B0CF-F80B25A52AD5}">
      <dgm:prSet custT="1"/>
      <dgm:spPr/>
      <dgm:t>
        <a:bodyPr/>
        <a:lstStyle/>
        <a:p>
          <a:endParaRPr lang="en-US" sz="1800">
            <a:latin typeface="Arial" pitchFamily="34" charset="0"/>
            <a:cs typeface="Arial" pitchFamily="34" charset="0"/>
          </a:endParaRPr>
        </a:p>
      </dgm:t>
    </dgm:pt>
    <dgm:pt modelId="{B091AFD3-1805-47C2-98F4-B9E451F1CB2C}" type="parTrans" cxnId="{929C5892-31F4-4C03-8D6E-8F5A262472F5}">
      <dgm:prSet/>
      <dgm:spPr/>
      <dgm:t>
        <a:bodyPr/>
        <a:lstStyle/>
        <a:p>
          <a:endParaRPr lang="en-US"/>
        </a:p>
      </dgm:t>
    </dgm:pt>
    <dgm:pt modelId="{382CE930-4A31-490F-AEE9-D4222E8206FA}" type="sibTrans" cxnId="{929C5892-31F4-4C03-8D6E-8F5A262472F5}">
      <dgm:prSet/>
      <dgm:spPr/>
      <dgm:t>
        <a:bodyPr/>
        <a:lstStyle/>
        <a:p>
          <a:endParaRPr lang="en-US"/>
        </a:p>
      </dgm:t>
    </dgm:pt>
    <dgm:pt modelId="{F83DFB5C-16FF-4CBD-8AA5-BD3BC7207D79}">
      <dgm:prSet custT="1"/>
      <dgm:spPr/>
      <dgm:t>
        <a:bodyPr/>
        <a:lstStyle/>
        <a:p>
          <a:r>
            <a:rPr lang="en-US" sz="1800">
              <a:latin typeface="Arial" pitchFamily="34" charset="0"/>
              <a:cs typeface="Arial" pitchFamily="34" charset="0"/>
            </a:rPr>
            <a:t>Xây dựng những công trình công cộng; thực hiện những công việc chung của xã hội</a:t>
          </a:r>
        </a:p>
      </dgm:t>
    </dgm:pt>
    <dgm:pt modelId="{F3E1FA29-D795-43B3-936C-708747DD797A}" type="parTrans" cxnId="{AB03B223-86F9-4191-AD54-577A940BB1B2}">
      <dgm:prSet/>
      <dgm:spPr/>
      <dgm:t>
        <a:bodyPr/>
        <a:lstStyle/>
        <a:p>
          <a:endParaRPr lang="en-US"/>
        </a:p>
      </dgm:t>
    </dgm:pt>
    <dgm:pt modelId="{3C951A39-68BC-4D62-8EFC-7F121A42AB40}" type="sibTrans" cxnId="{AB03B223-86F9-4191-AD54-577A940BB1B2}">
      <dgm:prSet/>
      <dgm:spPr/>
      <dgm:t>
        <a:bodyPr/>
        <a:lstStyle/>
        <a:p>
          <a:endParaRPr lang="en-US"/>
        </a:p>
      </dgm:t>
    </dgm:pt>
    <dgm:pt modelId="{A931DB03-9468-44B0-AB98-3D18FF2D203D}">
      <dgm:prSet custT="1"/>
      <dgm:spPr/>
      <dgm:t>
        <a:bodyPr/>
        <a:lstStyle/>
        <a:p>
          <a:endParaRPr lang="en-US" sz="1800">
            <a:latin typeface="Arial" pitchFamily="34" charset="0"/>
            <a:cs typeface="Arial" pitchFamily="34" charset="0"/>
          </a:endParaRPr>
        </a:p>
      </dgm:t>
    </dgm:pt>
    <dgm:pt modelId="{65C4B6DC-642E-4D4B-BC76-3880A777D19C}" type="parTrans" cxnId="{43DD4A11-A98D-40E1-9FDE-145FA4512571}">
      <dgm:prSet/>
      <dgm:spPr/>
      <dgm:t>
        <a:bodyPr/>
        <a:lstStyle/>
        <a:p>
          <a:endParaRPr lang="en-US"/>
        </a:p>
      </dgm:t>
    </dgm:pt>
    <dgm:pt modelId="{FB5C3EBB-DE95-4A99-BFA7-C50D23B8B008}" type="sibTrans" cxnId="{43DD4A11-A98D-40E1-9FDE-145FA4512571}">
      <dgm:prSet/>
      <dgm:spPr/>
      <dgm:t>
        <a:bodyPr/>
        <a:lstStyle/>
        <a:p>
          <a:endParaRPr lang="en-US"/>
        </a:p>
      </dgm:t>
    </dgm:pt>
    <dgm:pt modelId="{9D2CDA20-1A8F-47C9-8BC1-C4B6F626AE28}" type="pres">
      <dgm:prSet presAssocID="{C6D7D581-FFA2-4148-A4AE-65F8635EBDA5}" presName="linearFlow" presStyleCnt="0">
        <dgm:presLayoutVars>
          <dgm:dir/>
          <dgm:animLvl val="lvl"/>
          <dgm:resizeHandles/>
        </dgm:presLayoutVars>
      </dgm:prSet>
      <dgm:spPr/>
    </dgm:pt>
    <dgm:pt modelId="{B6CD6940-9E8A-47D5-A1EF-7A073C449228}" type="pres">
      <dgm:prSet presAssocID="{CF5A040A-6611-46E3-81A7-F0C2351F9FE5}" presName="compositeNode" presStyleCnt="0">
        <dgm:presLayoutVars>
          <dgm:bulletEnabled val="1"/>
        </dgm:presLayoutVars>
      </dgm:prSet>
      <dgm:spPr/>
    </dgm:pt>
    <dgm:pt modelId="{C8830DEB-9827-498F-9E29-B28BD15B6629}" type="pres">
      <dgm:prSet presAssocID="{CF5A040A-6611-46E3-81A7-F0C2351F9FE5}" presName="image" presStyleLbl="fgImgPlace1" presStyleIdx="0" presStyleCnt="2" custLinFactNeighborX="2263" custLinFactNeighborY="-3824"/>
      <dgm:spPr/>
    </dgm:pt>
    <dgm:pt modelId="{D44487DD-9944-4A02-90F4-44C89B6BA0A1}" type="pres">
      <dgm:prSet presAssocID="{CF5A040A-6611-46E3-81A7-F0C2351F9FE5}" presName="childNode" presStyleLbl="node1" presStyleIdx="0" presStyleCnt="2">
        <dgm:presLayoutVars>
          <dgm:bulletEnabled val="1"/>
        </dgm:presLayoutVars>
      </dgm:prSet>
      <dgm:spPr/>
    </dgm:pt>
    <dgm:pt modelId="{75CE1C4D-AC00-4175-85B5-8418CA8057C1}" type="pres">
      <dgm:prSet presAssocID="{CF5A040A-6611-46E3-81A7-F0C2351F9FE5}" presName="parentNode" presStyleLbl="revTx" presStyleIdx="0" presStyleCnt="2">
        <dgm:presLayoutVars>
          <dgm:chMax val="0"/>
          <dgm:bulletEnabled val="1"/>
        </dgm:presLayoutVars>
      </dgm:prSet>
      <dgm:spPr/>
    </dgm:pt>
    <dgm:pt modelId="{B6B108B6-1F58-453E-B445-F095744A3CE9}" type="pres">
      <dgm:prSet presAssocID="{ADB0F10D-8E03-43CC-8FD8-EE589AC717F3}" presName="sibTrans" presStyleCnt="0"/>
      <dgm:spPr/>
    </dgm:pt>
    <dgm:pt modelId="{5D4D026F-AAFA-4E24-88DD-A36B3F9520EE}" type="pres">
      <dgm:prSet presAssocID="{F1777E21-58F6-4EC8-968D-710A8F9D5B39}" presName="compositeNode" presStyleCnt="0">
        <dgm:presLayoutVars>
          <dgm:bulletEnabled val="1"/>
        </dgm:presLayoutVars>
      </dgm:prSet>
      <dgm:spPr/>
    </dgm:pt>
    <dgm:pt modelId="{3F614B3C-51F1-4858-9C9E-7A83542CC915}" type="pres">
      <dgm:prSet presAssocID="{F1777E21-58F6-4EC8-968D-710A8F9D5B39}" presName="image" presStyleLbl="fgImgPlace1" presStyleIdx="1" presStyleCnt="2"/>
      <dgm:spPr/>
    </dgm:pt>
    <dgm:pt modelId="{FD9DDB0D-7040-495E-8D63-EE9000EF12B6}" type="pres">
      <dgm:prSet presAssocID="{F1777E21-58F6-4EC8-968D-710A8F9D5B39}" presName="childNode" presStyleLbl="node1" presStyleIdx="1" presStyleCnt="2">
        <dgm:presLayoutVars>
          <dgm:bulletEnabled val="1"/>
        </dgm:presLayoutVars>
      </dgm:prSet>
      <dgm:spPr/>
    </dgm:pt>
    <dgm:pt modelId="{BE377D63-18BE-4E47-ACAB-918E26B10CC3}" type="pres">
      <dgm:prSet presAssocID="{F1777E21-58F6-4EC8-968D-710A8F9D5B39}" presName="parentNode" presStyleLbl="revTx" presStyleIdx="1" presStyleCnt="2">
        <dgm:presLayoutVars>
          <dgm:chMax val="0"/>
          <dgm:bulletEnabled val="1"/>
        </dgm:presLayoutVars>
      </dgm:prSet>
      <dgm:spPr/>
    </dgm:pt>
  </dgm:ptLst>
  <dgm:cxnLst>
    <dgm:cxn modelId="{9F3C200E-5E74-4E52-AF30-3254CDBA71BF}" type="presOf" srcId="{CC5B36D4-F7D2-4C29-9104-A0087764BB65}" destId="{FD9DDB0D-7040-495E-8D63-EE9000EF12B6}" srcOrd="0" destOrd="2" presId="urn:microsoft.com/office/officeart/2005/8/layout/hList2#1"/>
    <dgm:cxn modelId="{43DD4A11-A98D-40E1-9FDE-145FA4512571}" srcId="{F1777E21-58F6-4EC8-968D-710A8F9D5B39}" destId="{A931DB03-9468-44B0-AB98-3D18FF2D203D}" srcOrd="4" destOrd="0" parTransId="{65C4B6DC-642E-4D4B-BC76-3880A777D19C}" sibTransId="{FB5C3EBB-DE95-4A99-BFA7-C50D23B8B008}"/>
    <dgm:cxn modelId="{B2AFB316-39D9-4A6F-83C0-B9EFD5AD0830}" type="presOf" srcId="{A931DB03-9468-44B0-AB98-3D18FF2D203D}" destId="{FD9DDB0D-7040-495E-8D63-EE9000EF12B6}" srcOrd="0" destOrd="4" presId="urn:microsoft.com/office/officeart/2005/8/layout/hList2#1"/>
    <dgm:cxn modelId="{AB03B223-86F9-4191-AD54-577A940BB1B2}" srcId="{F1777E21-58F6-4EC8-968D-710A8F9D5B39}" destId="{F83DFB5C-16FF-4CBD-8AA5-BD3BC7207D79}" srcOrd="3" destOrd="0" parTransId="{F3E1FA29-D795-43B3-936C-708747DD797A}" sibTransId="{3C951A39-68BC-4D62-8EFC-7F121A42AB40}"/>
    <dgm:cxn modelId="{4488FE32-7A8C-4EB0-9F29-75287AAA7302}" type="presOf" srcId="{744C386D-0AF5-4BA4-897D-ECD2B9D4A38F}" destId="{D44487DD-9944-4A02-90F4-44C89B6BA0A1}" srcOrd="0" destOrd="2" presId="urn:microsoft.com/office/officeart/2005/8/layout/hList2#1"/>
    <dgm:cxn modelId="{7F5A383A-54A6-4241-BC2F-A9535915910A}" type="presOf" srcId="{BCF12981-BFAB-4AF3-B1CD-61253AB31543}" destId="{FD9DDB0D-7040-495E-8D63-EE9000EF12B6}" srcOrd="0" destOrd="0" presId="urn:microsoft.com/office/officeart/2005/8/layout/hList2#1"/>
    <dgm:cxn modelId="{A3EC1243-AF1A-4113-B708-A3BC3E3215E6}" srcId="{CF5A040A-6611-46E3-81A7-F0C2351F9FE5}" destId="{0DBCEB15-3784-4859-B5D8-E544313B9729}" srcOrd="4" destOrd="0" parTransId="{BCA91A32-6FFB-4CF3-BC26-0F8CFF8A4C8D}" sibTransId="{6B3D09CC-9962-4CA2-92C5-2D228C906346}"/>
    <dgm:cxn modelId="{5850394C-68AA-4056-A398-8866251A6D57}" type="presOf" srcId="{C11E03E4-9AD6-40D0-BF4C-68EE74984616}" destId="{FD9DDB0D-7040-495E-8D63-EE9000EF12B6}" srcOrd="0" destOrd="1" presId="urn:microsoft.com/office/officeart/2005/8/layout/hList2#1"/>
    <dgm:cxn modelId="{AAB79D70-E445-4C5C-ABEF-D4F62CE8F850}" srcId="{CF5A040A-6611-46E3-81A7-F0C2351F9FE5}" destId="{49C5A96D-6D5C-4376-A1D1-0B68C419E5AA}" srcOrd="3" destOrd="0" parTransId="{A1582F36-2E44-4983-88CB-E52B5C26E65F}" sibTransId="{CD2F4872-3EFD-413C-B04E-BB560861E964}"/>
    <dgm:cxn modelId="{394FB757-9B3F-4FA6-91A8-4960D886D512}" type="presOf" srcId="{F1777E21-58F6-4EC8-968D-710A8F9D5B39}" destId="{BE377D63-18BE-4E47-ACAB-918E26B10CC3}" srcOrd="0" destOrd="0" presId="urn:microsoft.com/office/officeart/2005/8/layout/hList2#1"/>
    <dgm:cxn modelId="{815CBD77-7648-456D-AB9C-709208174708}" type="presOf" srcId="{CF5A040A-6611-46E3-81A7-F0C2351F9FE5}" destId="{75CE1C4D-AC00-4175-85B5-8418CA8057C1}" srcOrd="0" destOrd="0" presId="urn:microsoft.com/office/officeart/2005/8/layout/hList2#1"/>
    <dgm:cxn modelId="{D4756A8C-CBC3-467E-8D32-4F67238B26A6}" type="presOf" srcId="{F83DFB5C-16FF-4CBD-8AA5-BD3BC7207D79}" destId="{FD9DDB0D-7040-495E-8D63-EE9000EF12B6}" srcOrd="0" destOrd="3" presId="urn:microsoft.com/office/officeart/2005/8/layout/hList2#1"/>
    <dgm:cxn modelId="{929C5892-31F4-4C03-8D6E-8F5A262472F5}" srcId="{CF5A040A-6611-46E3-81A7-F0C2351F9FE5}" destId="{20F67871-F4C3-49E6-B0CF-F80B25A52AD5}" srcOrd="5" destOrd="0" parTransId="{B091AFD3-1805-47C2-98F4-B9E451F1CB2C}" sibTransId="{382CE930-4A31-490F-AEE9-D4222E8206FA}"/>
    <dgm:cxn modelId="{CFA17A94-48D8-43DB-985E-95E305C517F2}" srcId="{F1777E21-58F6-4EC8-968D-710A8F9D5B39}" destId="{C11E03E4-9AD6-40D0-BF4C-68EE74984616}" srcOrd="1" destOrd="0" parTransId="{97DCA5D6-9762-45D9-8E7F-DE0274BBF7BC}" sibTransId="{90713E16-4A6D-4C35-8762-B535F0B93419}"/>
    <dgm:cxn modelId="{BD4F3A95-6DC8-4493-B8C0-8D40C3FA2E11}" type="presOf" srcId="{A77EA83C-A410-4758-B6FC-21CD4EDB1369}" destId="{D44487DD-9944-4A02-90F4-44C89B6BA0A1}" srcOrd="0" destOrd="1" presId="urn:microsoft.com/office/officeart/2005/8/layout/hList2#1"/>
    <dgm:cxn modelId="{34750B96-34F3-4356-B0EE-2D03451E56FB}" srcId="{C6D7D581-FFA2-4148-A4AE-65F8635EBDA5}" destId="{F1777E21-58F6-4EC8-968D-710A8F9D5B39}" srcOrd="1" destOrd="0" parTransId="{4E7B1E9B-3D8A-4C28-A0E7-C1B128868994}" sibTransId="{06B8BB4D-5D27-46F3-98B9-2966A492FA72}"/>
    <dgm:cxn modelId="{1420659A-F1D5-422D-BC78-AB12AA42AE10}" srcId="{C6D7D581-FFA2-4148-A4AE-65F8635EBDA5}" destId="{CF5A040A-6611-46E3-81A7-F0C2351F9FE5}" srcOrd="0" destOrd="0" parTransId="{6E263874-9970-4597-82D9-8E9CECB890EB}" sibTransId="{ADB0F10D-8E03-43CC-8FD8-EE589AC717F3}"/>
    <dgm:cxn modelId="{432307A8-DBA3-48CB-893D-3BB6C019AD83}" srcId="{F1777E21-58F6-4EC8-968D-710A8F9D5B39}" destId="{CC5B36D4-F7D2-4C29-9104-A0087764BB65}" srcOrd="2" destOrd="0" parTransId="{4523F252-A69D-4191-A671-560A1F0BEEF5}" sibTransId="{81467C8F-F5CA-421F-8DB1-E694312A33F5}"/>
    <dgm:cxn modelId="{226DCCAA-EEF1-4E53-9A19-A37BDCFCF682}" srcId="{F1777E21-58F6-4EC8-968D-710A8F9D5B39}" destId="{BCF12981-BFAB-4AF3-B1CD-61253AB31543}" srcOrd="0" destOrd="0" parTransId="{4A8F1952-5EEB-4D1C-8FFF-3D438FEF6681}" sibTransId="{D70BF6E8-198D-4767-887C-526EA10124C9}"/>
    <dgm:cxn modelId="{A968CCAF-E65C-440A-911B-E588AB7DAAEE}" type="presOf" srcId="{C6D7D581-FFA2-4148-A4AE-65F8635EBDA5}" destId="{9D2CDA20-1A8F-47C9-8BC1-C4B6F626AE28}" srcOrd="0" destOrd="0" presId="urn:microsoft.com/office/officeart/2005/8/layout/hList2#1"/>
    <dgm:cxn modelId="{F0038AC1-3F17-4737-8849-EDC0DAFA8AC4}" srcId="{CF5A040A-6611-46E3-81A7-F0C2351F9FE5}" destId="{F45E26C2-A2C0-483A-A878-9EAB90EE8D67}" srcOrd="0" destOrd="0" parTransId="{19DE1AF3-1599-4CCA-B6AF-81C389D751C8}" sibTransId="{E850F7E0-FE80-48BA-8E8B-79925B878675}"/>
    <dgm:cxn modelId="{42FD19C9-2D2A-46B2-9002-721B992DBE9D}" type="presOf" srcId="{0DBCEB15-3784-4859-B5D8-E544313B9729}" destId="{D44487DD-9944-4A02-90F4-44C89B6BA0A1}" srcOrd="0" destOrd="4" presId="urn:microsoft.com/office/officeart/2005/8/layout/hList2#1"/>
    <dgm:cxn modelId="{00BF58CD-5566-4C09-8C64-5CB26E5B833B}" srcId="{CF5A040A-6611-46E3-81A7-F0C2351F9FE5}" destId="{A77EA83C-A410-4758-B6FC-21CD4EDB1369}" srcOrd="1" destOrd="0" parTransId="{FD6A75CB-DAB7-47F1-8B9C-32D02EC581A6}" sibTransId="{6EBFA1A6-73EA-4AB2-AD06-0399090BC07B}"/>
    <dgm:cxn modelId="{66D1B3DE-467D-4993-B6D7-9BC4A7F28FCD}" type="presOf" srcId="{49C5A96D-6D5C-4376-A1D1-0B68C419E5AA}" destId="{D44487DD-9944-4A02-90F4-44C89B6BA0A1}" srcOrd="0" destOrd="3" presId="urn:microsoft.com/office/officeart/2005/8/layout/hList2#1"/>
    <dgm:cxn modelId="{AA57C9E7-A060-433B-9424-A52D29E9EF6C}" type="presOf" srcId="{F45E26C2-A2C0-483A-A878-9EAB90EE8D67}" destId="{D44487DD-9944-4A02-90F4-44C89B6BA0A1}" srcOrd="0" destOrd="0" presId="urn:microsoft.com/office/officeart/2005/8/layout/hList2#1"/>
    <dgm:cxn modelId="{10D11CF8-34D9-4A55-AB98-648948330803}" type="presOf" srcId="{20F67871-F4C3-49E6-B0CF-F80B25A52AD5}" destId="{D44487DD-9944-4A02-90F4-44C89B6BA0A1}" srcOrd="0" destOrd="5" presId="urn:microsoft.com/office/officeart/2005/8/layout/hList2#1"/>
    <dgm:cxn modelId="{0694F3FD-0C25-4464-B346-5B1E3A8BD119}" srcId="{CF5A040A-6611-46E3-81A7-F0C2351F9FE5}" destId="{744C386D-0AF5-4BA4-897D-ECD2B9D4A38F}" srcOrd="2" destOrd="0" parTransId="{38C1A7BF-EA10-482B-A419-8031959D6680}" sibTransId="{7E442040-366E-4DD5-B856-B108063CB92E}"/>
    <dgm:cxn modelId="{335EE34D-8200-4C6E-B4BE-3BF43F514641}" type="presParOf" srcId="{9D2CDA20-1A8F-47C9-8BC1-C4B6F626AE28}" destId="{B6CD6940-9E8A-47D5-A1EF-7A073C449228}" srcOrd="0" destOrd="0" presId="urn:microsoft.com/office/officeart/2005/8/layout/hList2#1"/>
    <dgm:cxn modelId="{7C41FA3C-D365-4244-B1BC-552D0368B7EF}" type="presParOf" srcId="{B6CD6940-9E8A-47D5-A1EF-7A073C449228}" destId="{C8830DEB-9827-498F-9E29-B28BD15B6629}" srcOrd="0" destOrd="0" presId="urn:microsoft.com/office/officeart/2005/8/layout/hList2#1"/>
    <dgm:cxn modelId="{8DC13B9F-902D-463E-B443-0A36D40798FF}" type="presParOf" srcId="{B6CD6940-9E8A-47D5-A1EF-7A073C449228}" destId="{D44487DD-9944-4A02-90F4-44C89B6BA0A1}" srcOrd="1" destOrd="0" presId="urn:microsoft.com/office/officeart/2005/8/layout/hList2#1"/>
    <dgm:cxn modelId="{35F572EA-3E2E-4503-B3D6-875F7AE52B92}" type="presParOf" srcId="{B6CD6940-9E8A-47D5-A1EF-7A073C449228}" destId="{75CE1C4D-AC00-4175-85B5-8418CA8057C1}" srcOrd="2" destOrd="0" presId="urn:microsoft.com/office/officeart/2005/8/layout/hList2#1"/>
    <dgm:cxn modelId="{7962BED3-0E3C-46B9-AA3B-DB9AF0AB2BA2}" type="presParOf" srcId="{9D2CDA20-1A8F-47C9-8BC1-C4B6F626AE28}" destId="{B6B108B6-1F58-453E-B445-F095744A3CE9}" srcOrd="1" destOrd="0" presId="urn:microsoft.com/office/officeart/2005/8/layout/hList2#1"/>
    <dgm:cxn modelId="{F64FE77E-0E98-41BE-A504-B20C28A28530}" type="presParOf" srcId="{9D2CDA20-1A8F-47C9-8BC1-C4B6F626AE28}" destId="{5D4D026F-AAFA-4E24-88DD-A36B3F9520EE}" srcOrd="2" destOrd="0" presId="urn:microsoft.com/office/officeart/2005/8/layout/hList2#1"/>
    <dgm:cxn modelId="{DE31EE78-F832-49C3-A187-CB394B3539B2}" type="presParOf" srcId="{5D4D026F-AAFA-4E24-88DD-A36B3F9520EE}" destId="{3F614B3C-51F1-4858-9C9E-7A83542CC915}" srcOrd="0" destOrd="0" presId="urn:microsoft.com/office/officeart/2005/8/layout/hList2#1"/>
    <dgm:cxn modelId="{0564C292-5366-422C-8E7C-315904710C79}" type="presParOf" srcId="{5D4D026F-AAFA-4E24-88DD-A36B3F9520EE}" destId="{FD9DDB0D-7040-495E-8D63-EE9000EF12B6}" srcOrd="1" destOrd="0" presId="urn:microsoft.com/office/officeart/2005/8/layout/hList2#1"/>
    <dgm:cxn modelId="{B9D677A7-BDE1-4AC8-AEA1-9C55CF424C41}" type="presParOf" srcId="{5D4D026F-AAFA-4E24-88DD-A36B3F9520EE}" destId="{BE377D63-18BE-4E47-ACAB-918E26B10CC3}" srcOrd="2" destOrd="0" presId="urn:microsoft.com/office/officeart/2005/8/layout/h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C370A8-0FAF-4120-AF55-E14E1DFF8A49}" type="doc">
      <dgm:prSet loTypeId="urn:microsoft.com/office/officeart/2005/8/layout/hList1" loCatId="list" qsTypeId="urn:microsoft.com/office/officeart/2005/8/quickstyle/3d2#2" qsCatId="3D" csTypeId="urn:microsoft.com/office/officeart/2005/8/colors/colorful3" csCatId="colorful" phldr="1"/>
      <dgm:spPr/>
      <dgm:t>
        <a:bodyPr/>
        <a:lstStyle/>
        <a:p>
          <a:endParaRPr lang="en-US"/>
        </a:p>
      </dgm:t>
    </dgm:pt>
    <dgm:pt modelId="{DEABDDCB-536E-4BDF-91F4-7A29DF7C11AD}">
      <dgm:prSet phldrT="[Text]">
        <dgm:style>
          <a:lnRef idx="2">
            <a:schemeClr val="accent2"/>
          </a:lnRef>
          <a:fillRef idx="1">
            <a:schemeClr val="lt1"/>
          </a:fillRef>
          <a:effectRef idx="0">
            <a:schemeClr val="accent2"/>
          </a:effectRef>
          <a:fontRef idx="minor">
            <a:schemeClr val="dk1"/>
          </a:fontRef>
        </dgm:style>
      </dgm:prSet>
      <dgm:spPr/>
      <dgm:t>
        <a:bodyPr/>
        <a:lstStyle/>
        <a:p>
          <a:r>
            <a:rPr lang="en-US">
              <a:latin typeface="Arial" pitchFamily="34" charset="0"/>
              <a:cs typeface="Arial" pitchFamily="34" charset="0"/>
            </a:rPr>
            <a:t>Chức năng đối nội</a:t>
          </a:r>
        </a:p>
      </dgm:t>
    </dgm:pt>
    <dgm:pt modelId="{07503072-2745-4EB6-A580-E2F12E3FD42D}" type="parTrans" cxnId="{F474D0C9-5227-412F-ACF0-21148FC02B7B}">
      <dgm:prSet/>
      <dgm:spPr/>
      <dgm:t>
        <a:bodyPr/>
        <a:lstStyle/>
        <a:p>
          <a:endParaRPr lang="en-US"/>
        </a:p>
      </dgm:t>
    </dgm:pt>
    <dgm:pt modelId="{01E4B1BF-ECC5-4C66-BCAB-EA8B4D30776C}" type="sibTrans" cxnId="{F474D0C9-5227-412F-ACF0-21148FC02B7B}">
      <dgm:prSet/>
      <dgm:spPr/>
      <dgm:t>
        <a:bodyPr/>
        <a:lstStyle/>
        <a:p>
          <a:endParaRPr lang="en-US"/>
        </a:p>
      </dgm:t>
    </dgm:pt>
    <dgm:pt modelId="{115B17BB-E76A-4E50-9549-7993C9BDCD3C}">
      <dgm:prSet phldrT="[Text]"/>
      <dgm:spPr/>
      <dgm:t>
        <a:bodyPr/>
        <a:lstStyle/>
        <a:p>
          <a:r>
            <a:rPr lang="en-US">
              <a:latin typeface="Arial" pitchFamily="34" charset="0"/>
              <a:cs typeface="Arial" pitchFamily="34" charset="0"/>
            </a:rPr>
            <a:t>Đảm bảo trật tự xã hội</a:t>
          </a:r>
        </a:p>
      </dgm:t>
    </dgm:pt>
    <dgm:pt modelId="{2B315C1D-196E-49C9-A989-56D93521D023}" type="parTrans" cxnId="{30120D15-6AB8-49B8-87C0-43EE5E68428F}">
      <dgm:prSet/>
      <dgm:spPr/>
      <dgm:t>
        <a:bodyPr/>
        <a:lstStyle/>
        <a:p>
          <a:endParaRPr lang="en-US"/>
        </a:p>
      </dgm:t>
    </dgm:pt>
    <dgm:pt modelId="{12831EDB-CCE9-4451-9AEA-4C12A953F66C}" type="sibTrans" cxnId="{30120D15-6AB8-49B8-87C0-43EE5E68428F}">
      <dgm:prSet/>
      <dgm:spPr/>
      <dgm:t>
        <a:bodyPr/>
        <a:lstStyle/>
        <a:p>
          <a:endParaRPr lang="en-US"/>
        </a:p>
      </dgm:t>
    </dgm:pt>
    <dgm:pt modelId="{3313D785-FF4A-44D0-B339-9856611FA51C}">
      <dgm:prSet phldrT="[Text]"/>
      <dgm:spPr/>
      <dgm:t>
        <a:bodyPr/>
        <a:lstStyle/>
        <a:p>
          <a:r>
            <a:rPr lang="en-US">
              <a:latin typeface="Arial" pitchFamily="34" charset="0"/>
              <a:cs typeface="Arial" pitchFamily="34" charset="0"/>
            </a:rPr>
            <a:t>Chức năng đối ngoại</a:t>
          </a:r>
        </a:p>
      </dgm:t>
    </dgm:pt>
    <dgm:pt modelId="{C29ECE22-B55E-41E6-9252-A0DC21055A84}" type="parTrans" cxnId="{60884CBD-80A3-4CCC-B5FC-F08182C26074}">
      <dgm:prSet/>
      <dgm:spPr/>
      <dgm:t>
        <a:bodyPr/>
        <a:lstStyle/>
        <a:p>
          <a:endParaRPr lang="en-US"/>
        </a:p>
      </dgm:t>
    </dgm:pt>
    <dgm:pt modelId="{57907541-5B89-454B-85CF-4956C397E2F0}" type="sibTrans" cxnId="{60884CBD-80A3-4CCC-B5FC-F08182C26074}">
      <dgm:prSet/>
      <dgm:spPr/>
      <dgm:t>
        <a:bodyPr/>
        <a:lstStyle/>
        <a:p>
          <a:endParaRPr lang="en-US"/>
        </a:p>
      </dgm:t>
    </dgm:pt>
    <dgm:pt modelId="{E58C8B7B-CC71-4878-B86D-3440B5F6923C}">
      <dgm:prSet phldrT="[Text]"/>
      <dgm:spPr/>
      <dgm:t>
        <a:bodyPr/>
        <a:lstStyle/>
        <a:p>
          <a:r>
            <a:rPr lang="en-US">
              <a:latin typeface="Arial" pitchFamily="34" charset="0"/>
              <a:cs typeface="Arial" pitchFamily="34" charset="0"/>
            </a:rPr>
            <a:t>Phòng thủ đất nước</a:t>
          </a:r>
        </a:p>
      </dgm:t>
    </dgm:pt>
    <dgm:pt modelId="{C5FA25C2-E160-4C76-A848-464D23EAB49E}" type="parTrans" cxnId="{B053493D-97B0-43F8-AE56-26BDFE7B98B4}">
      <dgm:prSet/>
      <dgm:spPr/>
      <dgm:t>
        <a:bodyPr/>
        <a:lstStyle/>
        <a:p>
          <a:endParaRPr lang="en-US"/>
        </a:p>
      </dgm:t>
    </dgm:pt>
    <dgm:pt modelId="{AEBA08F2-D85E-4E1D-8884-0314578DEAA6}" type="sibTrans" cxnId="{B053493D-97B0-43F8-AE56-26BDFE7B98B4}">
      <dgm:prSet/>
      <dgm:spPr/>
      <dgm:t>
        <a:bodyPr/>
        <a:lstStyle/>
        <a:p>
          <a:endParaRPr lang="en-US"/>
        </a:p>
      </dgm:t>
    </dgm:pt>
    <dgm:pt modelId="{5C1A890D-F04C-4046-82BA-8E496CBC868C}">
      <dgm:prSet phldrT="[Text]"/>
      <dgm:spPr/>
      <dgm:t>
        <a:bodyPr/>
        <a:lstStyle/>
        <a:p>
          <a:r>
            <a:rPr lang="en-US">
              <a:latin typeface="Arial" pitchFamily="34" charset="0"/>
              <a:cs typeface="Arial" pitchFamily="34" charset="0"/>
            </a:rPr>
            <a:t>Chống sự xâm lược từ bên ngoài</a:t>
          </a:r>
        </a:p>
      </dgm:t>
    </dgm:pt>
    <dgm:pt modelId="{8678E3E8-3D08-4EB7-AEA3-6E43FA711ADB}" type="parTrans" cxnId="{D92C3D92-4769-40E5-AC05-E2CFBBC1468D}">
      <dgm:prSet/>
      <dgm:spPr/>
      <dgm:t>
        <a:bodyPr/>
        <a:lstStyle/>
        <a:p>
          <a:endParaRPr lang="en-US"/>
        </a:p>
      </dgm:t>
    </dgm:pt>
    <dgm:pt modelId="{587B004B-5B6E-4D9C-B3FD-04B7FFCBE788}" type="sibTrans" cxnId="{D92C3D92-4769-40E5-AC05-E2CFBBC1468D}">
      <dgm:prSet/>
      <dgm:spPr/>
      <dgm:t>
        <a:bodyPr/>
        <a:lstStyle/>
        <a:p>
          <a:endParaRPr lang="en-US"/>
        </a:p>
      </dgm:t>
    </dgm:pt>
    <dgm:pt modelId="{32EB792D-5242-4F38-95DF-2346CEFDB0F6}">
      <dgm:prSet phldrT="[Text]"/>
      <dgm:spPr/>
      <dgm:t>
        <a:bodyPr/>
        <a:lstStyle/>
        <a:p>
          <a:r>
            <a:rPr lang="en-US">
              <a:latin typeface="Arial" pitchFamily="34" charset="0"/>
              <a:cs typeface="Arial" pitchFamily="34" charset="0"/>
            </a:rPr>
            <a:t>Trấn áp các phần tử chống đối chế độ</a:t>
          </a:r>
        </a:p>
      </dgm:t>
    </dgm:pt>
    <dgm:pt modelId="{89A84C56-227E-49B1-B8F3-C15C3D4B36A9}" type="parTrans" cxnId="{DBD6D8F8-FD43-428D-B1A0-DC49FE568BC3}">
      <dgm:prSet/>
      <dgm:spPr/>
      <dgm:t>
        <a:bodyPr/>
        <a:lstStyle/>
        <a:p>
          <a:endParaRPr lang="en-US"/>
        </a:p>
      </dgm:t>
    </dgm:pt>
    <dgm:pt modelId="{399FBEDB-36A9-49CC-AFDA-CE6763DAD108}" type="sibTrans" cxnId="{DBD6D8F8-FD43-428D-B1A0-DC49FE568BC3}">
      <dgm:prSet/>
      <dgm:spPr/>
      <dgm:t>
        <a:bodyPr/>
        <a:lstStyle/>
        <a:p>
          <a:endParaRPr lang="en-US"/>
        </a:p>
      </dgm:t>
    </dgm:pt>
    <dgm:pt modelId="{C8DDD3AA-1837-465B-8300-F6A74A0DFD60}">
      <dgm:prSet phldrT="[Text]"/>
      <dgm:spPr/>
      <dgm:t>
        <a:bodyPr/>
        <a:lstStyle/>
        <a:p>
          <a:r>
            <a:rPr lang="en-US">
              <a:latin typeface="Arial" pitchFamily="34" charset="0"/>
              <a:cs typeface="Arial" pitchFamily="34" charset="0"/>
            </a:rPr>
            <a:t>Bảo vệ chế độ kinh tế</a:t>
          </a:r>
        </a:p>
      </dgm:t>
    </dgm:pt>
    <dgm:pt modelId="{7E6BF520-A042-41AB-91BA-D453CF0F906D}" type="parTrans" cxnId="{7A60F0CA-B57B-4FD6-8BF5-051EA29FDEA3}">
      <dgm:prSet/>
      <dgm:spPr/>
      <dgm:t>
        <a:bodyPr/>
        <a:lstStyle/>
        <a:p>
          <a:endParaRPr lang="en-US"/>
        </a:p>
      </dgm:t>
    </dgm:pt>
    <dgm:pt modelId="{618E9618-D20B-4F57-A1A0-0673E89BD00B}" type="sibTrans" cxnId="{7A60F0CA-B57B-4FD6-8BF5-051EA29FDEA3}">
      <dgm:prSet/>
      <dgm:spPr/>
      <dgm:t>
        <a:bodyPr/>
        <a:lstStyle/>
        <a:p>
          <a:endParaRPr lang="en-US"/>
        </a:p>
      </dgm:t>
    </dgm:pt>
    <dgm:pt modelId="{2D7D07A4-B74E-48F3-996D-C423B3CE8D3A}">
      <dgm:prSet phldrT="[Text]"/>
      <dgm:spPr/>
      <dgm:t>
        <a:bodyPr/>
        <a:lstStyle/>
        <a:p>
          <a:r>
            <a:rPr lang="en-US">
              <a:latin typeface="Arial" pitchFamily="34" charset="0"/>
              <a:cs typeface="Arial" pitchFamily="34" charset="0"/>
            </a:rPr>
            <a:t>Thiết lập quan hệ với các quốc gia khác</a:t>
          </a:r>
        </a:p>
      </dgm:t>
    </dgm:pt>
    <dgm:pt modelId="{D51234C2-8F45-413F-BE0E-4B6019268B59}" type="parTrans" cxnId="{36224899-30A8-4ABD-A2D6-0648DA9E7E1E}">
      <dgm:prSet/>
      <dgm:spPr/>
    </dgm:pt>
    <dgm:pt modelId="{D894E9BA-DDA6-4F40-8CF9-9DB0CC382818}" type="sibTrans" cxnId="{36224899-30A8-4ABD-A2D6-0648DA9E7E1E}">
      <dgm:prSet/>
      <dgm:spPr/>
    </dgm:pt>
    <dgm:pt modelId="{E3ED69C1-C291-4E51-B49C-CD365AA22D38}" type="pres">
      <dgm:prSet presAssocID="{61C370A8-0FAF-4120-AF55-E14E1DFF8A49}" presName="Name0" presStyleCnt="0">
        <dgm:presLayoutVars>
          <dgm:dir/>
          <dgm:animLvl val="lvl"/>
          <dgm:resizeHandles val="exact"/>
        </dgm:presLayoutVars>
      </dgm:prSet>
      <dgm:spPr/>
    </dgm:pt>
    <dgm:pt modelId="{1CACB718-28C6-481A-8CC2-825121B75192}" type="pres">
      <dgm:prSet presAssocID="{DEABDDCB-536E-4BDF-91F4-7A29DF7C11AD}" presName="composite" presStyleCnt="0"/>
      <dgm:spPr/>
    </dgm:pt>
    <dgm:pt modelId="{F992C3F9-782F-4781-A15C-567EDDC7A224}" type="pres">
      <dgm:prSet presAssocID="{DEABDDCB-536E-4BDF-91F4-7A29DF7C11AD}" presName="parTx" presStyleLbl="alignNode1" presStyleIdx="0" presStyleCnt="2" custLinFactNeighborX="-1" custLinFactNeighborY="-27693">
        <dgm:presLayoutVars>
          <dgm:chMax val="0"/>
          <dgm:chPref val="0"/>
          <dgm:bulletEnabled val="1"/>
        </dgm:presLayoutVars>
      </dgm:prSet>
      <dgm:spPr/>
    </dgm:pt>
    <dgm:pt modelId="{793766B1-69E6-4CEC-90A7-6EA663A6A664}" type="pres">
      <dgm:prSet presAssocID="{DEABDDCB-536E-4BDF-91F4-7A29DF7C11AD}" presName="desTx" presStyleLbl="alignAccFollowNode1" presStyleIdx="0" presStyleCnt="2" custScaleY="99108" custLinFactNeighborX="-1" custLinFactNeighborY="-4092">
        <dgm:presLayoutVars>
          <dgm:bulletEnabled val="1"/>
        </dgm:presLayoutVars>
      </dgm:prSet>
      <dgm:spPr/>
    </dgm:pt>
    <dgm:pt modelId="{263AAB95-8ADD-4225-AD82-8E0A4C2CA725}" type="pres">
      <dgm:prSet presAssocID="{01E4B1BF-ECC5-4C66-BCAB-EA8B4D30776C}" presName="space" presStyleCnt="0"/>
      <dgm:spPr/>
    </dgm:pt>
    <dgm:pt modelId="{ACE7102C-D2DA-49E7-8DBD-043B5C9AA1E8}" type="pres">
      <dgm:prSet presAssocID="{3313D785-FF4A-44D0-B339-9856611FA51C}" presName="composite" presStyleCnt="0"/>
      <dgm:spPr/>
    </dgm:pt>
    <dgm:pt modelId="{715FBC5A-865D-444A-B19D-436EC5E097FD}" type="pres">
      <dgm:prSet presAssocID="{3313D785-FF4A-44D0-B339-9856611FA51C}" presName="parTx" presStyleLbl="alignNode1" presStyleIdx="1" presStyleCnt="2" custLinFactNeighborY="-17321">
        <dgm:presLayoutVars>
          <dgm:chMax val="0"/>
          <dgm:chPref val="0"/>
          <dgm:bulletEnabled val="1"/>
        </dgm:presLayoutVars>
      </dgm:prSet>
      <dgm:spPr/>
    </dgm:pt>
    <dgm:pt modelId="{ED5BB811-CF12-4459-B567-FD40D984A6E2}" type="pres">
      <dgm:prSet presAssocID="{3313D785-FF4A-44D0-B339-9856611FA51C}" presName="desTx" presStyleLbl="alignAccFollowNode1" presStyleIdx="1" presStyleCnt="2" custLinFactNeighborY="-5644">
        <dgm:presLayoutVars>
          <dgm:bulletEnabled val="1"/>
        </dgm:presLayoutVars>
      </dgm:prSet>
      <dgm:spPr/>
    </dgm:pt>
  </dgm:ptLst>
  <dgm:cxnLst>
    <dgm:cxn modelId="{30120D15-6AB8-49B8-87C0-43EE5E68428F}" srcId="{DEABDDCB-536E-4BDF-91F4-7A29DF7C11AD}" destId="{115B17BB-E76A-4E50-9549-7993C9BDCD3C}" srcOrd="0" destOrd="0" parTransId="{2B315C1D-196E-49C9-A989-56D93521D023}" sibTransId="{12831EDB-CCE9-4451-9AEA-4C12A953F66C}"/>
    <dgm:cxn modelId="{0A53171A-7DC0-426E-BFE7-34D3D7CC81FF}" type="presOf" srcId="{E58C8B7B-CC71-4878-B86D-3440B5F6923C}" destId="{ED5BB811-CF12-4459-B567-FD40D984A6E2}" srcOrd="0" destOrd="0" presId="urn:microsoft.com/office/officeart/2005/8/layout/hList1"/>
    <dgm:cxn modelId="{B053493D-97B0-43F8-AE56-26BDFE7B98B4}" srcId="{3313D785-FF4A-44D0-B339-9856611FA51C}" destId="{E58C8B7B-CC71-4878-B86D-3440B5F6923C}" srcOrd="0" destOrd="0" parTransId="{C5FA25C2-E160-4C76-A848-464D23EAB49E}" sibTransId="{AEBA08F2-D85E-4E1D-8884-0314578DEAA6}"/>
    <dgm:cxn modelId="{132DA375-8BF7-4EDD-943E-DC979983361A}" type="presOf" srcId="{61C370A8-0FAF-4120-AF55-E14E1DFF8A49}" destId="{E3ED69C1-C291-4E51-B49C-CD365AA22D38}" srcOrd="0" destOrd="0" presId="urn:microsoft.com/office/officeart/2005/8/layout/hList1"/>
    <dgm:cxn modelId="{95B1A779-030E-4AA3-842D-391DB2B28C52}" type="presOf" srcId="{115B17BB-E76A-4E50-9549-7993C9BDCD3C}" destId="{793766B1-69E6-4CEC-90A7-6EA663A6A664}" srcOrd="0" destOrd="0" presId="urn:microsoft.com/office/officeart/2005/8/layout/hList1"/>
    <dgm:cxn modelId="{08EEA687-8B06-4E85-AACB-EC3D0696ABBC}" type="presOf" srcId="{2D7D07A4-B74E-48F3-996D-C423B3CE8D3A}" destId="{ED5BB811-CF12-4459-B567-FD40D984A6E2}" srcOrd="0" destOrd="2" presId="urn:microsoft.com/office/officeart/2005/8/layout/hList1"/>
    <dgm:cxn modelId="{D92C3D92-4769-40E5-AC05-E2CFBBC1468D}" srcId="{3313D785-FF4A-44D0-B339-9856611FA51C}" destId="{5C1A890D-F04C-4046-82BA-8E496CBC868C}" srcOrd="1" destOrd="0" parTransId="{8678E3E8-3D08-4EB7-AEA3-6E43FA711ADB}" sibTransId="{587B004B-5B6E-4D9C-B3FD-04B7FFCBE788}"/>
    <dgm:cxn modelId="{36224899-30A8-4ABD-A2D6-0648DA9E7E1E}" srcId="{3313D785-FF4A-44D0-B339-9856611FA51C}" destId="{2D7D07A4-B74E-48F3-996D-C423B3CE8D3A}" srcOrd="2" destOrd="0" parTransId="{D51234C2-8F45-413F-BE0E-4B6019268B59}" sibTransId="{D894E9BA-DDA6-4F40-8CF9-9DB0CC382818}"/>
    <dgm:cxn modelId="{1B6722AB-38DD-4C9A-AA5E-22E17AFE4EB7}" type="presOf" srcId="{32EB792D-5242-4F38-95DF-2346CEFDB0F6}" destId="{793766B1-69E6-4CEC-90A7-6EA663A6A664}" srcOrd="0" destOrd="1" presId="urn:microsoft.com/office/officeart/2005/8/layout/hList1"/>
    <dgm:cxn modelId="{DCC451B1-1199-4253-BEE8-F9E9BC5BC7C3}" type="presOf" srcId="{DEABDDCB-536E-4BDF-91F4-7A29DF7C11AD}" destId="{F992C3F9-782F-4781-A15C-567EDDC7A224}" srcOrd="0" destOrd="0" presId="urn:microsoft.com/office/officeart/2005/8/layout/hList1"/>
    <dgm:cxn modelId="{342849BB-4386-44E1-947E-62DF25759806}" type="presOf" srcId="{5C1A890D-F04C-4046-82BA-8E496CBC868C}" destId="{ED5BB811-CF12-4459-B567-FD40D984A6E2}" srcOrd="0" destOrd="1" presId="urn:microsoft.com/office/officeart/2005/8/layout/hList1"/>
    <dgm:cxn modelId="{60884CBD-80A3-4CCC-B5FC-F08182C26074}" srcId="{61C370A8-0FAF-4120-AF55-E14E1DFF8A49}" destId="{3313D785-FF4A-44D0-B339-9856611FA51C}" srcOrd="1" destOrd="0" parTransId="{C29ECE22-B55E-41E6-9252-A0DC21055A84}" sibTransId="{57907541-5B89-454B-85CF-4956C397E2F0}"/>
    <dgm:cxn modelId="{F474D0C9-5227-412F-ACF0-21148FC02B7B}" srcId="{61C370A8-0FAF-4120-AF55-E14E1DFF8A49}" destId="{DEABDDCB-536E-4BDF-91F4-7A29DF7C11AD}" srcOrd="0" destOrd="0" parTransId="{07503072-2745-4EB6-A580-E2F12E3FD42D}" sibTransId="{01E4B1BF-ECC5-4C66-BCAB-EA8B4D30776C}"/>
    <dgm:cxn modelId="{7A60F0CA-B57B-4FD6-8BF5-051EA29FDEA3}" srcId="{DEABDDCB-536E-4BDF-91F4-7A29DF7C11AD}" destId="{C8DDD3AA-1837-465B-8300-F6A74A0DFD60}" srcOrd="2" destOrd="0" parTransId="{7E6BF520-A042-41AB-91BA-D453CF0F906D}" sibTransId="{618E9618-D20B-4F57-A1A0-0673E89BD00B}"/>
    <dgm:cxn modelId="{9397B4D0-0AA5-44EA-B83A-D5BE22E77019}" type="presOf" srcId="{3313D785-FF4A-44D0-B339-9856611FA51C}" destId="{715FBC5A-865D-444A-B19D-436EC5E097FD}" srcOrd="0" destOrd="0" presId="urn:microsoft.com/office/officeart/2005/8/layout/hList1"/>
    <dgm:cxn modelId="{4FCAD0D8-5499-4FF0-8655-9896EDBAC259}" type="presOf" srcId="{C8DDD3AA-1837-465B-8300-F6A74A0DFD60}" destId="{793766B1-69E6-4CEC-90A7-6EA663A6A664}" srcOrd="0" destOrd="2" presId="urn:microsoft.com/office/officeart/2005/8/layout/hList1"/>
    <dgm:cxn modelId="{DBD6D8F8-FD43-428D-B1A0-DC49FE568BC3}" srcId="{DEABDDCB-536E-4BDF-91F4-7A29DF7C11AD}" destId="{32EB792D-5242-4F38-95DF-2346CEFDB0F6}" srcOrd="1" destOrd="0" parTransId="{89A84C56-227E-49B1-B8F3-C15C3D4B36A9}" sibTransId="{399FBEDB-36A9-49CC-AFDA-CE6763DAD108}"/>
    <dgm:cxn modelId="{6E72CD0F-61FB-4F15-8A58-482D2D499A19}" type="presParOf" srcId="{E3ED69C1-C291-4E51-B49C-CD365AA22D38}" destId="{1CACB718-28C6-481A-8CC2-825121B75192}" srcOrd="0" destOrd="0" presId="urn:microsoft.com/office/officeart/2005/8/layout/hList1"/>
    <dgm:cxn modelId="{86113135-3030-4A01-AAD7-935C2CA70478}" type="presParOf" srcId="{1CACB718-28C6-481A-8CC2-825121B75192}" destId="{F992C3F9-782F-4781-A15C-567EDDC7A224}" srcOrd="0" destOrd="0" presId="urn:microsoft.com/office/officeart/2005/8/layout/hList1"/>
    <dgm:cxn modelId="{ECFD94E4-EEEE-4C71-A3A6-58C3E57989C1}" type="presParOf" srcId="{1CACB718-28C6-481A-8CC2-825121B75192}" destId="{793766B1-69E6-4CEC-90A7-6EA663A6A664}" srcOrd="1" destOrd="0" presId="urn:microsoft.com/office/officeart/2005/8/layout/hList1"/>
    <dgm:cxn modelId="{90F70492-F1B7-4B13-BB4B-7E9FEA44A2F9}" type="presParOf" srcId="{E3ED69C1-C291-4E51-B49C-CD365AA22D38}" destId="{263AAB95-8ADD-4225-AD82-8E0A4C2CA725}" srcOrd="1" destOrd="0" presId="urn:microsoft.com/office/officeart/2005/8/layout/hList1"/>
    <dgm:cxn modelId="{56568A33-E8B5-4250-9C54-3DD754E67B68}" type="presParOf" srcId="{E3ED69C1-C291-4E51-B49C-CD365AA22D38}" destId="{ACE7102C-D2DA-49E7-8DBD-043B5C9AA1E8}" srcOrd="2" destOrd="0" presId="urn:microsoft.com/office/officeart/2005/8/layout/hList1"/>
    <dgm:cxn modelId="{74D64067-5A5A-4CA0-92F1-0AC49D90AACC}" type="presParOf" srcId="{ACE7102C-D2DA-49E7-8DBD-043B5C9AA1E8}" destId="{715FBC5A-865D-444A-B19D-436EC5E097FD}" srcOrd="0" destOrd="0" presId="urn:microsoft.com/office/officeart/2005/8/layout/hList1"/>
    <dgm:cxn modelId="{183C9D6C-9518-4CD4-BCAB-652CB5CCBC60}" type="presParOf" srcId="{ACE7102C-D2DA-49E7-8DBD-043B5C9AA1E8}" destId="{ED5BB811-CF12-4459-B567-FD40D984A6E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5326D9-FBB7-408C-B9DC-8C09B33B2EB1}" type="doc">
      <dgm:prSet loTypeId="urn:microsoft.com/office/officeart/2005/8/layout/vList3#1" loCatId="list" qsTypeId="urn:microsoft.com/office/officeart/2005/8/quickstyle/3d2#3" qsCatId="3D" csTypeId="urn:microsoft.com/office/officeart/2005/8/colors/accent0_3" csCatId="mainScheme" phldr="1"/>
      <dgm:spPr/>
    </dgm:pt>
    <dgm:pt modelId="{61E139A1-BC95-471C-86C2-D85A797F032E}">
      <dgm:prSet phldrT="[Text]" custT="1"/>
      <dgm:spPr/>
      <dgm:t>
        <a:bodyPr/>
        <a:lstStyle/>
        <a:p>
          <a:pPr algn="just"/>
          <a:r>
            <a:rPr lang="vi-VN" sz="2400">
              <a:latin typeface="Arial" pitchFamily="34" charset="0"/>
              <a:cs typeface="Arial" pitchFamily="34" charset="0"/>
            </a:rPr>
            <a:t>Nhà nước là một tổ chức đặc biệt của quyền lực chính trị, một bộ máy chuyên làm nhiệm vụ cưỡng chế, thực hiện các chức năng quản lý đặc biệt nhằm duy trì trật tự xã hội, thực hiện mục đích bảo vệ địa vị của giai cấp thống trị trong xã hội</a:t>
          </a:r>
        </a:p>
      </dgm:t>
    </dgm:pt>
    <dgm:pt modelId="{5FD77AB9-88F4-4260-913E-7362CA726404}" type="parTrans" cxnId="{CAC262C3-DE9F-43C0-B6A3-185C59EC597C}">
      <dgm:prSet/>
      <dgm:spPr/>
      <dgm:t>
        <a:bodyPr/>
        <a:lstStyle/>
        <a:p>
          <a:endParaRPr lang="en-US"/>
        </a:p>
      </dgm:t>
    </dgm:pt>
    <dgm:pt modelId="{9362AC58-DF80-4A1F-8E81-DE18DC8DD356}" type="sibTrans" cxnId="{CAC262C3-DE9F-43C0-B6A3-185C59EC597C}">
      <dgm:prSet/>
      <dgm:spPr/>
      <dgm:t>
        <a:bodyPr/>
        <a:lstStyle/>
        <a:p>
          <a:endParaRPr lang="en-US"/>
        </a:p>
      </dgm:t>
    </dgm:pt>
    <dgm:pt modelId="{E56EBD90-F931-4FFF-A874-71E9C0F69EB8}" type="pres">
      <dgm:prSet presAssocID="{195326D9-FBB7-408C-B9DC-8C09B33B2EB1}" presName="linearFlow" presStyleCnt="0">
        <dgm:presLayoutVars>
          <dgm:dir/>
          <dgm:resizeHandles val="exact"/>
        </dgm:presLayoutVars>
      </dgm:prSet>
      <dgm:spPr/>
    </dgm:pt>
    <dgm:pt modelId="{9B41D112-E7EB-482F-894F-C5D1F700ED87}" type="pres">
      <dgm:prSet presAssocID="{61E139A1-BC95-471C-86C2-D85A797F032E}" presName="composite" presStyleCnt="0"/>
      <dgm:spPr/>
    </dgm:pt>
    <dgm:pt modelId="{20791498-58A8-404E-9C5E-740818F0AEFC}" type="pres">
      <dgm:prSet presAssocID="{61E139A1-BC95-471C-86C2-D85A797F032E}" presName="imgShp" presStyleLbl="fgImgPlace1" presStyleIdx="0" presStyleCnt="1" custLinFactNeighborX="-7441" custLinFactNeighborY="-2678"/>
      <dgm:spPr>
        <a:blipFill rotWithShape="0">
          <a:blip xmlns:r="http://schemas.openxmlformats.org/officeDocument/2006/relationships" r:embed="rId1"/>
          <a:stretch>
            <a:fillRect/>
          </a:stretch>
        </a:blipFill>
      </dgm:spPr>
    </dgm:pt>
    <dgm:pt modelId="{C15F1DDC-4AF7-4B39-AEEE-6815983EB00E}" type="pres">
      <dgm:prSet presAssocID="{61E139A1-BC95-471C-86C2-D85A797F032E}" presName="txShp" presStyleLbl="node1" presStyleIdx="0" presStyleCnt="1" custScaleX="110445" custScaleY="140474">
        <dgm:presLayoutVars>
          <dgm:bulletEnabled val="1"/>
        </dgm:presLayoutVars>
      </dgm:prSet>
      <dgm:spPr/>
    </dgm:pt>
  </dgm:ptLst>
  <dgm:cxnLst>
    <dgm:cxn modelId="{2A5E310A-9853-48D5-A089-C4FDBD90F2B4}" type="presOf" srcId="{61E139A1-BC95-471C-86C2-D85A797F032E}" destId="{C15F1DDC-4AF7-4B39-AEEE-6815983EB00E}" srcOrd="0" destOrd="0" presId="urn:microsoft.com/office/officeart/2005/8/layout/vList3#1"/>
    <dgm:cxn modelId="{F2E78A10-25E1-445F-9160-247DF725E220}" type="presOf" srcId="{195326D9-FBB7-408C-B9DC-8C09B33B2EB1}" destId="{E56EBD90-F931-4FFF-A874-71E9C0F69EB8}" srcOrd="0" destOrd="0" presId="urn:microsoft.com/office/officeart/2005/8/layout/vList3#1"/>
    <dgm:cxn modelId="{CAC262C3-DE9F-43C0-B6A3-185C59EC597C}" srcId="{195326D9-FBB7-408C-B9DC-8C09B33B2EB1}" destId="{61E139A1-BC95-471C-86C2-D85A797F032E}" srcOrd="0" destOrd="0" parTransId="{5FD77AB9-88F4-4260-913E-7362CA726404}" sibTransId="{9362AC58-DF80-4A1F-8E81-DE18DC8DD356}"/>
    <dgm:cxn modelId="{54F1DBBC-D052-4A52-AF59-A4C93DCAC15F}" type="presParOf" srcId="{E56EBD90-F931-4FFF-A874-71E9C0F69EB8}" destId="{9B41D112-E7EB-482F-894F-C5D1F700ED87}" srcOrd="0" destOrd="0" presId="urn:microsoft.com/office/officeart/2005/8/layout/vList3#1"/>
    <dgm:cxn modelId="{F37539E1-F464-45B0-9F58-4F6A9D0ADAA7}" type="presParOf" srcId="{9B41D112-E7EB-482F-894F-C5D1F700ED87}" destId="{20791498-58A8-404E-9C5E-740818F0AEFC}" srcOrd="0" destOrd="0" presId="urn:microsoft.com/office/officeart/2005/8/layout/vList3#1"/>
    <dgm:cxn modelId="{2D978C7E-DC6A-481B-BAB3-28FA38C68BE9}" type="presParOf" srcId="{9B41D112-E7EB-482F-894F-C5D1F700ED87}" destId="{C15F1DDC-4AF7-4B39-AEEE-6815983EB00E}"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F7271D9-9873-46D4-BDFA-78494E53B3D6}" type="doc">
      <dgm:prSet loTypeId="urn:microsoft.com/office/officeart/2005/8/layout/default#1" loCatId="list" qsTypeId="urn:microsoft.com/office/officeart/2005/8/quickstyle/simple5" qsCatId="simple" csTypeId="urn:microsoft.com/office/officeart/2005/8/colors/accent0_3" csCatId="mainScheme" phldr="1"/>
      <dgm:spPr/>
      <dgm:t>
        <a:bodyPr/>
        <a:lstStyle/>
        <a:p>
          <a:endParaRPr lang="en-US"/>
        </a:p>
      </dgm:t>
    </dgm:pt>
    <dgm:pt modelId="{468D62AA-95BC-401F-A8B4-561C66B53FEF}">
      <dgm:prSet phldrT="[Text]" custT="1"/>
      <dgm:spPr/>
      <dgm:t>
        <a:bodyPr/>
        <a:lstStyle/>
        <a:p>
          <a:pPr algn="just"/>
          <a:r>
            <a:rPr lang="vi-VN" sz="2300">
              <a:latin typeface="Arial" pitchFamily="34" charset="0"/>
              <a:cs typeface="Arial" pitchFamily="34" charset="0"/>
            </a:rPr>
            <a:t>Nhà nước phân chia dân cư theo các đơn vị hành chính lãnh thổ</a:t>
          </a:r>
          <a:endParaRPr lang="en-US" sz="2300">
            <a:latin typeface="Arial" pitchFamily="34" charset="0"/>
            <a:cs typeface="Arial" pitchFamily="34" charset="0"/>
          </a:endParaRPr>
        </a:p>
      </dgm:t>
    </dgm:pt>
    <dgm:pt modelId="{8FFC5A6A-9967-4BA9-BC7A-8AADEA83BA6B}" type="parTrans" cxnId="{35B9F8A3-6DFB-40A2-8554-13E92854AC63}">
      <dgm:prSet/>
      <dgm:spPr/>
      <dgm:t>
        <a:bodyPr/>
        <a:lstStyle/>
        <a:p>
          <a:endParaRPr lang="en-US"/>
        </a:p>
      </dgm:t>
    </dgm:pt>
    <dgm:pt modelId="{5896415C-FA37-4BC6-B71E-88D29B36061A}" type="sibTrans" cxnId="{35B9F8A3-6DFB-40A2-8554-13E92854AC63}">
      <dgm:prSet/>
      <dgm:spPr/>
      <dgm:t>
        <a:bodyPr/>
        <a:lstStyle/>
        <a:p>
          <a:endParaRPr lang="en-US"/>
        </a:p>
      </dgm:t>
    </dgm:pt>
    <dgm:pt modelId="{AF556E40-B66A-4A08-94FC-299B584720D1}">
      <dgm:prSet phldrT="[Text]" custT="1"/>
      <dgm:spPr/>
      <dgm:t>
        <a:bodyPr/>
        <a:lstStyle/>
        <a:p>
          <a:r>
            <a:rPr lang="vi-VN" sz="2400">
              <a:latin typeface="Arial" pitchFamily="34" charset="0"/>
              <a:cs typeface="Arial" pitchFamily="34" charset="0"/>
            </a:rPr>
            <a:t>Nhà nước thiết lập quyền lực công đặc biệt </a:t>
          </a:r>
          <a:endParaRPr lang="en-US" sz="2400">
            <a:latin typeface="Arial" pitchFamily="34" charset="0"/>
            <a:cs typeface="Arial" pitchFamily="34" charset="0"/>
          </a:endParaRPr>
        </a:p>
      </dgm:t>
    </dgm:pt>
    <dgm:pt modelId="{2F714188-2F73-43F6-80C7-94F5D2CF598F}" type="parTrans" cxnId="{56FF9782-A334-44B5-9F9E-B41C07E2AEE0}">
      <dgm:prSet/>
      <dgm:spPr/>
      <dgm:t>
        <a:bodyPr/>
        <a:lstStyle/>
        <a:p>
          <a:endParaRPr lang="en-US"/>
        </a:p>
      </dgm:t>
    </dgm:pt>
    <dgm:pt modelId="{4828A1B7-FAAE-40AB-9625-987FFE05E0FA}" type="sibTrans" cxnId="{56FF9782-A334-44B5-9F9E-B41C07E2AEE0}">
      <dgm:prSet/>
      <dgm:spPr/>
      <dgm:t>
        <a:bodyPr/>
        <a:lstStyle/>
        <a:p>
          <a:endParaRPr lang="en-US"/>
        </a:p>
      </dgm:t>
    </dgm:pt>
    <dgm:pt modelId="{5B9BC06A-1E72-4862-8654-400059EF2DEE}">
      <dgm:prSet phldrT="[Text]" custT="1"/>
      <dgm:spPr/>
      <dgm:t>
        <a:bodyPr/>
        <a:lstStyle/>
        <a:p>
          <a:pPr algn="just"/>
          <a:r>
            <a:rPr lang="vi-VN" sz="2300">
              <a:latin typeface="Arial" pitchFamily="34" charset="0"/>
              <a:cs typeface="Arial" pitchFamily="34" charset="0"/>
            </a:rPr>
            <a:t>Nhà nước ban hành pháp luật buộc mọi thành viên trong xã hội thực hiện</a:t>
          </a:r>
          <a:endParaRPr lang="en-US" sz="2300">
            <a:latin typeface="Arial" pitchFamily="34" charset="0"/>
            <a:cs typeface="Arial" pitchFamily="34" charset="0"/>
          </a:endParaRPr>
        </a:p>
      </dgm:t>
    </dgm:pt>
    <dgm:pt modelId="{38E148C9-B88A-4732-BA78-4A30A1AB9B57}" type="parTrans" cxnId="{11076D56-F376-4EC8-B7CF-1EB49BCD7329}">
      <dgm:prSet/>
      <dgm:spPr/>
      <dgm:t>
        <a:bodyPr/>
        <a:lstStyle/>
        <a:p>
          <a:endParaRPr lang="en-US"/>
        </a:p>
      </dgm:t>
    </dgm:pt>
    <dgm:pt modelId="{590ECE61-4B62-41E9-A157-0C98D47DA5B2}" type="sibTrans" cxnId="{11076D56-F376-4EC8-B7CF-1EB49BCD7329}">
      <dgm:prSet/>
      <dgm:spPr/>
      <dgm:t>
        <a:bodyPr/>
        <a:lstStyle/>
        <a:p>
          <a:endParaRPr lang="en-US"/>
        </a:p>
      </dgm:t>
    </dgm:pt>
    <dgm:pt modelId="{AC091D7C-C7BD-4CA8-A78D-60C6DE3750FA}">
      <dgm:prSet phldrT="[Text]" custT="1"/>
      <dgm:spPr/>
      <dgm:t>
        <a:bodyPr/>
        <a:lstStyle/>
        <a:p>
          <a:pPr algn="just"/>
          <a:r>
            <a:rPr lang="vi-VN" sz="2400">
              <a:latin typeface="Arial" pitchFamily="34" charset="0"/>
              <a:cs typeface="Arial" pitchFamily="34" charset="0"/>
            </a:rPr>
            <a:t>Nhà nước quy định và tiến hành thu các loại thuế</a:t>
          </a:r>
          <a:endParaRPr lang="en-US" sz="2400">
            <a:latin typeface="Arial" pitchFamily="34" charset="0"/>
            <a:cs typeface="Arial" pitchFamily="34" charset="0"/>
          </a:endParaRPr>
        </a:p>
      </dgm:t>
    </dgm:pt>
    <dgm:pt modelId="{F05E53A4-5B9E-48C6-BCB5-316D48DC4CEF}" type="parTrans" cxnId="{04579617-A069-43A2-82DF-E474C62A3426}">
      <dgm:prSet/>
      <dgm:spPr/>
      <dgm:t>
        <a:bodyPr/>
        <a:lstStyle/>
        <a:p>
          <a:endParaRPr lang="en-US"/>
        </a:p>
      </dgm:t>
    </dgm:pt>
    <dgm:pt modelId="{B4D5BA8C-98F1-4DDB-85C7-0DE5F463E2FF}" type="sibTrans" cxnId="{04579617-A069-43A2-82DF-E474C62A3426}">
      <dgm:prSet/>
      <dgm:spPr/>
      <dgm:t>
        <a:bodyPr/>
        <a:lstStyle/>
        <a:p>
          <a:endParaRPr lang="en-US"/>
        </a:p>
      </dgm:t>
    </dgm:pt>
    <dgm:pt modelId="{2C3C1436-211F-47BC-8B92-F46E37E710E8}">
      <dgm:prSet phldrT="[Text]" custT="1"/>
      <dgm:spPr/>
      <dgm:t>
        <a:bodyPr/>
        <a:lstStyle/>
        <a:p>
          <a:pPr algn="just"/>
          <a:r>
            <a:rPr lang="vi-VN" sz="2400">
              <a:latin typeface="Arial" pitchFamily="34" charset="0"/>
              <a:cs typeface="Arial" pitchFamily="34" charset="0"/>
            </a:rPr>
            <a:t>Nhà nước có chủ quyền quốc gia</a:t>
          </a:r>
          <a:endParaRPr lang="en-US" sz="2400">
            <a:latin typeface="Arial" pitchFamily="34" charset="0"/>
            <a:cs typeface="Arial" pitchFamily="34" charset="0"/>
          </a:endParaRPr>
        </a:p>
      </dgm:t>
    </dgm:pt>
    <dgm:pt modelId="{6E84E83C-5D68-404B-B134-5E2190958A5B}" type="parTrans" cxnId="{244AFC04-D231-4AD6-8304-0F4E128F930C}">
      <dgm:prSet/>
      <dgm:spPr/>
      <dgm:t>
        <a:bodyPr/>
        <a:lstStyle/>
        <a:p>
          <a:endParaRPr lang="en-US"/>
        </a:p>
      </dgm:t>
    </dgm:pt>
    <dgm:pt modelId="{99F62238-87E7-4F4E-8E40-E97A57894551}" type="sibTrans" cxnId="{244AFC04-D231-4AD6-8304-0F4E128F930C}">
      <dgm:prSet/>
      <dgm:spPr/>
      <dgm:t>
        <a:bodyPr/>
        <a:lstStyle/>
        <a:p>
          <a:endParaRPr lang="en-US"/>
        </a:p>
      </dgm:t>
    </dgm:pt>
    <dgm:pt modelId="{1AF8F69B-7EB1-4CFD-B71F-8FD42F6023DA}" type="pres">
      <dgm:prSet presAssocID="{9F7271D9-9873-46D4-BDFA-78494E53B3D6}" presName="diagram" presStyleCnt="0">
        <dgm:presLayoutVars>
          <dgm:dir/>
          <dgm:resizeHandles val="exact"/>
        </dgm:presLayoutVars>
      </dgm:prSet>
      <dgm:spPr/>
    </dgm:pt>
    <dgm:pt modelId="{42852089-8EDC-4776-A524-9025A64CFD68}" type="pres">
      <dgm:prSet presAssocID="{468D62AA-95BC-401F-A8B4-561C66B53FEF}" presName="node" presStyleLbl="node1" presStyleIdx="0" presStyleCnt="5">
        <dgm:presLayoutVars>
          <dgm:bulletEnabled val="1"/>
        </dgm:presLayoutVars>
      </dgm:prSet>
      <dgm:spPr/>
    </dgm:pt>
    <dgm:pt modelId="{4EA3244D-FA65-4800-AA6F-4453966CF8CA}" type="pres">
      <dgm:prSet presAssocID="{5896415C-FA37-4BC6-B71E-88D29B36061A}" presName="sibTrans" presStyleCnt="0"/>
      <dgm:spPr/>
    </dgm:pt>
    <dgm:pt modelId="{86C381E0-9360-4C1F-9EAE-CD9F475AFF81}" type="pres">
      <dgm:prSet presAssocID="{AF556E40-B66A-4A08-94FC-299B584720D1}" presName="node" presStyleLbl="node1" presStyleIdx="1" presStyleCnt="5">
        <dgm:presLayoutVars>
          <dgm:bulletEnabled val="1"/>
        </dgm:presLayoutVars>
      </dgm:prSet>
      <dgm:spPr/>
    </dgm:pt>
    <dgm:pt modelId="{1241DBFD-E608-4C29-A384-05E604AE607F}" type="pres">
      <dgm:prSet presAssocID="{4828A1B7-FAAE-40AB-9625-987FFE05E0FA}" presName="sibTrans" presStyleCnt="0"/>
      <dgm:spPr/>
    </dgm:pt>
    <dgm:pt modelId="{664AFA1B-5558-4828-9682-B62928E3B88A}" type="pres">
      <dgm:prSet presAssocID="{5B9BC06A-1E72-4862-8654-400059EF2DEE}" presName="node" presStyleLbl="node1" presStyleIdx="2" presStyleCnt="5">
        <dgm:presLayoutVars>
          <dgm:bulletEnabled val="1"/>
        </dgm:presLayoutVars>
      </dgm:prSet>
      <dgm:spPr/>
    </dgm:pt>
    <dgm:pt modelId="{64F1A0A7-6585-4952-B28F-DB6252064836}" type="pres">
      <dgm:prSet presAssocID="{590ECE61-4B62-41E9-A157-0C98D47DA5B2}" presName="sibTrans" presStyleCnt="0"/>
      <dgm:spPr/>
    </dgm:pt>
    <dgm:pt modelId="{462D93C8-4228-4F76-AF00-1033AC8F5C63}" type="pres">
      <dgm:prSet presAssocID="{AC091D7C-C7BD-4CA8-A78D-60C6DE3750FA}" presName="node" presStyleLbl="node1" presStyleIdx="3" presStyleCnt="5">
        <dgm:presLayoutVars>
          <dgm:bulletEnabled val="1"/>
        </dgm:presLayoutVars>
      </dgm:prSet>
      <dgm:spPr/>
    </dgm:pt>
    <dgm:pt modelId="{B35A0AE7-73F5-4689-B622-5025D64A3A49}" type="pres">
      <dgm:prSet presAssocID="{B4D5BA8C-98F1-4DDB-85C7-0DE5F463E2FF}" presName="sibTrans" presStyleCnt="0"/>
      <dgm:spPr/>
    </dgm:pt>
    <dgm:pt modelId="{4ECE37E9-FD9C-4902-B95A-FD0248636893}" type="pres">
      <dgm:prSet presAssocID="{2C3C1436-211F-47BC-8B92-F46E37E710E8}" presName="node" presStyleLbl="node1" presStyleIdx="4" presStyleCnt="5">
        <dgm:presLayoutVars>
          <dgm:bulletEnabled val="1"/>
        </dgm:presLayoutVars>
      </dgm:prSet>
      <dgm:spPr/>
    </dgm:pt>
  </dgm:ptLst>
  <dgm:cxnLst>
    <dgm:cxn modelId="{244AFC04-D231-4AD6-8304-0F4E128F930C}" srcId="{9F7271D9-9873-46D4-BDFA-78494E53B3D6}" destId="{2C3C1436-211F-47BC-8B92-F46E37E710E8}" srcOrd="4" destOrd="0" parTransId="{6E84E83C-5D68-404B-B134-5E2190958A5B}" sibTransId="{99F62238-87E7-4F4E-8E40-E97A57894551}"/>
    <dgm:cxn modelId="{04579617-A069-43A2-82DF-E474C62A3426}" srcId="{9F7271D9-9873-46D4-BDFA-78494E53B3D6}" destId="{AC091D7C-C7BD-4CA8-A78D-60C6DE3750FA}" srcOrd="3" destOrd="0" parTransId="{F05E53A4-5B9E-48C6-BCB5-316D48DC4CEF}" sibTransId="{B4D5BA8C-98F1-4DDB-85C7-0DE5F463E2FF}"/>
    <dgm:cxn modelId="{8CAC131E-BD7A-4C7F-A370-E237504821C5}" type="presOf" srcId="{AF556E40-B66A-4A08-94FC-299B584720D1}" destId="{86C381E0-9360-4C1F-9EAE-CD9F475AFF81}" srcOrd="0" destOrd="0" presId="urn:microsoft.com/office/officeart/2005/8/layout/default#1"/>
    <dgm:cxn modelId="{E5966C24-B71C-4A45-8295-8944127DE01B}" type="presOf" srcId="{2C3C1436-211F-47BC-8B92-F46E37E710E8}" destId="{4ECE37E9-FD9C-4902-B95A-FD0248636893}" srcOrd="0" destOrd="0" presId="urn:microsoft.com/office/officeart/2005/8/layout/default#1"/>
    <dgm:cxn modelId="{335D2B2A-660F-4FFF-A85A-CCFB93FD416D}" type="presOf" srcId="{AC091D7C-C7BD-4CA8-A78D-60C6DE3750FA}" destId="{462D93C8-4228-4F76-AF00-1033AC8F5C63}" srcOrd="0" destOrd="0" presId="urn:microsoft.com/office/officeart/2005/8/layout/default#1"/>
    <dgm:cxn modelId="{A2AE3245-5608-44B2-A3E3-1A7C252184A4}" type="presOf" srcId="{9F7271D9-9873-46D4-BDFA-78494E53B3D6}" destId="{1AF8F69B-7EB1-4CFD-B71F-8FD42F6023DA}" srcOrd="0" destOrd="0" presId="urn:microsoft.com/office/officeart/2005/8/layout/default#1"/>
    <dgm:cxn modelId="{11076D56-F376-4EC8-B7CF-1EB49BCD7329}" srcId="{9F7271D9-9873-46D4-BDFA-78494E53B3D6}" destId="{5B9BC06A-1E72-4862-8654-400059EF2DEE}" srcOrd="2" destOrd="0" parTransId="{38E148C9-B88A-4732-BA78-4A30A1AB9B57}" sibTransId="{590ECE61-4B62-41E9-A157-0C98D47DA5B2}"/>
    <dgm:cxn modelId="{56FF9782-A334-44B5-9F9E-B41C07E2AEE0}" srcId="{9F7271D9-9873-46D4-BDFA-78494E53B3D6}" destId="{AF556E40-B66A-4A08-94FC-299B584720D1}" srcOrd="1" destOrd="0" parTransId="{2F714188-2F73-43F6-80C7-94F5D2CF598F}" sibTransId="{4828A1B7-FAAE-40AB-9625-987FFE05E0FA}"/>
    <dgm:cxn modelId="{35B9F8A3-6DFB-40A2-8554-13E92854AC63}" srcId="{9F7271D9-9873-46D4-BDFA-78494E53B3D6}" destId="{468D62AA-95BC-401F-A8B4-561C66B53FEF}" srcOrd="0" destOrd="0" parTransId="{8FFC5A6A-9967-4BA9-BC7A-8AADEA83BA6B}" sibTransId="{5896415C-FA37-4BC6-B71E-88D29B36061A}"/>
    <dgm:cxn modelId="{781341F9-B1BF-46DA-A4F9-95A631DD6B97}" type="presOf" srcId="{468D62AA-95BC-401F-A8B4-561C66B53FEF}" destId="{42852089-8EDC-4776-A524-9025A64CFD68}" srcOrd="0" destOrd="0" presId="urn:microsoft.com/office/officeart/2005/8/layout/default#1"/>
    <dgm:cxn modelId="{725B99FF-A9C4-4892-B64A-3F7A94F0B7EA}" type="presOf" srcId="{5B9BC06A-1E72-4862-8654-400059EF2DEE}" destId="{664AFA1B-5558-4828-9682-B62928E3B88A}" srcOrd="0" destOrd="0" presId="urn:microsoft.com/office/officeart/2005/8/layout/default#1"/>
    <dgm:cxn modelId="{CA64E7C2-E9FC-40D8-9B93-1D34EDA0CC87}" type="presParOf" srcId="{1AF8F69B-7EB1-4CFD-B71F-8FD42F6023DA}" destId="{42852089-8EDC-4776-A524-9025A64CFD68}" srcOrd="0" destOrd="0" presId="urn:microsoft.com/office/officeart/2005/8/layout/default#1"/>
    <dgm:cxn modelId="{1EF5D236-577F-4E0C-BA17-F7D2725A019E}" type="presParOf" srcId="{1AF8F69B-7EB1-4CFD-B71F-8FD42F6023DA}" destId="{4EA3244D-FA65-4800-AA6F-4453966CF8CA}" srcOrd="1" destOrd="0" presId="urn:microsoft.com/office/officeart/2005/8/layout/default#1"/>
    <dgm:cxn modelId="{D524B4BC-4D12-4A49-959B-BB1A1AAA4AB8}" type="presParOf" srcId="{1AF8F69B-7EB1-4CFD-B71F-8FD42F6023DA}" destId="{86C381E0-9360-4C1F-9EAE-CD9F475AFF81}" srcOrd="2" destOrd="0" presId="urn:microsoft.com/office/officeart/2005/8/layout/default#1"/>
    <dgm:cxn modelId="{ED050A76-5228-4BA3-94BF-57C52F55CAA7}" type="presParOf" srcId="{1AF8F69B-7EB1-4CFD-B71F-8FD42F6023DA}" destId="{1241DBFD-E608-4C29-A384-05E604AE607F}" srcOrd="3" destOrd="0" presId="urn:microsoft.com/office/officeart/2005/8/layout/default#1"/>
    <dgm:cxn modelId="{B011E347-E002-47BE-9EA7-5E4D187CCB5B}" type="presParOf" srcId="{1AF8F69B-7EB1-4CFD-B71F-8FD42F6023DA}" destId="{664AFA1B-5558-4828-9682-B62928E3B88A}" srcOrd="4" destOrd="0" presId="urn:microsoft.com/office/officeart/2005/8/layout/default#1"/>
    <dgm:cxn modelId="{8A21EC4A-21B3-4434-9D19-F14CC61251CB}" type="presParOf" srcId="{1AF8F69B-7EB1-4CFD-B71F-8FD42F6023DA}" destId="{64F1A0A7-6585-4952-B28F-DB6252064836}" srcOrd="5" destOrd="0" presId="urn:microsoft.com/office/officeart/2005/8/layout/default#1"/>
    <dgm:cxn modelId="{0E08B0BE-1A27-4B00-8D6B-81F4F6F4382E}" type="presParOf" srcId="{1AF8F69B-7EB1-4CFD-B71F-8FD42F6023DA}" destId="{462D93C8-4228-4F76-AF00-1033AC8F5C63}" srcOrd="6" destOrd="0" presId="urn:microsoft.com/office/officeart/2005/8/layout/default#1"/>
    <dgm:cxn modelId="{820082AE-5CB4-4BB4-9017-EF149DC4FAF2}" type="presParOf" srcId="{1AF8F69B-7EB1-4CFD-B71F-8FD42F6023DA}" destId="{B35A0AE7-73F5-4689-B622-5025D64A3A49}" srcOrd="7" destOrd="0" presId="urn:microsoft.com/office/officeart/2005/8/layout/default#1"/>
    <dgm:cxn modelId="{26C5A68A-B555-493E-97C4-DD5670D9F86D}" type="presParOf" srcId="{1AF8F69B-7EB1-4CFD-B71F-8FD42F6023DA}" destId="{4ECE37E9-FD9C-4902-B95A-FD0248636893}" srcOrd="8"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1974BC-DD51-4EDC-85FA-9BCCEF900BB0}" type="doc">
      <dgm:prSet loTypeId="urn:microsoft.com/office/officeart/2005/8/layout/process2" loCatId="process" qsTypeId="urn:microsoft.com/office/officeart/2005/8/quickstyle/3d2#4" qsCatId="3D" csTypeId="urn:microsoft.com/office/officeart/2005/8/colors/colorful2" csCatId="colorful" phldr="1"/>
      <dgm:spPr/>
    </dgm:pt>
    <dgm:pt modelId="{A0C87665-43E0-4DC4-B8AC-278741F87FC6}">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2800" err="1">
              <a:solidFill>
                <a:schemeClr val="tx1"/>
              </a:solidFill>
              <a:latin typeface="Arial" pitchFamily="34" charset="0"/>
              <a:cs typeface="Arial" pitchFamily="34" charset="0"/>
            </a:rPr>
            <a:t>Hình</a:t>
          </a:r>
          <a:r>
            <a:rPr lang="en-US" sz="2800">
              <a:solidFill>
                <a:schemeClr val="tx1"/>
              </a:solidFill>
              <a:latin typeface="Arial" pitchFamily="34" charset="0"/>
              <a:cs typeface="Arial" pitchFamily="34" charset="0"/>
            </a:rPr>
            <a:t> </a:t>
          </a:r>
          <a:r>
            <a:rPr lang="en-US" sz="2800" err="1">
              <a:solidFill>
                <a:schemeClr val="tx1"/>
              </a:solidFill>
              <a:latin typeface="Arial" pitchFamily="34" charset="0"/>
              <a:cs typeface="Arial" pitchFamily="34" charset="0"/>
            </a:rPr>
            <a:t>thức</a:t>
          </a:r>
          <a:r>
            <a:rPr lang="en-US" sz="2800">
              <a:solidFill>
                <a:schemeClr val="tx1"/>
              </a:solidFill>
              <a:latin typeface="Arial" pitchFamily="34" charset="0"/>
              <a:cs typeface="Arial" pitchFamily="34" charset="0"/>
            </a:rPr>
            <a:t> </a:t>
          </a:r>
          <a:r>
            <a:rPr lang="en-US" sz="2800" err="1">
              <a:solidFill>
                <a:schemeClr val="tx1"/>
              </a:solidFill>
              <a:latin typeface="Arial" pitchFamily="34" charset="0"/>
              <a:cs typeface="Arial" pitchFamily="34" charset="0"/>
            </a:rPr>
            <a:t>chính</a:t>
          </a:r>
          <a:r>
            <a:rPr lang="en-US" sz="2800">
              <a:solidFill>
                <a:schemeClr val="tx1"/>
              </a:solidFill>
              <a:latin typeface="Arial" pitchFamily="34" charset="0"/>
              <a:cs typeface="Arial" pitchFamily="34" charset="0"/>
            </a:rPr>
            <a:t> </a:t>
          </a:r>
          <a:r>
            <a:rPr lang="en-US" sz="2800" err="1">
              <a:solidFill>
                <a:schemeClr val="tx1"/>
              </a:solidFill>
              <a:latin typeface="Arial" pitchFamily="34" charset="0"/>
              <a:cs typeface="Arial" pitchFamily="34" charset="0"/>
            </a:rPr>
            <a:t>thể</a:t>
          </a:r>
          <a:endParaRPr lang="en-US" sz="2800">
            <a:solidFill>
              <a:schemeClr val="tx1"/>
            </a:solidFill>
            <a:latin typeface="Arial" pitchFamily="34" charset="0"/>
            <a:cs typeface="Arial" pitchFamily="34" charset="0"/>
          </a:endParaRPr>
        </a:p>
      </dgm:t>
    </dgm:pt>
    <dgm:pt modelId="{6F167319-7022-45CE-82B3-856BA85FCA2D}" type="parTrans" cxnId="{1CD7E3CF-5C9F-4C44-860D-D5323B8BC1D2}">
      <dgm:prSet/>
      <dgm:spPr/>
      <dgm:t>
        <a:bodyPr/>
        <a:lstStyle/>
        <a:p>
          <a:endParaRPr lang="en-US"/>
        </a:p>
      </dgm:t>
    </dgm:pt>
    <dgm:pt modelId="{0DFC38D2-CFB9-4A09-9BC2-50EAB88BD008}" type="sibTrans" cxnId="{1CD7E3CF-5C9F-4C44-860D-D5323B8BC1D2}">
      <dgm:prSet/>
      <dgm:spPr/>
      <dgm:t>
        <a:bodyPr/>
        <a:lstStyle/>
        <a:p>
          <a:endParaRPr lang="en-US"/>
        </a:p>
      </dgm:t>
    </dgm:pt>
    <dgm:pt modelId="{DC8B07EB-8C16-464C-B5EA-9AC2C82B38D2}">
      <dgm:prSet phldrT="[Text]" custT="1"/>
      <dgm:spPr/>
      <dgm:t>
        <a:bodyPr/>
        <a:lstStyle/>
        <a:p>
          <a:pPr algn="ctr"/>
          <a:r>
            <a:rPr lang="vi-VN" sz="2800">
              <a:solidFill>
                <a:schemeClr val="tx1"/>
              </a:solidFill>
              <a:latin typeface="Arial" pitchFamily="34" charset="0"/>
              <a:cs typeface="Arial" pitchFamily="34" charset="0"/>
            </a:rPr>
            <a:t>Cấu trúc </a:t>
          </a:r>
        </a:p>
        <a:p>
          <a:pPr algn="ctr"/>
          <a:r>
            <a:rPr lang="vi-VN" sz="2800">
              <a:solidFill>
                <a:schemeClr val="tx1"/>
              </a:solidFill>
              <a:latin typeface="Arial" pitchFamily="34" charset="0"/>
              <a:cs typeface="Arial" pitchFamily="34" charset="0"/>
            </a:rPr>
            <a:t>nhà nước</a:t>
          </a:r>
          <a:endParaRPr lang="en-US" sz="2800">
            <a:solidFill>
              <a:schemeClr val="tx1"/>
            </a:solidFill>
            <a:latin typeface="Arial" pitchFamily="34" charset="0"/>
            <a:cs typeface="Arial" pitchFamily="34" charset="0"/>
          </a:endParaRPr>
        </a:p>
      </dgm:t>
    </dgm:pt>
    <dgm:pt modelId="{0FB1A8E0-578F-40CE-BE22-7D977E02FE4D}" type="parTrans" cxnId="{E05403B3-420C-4E7A-9F79-7AE5E53F9AA5}">
      <dgm:prSet/>
      <dgm:spPr/>
      <dgm:t>
        <a:bodyPr/>
        <a:lstStyle/>
        <a:p>
          <a:endParaRPr lang="en-US"/>
        </a:p>
      </dgm:t>
    </dgm:pt>
    <dgm:pt modelId="{B19EF834-29EB-4378-B586-34FF18726D5A}" type="sibTrans" cxnId="{E05403B3-420C-4E7A-9F79-7AE5E53F9AA5}">
      <dgm:prSet/>
      <dgm:spPr/>
      <dgm:t>
        <a:bodyPr/>
        <a:lstStyle/>
        <a:p>
          <a:endParaRPr lang="en-US"/>
        </a:p>
      </dgm:t>
    </dgm:pt>
    <dgm:pt modelId="{0DACF672-94AA-4B1B-A914-18716F77D9B2}">
      <dgm:prSet phldrT="[Text]" custT="1">
        <dgm:style>
          <a:lnRef idx="1">
            <a:schemeClr val="accent5"/>
          </a:lnRef>
          <a:fillRef idx="2">
            <a:schemeClr val="accent5"/>
          </a:fillRef>
          <a:effectRef idx="1">
            <a:schemeClr val="accent5"/>
          </a:effectRef>
          <a:fontRef idx="minor">
            <a:schemeClr val="dk1"/>
          </a:fontRef>
        </dgm:style>
      </dgm:prSet>
      <dgm:spPr/>
      <dgm:t>
        <a:bodyPr/>
        <a:lstStyle/>
        <a:p>
          <a:r>
            <a:rPr lang="vi-VN" sz="2800">
              <a:solidFill>
                <a:schemeClr val="tx1"/>
              </a:solidFill>
              <a:latin typeface="Arial" pitchFamily="34" charset="0"/>
              <a:cs typeface="Arial" pitchFamily="34" charset="0"/>
            </a:rPr>
            <a:t>Chế độ chính trị</a:t>
          </a:r>
          <a:endParaRPr lang="en-US" sz="2800">
            <a:solidFill>
              <a:schemeClr val="tx1"/>
            </a:solidFill>
            <a:latin typeface="Arial" pitchFamily="34" charset="0"/>
            <a:cs typeface="Arial" pitchFamily="34" charset="0"/>
          </a:endParaRPr>
        </a:p>
      </dgm:t>
    </dgm:pt>
    <dgm:pt modelId="{78363FB8-BBA5-4828-A6E7-A796501AE758}" type="parTrans" cxnId="{B6E9829E-2FAD-40B1-9C77-360192DF4F7C}">
      <dgm:prSet/>
      <dgm:spPr/>
      <dgm:t>
        <a:bodyPr/>
        <a:lstStyle/>
        <a:p>
          <a:endParaRPr lang="en-US"/>
        </a:p>
      </dgm:t>
    </dgm:pt>
    <dgm:pt modelId="{1A764BB2-730F-4A45-85AE-714A088C3843}" type="sibTrans" cxnId="{B6E9829E-2FAD-40B1-9C77-360192DF4F7C}">
      <dgm:prSet/>
      <dgm:spPr/>
      <dgm:t>
        <a:bodyPr/>
        <a:lstStyle/>
        <a:p>
          <a:endParaRPr lang="en-US"/>
        </a:p>
      </dgm:t>
    </dgm:pt>
    <dgm:pt modelId="{0CE2E76B-5FE7-48EA-9819-90DFA3640011}" type="pres">
      <dgm:prSet presAssocID="{AA1974BC-DD51-4EDC-85FA-9BCCEF900BB0}" presName="linearFlow" presStyleCnt="0">
        <dgm:presLayoutVars>
          <dgm:resizeHandles val="exact"/>
        </dgm:presLayoutVars>
      </dgm:prSet>
      <dgm:spPr/>
    </dgm:pt>
    <dgm:pt modelId="{C0581C0B-2C8C-401C-B37D-11B814F5B7F0}" type="pres">
      <dgm:prSet presAssocID="{A0C87665-43E0-4DC4-B8AC-278741F87FC6}" presName="node" presStyleLbl="node1" presStyleIdx="0" presStyleCnt="3" custScaleX="129335" custScaleY="119987" custLinFactNeighborX="84117" custLinFactNeighborY="13888">
        <dgm:presLayoutVars>
          <dgm:bulletEnabled val="1"/>
        </dgm:presLayoutVars>
      </dgm:prSet>
      <dgm:spPr/>
    </dgm:pt>
    <dgm:pt modelId="{462AF698-F150-49A9-B517-E533B7FE7858}" type="pres">
      <dgm:prSet presAssocID="{0DFC38D2-CFB9-4A09-9BC2-50EAB88BD008}" presName="sibTrans" presStyleLbl="sibTrans2D1" presStyleIdx="0" presStyleCnt="2" custLinFactX="-733550" custLinFactNeighborX="-800000" custLinFactNeighborY="-9521"/>
      <dgm:spPr/>
    </dgm:pt>
    <dgm:pt modelId="{F2CFBCC6-AA7D-4E6C-BE0C-C56A14BF97D6}" type="pres">
      <dgm:prSet presAssocID="{0DFC38D2-CFB9-4A09-9BC2-50EAB88BD008}" presName="connectorText" presStyleLbl="sibTrans2D1" presStyleIdx="0" presStyleCnt="2"/>
      <dgm:spPr/>
    </dgm:pt>
    <dgm:pt modelId="{C17ACC47-FF1F-4781-BED9-FD2F550B9852}" type="pres">
      <dgm:prSet presAssocID="{DC8B07EB-8C16-464C-B5EA-9AC2C82B38D2}" presName="node" presStyleLbl="node1" presStyleIdx="1" presStyleCnt="3" custScaleX="129704" custLinFactNeighborX="84301" custLinFactNeighborY="-32014">
        <dgm:presLayoutVars>
          <dgm:bulletEnabled val="1"/>
        </dgm:presLayoutVars>
      </dgm:prSet>
      <dgm:spPr/>
    </dgm:pt>
    <dgm:pt modelId="{54113414-D162-4F55-BF6C-EE3BB7F18E08}" type="pres">
      <dgm:prSet presAssocID="{B19EF834-29EB-4378-B586-34FF18726D5A}" presName="sibTrans" presStyleLbl="sibTrans2D1" presStyleIdx="1" presStyleCnt="2" custLinFactX="-500000" custLinFactNeighborX="-554312" custLinFactNeighborY="-30090"/>
      <dgm:spPr/>
    </dgm:pt>
    <dgm:pt modelId="{BE7C4DFB-0EA7-4579-A4DF-6FB11941AB07}" type="pres">
      <dgm:prSet presAssocID="{B19EF834-29EB-4378-B586-34FF18726D5A}" presName="connectorText" presStyleLbl="sibTrans2D1" presStyleIdx="1" presStyleCnt="2"/>
      <dgm:spPr/>
    </dgm:pt>
    <dgm:pt modelId="{916C9BD6-326E-4660-8C94-4BFA923EFBD4}" type="pres">
      <dgm:prSet presAssocID="{0DACF672-94AA-4B1B-A914-18716F77D9B2}" presName="node" presStyleLbl="node1" presStyleIdx="2" presStyleCnt="3" custScaleX="130080" custLinFactNeighborX="84489" custLinFactNeighborY="-51946">
        <dgm:presLayoutVars>
          <dgm:bulletEnabled val="1"/>
        </dgm:presLayoutVars>
      </dgm:prSet>
      <dgm:spPr/>
    </dgm:pt>
  </dgm:ptLst>
  <dgm:cxnLst>
    <dgm:cxn modelId="{0EB61710-5B51-41AF-8C29-3D3883337761}" type="presOf" srcId="{DC8B07EB-8C16-464C-B5EA-9AC2C82B38D2}" destId="{C17ACC47-FF1F-4781-BED9-FD2F550B9852}" srcOrd="0" destOrd="0" presId="urn:microsoft.com/office/officeart/2005/8/layout/process2"/>
    <dgm:cxn modelId="{9EDEB429-5029-484D-A320-AEAD24EF8BA6}" type="presOf" srcId="{0DACF672-94AA-4B1B-A914-18716F77D9B2}" destId="{916C9BD6-326E-4660-8C94-4BFA923EFBD4}" srcOrd="0" destOrd="0" presId="urn:microsoft.com/office/officeart/2005/8/layout/process2"/>
    <dgm:cxn modelId="{BB81C146-5AC3-498E-A1D6-F2BED7A708DF}" type="presOf" srcId="{B19EF834-29EB-4378-B586-34FF18726D5A}" destId="{BE7C4DFB-0EA7-4579-A4DF-6FB11941AB07}" srcOrd="1" destOrd="0" presId="urn:microsoft.com/office/officeart/2005/8/layout/process2"/>
    <dgm:cxn modelId="{1858C671-0F04-4435-B786-AE4C060302AE}" type="presOf" srcId="{B19EF834-29EB-4378-B586-34FF18726D5A}" destId="{54113414-D162-4F55-BF6C-EE3BB7F18E08}" srcOrd="0" destOrd="0" presId="urn:microsoft.com/office/officeart/2005/8/layout/process2"/>
    <dgm:cxn modelId="{6BC38073-7C5C-4CF5-B8E0-0980934205D0}" type="presOf" srcId="{0DFC38D2-CFB9-4A09-9BC2-50EAB88BD008}" destId="{462AF698-F150-49A9-B517-E533B7FE7858}" srcOrd="0" destOrd="0" presId="urn:microsoft.com/office/officeart/2005/8/layout/process2"/>
    <dgm:cxn modelId="{FD2D9D77-8853-46FB-AD56-B7C34853C345}" type="presOf" srcId="{AA1974BC-DD51-4EDC-85FA-9BCCEF900BB0}" destId="{0CE2E76B-5FE7-48EA-9819-90DFA3640011}" srcOrd="0" destOrd="0" presId="urn:microsoft.com/office/officeart/2005/8/layout/process2"/>
    <dgm:cxn modelId="{BD33CC77-6B3C-4AC0-900C-5477C4A6ABBC}" type="presOf" srcId="{A0C87665-43E0-4DC4-B8AC-278741F87FC6}" destId="{C0581C0B-2C8C-401C-B37D-11B814F5B7F0}" srcOrd="0" destOrd="0" presId="urn:microsoft.com/office/officeart/2005/8/layout/process2"/>
    <dgm:cxn modelId="{EE7C9589-4258-4D6B-88DA-44382C34424E}" type="presOf" srcId="{0DFC38D2-CFB9-4A09-9BC2-50EAB88BD008}" destId="{F2CFBCC6-AA7D-4E6C-BE0C-C56A14BF97D6}" srcOrd="1" destOrd="0" presId="urn:microsoft.com/office/officeart/2005/8/layout/process2"/>
    <dgm:cxn modelId="{B6E9829E-2FAD-40B1-9C77-360192DF4F7C}" srcId="{AA1974BC-DD51-4EDC-85FA-9BCCEF900BB0}" destId="{0DACF672-94AA-4B1B-A914-18716F77D9B2}" srcOrd="2" destOrd="0" parTransId="{78363FB8-BBA5-4828-A6E7-A796501AE758}" sibTransId="{1A764BB2-730F-4A45-85AE-714A088C3843}"/>
    <dgm:cxn modelId="{E05403B3-420C-4E7A-9F79-7AE5E53F9AA5}" srcId="{AA1974BC-DD51-4EDC-85FA-9BCCEF900BB0}" destId="{DC8B07EB-8C16-464C-B5EA-9AC2C82B38D2}" srcOrd="1" destOrd="0" parTransId="{0FB1A8E0-578F-40CE-BE22-7D977E02FE4D}" sibTransId="{B19EF834-29EB-4378-B586-34FF18726D5A}"/>
    <dgm:cxn modelId="{1CD7E3CF-5C9F-4C44-860D-D5323B8BC1D2}" srcId="{AA1974BC-DD51-4EDC-85FA-9BCCEF900BB0}" destId="{A0C87665-43E0-4DC4-B8AC-278741F87FC6}" srcOrd="0" destOrd="0" parTransId="{6F167319-7022-45CE-82B3-856BA85FCA2D}" sibTransId="{0DFC38D2-CFB9-4A09-9BC2-50EAB88BD008}"/>
    <dgm:cxn modelId="{79A60BE7-42B7-47ED-8145-38D47E1EF535}" type="presParOf" srcId="{0CE2E76B-5FE7-48EA-9819-90DFA3640011}" destId="{C0581C0B-2C8C-401C-B37D-11B814F5B7F0}" srcOrd="0" destOrd="0" presId="urn:microsoft.com/office/officeart/2005/8/layout/process2"/>
    <dgm:cxn modelId="{76643F79-63D8-4076-BA98-E9CA7F9867AD}" type="presParOf" srcId="{0CE2E76B-5FE7-48EA-9819-90DFA3640011}" destId="{462AF698-F150-49A9-B517-E533B7FE7858}" srcOrd="1" destOrd="0" presId="urn:microsoft.com/office/officeart/2005/8/layout/process2"/>
    <dgm:cxn modelId="{C56FF38C-1CAF-4BC4-9953-7805A819562E}" type="presParOf" srcId="{462AF698-F150-49A9-B517-E533B7FE7858}" destId="{F2CFBCC6-AA7D-4E6C-BE0C-C56A14BF97D6}" srcOrd="0" destOrd="0" presId="urn:microsoft.com/office/officeart/2005/8/layout/process2"/>
    <dgm:cxn modelId="{07846FC8-89D2-4EED-BA20-74B397AD493D}" type="presParOf" srcId="{0CE2E76B-5FE7-48EA-9819-90DFA3640011}" destId="{C17ACC47-FF1F-4781-BED9-FD2F550B9852}" srcOrd="2" destOrd="0" presId="urn:microsoft.com/office/officeart/2005/8/layout/process2"/>
    <dgm:cxn modelId="{B9395E5A-804A-42AB-B86C-60D2155B64FE}" type="presParOf" srcId="{0CE2E76B-5FE7-48EA-9819-90DFA3640011}" destId="{54113414-D162-4F55-BF6C-EE3BB7F18E08}" srcOrd="3" destOrd="0" presId="urn:microsoft.com/office/officeart/2005/8/layout/process2"/>
    <dgm:cxn modelId="{82FEF0F1-72DB-4487-A867-AD1413493EDD}" type="presParOf" srcId="{54113414-D162-4F55-BF6C-EE3BB7F18E08}" destId="{BE7C4DFB-0EA7-4579-A4DF-6FB11941AB07}" srcOrd="0" destOrd="0" presId="urn:microsoft.com/office/officeart/2005/8/layout/process2"/>
    <dgm:cxn modelId="{69EAB5A4-CAA9-4438-ABF1-9FA0A9D32E4F}" type="presParOf" srcId="{0CE2E76B-5FE7-48EA-9819-90DFA3640011}" destId="{916C9BD6-326E-4660-8C94-4BFA923EFBD4}"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9206835-6CAF-4846-9669-9F3351B42D16}" type="doc">
      <dgm:prSet loTypeId="urn:microsoft.com/office/officeart/2005/8/layout/venn1" loCatId="relationship" qsTypeId="urn:microsoft.com/office/officeart/2005/8/quickstyle/3d1" qsCatId="3D" csTypeId="urn:microsoft.com/office/officeart/2005/8/colors/accent1_2" csCatId="accent1" phldr="1"/>
      <dgm:spPr/>
    </dgm:pt>
    <dgm:pt modelId="{6DCB2CDC-1B77-4E19-9DDB-A59A39D86511}">
      <dgm:prSet phldrT="[Text]" custT="1"/>
      <dgm:spPr/>
      <dgm:t>
        <a:bodyPr/>
        <a:lstStyle/>
        <a:p>
          <a:pPr algn="just"/>
          <a:r>
            <a:rPr lang="vi-VN" sz="2800">
              <a:latin typeface="Arial" pitchFamily="34" charset="0"/>
              <a:cs typeface="Arial" pitchFamily="34" charset="0"/>
            </a:rPr>
            <a:t>Là tổng thể các đặc trưng của nhà nước, thể hiện bản chất giai cấp, vai trò, giá trị xã hội và những điều kiện phát sinh, tồn tại và phát triển của nhà nước trong một hình thái kinh tế xã hội nhất định</a:t>
          </a:r>
          <a:r>
            <a:rPr lang="en-US" sz="2800">
              <a:latin typeface=".VnArial" pitchFamily="34" charset="0"/>
            </a:rPr>
            <a:t>.</a:t>
          </a:r>
        </a:p>
      </dgm:t>
    </dgm:pt>
    <dgm:pt modelId="{C4592435-79B5-4FD5-A2B1-D924C80371BB}" type="parTrans" cxnId="{97FD4098-B6B9-4B76-8F10-61243D45437D}">
      <dgm:prSet/>
      <dgm:spPr/>
      <dgm:t>
        <a:bodyPr/>
        <a:lstStyle/>
        <a:p>
          <a:endParaRPr lang="en-US"/>
        </a:p>
      </dgm:t>
    </dgm:pt>
    <dgm:pt modelId="{59E7E13A-4231-4077-8B4D-2B7AFB82A221}" type="sibTrans" cxnId="{97FD4098-B6B9-4B76-8F10-61243D45437D}">
      <dgm:prSet/>
      <dgm:spPr/>
      <dgm:t>
        <a:bodyPr/>
        <a:lstStyle/>
        <a:p>
          <a:endParaRPr lang="en-US"/>
        </a:p>
      </dgm:t>
    </dgm:pt>
    <dgm:pt modelId="{48D03B04-A125-496B-A611-F67FDCA86E3E}" type="pres">
      <dgm:prSet presAssocID="{59206835-6CAF-4846-9669-9F3351B42D16}" presName="compositeShape" presStyleCnt="0">
        <dgm:presLayoutVars>
          <dgm:chMax val="7"/>
          <dgm:dir/>
          <dgm:resizeHandles val="exact"/>
        </dgm:presLayoutVars>
      </dgm:prSet>
      <dgm:spPr/>
    </dgm:pt>
    <dgm:pt modelId="{1EF34106-B9A8-41C0-87E8-FB672C7F9A4C}" type="pres">
      <dgm:prSet presAssocID="{6DCB2CDC-1B77-4E19-9DDB-A59A39D86511}" presName="circ1TxSh" presStyleLbl="vennNode1" presStyleIdx="0" presStyleCnt="1" custScaleX="146667" custScaleY="86667" custLinFactNeighborX="-25000" custLinFactNeighborY="-1667"/>
      <dgm:spPr/>
    </dgm:pt>
  </dgm:ptLst>
  <dgm:cxnLst>
    <dgm:cxn modelId="{326D692C-4221-4B17-9479-155270280839}" type="presOf" srcId="{59206835-6CAF-4846-9669-9F3351B42D16}" destId="{48D03B04-A125-496B-A611-F67FDCA86E3E}" srcOrd="0" destOrd="0" presId="urn:microsoft.com/office/officeart/2005/8/layout/venn1"/>
    <dgm:cxn modelId="{8D73AA78-E15D-441B-B099-66719D92EF03}" type="presOf" srcId="{6DCB2CDC-1B77-4E19-9DDB-A59A39D86511}" destId="{1EF34106-B9A8-41C0-87E8-FB672C7F9A4C}" srcOrd="0" destOrd="0" presId="urn:microsoft.com/office/officeart/2005/8/layout/venn1"/>
    <dgm:cxn modelId="{97FD4098-B6B9-4B76-8F10-61243D45437D}" srcId="{59206835-6CAF-4846-9669-9F3351B42D16}" destId="{6DCB2CDC-1B77-4E19-9DDB-A59A39D86511}" srcOrd="0" destOrd="0" parTransId="{C4592435-79B5-4FD5-A2B1-D924C80371BB}" sibTransId="{59E7E13A-4231-4077-8B4D-2B7AFB82A221}"/>
    <dgm:cxn modelId="{7EA7773E-671C-4701-B0D1-E5B1A323257C}" type="presParOf" srcId="{48D03B04-A125-496B-A611-F67FDCA86E3E}" destId="{1EF34106-B9A8-41C0-87E8-FB672C7F9A4C}" srcOrd="0"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15170F5-452B-4880-9535-DDCF49D27A88}" type="doc">
      <dgm:prSet loTypeId="urn:microsoft.com/office/officeart/2005/8/layout/vList5" loCatId="list" qsTypeId="urn:microsoft.com/office/officeart/2005/8/quickstyle/3d2#5" qsCatId="3D" csTypeId="urn:microsoft.com/office/officeart/2005/8/colors/accent6_2" csCatId="accent6" phldr="1"/>
      <dgm:spPr/>
      <dgm:t>
        <a:bodyPr/>
        <a:lstStyle/>
        <a:p>
          <a:endParaRPr lang="en-US"/>
        </a:p>
      </dgm:t>
    </dgm:pt>
    <dgm:pt modelId="{F23A11D8-28A0-4F04-84F9-82F45F33348F}">
      <dgm:prSet phldrT="[Text]" custT="1"/>
      <dgm:spPr/>
      <dgm:t>
        <a:bodyPr/>
        <a:lstStyle/>
        <a:p>
          <a:pPr algn="just"/>
          <a:r>
            <a:rPr lang="en-US" sz="2400">
              <a:latin typeface=".VnArial" pitchFamily="34" charset="0"/>
            </a:rPr>
            <a:t>Theo cơ chế thực hiện quyền lực N</a:t>
          </a:r>
          <a:r>
            <a:rPr lang="en-US" sz="2400">
              <a:latin typeface="+mj-lt"/>
            </a:rPr>
            <a:t>hà nước</a:t>
          </a:r>
          <a:endParaRPr lang="en-US" sz="2400">
            <a:latin typeface=".VnArial" pitchFamily="34" charset="0"/>
          </a:endParaRPr>
        </a:p>
      </dgm:t>
    </dgm:pt>
    <dgm:pt modelId="{28893DB9-63A1-4373-9CBF-1D76F7A2E85F}" type="parTrans" cxnId="{02619DAF-47D3-4043-9F2C-E46F5CB9F43C}">
      <dgm:prSet/>
      <dgm:spPr/>
      <dgm:t>
        <a:bodyPr/>
        <a:lstStyle/>
        <a:p>
          <a:endParaRPr lang="en-US"/>
        </a:p>
      </dgm:t>
    </dgm:pt>
    <dgm:pt modelId="{DA1EAF9C-D517-4EDC-AB8E-9527D17048FC}" type="sibTrans" cxnId="{02619DAF-47D3-4043-9F2C-E46F5CB9F43C}">
      <dgm:prSet/>
      <dgm:spPr/>
      <dgm:t>
        <a:bodyPr/>
        <a:lstStyle/>
        <a:p>
          <a:endParaRPr lang="en-US"/>
        </a:p>
      </dgm:t>
    </dgm:pt>
    <dgm:pt modelId="{CB630C95-75B5-47FE-88B7-D9891FB68D82}">
      <dgm:prSet phldrT="[Text]" custT="1"/>
      <dgm:spPr/>
      <dgm:t>
        <a:bodyPr/>
        <a:lstStyle/>
        <a:p>
          <a:r>
            <a:rPr lang="en-US" sz="2400">
              <a:latin typeface=".VnArial" pitchFamily="34" charset="0"/>
            </a:rPr>
            <a:t>C¬ quan lËp ph¸p</a:t>
          </a:r>
        </a:p>
      </dgm:t>
    </dgm:pt>
    <dgm:pt modelId="{93DBC1B0-2FF2-4E31-BFE1-4C6C11793CBD}" type="parTrans" cxnId="{29D79FD8-E331-4837-BEA6-A8962C50DEE7}">
      <dgm:prSet/>
      <dgm:spPr/>
      <dgm:t>
        <a:bodyPr/>
        <a:lstStyle/>
        <a:p>
          <a:endParaRPr lang="en-US"/>
        </a:p>
      </dgm:t>
    </dgm:pt>
    <dgm:pt modelId="{3229ADFE-2B50-4CB3-B45F-92A7B1D94250}" type="sibTrans" cxnId="{29D79FD8-E331-4837-BEA6-A8962C50DEE7}">
      <dgm:prSet/>
      <dgm:spPr/>
      <dgm:t>
        <a:bodyPr/>
        <a:lstStyle/>
        <a:p>
          <a:endParaRPr lang="en-US"/>
        </a:p>
      </dgm:t>
    </dgm:pt>
    <dgm:pt modelId="{E215FCCA-6015-4C65-AEEC-27E66E3D1DB6}">
      <dgm:prSet phldrT="[Text]" custT="1"/>
      <dgm:spPr/>
      <dgm:t>
        <a:bodyPr/>
        <a:lstStyle/>
        <a:p>
          <a:pPr algn="just"/>
          <a:r>
            <a:rPr lang="en-US" sz="2400">
              <a:latin typeface=".VnArial" pitchFamily="34" charset="0"/>
            </a:rPr>
            <a:t>Tr×nh tù thµnh lËp</a:t>
          </a:r>
        </a:p>
      </dgm:t>
    </dgm:pt>
    <dgm:pt modelId="{1871F4CC-5E74-4827-BF9A-68EBD3DFDCDA}" type="parTrans" cxnId="{EB24BE81-EFFB-4F30-AE91-0A503D17E923}">
      <dgm:prSet/>
      <dgm:spPr/>
      <dgm:t>
        <a:bodyPr/>
        <a:lstStyle/>
        <a:p>
          <a:endParaRPr lang="en-US"/>
        </a:p>
      </dgm:t>
    </dgm:pt>
    <dgm:pt modelId="{437D8650-A3F9-46DA-B958-BD81FC33D22E}" type="sibTrans" cxnId="{EB24BE81-EFFB-4F30-AE91-0A503D17E923}">
      <dgm:prSet/>
      <dgm:spPr/>
      <dgm:t>
        <a:bodyPr/>
        <a:lstStyle/>
        <a:p>
          <a:endParaRPr lang="en-US"/>
        </a:p>
      </dgm:t>
    </dgm:pt>
    <dgm:pt modelId="{CC86956A-7BA4-47B9-823D-9539D78F3920}">
      <dgm:prSet phldrT="[Text]" custT="1"/>
      <dgm:spPr/>
      <dgm:t>
        <a:bodyPr/>
        <a:lstStyle/>
        <a:p>
          <a:r>
            <a:rPr lang="en-US" sz="2400">
              <a:latin typeface=".VnArial" pitchFamily="34" charset="0"/>
            </a:rPr>
            <a:t>C¬ quan do nh©n d©n trùc tiÕp bÇu ra</a:t>
          </a:r>
        </a:p>
      </dgm:t>
    </dgm:pt>
    <dgm:pt modelId="{70EF3DF3-4458-4906-A475-6673F811E339}" type="parTrans" cxnId="{AE8762D6-F72E-437D-9862-BA0121268294}">
      <dgm:prSet/>
      <dgm:spPr/>
      <dgm:t>
        <a:bodyPr/>
        <a:lstStyle/>
        <a:p>
          <a:endParaRPr lang="en-US"/>
        </a:p>
      </dgm:t>
    </dgm:pt>
    <dgm:pt modelId="{CA839506-A4C3-490C-979F-B2C9DB8F5965}" type="sibTrans" cxnId="{AE8762D6-F72E-437D-9862-BA0121268294}">
      <dgm:prSet/>
      <dgm:spPr/>
      <dgm:t>
        <a:bodyPr/>
        <a:lstStyle/>
        <a:p>
          <a:endParaRPr lang="en-US"/>
        </a:p>
      </dgm:t>
    </dgm:pt>
    <dgm:pt modelId="{26F55801-25E6-4A6F-BA94-F9A244B735BA}">
      <dgm:prSet phldrT="[Text]" custT="1"/>
      <dgm:spPr/>
      <dgm:t>
        <a:bodyPr/>
        <a:lstStyle/>
        <a:p>
          <a:r>
            <a:rPr lang="en-US" sz="2400">
              <a:latin typeface=".VnArial" pitchFamily="34" charset="0"/>
            </a:rPr>
            <a:t>Theo ph¹m vi quyÒn lùc</a:t>
          </a:r>
        </a:p>
      </dgm:t>
    </dgm:pt>
    <dgm:pt modelId="{C659880D-9D11-4904-9B44-56F4BF562CCC}" type="parTrans" cxnId="{E36D3CD6-208E-4B84-9AF6-7D3A5B7A18C5}">
      <dgm:prSet/>
      <dgm:spPr/>
      <dgm:t>
        <a:bodyPr/>
        <a:lstStyle/>
        <a:p>
          <a:endParaRPr lang="en-US"/>
        </a:p>
      </dgm:t>
    </dgm:pt>
    <dgm:pt modelId="{7D45B16D-8D75-4FD3-A9AC-B91F5FA1C751}" type="sibTrans" cxnId="{E36D3CD6-208E-4B84-9AF6-7D3A5B7A18C5}">
      <dgm:prSet/>
      <dgm:spPr/>
      <dgm:t>
        <a:bodyPr/>
        <a:lstStyle/>
        <a:p>
          <a:endParaRPr lang="en-US"/>
        </a:p>
      </dgm:t>
    </dgm:pt>
    <dgm:pt modelId="{EBB473CE-0950-4F4C-955C-28C2AAB17569}">
      <dgm:prSet phldrT="[Text]" custT="1"/>
      <dgm:spPr/>
      <dgm:t>
        <a:bodyPr/>
        <a:lstStyle/>
        <a:p>
          <a:r>
            <a:rPr lang="en-US" sz="2400">
              <a:latin typeface=".VnArial" pitchFamily="34" charset="0"/>
            </a:rPr>
            <a:t>C¬ </a:t>
          </a:r>
          <a:r>
            <a:rPr lang="en-US" sz="2400" err="1">
              <a:latin typeface=".VnArial" pitchFamily="34" charset="0"/>
            </a:rPr>
            <a:t>quan</a:t>
          </a:r>
          <a:r>
            <a:rPr lang="en-US" sz="2400">
              <a:latin typeface=".VnArial" pitchFamily="34" charset="0"/>
            </a:rPr>
            <a:t> </a:t>
          </a:r>
          <a:r>
            <a:rPr lang="en-US" sz="2400" err="1">
              <a:latin typeface=".VnArial" pitchFamily="34" charset="0"/>
            </a:rPr>
            <a:t>nh</a:t>
          </a:r>
          <a:r>
            <a:rPr lang="en-US" sz="2400">
              <a:latin typeface=".VnArial" pitchFamily="34" charset="0"/>
            </a:rPr>
            <a:t>µ </a:t>
          </a:r>
          <a:r>
            <a:rPr lang="en-US" sz="2400" err="1">
              <a:latin typeface=".VnArial" pitchFamily="34" charset="0"/>
            </a:rPr>
            <a:t>nưíc</a:t>
          </a:r>
          <a:r>
            <a:rPr lang="en-US" sz="2400">
              <a:latin typeface=".VnArial" pitchFamily="34" charset="0"/>
            </a:rPr>
            <a:t> ë </a:t>
          </a:r>
          <a:r>
            <a:rPr lang="en-US" sz="2400" err="1">
              <a:latin typeface=".VnArial" pitchFamily="34" charset="0"/>
            </a:rPr>
            <a:t>trung</a:t>
          </a:r>
          <a:r>
            <a:rPr lang="en-US" sz="2400">
              <a:latin typeface=".VnArial" pitchFamily="34" charset="0"/>
            </a:rPr>
            <a:t> ­¬</a:t>
          </a:r>
          <a:r>
            <a:rPr lang="en-US" sz="2400" err="1">
              <a:latin typeface=".VnArial" pitchFamily="34" charset="0"/>
            </a:rPr>
            <a:t>ng</a:t>
          </a:r>
          <a:endParaRPr lang="en-US" sz="2400">
            <a:latin typeface=".VnArial" pitchFamily="34" charset="0"/>
          </a:endParaRPr>
        </a:p>
      </dgm:t>
    </dgm:pt>
    <dgm:pt modelId="{36CFE52A-5BA1-4729-84E2-E382C309AF48}" type="parTrans" cxnId="{79F0C37D-6B69-467A-8261-7F03B4E24BAE}">
      <dgm:prSet/>
      <dgm:spPr/>
      <dgm:t>
        <a:bodyPr/>
        <a:lstStyle/>
        <a:p>
          <a:endParaRPr lang="en-US"/>
        </a:p>
      </dgm:t>
    </dgm:pt>
    <dgm:pt modelId="{E6E82CBE-5199-4ACA-A762-B94E7E31A303}" type="sibTrans" cxnId="{79F0C37D-6B69-467A-8261-7F03B4E24BAE}">
      <dgm:prSet/>
      <dgm:spPr/>
      <dgm:t>
        <a:bodyPr/>
        <a:lstStyle/>
        <a:p>
          <a:endParaRPr lang="en-US"/>
        </a:p>
      </dgm:t>
    </dgm:pt>
    <dgm:pt modelId="{64A76D7E-EC35-4A23-9314-067B6A06AB2D}">
      <dgm:prSet phldrT="[Text]" custT="1"/>
      <dgm:spPr/>
      <dgm:t>
        <a:bodyPr/>
        <a:lstStyle/>
        <a:p>
          <a:r>
            <a:rPr lang="en-US" sz="2400">
              <a:latin typeface=".VnArial" pitchFamily="34" charset="0"/>
            </a:rPr>
            <a:t>C¬ quan hµnh ph¸p</a:t>
          </a:r>
        </a:p>
      </dgm:t>
    </dgm:pt>
    <dgm:pt modelId="{2450C040-4492-4A6C-843D-541B9A4C1255}" type="parTrans" cxnId="{4DAA586B-F840-4443-85B0-26996A6BFF40}">
      <dgm:prSet/>
      <dgm:spPr/>
    </dgm:pt>
    <dgm:pt modelId="{F742D98C-17B3-41A3-AD35-5B06607E06B6}" type="sibTrans" cxnId="{4DAA586B-F840-4443-85B0-26996A6BFF40}">
      <dgm:prSet/>
      <dgm:spPr/>
    </dgm:pt>
    <dgm:pt modelId="{F78221F9-988D-49E9-B99B-05CB513ED229}">
      <dgm:prSet phldrT="[Text]" custT="1"/>
      <dgm:spPr/>
      <dgm:t>
        <a:bodyPr/>
        <a:lstStyle/>
        <a:p>
          <a:r>
            <a:rPr lang="en-US" sz="2400">
              <a:latin typeface=".VnArial" pitchFamily="34" charset="0"/>
            </a:rPr>
            <a:t>C¬ </a:t>
          </a:r>
          <a:r>
            <a:rPr lang="en-US" sz="2400" err="1">
              <a:latin typeface=".VnArial" pitchFamily="34" charset="0"/>
            </a:rPr>
            <a:t>quan</a:t>
          </a:r>
          <a:r>
            <a:rPr lang="en-US" sz="2400">
              <a:latin typeface=".VnArial" pitchFamily="34" charset="0"/>
            </a:rPr>
            <a:t> t­ </a:t>
          </a:r>
          <a:r>
            <a:rPr lang="en-US" sz="2400" err="1">
              <a:latin typeface=".VnArial" pitchFamily="34" charset="0"/>
            </a:rPr>
            <a:t>ph¸p</a:t>
          </a:r>
          <a:endParaRPr lang="en-US" sz="2400">
            <a:latin typeface=".VnArial" pitchFamily="34" charset="0"/>
          </a:endParaRPr>
        </a:p>
      </dgm:t>
    </dgm:pt>
    <dgm:pt modelId="{778F8967-4921-48AC-BACA-9653A8219F0B}" type="parTrans" cxnId="{AC0C5E86-EE57-476E-8C77-63431383978B}">
      <dgm:prSet/>
      <dgm:spPr/>
    </dgm:pt>
    <dgm:pt modelId="{378CFC40-4D50-42FE-B8BC-A6D1628B3EAC}" type="sibTrans" cxnId="{AC0C5E86-EE57-476E-8C77-63431383978B}">
      <dgm:prSet/>
      <dgm:spPr/>
    </dgm:pt>
    <dgm:pt modelId="{55082BF6-CCDA-4CB8-96EA-0A8A2E2FEDD9}">
      <dgm:prSet phldrT="[Text]" custT="1"/>
      <dgm:spPr/>
      <dgm:t>
        <a:bodyPr/>
        <a:lstStyle/>
        <a:p>
          <a:r>
            <a:rPr lang="en-US" sz="2400">
              <a:latin typeface=".VnArial" pitchFamily="34" charset="0"/>
            </a:rPr>
            <a:t>C¬ quan kh«ng do nh©n d©n trùc tiÕp bÇu ra</a:t>
          </a:r>
        </a:p>
      </dgm:t>
    </dgm:pt>
    <dgm:pt modelId="{90DAA0A1-7A38-472F-94AC-423AEEE7A419}" type="parTrans" cxnId="{10EF4729-1E02-4B24-803A-DB0E50D99A28}">
      <dgm:prSet/>
      <dgm:spPr/>
    </dgm:pt>
    <dgm:pt modelId="{6AB99350-10B1-4825-B249-761C1A8B3A2E}" type="sibTrans" cxnId="{10EF4729-1E02-4B24-803A-DB0E50D99A28}">
      <dgm:prSet/>
      <dgm:spPr/>
    </dgm:pt>
    <dgm:pt modelId="{8908D561-A192-43DB-90A8-E126A0160302}">
      <dgm:prSet phldrT="[Text]" custT="1"/>
      <dgm:spPr/>
      <dgm:t>
        <a:bodyPr/>
        <a:lstStyle/>
        <a:p>
          <a:r>
            <a:rPr lang="en-US" sz="2400">
              <a:latin typeface=".VnArial" pitchFamily="34" charset="0"/>
            </a:rPr>
            <a:t>C¬ </a:t>
          </a:r>
          <a:r>
            <a:rPr lang="en-US" sz="2400" err="1">
              <a:latin typeface=".VnArial" pitchFamily="34" charset="0"/>
            </a:rPr>
            <a:t>quan</a:t>
          </a:r>
          <a:r>
            <a:rPr lang="en-US" sz="2400">
              <a:latin typeface=".VnArial" pitchFamily="34" charset="0"/>
            </a:rPr>
            <a:t> </a:t>
          </a:r>
          <a:r>
            <a:rPr lang="en-US" sz="2400" err="1">
              <a:latin typeface=".VnArial" pitchFamily="34" charset="0"/>
            </a:rPr>
            <a:t>nh</a:t>
          </a:r>
          <a:r>
            <a:rPr lang="en-US" sz="2400">
              <a:latin typeface=".VnArial" pitchFamily="34" charset="0"/>
            </a:rPr>
            <a:t>µ </a:t>
          </a:r>
          <a:r>
            <a:rPr lang="en-US" sz="2400" err="1">
              <a:latin typeface=".VnArial" pitchFamily="34" charset="0"/>
            </a:rPr>
            <a:t>n­íc</a:t>
          </a:r>
          <a:r>
            <a:rPr lang="en-US" sz="2400">
              <a:latin typeface=".VnArial" pitchFamily="34" charset="0"/>
            </a:rPr>
            <a:t> ë ®</a:t>
          </a:r>
          <a:r>
            <a:rPr lang="en-US" sz="2400" err="1">
              <a:latin typeface=".VnArial" pitchFamily="34" charset="0"/>
            </a:rPr>
            <a:t>Þa</a:t>
          </a:r>
          <a:r>
            <a:rPr lang="en-US" sz="2400">
              <a:latin typeface=".VnArial" pitchFamily="34" charset="0"/>
            </a:rPr>
            <a:t> </a:t>
          </a:r>
          <a:r>
            <a:rPr lang="en-US" sz="2400" err="1">
              <a:latin typeface=".VnArial" pitchFamily="34" charset="0"/>
            </a:rPr>
            <a:t>phư¬ng</a:t>
          </a:r>
          <a:endParaRPr lang="en-US" sz="2400">
            <a:latin typeface=".VnArial" pitchFamily="34" charset="0"/>
          </a:endParaRPr>
        </a:p>
      </dgm:t>
    </dgm:pt>
    <dgm:pt modelId="{35C3E0D3-B1FD-48FC-B9BF-BAC18BD1F003}" type="parTrans" cxnId="{34B727E9-3B39-46FD-A67B-5F58403E2A84}">
      <dgm:prSet/>
      <dgm:spPr/>
    </dgm:pt>
    <dgm:pt modelId="{FAB107CB-5DAC-4837-8368-8C82121616B3}" type="sibTrans" cxnId="{34B727E9-3B39-46FD-A67B-5F58403E2A84}">
      <dgm:prSet/>
      <dgm:spPr/>
    </dgm:pt>
    <dgm:pt modelId="{E7D70017-482F-40DE-8244-C129C5906D0C}" type="pres">
      <dgm:prSet presAssocID="{615170F5-452B-4880-9535-DDCF49D27A88}" presName="Name0" presStyleCnt="0">
        <dgm:presLayoutVars>
          <dgm:dir/>
          <dgm:animLvl val="lvl"/>
          <dgm:resizeHandles val="exact"/>
        </dgm:presLayoutVars>
      </dgm:prSet>
      <dgm:spPr/>
    </dgm:pt>
    <dgm:pt modelId="{1647B9ED-2589-4E0D-9F8B-729BACDB82CF}" type="pres">
      <dgm:prSet presAssocID="{F23A11D8-28A0-4F04-84F9-82F45F33348F}" presName="linNode" presStyleCnt="0"/>
      <dgm:spPr/>
    </dgm:pt>
    <dgm:pt modelId="{C8438704-7997-4746-809D-1A110F4C6232}" type="pres">
      <dgm:prSet presAssocID="{F23A11D8-28A0-4F04-84F9-82F45F33348F}" presName="parentText" presStyleLbl="node1" presStyleIdx="0" presStyleCnt="3" custLinFactNeighborX="-1532" custLinFactNeighborY="-151">
        <dgm:presLayoutVars>
          <dgm:chMax val="1"/>
          <dgm:bulletEnabled val="1"/>
        </dgm:presLayoutVars>
      </dgm:prSet>
      <dgm:spPr/>
    </dgm:pt>
    <dgm:pt modelId="{7C69DAC5-4D1B-475F-B776-B7452E790B39}" type="pres">
      <dgm:prSet presAssocID="{F23A11D8-28A0-4F04-84F9-82F45F33348F}" presName="descendantText" presStyleLbl="alignAccFollowNode1" presStyleIdx="0" presStyleCnt="3">
        <dgm:presLayoutVars>
          <dgm:bulletEnabled val="1"/>
        </dgm:presLayoutVars>
      </dgm:prSet>
      <dgm:spPr/>
    </dgm:pt>
    <dgm:pt modelId="{80F2187D-5488-4D4D-AF04-E73E9B29F9BD}" type="pres">
      <dgm:prSet presAssocID="{DA1EAF9C-D517-4EDC-AB8E-9527D17048FC}" presName="sp" presStyleCnt="0"/>
      <dgm:spPr/>
    </dgm:pt>
    <dgm:pt modelId="{8AAD7BAD-5D5F-4513-8526-852786C3CFB7}" type="pres">
      <dgm:prSet presAssocID="{E215FCCA-6015-4C65-AEEC-27E66E3D1DB6}" presName="linNode" presStyleCnt="0"/>
      <dgm:spPr/>
    </dgm:pt>
    <dgm:pt modelId="{2DE84E54-596E-4B59-BDE3-4A79D9231C08}" type="pres">
      <dgm:prSet presAssocID="{E215FCCA-6015-4C65-AEEC-27E66E3D1DB6}" presName="parentText" presStyleLbl="node1" presStyleIdx="1" presStyleCnt="3">
        <dgm:presLayoutVars>
          <dgm:chMax val="1"/>
          <dgm:bulletEnabled val="1"/>
        </dgm:presLayoutVars>
      </dgm:prSet>
      <dgm:spPr/>
    </dgm:pt>
    <dgm:pt modelId="{B7D5B888-8039-475F-998D-9DEB03AF4144}" type="pres">
      <dgm:prSet presAssocID="{E215FCCA-6015-4C65-AEEC-27E66E3D1DB6}" presName="descendantText" presStyleLbl="alignAccFollowNode1" presStyleIdx="1" presStyleCnt="3">
        <dgm:presLayoutVars>
          <dgm:bulletEnabled val="1"/>
        </dgm:presLayoutVars>
      </dgm:prSet>
      <dgm:spPr/>
    </dgm:pt>
    <dgm:pt modelId="{67B1D9A6-98D2-4638-B57D-5C80ADB93934}" type="pres">
      <dgm:prSet presAssocID="{437D8650-A3F9-46DA-B958-BD81FC33D22E}" presName="sp" presStyleCnt="0"/>
      <dgm:spPr/>
    </dgm:pt>
    <dgm:pt modelId="{6430A52F-2288-4DF5-AEE6-87D1C415F4D6}" type="pres">
      <dgm:prSet presAssocID="{26F55801-25E6-4A6F-BA94-F9A244B735BA}" presName="linNode" presStyleCnt="0"/>
      <dgm:spPr/>
    </dgm:pt>
    <dgm:pt modelId="{262F2446-7113-49B7-8B4D-DF6DD61A65BE}" type="pres">
      <dgm:prSet presAssocID="{26F55801-25E6-4A6F-BA94-F9A244B735BA}" presName="parentText" presStyleLbl="node1" presStyleIdx="2" presStyleCnt="3">
        <dgm:presLayoutVars>
          <dgm:chMax val="1"/>
          <dgm:bulletEnabled val="1"/>
        </dgm:presLayoutVars>
      </dgm:prSet>
      <dgm:spPr/>
    </dgm:pt>
    <dgm:pt modelId="{646EA473-DD5E-4EB4-AE99-5A4ABD45A91D}" type="pres">
      <dgm:prSet presAssocID="{26F55801-25E6-4A6F-BA94-F9A244B735BA}" presName="descendantText" presStyleLbl="alignAccFollowNode1" presStyleIdx="2" presStyleCnt="3" custLinFactNeighborX="763" custLinFactNeighborY="-3674">
        <dgm:presLayoutVars>
          <dgm:bulletEnabled val="1"/>
        </dgm:presLayoutVars>
      </dgm:prSet>
      <dgm:spPr/>
    </dgm:pt>
  </dgm:ptLst>
  <dgm:cxnLst>
    <dgm:cxn modelId="{93344E02-EFA1-44FC-8A87-D6F94F22864A}" type="presOf" srcId="{F23A11D8-28A0-4F04-84F9-82F45F33348F}" destId="{C8438704-7997-4746-809D-1A110F4C6232}" srcOrd="0" destOrd="0" presId="urn:microsoft.com/office/officeart/2005/8/layout/vList5"/>
    <dgm:cxn modelId="{2B32760B-AC2F-46AA-A0DA-2408D6991D99}" type="presOf" srcId="{55082BF6-CCDA-4CB8-96EA-0A8A2E2FEDD9}" destId="{B7D5B888-8039-475F-998D-9DEB03AF4144}" srcOrd="0" destOrd="1" presId="urn:microsoft.com/office/officeart/2005/8/layout/vList5"/>
    <dgm:cxn modelId="{10EF4729-1E02-4B24-803A-DB0E50D99A28}" srcId="{E215FCCA-6015-4C65-AEEC-27E66E3D1DB6}" destId="{55082BF6-CCDA-4CB8-96EA-0A8A2E2FEDD9}" srcOrd="1" destOrd="0" parTransId="{90DAA0A1-7A38-472F-94AC-423AEEE7A419}" sibTransId="{6AB99350-10B1-4825-B249-761C1A8B3A2E}"/>
    <dgm:cxn modelId="{74FD0236-27A2-48C9-80E6-F00510C46C88}" type="presOf" srcId="{E215FCCA-6015-4C65-AEEC-27E66E3D1DB6}" destId="{2DE84E54-596E-4B59-BDE3-4A79D9231C08}" srcOrd="0" destOrd="0" presId="urn:microsoft.com/office/officeart/2005/8/layout/vList5"/>
    <dgm:cxn modelId="{4DAA586B-F840-4443-85B0-26996A6BFF40}" srcId="{F23A11D8-28A0-4F04-84F9-82F45F33348F}" destId="{64A76D7E-EC35-4A23-9314-067B6A06AB2D}" srcOrd="1" destOrd="0" parTransId="{2450C040-4492-4A6C-843D-541B9A4C1255}" sibTransId="{F742D98C-17B3-41A3-AD35-5B06607E06B6}"/>
    <dgm:cxn modelId="{0E67BF72-CA5A-437B-8965-BD7E441E265C}" type="presOf" srcId="{615170F5-452B-4880-9535-DDCF49D27A88}" destId="{E7D70017-482F-40DE-8244-C129C5906D0C}" srcOrd="0" destOrd="0" presId="urn:microsoft.com/office/officeart/2005/8/layout/vList5"/>
    <dgm:cxn modelId="{ABC52958-025A-4BB7-ABB1-E227749C6DCA}" type="presOf" srcId="{8908D561-A192-43DB-90A8-E126A0160302}" destId="{646EA473-DD5E-4EB4-AE99-5A4ABD45A91D}" srcOrd="0" destOrd="1" presId="urn:microsoft.com/office/officeart/2005/8/layout/vList5"/>
    <dgm:cxn modelId="{AA8E097C-ED3F-4565-8D57-9843E67D7E33}" type="presOf" srcId="{F78221F9-988D-49E9-B99B-05CB513ED229}" destId="{7C69DAC5-4D1B-475F-B776-B7452E790B39}" srcOrd="0" destOrd="2" presId="urn:microsoft.com/office/officeart/2005/8/layout/vList5"/>
    <dgm:cxn modelId="{79F0C37D-6B69-467A-8261-7F03B4E24BAE}" srcId="{26F55801-25E6-4A6F-BA94-F9A244B735BA}" destId="{EBB473CE-0950-4F4C-955C-28C2AAB17569}" srcOrd="0" destOrd="0" parTransId="{36CFE52A-5BA1-4729-84E2-E382C309AF48}" sibTransId="{E6E82CBE-5199-4ACA-A762-B94E7E31A303}"/>
    <dgm:cxn modelId="{EB24BE81-EFFB-4F30-AE91-0A503D17E923}" srcId="{615170F5-452B-4880-9535-DDCF49D27A88}" destId="{E215FCCA-6015-4C65-AEEC-27E66E3D1DB6}" srcOrd="1" destOrd="0" parTransId="{1871F4CC-5E74-4827-BF9A-68EBD3DFDCDA}" sibTransId="{437D8650-A3F9-46DA-B958-BD81FC33D22E}"/>
    <dgm:cxn modelId="{AC0C5E86-EE57-476E-8C77-63431383978B}" srcId="{F23A11D8-28A0-4F04-84F9-82F45F33348F}" destId="{F78221F9-988D-49E9-B99B-05CB513ED229}" srcOrd="2" destOrd="0" parTransId="{778F8967-4921-48AC-BACA-9653A8219F0B}" sibTransId="{378CFC40-4D50-42FE-B8BC-A6D1628B3EAC}"/>
    <dgm:cxn modelId="{BA03CE94-7432-4BD1-A1AE-1AF0EE14F8C9}" type="presOf" srcId="{CB630C95-75B5-47FE-88B7-D9891FB68D82}" destId="{7C69DAC5-4D1B-475F-B776-B7452E790B39}" srcOrd="0" destOrd="0" presId="urn:microsoft.com/office/officeart/2005/8/layout/vList5"/>
    <dgm:cxn modelId="{1FF178AD-8DE2-4259-9704-079E94C59F14}" type="presOf" srcId="{EBB473CE-0950-4F4C-955C-28C2AAB17569}" destId="{646EA473-DD5E-4EB4-AE99-5A4ABD45A91D}" srcOrd="0" destOrd="0" presId="urn:microsoft.com/office/officeart/2005/8/layout/vList5"/>
    <dgm:cxn modelId="{02619DAF-47D3-4043-9F2C-E46F5CB9F43C}" srcId="{615170F5-452B-4880-9535-DDCF49D27A88}" destId="{F23A11D8-28A0-4F04-84F9-82F45F33348F}" srcOrd="0" destOrd="0" parTransId="{28893DB9-63A1-4373-9CBF-1D76F7A2E85F}" sibTransId="{DA1EAF9C-D517-4EDC-AB8E-9527D17048FC}"/>
    <dgm:cxn modelId="{E49663BF-12A4-49C2-BB04-E6C5C2527AAF}" type="presOf" srcId="{CC86956A-7BA4-47B9-823D-9539D78F3920}" destId="{B7D5B888-8039-475F-998D-9DEB03AF4144}" srcOrd="0" destOrd="0" presId="urn:microsoft.com/office/officeart/2005/8/layout/vList5"/>
    <dgm:cxn modelId="{D4FC33C7-AC06-4088-8478-A7CB8A5F42E3}" type="presOf" srcId="{26F55801-25E6-4A6F-BA94-F9A244B735BA}" destId="{262F2446-7113-49B7-8B4D-DF6DD61A65BE}" srcOrd="0" destOrd="0" presId="urn:microsoft.com/office/officeart/2005/8/layout/vList5"/>
    <dgm:cxn modelId="{E36D3CD6-208E-4B84-9AF6-7D3A5B7A18C5}" srcId="{615170F5-452B-4880-9535-DDCF49D27A88}" destId="{26F55801-25E6-4A6F-BA94-F9A244B735BA}" srcOrd="2" destOrd="0" parTransId="{C659880D-9D11-4904-9B44-56F4BF562CCC}" sibTransId="{7D45B16D-8D75-4FD3-A9AC-B91F5FA1C751}"/>
    <dgm:cxn modelId="{AE8762D6-F72E-437D-9862-BA0121268294}" srcId="{E215FCCA-6015-4C65-AEEC-27E66E3D1DB6}" destId="{CC86956A-7BA4-47B9-823D-9539D78F3920}" srcOrd="0" destOrd="0" parTransId="{70EF3DF3-4458-4906-A475-6673F811E339}" sibTransId="{CA839506-A4C3-490C-979F-B2C9DB8F5965}"/>
    <dgm:cxn modelId="{29D79FD8-E331-4837-BEA6-A8962C50DEE7}" srcId="{F23A11D8-28A0-4F04-84F9-82F45F33348F}" destId="{CB630C95-75B5-47FE-88B7-D9891FB68D82}" srcOrd="0" destOrd="0" parTransId="{93DBC1B0-2FF2-4E31-BFE1-4C6C11793CBD}" sibTransId="{3229ADFE-2B50-4CB3-B45F-92A7B1D94250}"/>
    <dgm:cxn modelId="{BD79ADD8-4F1E-4581-B6A9-60EF86FDD714}" type="presOf" srcId="{64A76D7E-EC35-4A23-9314-067B6A06AB2D}" destId="{7C69DAC5-4D1B-475F-B776-B7452E790B39}" srcOrd="0" destOrd="1" presId="urn:microsoft.com/office/officeart/2005/8/layout/vList5"/>
    <dgm:cxn modelId="{34B727E9-3B39-46FD-A67B-5F58403E2A84}" srcId="{26F55801-25E6-4A6F-BA94-F9A244B735BA}" destId="{8908D561-A192-43DB-90A8-E126A0160302}" srcOrd="1" destOrd="0" parTransId="{35C3E0D3-B1FD-48FC-B9BF-BAC18BD1F003}" sibTransId="{FAB107CB-5DAC-4837-8368-8C82121616B3}"/>
    <dgm:cxn modelId="{162552B1-4CE7-435E-AB21-AFA52204EDC5}" type="presParOf" srcId="{E7D70017-482F-40DE-8244-C129C5906D0C}" destId="{1647B9ED-2589-4E0D-9F8B-729BACDB82CF}" srcOrd="0" destOrd="0" presId="urn:microsoft.com/office/officeart/2005/8/layout/vList5"/>
    <dgm:cxn modelId="{E6C546C1-06A3-4853-B8E2-3494245BC779}" type="presParOf" srcId="{1647B9ED-2589-4E0D-9F8B-729BACDB82CF}" destId="{C8438704-7997-4746-809D-1A110F4C6232}" srcOrd="0" destOrd="0" presId="urn:microsoft.com/office/officeart/2005/8/layout/vList5"/>
    <dgm:cxn modelId="{DCDA45F0-E6D1-4CA0-AA63-9C948732DEB2}" type="presParOf" srcId="{1647B9ED-2589-4E0D-9F8B-729BACDB82CF}" destId="{7C69DAC5-4D1B-475F-B776-B7452E790B39}" srcOrd="1" destOrd="0" presId="urn:microsoft.com/office/officeart/2005/8/layout/vList5"/>
    <dgm:cxn modelId="{90E00EE2-8B52-41EC-B524-C5C9424E9E82}" type="presParOf" srcId="{E7D70017-482F-40DE-8244-C129C5906D0C}" destId="{80F2187D-5488-4D4D-AF04-E73E9B29F9BD}" srcOrd="1" destOrd="0" presId="urn:microsoft.com/office/officeart/2005/8/layout/vList5"/>
    <dgm:cxn modelId="{B1021171-5DD0-4144-AC10-F4391127E2AE}" type="presParOf" srcId="{E7D70017-482F-40DE-8244-C129C5906D0C}" destId="{8AAD7BAD-5D5F-4513-8526-852786C3CFB7}" srcOrd="2" destOrd="0" presId="urn:microsoft.com/office/officeart/2005/8/layout/vList5"/>
    <dgm:cxn modelId="{ADE180C6-3E52-4D25-8582-571DDB906A26}" type="presParOf" srcId="{8AAD7BAD-5D5F-4513-8526-852786C3CFB7}" destId="{2DE84E54-596E-4B59-BDE3-4A79D9231C08}" srcOrd="0" destOrd="0" presId="urn:microsoft.com/office/officeart/2005/8/layout/vList5"/>
    <dgm:cxn modelId="{3C476BF4-A663-428C-AC65-91CC57EB9284}" type="presParOf" srcId="{8AAD7BAD-5D5F-4513-8526-852786C3CFB7}" destId="{B7D5B888-8039-475F-998D-9DEB03AF4144}" srcOrd="1" destOrd="0" presId="urn:microsoft.com/office/officeart/2005/8/layout/vList5"/>
    <dgm:cxn modelId="{2CDB5B9D-2C50-44C3-B228-18F2711E6AE6}" type="presParOf" srcId="{E7D70017-482F-40DE-8244-C129C5906D0C}" destId="{67B1D9A6-98D2-4638-B57D-5C80ADB93934}" srcOrd="3" destOrd="0" presId="urn:microsoft.com/office/officeart/2005/8/layout/vList5"/>
    <dgm:cxn modelId="{A7ADE15B-84BA-496F-B13A-7E1D34EB322F}" type="presParOf" srcId="{E7D70017-482F-40DE-8244-C129C5906D0C}" destId="{6430A52F-2288-4DF5-AEE6-87D1C415F4D6}" srcOrd="4" destOrd="0" presId="urn:microsoft.com/office/officeart/2005/8/layout/vList5"/>
    <dgm:cxn modelId="{38C22EDE-9CF3-4CC4-805F-DFF3F4FBD679}" type="presParOf" srcId="{6430A52F-2288-4DF5-AEE6-87D1C415F4D6}" destId="{262F2446-7113-49B7-8B4D-DF6DD61A65BE}" srcOrd="0" destOrd="0" presId="urn:microsoft.com/office/officeart/2005/8/layout/vList5"/>
    <dgm:cxn modelId="{55023811-6798-4534-9F0E-892F17807245}" type="presParOf" srcId="{6430A52F-2288-4DF5-AEE6-87D1C415F4D6}" destId="{646EA473-DD5E-4EB4-AE99-5A4ABD45A91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7B7411-16C7-4E41-8108-9E2B67733582}" type="doc">
      <dgm:prSet loTypeId="urn:microsoft.com/office/officeart/2005/8/layout/target3" loCatId="relationship" qsTypeId="urn:microsoft.com/office/officeart/2005/8/quickstyle/3d2#6" qsCatId="3D" csTypeId="urn:microsoft.com/office/officeart/2005/8/colors/colorful2" csCatId="colorful" phldr="1"/>
      <dgm:spPr/>
      <dgm:t>
        <a:bodyPr/>
        <a:lstStyle/>
        <a:p>
          <a:endParaRPr lang="en-US"/>
        </a:p>
      </dgm:t>
    </dgm:pt>
    <dgm:pt modelId="{CE7A9817-20C8-4DE0-B32C-4492CAC29A7F}">
      <dgm:prSet phldrT="[Text]"/>
      <dgm:spPr/>
      <dgm:t>
        <a:bodyPr/>
        <a:lstStyle/>
        <a:p>
          <a:r>
            <a:rPr lang="en-US"/>
            <a:t>Mặt trận tổ quốc VN và các thành viên</a:t>
          </a:r>
        </a:p>
      </dgm:t>
    </dgm:pt>
    <dgm:pt modelId="{C94E01CF-BF76-406E-ACDD-428819DDE2A6}" type="parTrans" cxnId="{7DF8B51E-C5E9-4AC0-A943-F4BAA0DD93C6}">
      <dgm:prSet/>
      <dgm:spPr/>
      <dgm:t>
        <a:bodyPr/>
        <a:lstStyle/>
        <a:p>
          <a:endParaRPr lang="en-US"/>
        </a:p>
      </dgm:t>
    </dgm:pt>
    <dgm:pt modelId="{8594775A-E7E7-4CB4-A788-6A3DD5204A63}" type="sibTrans" cxnId="{7DF8B51E-C5E9-4AC0-A943-F4BAA0DD93C6}">
      <dgm:prSet/>
      <dgm:spPr/>
      <dgm:t>
        <a:bodyPr/>
        <a:lstStyle/>
        <a:p>
          <a:endParaRPr lang="en-US"/>
        </a:p>
      </dgm:t>
    </dgm:pt>
    <dgm:pt modelId="{85B9B489-3AD5-4E5E-866B-E5DC36AFDD75}">
      <dgm:prSet phldrT="[Text]"/>
      <dgm:spPr/>
      <dgm:t>
        <a:bodyPr/>
        <a:lstStyle/>
        <a:p>
          <a:r>
            <a:rPr lang="en-US"/>
            <a:t>Nhà nước CHXHCN Việt Nam</a:t>
          </a:r>
        </a:p>
      </dgm:t>
    </dgm:pt>
    <dgm:pt modelId="{D4053545-B184-4D04-BA86-DAF3EE1C5DE2}" type="parTrans" cxnId="{4B5B40EE-67A5-4D50-A910-26F1561CC505}">
      <dgm:prSet/>
      <dgm:spPr/>
      <dgm:t>
        <a:bodyPr/>
        <a:lstStyle/>
        <a:p>
          <a:endParaRPr lang="en-US"/>
        </a:p>
      </dgm:t>
    </dgm:pt>
    <dgm:pt modelId="{6686D622-8A86-4D89-9E03-747F2BC99DD1}" type="sibTrans" cxnId="{4B5B40EE-67A5-4D50-A910-26F1561CC505}">
      <dgm:prSet/>
      <dgm:spPr/>
      <dgm:t>
        <a:bodyPr/>
        <a:lstStyle/>
        <a:p>
          <a:endParaRPr lang="en-US"/>
        </a:p>
      </dgm:t>
    </dgm:pt>
    <dgm:pt modelId="{2877C6FE-8BDE-43BB-940D-EDB584E3F2D0}">
      <dgm:prSet phldrT="[Text]"/>
      <dgm:spPr/>
      <dgm:t>
        <a:bodyPr/>
        <a:lstStyle/>
        <a:p>
          <a:r>
            <a:rPr lang="en-US"/>
            <a:t>Đảng cộng sản Việt nam</a:t>
          </a:r>
        </a:p>
      </dgm:t>
    </dgm:pt>
    <dgm:pt modelId="{942753B9-4A31-4A7A-9473-CFA0323EDF01}" type="sibTrans" cxnId="{806D44F6-20B2-41D2-B4C4-CFCBD1DDEED6}">
      <dgm:prSet/>
      <dgm:spPr/>
      <dgm:t>
        <a:bodyPr/>
        <a:lstStyle/>
        <a:p>
          <a:endParaRPr lang="en-US"/>
        </a:p>
      </dgm:t>
    </dgm:pt>
    <dgm:pt modelId="{4F43F691-A230-460D-A0D8-5ECC567100D9}" type="parTrans" cxnId="{806D44F6-20B2-41D2-B4C4-CFCBD1DDEED6}">
      <dgm:prSet/>
      <dgm:spPr/>
      <dgm:t>
        <a:bodyPr/>
        <a:lstStyle/>
        <a:p>
          <a:endParaRPr lang="en-US"/>
        </a:p>
      </dgm:t>
    </dgm:pt>
    <dgm:pt modelId="{AF1A08FD-8C1E-4CCB-8CCA-4A76C21061E1}">
      <dgm:prSet phldrT="[Text]"/>
      <dgm:spPr/>
      <dgm:t>
        <a:bodyPr/>
        <a:lstStyle/>
        <a:p>
          <a:r>
            <a:rPr lang="en-US"/>
            <a:t>Đoàn thanh niên</a:t>
          </a:r>
        </a:p>
      </dgm:t>
    </dgm:pt>
    <dgm:pt modelId="{0107ECEA-4082-42C1-8946-A82368C76510}" type="sibTrans" cxnId="{E0B03222-59A9-4291-BD71-B7DA6FFEAB19}">
      <dgm:prSet/>
      <dgm:spPr/>
      <dgm:t>
        <a:bodyPr/>
        <a:lstStyle/>
        <a:p>
          <a:endParaRPr lang="en-US"/>
        </a:p>
      </dgm:t>
    </dgm:pt>
    <dgm:pt modelId="{7CE74EC7-1865-41DC-99A1-4D59D53B59D0}" type="parTrans" cxnId="{E0B03222-59A9-4291-BD71-B7DA6FFEAB19}">
      <dgm:prSet/>
      <dgm:spPr/>
      <dgm:t>
        <a:bodyPr/>
        <a:lstStyle/>
        <a:p>
          <a:endParaRPr lang="en-US"/>
        </a:p>
      </dgm:t>
    </dgm:pt>
    <dgm:pt modelId="{FEB03A7F-5A46-43FA-93E1-B0D8E1F268A8}">
      <dgm:prSet phldrT="[Text]"/>
      <dgm:spPr/>
      <dgm:t>
        <a:bodyPr/>
        <a:lstStyle/>
        <a:p>
          <a:r>
            <a:rPr lang="en-US"/>
            <a:t>Công đoàn </a:t>
          </a:r>
        </a:p>
      </dgm:t>
    </dgm:pt>
    <dgm:pt modelId="{CE48FF78-0035-412C-8401-EFD8A90F7495}" type="sibTrans" cxnId="{39C94D09-9FEF-47A3-84FC-53D049789AD4}">
      <dgm:prSet/>
      <dgm:spPr/>
      <dgm:t>
        <a:bodyPr/>
        <a:lstStyle/>
        <a:p>
          <a:endParaRPr lang="en-US"/>
        </a:p>
      </dgm:t>
    </dgm:pt>
    <dgm:pt modelId="{24C94CFF-8A06-4B4F-89DE-4A2B6CC93053}" type="parTrans" cxnId="{39C94D09-9FEF-47A3-84FC-53D049789AD4}">
      <dgm:prSet/>
      <dgm:spPr/>
      <dgm:t>
        <a:bodyPr/>
        <a:lstStyle/>
        <a:p>
          <a:endParaRPr lang="en-US"/>
        </a:p>
      </dgm:t>
    </dgm:pt>
    <dgm:pt modelId="{B05CE350-0367-4910-8939-CB07D07B8BE3}">
      <dgm:prSet phldrT="[Text]"/>
      <dgm:spPr/>
      <dgm:t>
        <a:bodyPr/>
        <a:lstStyle/>
        <a:p>
          <a:r>
            <a:rPr lang="en-US"/>
            <a:t>Hội nông dân </a:t>
          </a:r>
        </a:p>
      </dgm:t>
    </dgm:pt>
    <dgm:pt modelId="{55036275-5BBD-40FF-82A3-5FA53D8B33A0}" type="parTrans" cxnId="{404687E8-765C-4256-A93E-1B7506004CDF}">
      <dgm:prSet/>
      <dgm:spPr/>
    </dgm:pt>
    <dgm:pt modelId="{101F30DE-72DD-4D64-AA18-AC4CD6178F1B}" type="sibTrans" cxnId="{404687E8-765C-4256-A93E-1B7506004CDF}">
      <dgm:prSet/>
      <dgm:spPr/>
    </dgm:pt>
    <dgm:pt modelId="{03F6A9E4-C6D3-4077-AD75-A23697ED666B}">
      <dgm:prSet phldrT="[Text]"/>
      <dgm:spPr/>
      <dgm:t>
        <a:bodyPr/>
        <a:lstStyle/>
        <a:p>
          <a:r>
            <a:rPr lang="en-US"/>
            <a:t>Hội liên hiệp phụ nữ VN</a:t>
          </a:r>
        </a:p>
      </dgm:t>
    </dgm:pt>
    <dgm:pt modelId="{CD3904F5-EFEA-4C3B-AF74-3F7AA4EF8B5A}" type="parTrans" cxnId="{959603F2-7EC8-4255-ACCC-CAACD9F2B566}">
      <dgm:prSet/>
      <dgm:spPr/>
    </dgm:pt>
    <dgm:pt modelId="{F06C4191-BFAC-494E-B654-805D17A711F4}" type="sibTrans" cxnId="{959603F2-7EC8-4255-ACCC-CAACD9F2B566}">
      <dgm:prSet/>
      <dgm:spPr/>
    </dgm:pt>
    <dgm:pt modelId="{8502D05F-5139-4EEB-BB15-AFB632A3736F}" type="pres">
      <dgm:prSet presAssocID="{197B7411-16C7-4E41-8108-9E2B67733582}" presName="Name0" presStyleCnt="0">
        <dgm:presLayoutVars>
          <dgm:chMax val="7"/>
          <dgm:dir/>
          <dgm:animLvl val="lvl"/>
          <dgm:resizeHandles val="exact"/>
        </dgm:presLayoutVars>
      </dgm:prSet>
      <dgm:spPr/>
    </dgm:pt>
    <dgm:pt modelId="{57A54894-58EC-4929-A3CE-86A94F54B7AD}" type="pres">
      <dgm:prSet presAssocID="{CE7A9817-20C8-4DE0-B32C-4492CAC29A7F}" presName="circle1" presStyleLbl="node1" presStyleIdx="0" presStyleCnt="3"/>
      <dgm:spPr/>
    </dgm:pt>
    <dgm:pt modelId="{0B48C64C-9E87-4CD3-BB8D-41180B16B9CF}" type="pres">
      <dgm:prSet presAssocID="{CE7A9817-20C8-4DE0-B32C-4492CAC29A7F}" presName="space" presStyleCnt="0"/>
      <dgm:spPr/>
    </dgm:pt>
    <dgm:pt modelId="{AA66530D-27BA-485E-888F-6CFC954FEF94}" type="pres">
      <dgm:prSet presAssocID="{CE7A9817-20C8-4DE0-B32C-4492CAC29A7F}" presName="rect1" presStyleLbl="alignAcc1" presStyleIdx="0" presStyleCnt="3"/>
      <dgm:spPr/>
    </dgm:pt>
    <dgm:pt modelId="{541323B3-5A07-40BC-A09A-282D42312511}" type="pres">
      <dgm:prSet presAssocID="{85B9B489-3AD5-4E5E-866B-E5DC36AFDD75}" presName="vertSpace2" presStyleLbl="node1" presStyleIdx="0" presStyleCnt="3"/>
      <dgm:spPr/>
    </dgm:pt>
    <dgm:pt modelId="{EBDD8893-D460-46D9-A6A9-D529E7FE0DD1}" type="pres">
      <dgm:prSet presAssocID="{85B9B489-3AD5-4E5E-866B-E5DC36AFDD75}" presName="circle2" presStyleLbl="node1" presStyleIdx="1" presStyleCnt="3"/>
      <dgm:spPr/>
    </dgm:pt>
    <dgm:pt modelId="{4DA277F4-4D95-4095-AE36-16D78E622CCF}" type="pres">
      <dgm:prSet presAssocID="{85B9B489-3AD5-4E5E-866B-E5DC36AFDD75}" presName="rect2" presStyleLbl="alignAcc1" presStyleIdx="1" presStyleCnt="3"/>
      <dgm:spPr/>
    </dgm:pt>
    <dgm:pt modelId="{13D25F43-6DB7-4781-BEB8-9A5CCB4643A0}" type="pres">
      <dgm:prSet presAssocID="{2877C6FE-8BDE-43BB-940D-EDB584E3F2D0}" presName="vertSpace3" presStyleLbl="node1" presStyleIdx="1" presStyleCnt="3"/>
      <dgm:spPr/>
    </dgm:pt>
    <dgm:pt modelId="{9550EF27-DF60-4E52-920F-13D039EDA69B}" type="pres">
      <dgm:prSet presAssocID="{2877C6FE-8BDE-43BB-940D-EDB584E3F2D0}" presName="circle3" presStyleLbl="node1" presStyleIdx="2" presStyleCnt="3"/>
      <dgm:spPr/>
    </dgm:pt>
    <dgm:pt modelId="{86A63B51-6716-46CA-98F9-D6D6DF8964FB}" type="pres">
      <dgm:prSet presAssocID="{2877C6FE-8BDE-43BB-940D-EDB584E3F2D0}" presName="rect3" presStyleLbl="alignAcc1" presStyleIdx="2" presStyleCnt="3"/>
      <dgm:spPr/>
    </dgm:pt>
    <dgm:pt modelId="{8407567E-01F7-461E-847C-2F602E47E50C}" type="pres">
      <dgm:prSet presAssocID="{CE7A9817-20C8-4DE0-B32C-4492CAC29A7F}" presName="rect1ParTx" presStyleLbl="alignAcc1" presStyleIdx="2" presStyleCnt="3">
        <dgm:presLayoutVars>
          <dgm:chMax val="1"/>
          <dgm:bulletEnabled val="1"/>
        </dgm:presLayoutVars>
      </dgm:prSet>
      <dgm:spPr/>
    </dgm:pt>
    <dgm:pt modelId="{53AA5B34-76BC-41D0-9F2C-6ACBC757AB92}" type="pres">
      <dgm:prSet presAssocID="{CE7A9817-20C8-4DE0-B32C-4492CAC29A7F}" presName="rect1ChTx" presStyleLbl="alignAcc1" presStyleIdx="2" presStyleCnt="3">
        <dgm:presLayoutVars>
          <dgm:bulletEnabled val="1"/>
        </dgm:presLayoutVars>
      </dgm:prSet>
      <dgm:spPr/>
    </dgm:pt>
    <dgm:pt modelId="{F16B9508-6254-49F5-AFDB-1A74B78A24D5}" type="pres">
      <dgm:prSet presAssocID="{85B9B489-3AD5-4E5E-866B-E5DC36AFDD75}" presName="rect2ParTx" presStyleLbl="alignAcc1" presStyleIdx="2" presStyleCnt="3">
        <dgm:presLayoutVars>
          <dgm:chMax val="1"/>
          <dgm:bulletEnabled val="1"/>
        </dgm:presLayoutVars>
      </dgm:prSet>
      <dgm:spPr/>
    </dgm:pt>
    <dgm:pt modelId="{3BC432E4-0EA7-4482-B486-218CF6DEF950}" type="pres">
      <dgm:prSet presAssocID="{85B9B489-3AD5-4E5E-866B-E5DC36AFDD75}" presName="rect2ChTx" presStyleLbl="alignAcc1" presStyleIdx="2" presStyleCnt="3">
        <dgm:presLayoutVars>
          <dgm:bulletEnabled val="1"/>
        </dgm:presLayoutVars>
      </dgm:prSet>
      <dgm:spPr/>
    </dgm:pt>
    <dgm:pt modelId="{ED16F737-BCE9-413F-B5FD-754D5C12C34F}" type="pres">
      <dgm:prSet presAssocID="{2877C6FE-8BDE-43BB-940D-EDB584E3F2D0}" presName="rect3ParTx" presStyleLbl="alignAcc1" presStyleIdx="2" presStyleCnt="3">
        <dgm:presLayoutVars>
          <dgm:chMax val="1"/>
          <dgm:bulletEnabled val="1"/>
        </dgm:presLayoutVars>
      </dgm:prSet>
      <dgm:spPr/>
    </dgm:pt>
    <dgm:pt modelId="{B9AA4933-6049-492F-95F7-3680896AED5E}" type="pres">
      <dgm:prSet presAssocID="{2877C6FE-8BDE-43BB-940D-EDB584E3F2D0}" presName="rect3ChTx" presStyleLbl="alignAcc1" presStyleIdx="2" presStyleCnt="3">
        <dgm:presLayoutVars>
          <dgm:bulletEnabled val="1"/>
        </dgm:presLayoutVars>
      </dgm:prSet>
      <dgm:spPr/>
    </dgm:pt>
  </dgm:ptLst>
  <dgm:cxnLst>
    <dgm:cxn modelId="{0CA8DA00-6636-4C0E-AA98-692448E73726}" type="presOf" srcId="{85B9B489-3AD5-4E5E-866B-E5DC36AFDD75}" destId="{4DA277F4-4D95-4095-AE36-16D78E622CCF}" srcOrd="0" destOrd="0" presId="urn:microsoft.com/office/officeart/2005/8/layout/target3"/>
    <dgm:cxn modelId="{39C94D09-9FEF-47A3-84FC-53D049789AD4}" srcId="{CE7A9817-20C8-4DE0-B32C-4492CAC29A7F}" destId="{FEB03A7F-5A46-43FA-93E1-B0D8E1F268A8}" srcOrd="0" destOrd="0" parTransId="{24C94CFF-8A06-4B4F-89DE-4A2B6CC93053}" sibTransId="{CE48FF78-0035-412C-8401-EFD8A90F7495}"/>
    <dgm:cxn modelId="{754BC817-38CC-4ED2-82FD-8FCE10888553}" type="presOf" srcId="{CE7A9817-20C8-4DE0-B32C-4492CAC29A7F}" destId="{8407567E-01F7-461E-847C-2F602E47E50C}" srcOrd="1" destOrd="0" presId="urn:microsoft.com/office/officeart/2005/8/layout/target3"/>
    <dgm:cxn modelId="{7DF8B51E-C5E9-4AC0-A943-F4BAA0DD93C6}" srcId="{197B7411-16C7-4E41-8108-9E2B67733582}" destId="{CE7A9817-20C8-4DE0-B32C-4492CAC29A7F}" srcOrd="0" destOrd="0" parTransId="{C94E01CF-BF76-406E-ACDD-428819DDE2A6}" sibTransId="{8594775A-E7E7-4CB4-A788-6A3DD5204A63}"/>
    <dgm:cxn modelId="{B6965521-BAE7-42B3-95C1-2C093DDE4F9A}" type="presOf" srcId="{CE7A9817-20C8-4DE0-B32C-4492CAC29A7F}" destId="{AA66530D-27BA-485E-888F-6CFC954FEF94}" srcOrd="0" destOrd="0" presId="urn:microsoft.com/office/officeart/2005/8/layout/target3"/>
    <dgm:cxn modelId="{E0B03222-59A9-4291-BD71-B7DA6FFEAB19}" srcId="{CE7A9817-20C8-4DE0-B32C-4492CAC29A7F}" destId="{AF1A08FD-8C1E-4CCB-8CCA-4A76C21061E1}" srcOrd="2" destOrd="0" parTransId="{7CE74EC7-1865-41DC-99A1-4D59D53B59D0}" sibTransId="{0107ECEA-4082-42C1-8946-A82368C76510}"/>
    <dgm:cxn modelId="{ED433634-214A-45ED-9A73-78E0C0742130}" type="presOf" srcId="{2877C6FE-8BDE-43BB-940D-EDB584E3F2D0}" destId="{86A63B51-6716-46CA-98F9-D6D6DF8964FB}" srcOrd="0" destOrd="0" presId="urn:microsoft.com/office/officeart/2005/8/layout/target3"/>
    <dgm:cxn modelId="{A22B6339-0131-49F4-BA46-344676642CED}" type="presOf" srcId="{B05CE350-0367-4910-8939-CB07D07B8BE3}" destId="{53AA5B34-76BC-41D0-9F2C-6ACBC757AB92}" srcOrd="0" destOrd="1" presId="urn:microsoft.com/office/officeart/2005/8/layout/target3"/>
    <dgm:cxn modelId="{92318B69-FF62-4A06-ABB6-9E3085825633}" type="presOf" srcId="{FEB03A7F-5A46-43FA-93E1-B0D8E1F268A8}" destId="{53AA5B34-76BC-41D0-9F2C-6ACBC757AB92}" srcOrd="0" destOrd="0" presId="urn:microsoft.com/office/officeart/2005/8/layout/target3"/>
    <dgm:cxn modelId="{CD14C04D-09B0-4633-AC42-7ED561579D51}" type="presOf" srcId="{2877C6FE-8BDE-43BB-940D-EDB584E3F2D0}" destId="{ED16F737-BCE9-413F-B5FD-754D5C12C34F}" srcOrd="1" destOrd="0" presId="urn:microsoft.com/office/officeart/2005/8/layout/target3"/>
    <dgm:cxn modelId="{21AA6AB1-F927-44D8-B2BA-DE403984CF3A}" type="presOf" srcId="{197B7411-16C7-4E41-8108-9E2B67733582}" destId="{8502D05F-5139-4EEB-BB15-AFB632A3736F}" srcOrd="0" destOrd="0" presId="urn:microsoft.com/office/officeart/2005/8/layout/target3"/>
    <dgm:cxn modelId="{CB3693B9-23DB-4245-8CF5-AB9E7B1D92CA}" type="presOf" srcId="{85B9B489-3AD5-4E5E-866B-E5DC36AFDD75}" destId="{F16B9508-6254-49F5-AFDB-1A74B78A24D5}" srcOrd="1" destOrd="0" presId="urn:microsoft.com/office/officeart/2005/8/layout/target3"/>
    <dgm:cxn modelId="{404687E8-765C-4256-A93E-1B7506004CDF}" srcId="{CE7A9817-20C8-4DE0-B32C-4492CAC29A7F}" destId="{B05CE350-0367-4910-8939-CB07D07B8BE3}" srcOrd="1" destOrd="0" parTransId="{55036275-5BBD-40FF-82A3-5FA53D8B33A0}" sibTransId="{101F30DE-72DD-4D64-AA18-AC4CD6178F1B}"/>
    <dgm:cxn modelId="{028AD4E9-F0EA-4F13-941F-C28C8D310B3B}" type="presOf" srcId="{03F6A9E4-C6D3-4077-AD75-A23697ED666B}" destId="{53AA5B34-76BC-41D0-9F2C-6ACBC757AB92}" srcOrd="0" destOrd="3" presId="urn:microsoft.com/office/officeart/2005/8/layout/target3"/>
    <dgm:cxn modelId="{74AE0DEA-C116-47A5-88BB-B4471F95DC29}" type="presOf" srcId="{AF1A08FD-8C1E-4CCB-8CCA-4A76C21061E1}" destId="{53AA5B34-76BC-41D0-9F2C-6ACBC757AB92}" srcOrd="0" destOrd="2" presId="urn:microsoft.com/office/officeart/2005/8/layout/target3"/>
    <dgm:cxn modelId="{4B5B40EE-67A5-4D50-A910-26F1561CC505}" srcId="{197B7411-16C7-4E41-8108-9E2B67733582}" destId="{85B9B489-3AD5-4E5E-866B-E5DC36AFDD75}" srcOrd="1" destOrd="0" parTransId="{D4053545-B184-4D04-BA86-DAF3EE1C5DE2}" sibTransId="{6686D622-8A86-4D89-9E03-747F2BC99DD1}"/>
    <dgm:cxn modelId="{959603F2-7EC8-4255-ACCC-CAACD9F2B566}" srcId="{CE7A9817-20C8-4DE0-B32C-4492CAC29A7F}" destId="{03F6A9E4-C6D3-4077-AD75-A23697ED666B}" srcOrd="3" destOrd="0" parTransId="{CD3904F5-EFEA-4C3B-AF74-3F7AA4EF8B5A}" sibTransId="{F06C4191-BFAC-494E-B654-805D17A711F4}"/>
    <dgm:cxn modelId="{806D44F6-20B2-41D2-B4C4-CFCBD1DDEED6}" srcId="{197B7411-16C7-4E41-8108-9E2B67733582}" destId="{2877C6FE-8BDE-43BB-940D-EDB584E3F2D0}" srcOrd="2" destOrd="0" parTransId="{4F43F691-A230-460D-A0D8-5ECC567100D9}" sibTransId="{942753B9-4A31-4A7A-9473-CFA0323EDF01}"/>
    <dgm:cxn modelId="{03CB5D97-3D86-4536-98C3-7C34DB4CD2BA}" type="presParOf" srcId="{8502D05F-5139-4EEB-BB15-AFB632A3736F}" destId="{57A54894-58EC-4929-A3CE-86A94F54B7AD}" srcOrd="0" destOrd="0" presId="urn:microsoft.com/office/officeart/2005/8/layout/target3"/>
    <dgm:cxn modelId="{DD644F36-5EAD-4035-BDC1-C637ACB371A1}" type="presParOf" srcId="{8502D05F-5139-4EEB-BB15-AFB632A3736F}" destId="{0B48C64C-9E87-4CD3-BB8D-41180B16B9CF}" srcOrd="1" destOrd="0" presId="urn:microsoft.com/office/officeart/2005/8/layout/target3"/>
    <dgm:cxn modelId="{5D786303-76E8-4C82-BB47-561AFCB43A69}" type="presParOf" srcId="{8502D05F-5139-4EEB-BB15-AFB632A3736F}" destId="{AA66530D-27BA-485E-888F-6CFC954FEF94}" srcOrd="2" destOrd="0" presId="urn:microsoft.com/office/officeart/2005/8/layout/target3"/>
    <dgm:cxn modelId="{8D9D9A0C-BA23-4D1D-BEA3-A844A78E46D6}" type="presParOf" srcId="{8502D05F-5139-4EEB-BB15-AFB632A3736F}" destId="{541323B3-5A07-40BC-A09A-282D42312511}" srcOrd="3" destOrd="0" presId="urn:microsoft.com/office/officeart/2005/8/layout/target3"/>
    <dgm:cxn modelId="{8BDEA90D-58A5-415A-9078-8039CCB5A3D8}" type="presParOf" srcId="{8502D05F-5139-4EEB-BB15-AFB632A3736F}" destId="{EBDD8893-D460-46D9-A6A9-D529E7FE0DD1}" srcOrd="4" destOrd="0" presId="urn:microsoft.com/office/officeart/2005/8/layout/target3"/>
    <dgm:cxn modelId="{CE9391BE-1270-4144-9741-C105509D92B6}" type="presParOf" srcId="{8502D05F-5139-4EEB-BB15-AFB632A3736F}" destId="{4DA277F4-4D95-4095-AE36-16D78E622CCF}" srcOrd="5" destOrd="0" presId="urn:microsoft.com/office/officeart/2005/8/layout/target3"/>
    <dgm:cxn modelId="{7813856A-4BA2-4CA5-860B-8A1047D72E5C}" type="presParOf" srcId="{8502D05F-5139-4EEB-BB15-AFB632A3736F}" destId="{13D25F43-6DB7-4781-BEB8-9A5CCB4643A0}" srcOrd="6" destOrd="0" presId="urn:microsoft.com/office/officeart/2005/8/layout/target3"/>
    <dgm:cxn modelId="{CAE2BF80-91B2-44ED-83C6-6D01C99800FD}" type="presParOf" srcId="{8502D05F-5139-4EEB-BB15-AFB632A3736F}" destId="{9550EF27-DF60-4E52-920F-13D039EDA69B}" srcOrd="7" destOrd="0" presId="urn:microsoft.com/office/officeart/2005/8/layout/target3"/>
    <dgm:cxn modelId="{100B49C3-1E07-41CD-9503-D4934CBA8AAF}" type="presParOf" srcId="{8502D05F-5139-4EEB-BB15-AFB632A3736F}" destId="{86A63B51-6716-46CA-98F9-D6D6DF8964FB}" srcOrd="8" destOrd="0" presId="urn:microsoft.com/office/officeart/2005/8/layout/target3"/>
    <dgm:cxn modelId="{9EA96862-FDB7-4845-8C91-81C9C9CC278A}" type="presParOf" srcId="{8502D05F-5139-4EEB-BB15-AFB632A3736F}" destId="{8407567E-01F7-461E-847C-2F602E47E50C}" srcOrd="9" destOrd="0" presId="urn:microsoft.com/office/officeart/2005/8/layout/target3"/>
    <dgm:cxn modelId="{2E4C06FD-9716-44B0-BA10-B7BCE64158D7}" type="presParOf" srcId="{8502D05F-5139-4EEB-BB15-AFB632A3736F}" destId="{53AA5B34-76BC-41D0-9F2C-6ACBC757AB92}" srcOrd="10" destOrd="0" presId="urn:microsoft.com/office/officeart/2005/8/layout/target3"/>
    <dgm:cxn modelId="{A9713E1B-2A35-4311-BA22-1F29A55DC931}" type="presParOf" srcId="{8502D05F-5139-4EEB-BB15-AFB632A3736F}" destId="{F16B9508-6254-49F5-AFDB-1A74B78A24D5}" srcOrd="11" destOrd="0" presId="urn:microsoft.com/office/officeart/2005/8/layout/target3"/>
    <dgm:cxn modelId="{67596F6E-A570-4A7B-8B61-2DB33B430538}" type="presParOf" srcId="{8502D05F-5139-4EEB-BB15-AFB632A3736F}" destId="{3BC432E4-0EA7-4482-B486-218CF6DEF950}" srcOrd="12" destOrd="0" presId="urn:microsoft.com/office/officeart/2005/8/layout/target3"/>
    <dgm:cxn modelId="{F73DF8BA-EF20-441B-A33E-979F327D6F9C}" type="presParOf" srcId="{8502D05F-5139-4EEB-BB15-AFB632A3736F}" destId="{ED16F737-BCE9-413F-B5FD-754D5C12C34F}" srcOrd="13" destOrd="0" presId="urn:microsoft.com/office/officeart/2005/8/layout/target3"/>
    <dgm:cxn modelId="{FF2B6FF9-FA7C-44BA-B0C3-48A232849E62}" type="presParOf" srcId="{8502D05F-5139-4EEB-BB15-AFB632A3736F}" destId="{B9AA4933-6049-492F-95F7-3680896AED5E}" srcOrd="14"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4899553-8991-431D-A5B7-18C0D652FA59}" type="doc">
      <dgm:prSet loTypeId="urn:microsoft.com/office/officeart/2005/8/layout/default#2" loCatId="list" qsTypeId="urn:microsoft.com/office/officeart/2005/8/quickstyle/3d1" qsCatId="3D" csTypeId="urn:microsoft.com/office/officeart/2005/8/colors/colorful1#1" csCatId="colorful" phldr="1"/>
      <dgm:spPr/>
      <dgm:t>
        <a:bodyPr/>
        <a:lstStyle/>
        <a:p>
          <a:endParaRPr lang="en-US"/>
        </a:p>
      </dgm:t>
    </dgm:pt>
    <dgm:pt modelId="{81B8E9EA-E441-4C2D-9476-A5804C681509}">
      <dgm:prSet phldrT="[Text]" custT="1"/>
      <dgm:spPr/>
      <dgm:t>
        <a:bodyPr/>
        <a:lstStyle/>
        <a:p>
          <a:r>
            <a:rPr lang="en-US" sz="2800"/>
            <a:t>Đảm bảo sự lãnh đạo của Đảng Cộng Sản Việt Nam trong tổ chức và hoạt động của bộ máy Nhà nước</a:t>
          </a:r>
        </a:p>
      </dgm:t>
    </dgm:pt>
    <dgm:pt modelId="{38BE3820-0AA7-4972-9A17-A9EC2080C417}" type="parTrans" cxnId="{55F64AEB-1717-41CF-8B90-9A64DEB6D891}">
      <dgm:prSet/>
      <dgm:spPr/>
      <dgm:t>
        <a:bodyPr/>
        <a:lstStyle/>
        <a:p>
          <a:endParaRPr lang="en-US"/>
        </a:p>
      </dgm:t>
    </dgm:pt>
    <dgm:pt modelId="{B95E31F3-3699-4BF1-90AE-A6EF72CC5C9A}" type="sibTrans" cxnId="{55F64AEB-1717-41CF-8B90-9A64DEB6D891}">
      <dgm:prSet/>
      <dgm:spPr/>
      <dgm:t>
        <a:bodyPr/>
        <a:lstStyle/>
        <a:p>
          <a:endParaRPr lang="en-US"/>
        </a:p>
      </dgm:t>
    </dgm:pt>
    <dgm:pt modelId="{2900C545-BB0E-4B00-9061-37A85EB983DD}">
      <dgm:prSet phldrT="[Text]"/>
      <dgm:spPr/>
      <dgm:t>
        <a:bodyPr/>
        <a:lstStyle/>
        <a:p>
          <a:r>
            <a:rPr lang="en-US"/>
            <a:t>Nguyên tắc quyền lực nhà nước là thống nhất, có sự phân công và phối hợp chặt chẽ giữa các cơ quan Nhà nước trong việc thực hiện quyền lập pháp, hành pháp, tư pháp.</a:t>
          </a:r>
        </a:p>
      </dgm:t>
    </dgm:pt>
    <dgm:pt modelId="{8FD73025-07B4-453F-B4E8-7BD62880CA6D}" type="parTrans" cxnId="{471B9284-EA00-4E28-B1CD-E2675EAF6E50}">
      <dgm:prSet/>
      <dgm:spPr/>
      <dgm:t>
        <a:bodyPr/>
        <a:lstStyle/>
        <a:p>
          <a:endParaRPr lang="en-US"/>
        </a:p>
      </dgm:t>
    </dgm:pt>
    <dgm:pt modelId="{53D48502-14E7-41E6-952C-B544ED107B0C}" type="sibTrans" cxnId="{471B9284-EA00-4E28-B1CD-E2675EAF6E50}">
      <dgm:prSet/>
      <dgm:spPr/>
      <dgm:t>
        <a:bodyPr/>
        <a:lstStyle/>
        <a:p>
          <a:endParaRPr lang="en-US"/>
        </a:p>
      </dgm:t>
    </dgm:pt>
    <dgm:pt modelId="{E82FD9D1-6E88-4AA1-8080-41203D936D01}">
      <dgm:prSet phldrT="[Text]" custT="1"/>
      <dgm:spPr/>
      <dgm:t>
        <a:bodyPr/>
        <a:lstStyle/>
        <a:p>
          <a:r>
            <a:rPr lang="en-US" sz="3200"/>
            <a:t>Nguyên tắc tập trung dân chủ</a:t>
          </a:r>
          <a:r>
            <a:rPr lang="en-US" sz="2100"/>
            <a:t>.</a:t>
          </a:r>
        </a:p>
      </dgm:t>
    </dgm:pt>
    <dgm:pt modelId="{DF20AB84-BDE9-4C2E-80DE-6337066FC1FF}" type="parTrans" cxnId="{E3AF4807-90F0-478E-88A4-5F0CAC6A7C55}">
      <dgm:prSet/>
      <dgm:spPr/>
      <dgm:t>
        <a:bodyPr/>
        <a:lstStyle/>
        <a:p>
          <a:endParaRPr lang="en-US"/>
        </a:p>
      </dgm:t>
    </dgm:pt>
    <dgm:pt modelId="{31036D09-A910-44EA-925B-C5489E1E9900}" type="sibTrans" cxnId="{E3AF4807-90F0-478E-88A4-5F0CAC6A7C55}">
      <dgm:prSet/>
      <dgm:spPr/>
      <dgm:t>
        <a:bodyPr/>
        <a:lstStyle/>
        <a:p>
          <a:endParaRPr lang="en-US"/>
        </a:p>
      </dgm:t>
    </dgm:pt>
    <dgm:pt modelId="{CEC0E641-1C9A-4837-9A96-652A5E9FA5A1}">
      <dgm:prSet custT="1"/>
      <dgm:spPr/>
      <dgm:t>
        <a:bodyPr/>
        <a:lstStyle/>
        <a:p>
          <a:r>
            <a:rPr lang="en-US" sz="2800">
              <a:solidFill>
                <a:schemeClr val="bg1"/>
              </a:solidFill>
            </a:rPr>
            <a:t>Nguyên tắc toàn bộ quyền lực nhà nước thuộc về nhân dân</a:t>
          </a:r>
          <a:r>
            <a:rPr lang="en-US" sz="2800">
              <a:solidFill>
                <a:schemeClr val="tx1"/>
              </a:solidFill>
            </a:rPr>
            <a:t>.</a:t>
          </a:r>
        </a:p>
      </dgm:t>
    </dgm:pt>
    <dgm:pt modelId="{4AE8C7DE-078D-4D33-8F2B-401334FF1331}" type="parTrans" cxnId="{7AD5FB63-E582-4965-BCE7-1A9476086577}">
      <dgm:prSet/>
      <dgm:spPr/>
      <dgm:t>
        <a:bodyPr/>
        <a:lstStyle/>
        <a:p>
          <a:endParaRPr lang="en-US"/>
        </a:p>
      </dgm:t>
    </dgm:pt>
    <dgm:pt modelId="{3727CA3F-A6CF-4B7E-88C3-E41CD1582BEF}" type="sibTrans" cxnId="{7AD5FB63-E582-4965-BCE7-1A9476086577}">
      <dgm:prSet/>
      <dgm:spPr/>
      <dgm:t>
        <a:bodyPr/>
        <a:lstStyle/>
        <a:p>
          <a:endParaRPr lang="en-US"/>
        </a:p>
      </dgm:t>
    </dgm:pt>
    <dgm:pt modelId="{1F90E4AF-CFFD-4B7A-A23B-54ABA0E26D9C}" type="pres">
      <dgm:prSet presAssocID="{24899553-8991-431D-A5B7-18C0D652FA59}" presName="diagram" presStyleCnt="0">
        <dgm:presLayoutVars>
          <dgm:dir/>
          <dgm:resizeHandles val="exact"/>
        </dgm:presLayoutVars>
      </dgm:prSet>
      <dgm:spPr/>
    </dgm:pt>
    <dgm:pt modelId="{C5BA40BE-C9DB-464E-92F9-6DFE8F398521}" type="pres">
      <dgm:prSet presAssocID="{81B8E9EA-E441-4C2D-9476-A5804C681509}" presName="node" presStyleLbl="node1" presStyleIdx="0" presStyleCnt="4">
        <dgm:presLayoutVars>
          <dgm:bulletEnabled val="1"/>
        </dgm:presLayoutVars>
      </dgm:prSet>
      <dgm:spPr/>
    </dgm:pt>
    <dgm:pt modelId="{6283F5A5-FAE5-457D-A406-982F52387403}" type="pres">
      <dgm:prSet presAssocID="{B95E31F3-3699-4BF1-90AE-A6EF72CC5C9A}" presName="sibTrans" presStyleCnt="0"/>
      <dgm:spPr/>
    </dgm:pt>
    <dgm:pt modelId="{76FA735C-A0E4-43B8-B034-291D1EB7CD2E}" type="pres">
      <dgm:prSet presAssocID="{CEC0E641-1C9A-4837-9A96-652A5E9FA5A1}" presName="node" presStyleLbl="node1" presStyleIdx="1" presStyleCnt="4">
        <dgm:presLayoutVars>
          <dgm:bulletEnabled val="1"/>
        </dgm:presLayoutVars>
      </dgm:prSet>
      <dgm:spPr/>
    </dgm:pt>
    <dgm:pt modelId="{B315E618-E00C-4D0A-A4C1-CBE5C2D70843}" type="pres">
      <dgm:prSet presAssocID="{3727CA3F-A6CF-4B7E-88C3-E41CD1582BEF}" presName="sibTrans" presStyleCnt="0"/>
      <dgm:spPr/>
    </dgm:pt>
    <dgm:pt modelId="{D071D608-011D-4883-B82D-229BFEF73970}" type="pres">
      <dgm:prSet presAssocID="{2900C545-BB0E-4B00-9061-37A85EB983DD}" presName="node" presStyleLbl="node1" presStyleIdx="2" presStyleCnt="4">
        <dgm:presLayoutVars>
          <dgm:bulletEnabled val="1"/>
        </dgm:presLayoutVars>
      </dgm:prSet>
      <dgm:spPr/>
    </dgm:pt>
    <dgm:pt modelId="{23FB8F88-9A1A-4F6C-A495-5BB2009FFBCF}" type="pres">
      <dgm:prSet presAssocID="{53D48502-14E7-41E6-952C-B544ED107B0C}" presName="sibTrans" presStyleCnt="0"/>
      <dgm:spPr/>
    </dgm:pt>
    <dgm:pt modelId="{EFD897A6-79C6-4433-BB04-B0A6DE5E33E4}" type="pres">
      <dgm:prSet presAssocID="{E82FD9D1-6E88-4AA1-8080-41203D936D01}" presName="node" presStyleLbl="node1" presStyleIdx="3" presStyleCnt="4">
        <dgm:presLayoutVars>
          <dgm:bulletEnabled val="1"/>
        </dgm:presLayoutVars>
      </dgm:prSet>
      <dgm:spPr/>
    </dgm:pt>
  </dgm:ptLst>
  <dgm:cxnLst>
    <dgm:cxn modelId="{E3AF4807-90F0-478E-88A4-5F0CAC6A7C55}" srcId="{24899553-8991-431D-A5B7-18C0D652FA59}" destId="{E82FD9D1-6E88-4AA1-8080-41203D936D01}" srcOrd="3" destOrd="0" parTransId="{DF20AB84-BDE9-4C2E-80DE-6337066FC1FF}" sibTransId="{31036D09-A910-44EA-925B-C5489E1E9900}"/>
    <dgm:cxn modelId="{CB4E200E-55BA-42A3-A416-977854766958}" type="presOf" srcId="{E82FD9D1-6E88-4AA1-8080-41203D936D01}" destId="{EFD897A6-79C6-4433-BB04-B0A6DE5E33E4}" srcOrd="0" destOrd="0" presId="urn:microsoft.com/office/officeart/2005/8/layout/default#2"/>
    <dgm:cxn modelId="{5337CE28-0877-436D-B727-93ACFFB92644}" type="presOf" srcId="{2900C545-BB0E-4B00-9061-37A85EB983DD}" destId="{D071D608-011D-4883-B82D-229BFEF73970}" srcOrd="0" destOrd="0" presId="urn:microsoft.com/office/officeart/2005/8/layout/default#2"/>
    <dgm:cxn modelId="{E473CC2D-F2BB-40DB-94CB-0A2301FFB765}" type="presOf" srcId="{81B8E9EA-E441-4C2D-9476-A5804C681509}" destId="{C5BA40BE-C9DB-464E-92F9-6DFE8F398521}" srcOrd="0" destOrd="0" presId="urn:microsoft.com/office/officeart/2005/8/layout/default#2"/>
    <dgm:cxn modelId="{7ED99E3B-98D8-4C6E-923D-D1FA94DD1728}" type="presOf" srcId="{24899553-8991-431D-A5B7-18C0D652FA59}" destId="{1F90E4AF-CFFD-4B7A-A23B-54ABA0E26D9C}" srcOrd="0" destOrd="0" presId="urn:microsoft.com/office/officeart/2005/8/layout/default#2"/>
    <dgm:cxn modelId="{7AD5FB63-E582-4965-BCE7-1A9476086577}" srcId="{24899553-8991-431D-A5B7-18C0D652FA59}" destId="{CEC0E641-1C9A-4837-9A96-652A5E9FA5A1}" srcOrd="1" destOrd="0" parTransId="{4AE8C7DE-078D-4D33-8F2B-401334FF1331}" sibTransId="{3727CA3F-A6CF-4B7E-88C3-E41CD1582BEF}"/>
    <dgm:cxn modelId="{471B9284-EA00-4E28-B1CD-E2675EAF6E50}" srcId="{24899553-8991-431D-A5B7-18C0D652FA59}" destId="{2900C545-BB0E-4B00-9061-37A85EB983DD}" srcOrd="2" destOrd="0" parTransId="{8FD73025-07B4-453F-B4E8-7BD62880CA6D}" sibTransId="{53D48502-14E7-41E6-952C-B544ED107B0C}"/>
    <dgm:cxn modelId="{DD6221CE-B421-466A-BBF5-E18B477E2A80}" type="presOf" srcId="{CEC0E641-1C9A-4837-9A96-652A5E9FA5A1}" destId="{76FA735C-A0E4-43B8-B034-291D1EB7CD2E}" srcOrd="0" destOrd="0" presId="urn:microsoft.com/office/officeart/2005/8/layout/default#2"/>
    <dgm:cxn modelId="{55F64AEB-1717-41CF-8B90-9A64DEB6D891}" srcId="{24899553-8991-431D-A5B7-18C0D652FA59}" destId="{81B8E9EA-E441-4C2D-9476-A5804C681509}" srcOrd="0" destOrd="0" parTransId="{38BE3820-0AA7-4972-9A17-A9EC2080C417}" sibTransId="{B95E31F3-3699-4BF1-90AE-A6EF72CC5C9A}"/>
    <dgm:cxn modelId="{FF884E3E-6A26-4DEF-93AA-C93731F62CAD}" type="presParOf" srcId="{1F90E4AF-CFFD-4B7A-A23B-54ABA0E26D9C}" destId="{C5BA40BE-C9DB-464E-92F9-6DFE8F398521}" srcOrd="0" destOrd="0" presId="urn:microsoft.com/office/officeart/2005/8/layout/default#2"/>
    <dgm:cxn modelId="{E2471C6A-56D4-4CE1-B88B-A7B85D2AB989}" type="presParOf" srcId="{1F90E4AF-CFFD-4B7A-A23B-54ABA0E26D9C}" destId="{6283F5A5-FAE5-457D-A406-982F52387403}" srcOrd="1" destOrd="0" presId="urn:microsoft.com/office/officeart/2005/8/layout/default#2"/>
    <dgm:cxn modelId="{06B64495-2FBF-4C10-B49D-D8719E9322FE}" type="presParOf" srcId="{1F90E4AF-CFFD-4B7A-A23B-54ABA0E26D9C}" destId="{76FA735C-A0E4-43B8-B034-291D1EB7CD2E}" srcOrd="2" destOrd="0" presId="urn:microsoft.com/office/officeart/2005/8/layout/default#2"/>
    <dgm:cxn modelId="{4812BC36-E197-44CD-A234-CDD91A2A50BB}" type="presParOf" srcId="{1F90E4AF-CFFD-4B7A-A23B-54ABA0E26D9C}" destId="{B315E618-E00C-4D0A-A4C1-CBE5C2D70843}" srcOrd="3" destOrd="0" presId="urn:microsoft.com/office/officeart/2005/8/layout/default#2"/>
    <dgm:cxn modelId="{B44E84ED-C47D-4377-B2C9-E945CC57D448}" type="presParOf" srcId="{1F90E4AF-CFFD-4B7A-A23B-54ABA0E26D9C}" destId="{D071D608-011D-4883-B82D-229BFEF73970}" srcOrd="4" destOrd="0" presId="urn:microsoft.com/office/officeart/2005/8/layout/default#2"/>
    <dgm:cxn modelId="{27A64308-E5A8-4E0B-A004-178526C0CD59}" type="presParOf" srcId="{1F90E4AF-CFFD-4B7A-A23B-54ABA0E26D9C}" destId="{23FB8F88-9A1A-4F6C-A495-5BB2009FFBCF}" srcOrd="5" destOrd="0" presId="urn:microsoft.com/office/officeart/2005/8/layout/default#2"/>
    <dgm:cxn modelId="{AB73B9ED-88AA-47C5-B5E1-177BB52394A8}" type="presParOf" srcId="{1F90E4AF-CFFD-4B7A-A23B-54ABA0E26D9C}" destId="{EFD897A6-79C6-4433-BB04-B0A6DE5E33E4}" srcOrd="6" destOrd="0" presId="urn:microsoft.com/office/officeart/2005/8/layout/defaul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2A68B09-2F91-4394-BAA6-4A1D4AC7FF1B}" type="doc">
      <dgm:prSet loTypeId="urn:microsoft.com/office/officeart/2005/8/layout/lProcess2" loCatId="list" qsTypeId="urn:microsoft.com/office/officeart/2005/8/quickstyle/simple3" qsCatId="simple" csTypeId="urn:microsoft.com/office/officeart/2005/8/colors/accent0_3" csCatId="mainScheme" phldr="1"/>
      <dgm:spPr/>
      <dgm:t>
        <a:bodyPr/>
        <a:lstStyle/>
        <a:p>
          <a:endParaRPr lang="en-US"/>
        </a:p>
      </dgm:t>
    </dgm:pt>
    <dgm:pt modelId="{B112F327-990B-4ABA-8D19-5B12CF678CBF}">
      <dgm:prSet phldrT="[Text]" custT="1"/>
      <dgm:spPr/>
      <dgm:t>
        <a:bodyPr/>
        <a:lstStyle/>
        <a:p>
          <a:pPr algn="ctr"/>
          <a:r>
            <a:rPr lang="en-US" sz="2400">
              <a:latin typeface=".VnArial" pitchFamily="34" charset="0"/>
            </a:rPr>
            <a:t>B¶n chÊt giai cÊp cña ph¸p luËt</a:t>
          </a:r>
        </a:p>
      </dgm:t>
    </dgm:pt>
    <dgm:pt modelId="{C536AF90-A564-40AF-B414-6E0598482B26}" type="parTrans" cxnId="{9E679C3C-4BC3-401D-81FF-FE6BD80F9293}">
      <dgm:prSet/>
      <dgm:spPr/>
      <dgm:t>
        <a:bodyPr/>
        <a:lstStyle/>
        <a:p>
          <a:endParaRPr lang="en-US"/>
        </a:p>
      </dgm:t>
    </dgm:pt>
    <dgm:pt modelId="{AD02A9AA-2662-4810-9A51-9AB88C2F49F0}" type="sibTrans" cxnId="{9E679C3C-4BC3-401D-81FF-FE6BD80F9293}">
      <dgm:prSet/>
      <dgm:spPr/>
      <dgm:t>
        <a:bodyPr/>
        <a:lstStyle/>
        <a:p>
          <a:endParaRPr lang="en-US"/>
        </a:p>
      </dgm:t>
    </dgm:pt>
    <dgm:pt modelId="{EC9F1A6F-B979-4C1E-814E-389709321CAF}">
      <dgm:prSet phldrT="[Text]" custT="1"/>
      <dgm:spPr/>
      <dgm:t>
        <a:bodyPr/>
        <a:lstStyle/>
        <a:p>
          <a:pPr algn="just"/>
          <a:r>
            <a:rPr lang="en-US" sz="2200" err="1">
              <a:latin typeface=".VnArial" pitchFamily="34" charset="0"/>
            </a:rPr>
            <a:t>Ph¸p</a:t>
          </a:r>
          <a:r>
            <a:rPr lang="en-US" sz="2200">
              <a:latin typeface=".VnArial" pitchFamily="34" charset="0"/>
            </a:rPr>
            <a:t> </a:t>
          </a:r>
          <a:r>
            <a:rPr lang="en-US" sz="2200" err="1">
              <a:latin typeface=".VnArial" pitchFamily="34" charset="0"/>
            </a:rPr>
            <a:t>luËt</a:t>
          </a:r>
          <a:r>
            <a:rPr lang="en-US" sz="2200">
              <a:latin typeface=".VnArial" pitchFamily="34" charset="0"/>
            </a:rPr>
            <a:t> </a:t>
          </a:r>
          <a:r>
            <a:rPr lang="en-US" sz="2200" err="1">
              <a:latin typeface=".VnArial" pitchFamily="34" charset="0"/>
            </a:rPr>
            <a:t>ph¶n</a:t>
          </a:r>
          <a:r>
            <a:rPr lang="en-US" sz="2200">
              <a:latin typeface=".VnArial" pitchFamily="34" charset="0"/>
            </a:rPr>
            <a:t> ¸</a:t>
          </a:r>
          <a:r>
            <a:rPr lang="en-US" sz="2200" err="1">
              <a:latin typeface=".VnArial" pitchFamily="34" charset="0"/>
            </a:rPr>
            <a:t>nh</a:t>
          </a:r>
          <a:r>
            <a:rPr lang="en-US" sz="2200">
              <a:latin typeface=".VnArial" pitchFamily="34" charset="0"/>
            </a:rPr>
            <a:t> ý </a:t>
          </a:r>
          <a:r>
            <a:rPr lang="en-US" sz="2200" err="1">
              <a:latin typeface=".VnArial" pitchFamily="34" charset="0"/>
            </a:rPr>
            <a:t>chÝ</a:t>
          </a:r>
          <a:r>
            <a:rPr lang="en-US" sz="2200">
              <a:latin typeface=".VnArial" pitchFamily="34" charset="0"/>
            </a:rPr>
            <a:t> </a:t>
          </a:r>
          <a:r>
            <a:rPr lang="en-US" sz="2200" err="1">
              <a:latin typeface=".VnArial" pitchFamily="34" charset="0"/>
            </a:rPr>
            <a:t>cña</a:t>
          </a:r>
          <a:r>
            <a:rPr lang="en-US" sz="2200">
              <a:latin typeface=".VnArial" pitchFamily="34" charset="0"/>
            </a:rPr>
            <a:t> </a:t>
          </a:r>
          <a:r>
            <a:rPr lang="en-US" sz="2200" err="1">
              <a:latin typeface=".VnArial" pitchFamily="34" charset="0"/>
            </a:rPr>
            <a:t>giai</a:t>
          </a:r>
          <a:r>
            <a:rPr lang="en-US" sz="2200">
              <a:latin typeface=".VnArial" pitchFamily="34" charset="0"/>
            </a:rPr>
            <a:t> </a:t>
          </a:r>
          <a:r>
            <a:rPr lang="en-US" sz="2200" err="1">
              <a:latin typeface=".VnArial" pitchFamily="34" charset="0"/>
            </a:rPr>
            <a:t>cÊp</a:t>
          </a:r>
          <a:r>
            <a:rPr lang="en-US" sz="2200">
              <a:latin typeface=".VnArial" pitchFamily="34" charset="0"/>
            </a:rPr>
            <a:t> </a:t>
          </a:r>
          <a:r>
            <a:rPr lang="en-US" sz="2200" err="1">
              <a:latin typeface=".VnArial" pitchFamily="34" charset="0"/>
            </a:rPr>
            <a:t>thèng</a:t>
          </a:r>
          <a:r>
            <a:rPr lang="en-US" sz="2200">
              <a:latin typeface=".VnArial" pitchFamily="34" charset="0"/>
            </a:rPr>
            <a:t> </a:t>
          </a:r>
          <a:r>
            <a:rPr lang="en-US" sz="2200" err="1">
              <a:latin typeface=".VnArial" pitchFamily="34" charset="0"/>
            </a:rPr>
            <a:t>trÞ</a:t>
          </a:r>
          <a:endParaRPr lang="en-US" sz="2200">
            <a:latin typeface=".VnArial" pitchFamily="34" charset="0"/>
          </a:endParaRPr>
        </a:p>
      </dgm:t>
    </dgm:pt>
    <dgm:pt modelId="{44DE0AC5-EC2D-483F-A76D-FEC2EB8E6482}" type="parTrans" cxnId="{FC7C3644-71EF-422B-8E21-5A958110FDED}">
      <dgm:prSet/>
      <dgm:spPr/>
      <dgm:t>
        <a:bodyPr/>
        <a:lstStyle/>
        <a:p>
          <a:endParaRPr lang="en-US"/>
        </a:p>
      </dgm:t>
    </dgm:pt>
    <dgm:pt modelId="{C37EA83A-C679-4EE2-8ED6-DABA613ED6AA}" type="sibTrans" cxnId="{FC7C3644-71EF-422B-8E21-5A958110FDED}">
      <dgm:prSet/>
      <dgm:spPr/>
      <dgm:t>
        <a:bodyPr/>
        <a:lstStyle/>
        <a:p>
          <a:endParaRPr lang="en-US"/>
        </a:p>
      </dgm:t>
    </dgm:pt>
    <dgm:pt modelId="{59B9B629-DE25-411F-BC24-47F5027E79AD}">
      <dgm:prSet phldrT="[Text]" custT="1"/>
      <dgm:spPr/>
      <dgm:t>
        <a:bodyPr/>
        <a:lstStyle/>
        <a:p>
          <a:pPr algn="just"/>
          <a:r>
            <a:rPr lang="en-US" sz="2200" err="1">
              <a:latin typeface=".VnArial" pitchFamily="34" charset="0"/>
            </a:rPr>
            <a:t>Môc</a:t>
          </a:r>
          <a:r>
            <a:rPr lang="en-US" sz="2200">
              <a:latin typeface=".VnArial" pitchFamily="34" charset="0"/>
            </a:rPr>
            <a:t> ®</a:t>
          </a:r>
          <a:r>
            <a:rPr lang="en-US" sz="2200" err="1">
              <a:latin typeface=".VnArial" pitchFamily="34" charset="0"/>
            </a:rPr>
            <a:t>Ých</a:t>
          </a:r>
          <a:r>
            <a:rPr lang="en-US" sz="2200">
              <a:latin typeface=".VnArial" pitchFamily="34" charset="0"/>
            </a:rPr>
            <a:t> ®</a:t>
          </a:r>
          <a:r>
            <a:rPr lang="en-US" sz="2200" err="1">
              <a:latin typeface=".VnArial" pitchFamily="34" charset="0"/>
            </a:rPr>
            <a:t>iÒu</a:t>
          </a:r>
          <a:r>
            <a:rPr lang="en-US" sz="2200">
              <a:latin typeface=".VnArial" pitchFamily="34" charset="0"/>
            </a:rPr>
            <a:t> </a:t>
          </a:r>
          <a:r>
            <a:rPr lang="en-US" sz="2200" err="1">
              <a:latin typeface=".VnArial" pitchFamily="34" charset="0"/>
            </a:rPr>
            <a:t>chØnh</a:t>
          </a:r>
          <a:r>
            <a:rPr lang="en-US" sz="2200">
              <a:latin typeface=".VnArial" pitchFamily="34" charset="0"/>
            </a:rPr>
            <a:t> </a:t>
          </a:r>
          <a:r>
            <a:rPr lang="en-US" sz="2200" err="1">
              <a:latin typeface=".VnArial" pitchFamily="34" charset="0"/>
            </a:rPr>
            <a:t>cña</a:t>
          </a:r>
          <a:r>
            <a:rPr lang="en-US" sz="2200">
              <a:latin typeface=".VnArial" pitchFamily="34" charset="0"/>
            </a:rPr>
            <a:t> PL </a:t>
          </a:r>
          <a:r>
            <a:rPr lang="en-US" sz="2200" err="1">
              <a:latin typeface=".VnArial" pitchFamily="34" charset="0"/>
            </a:rPr>
            <a:t>nh»m</a:t>
          </a:r>
          <a:r>
            <a:rPr lang="en-US" sz="2200">
              <a:latin typeface=".VnArial" pitchFamily="34" charset="0"/>
            </a:rPr>
            <a:t> </a:t>
          </a:r>
          <a:r>
            <a:rPr lang="en-US" sz="2200" err="1">
              <a:latin typeface=".VnArial" pitchFamily="34" charset="0"/>
            </a:rPr>
            <a:t>hưíng</a:t>
          </a:r>
          <a:r>
            <a:rPr lang="en-US" sz="2200">
              <a:latin typeface=".VnArial" pitchFamily="34" charset="0"/>
            </a:rPr>
            <a:t> </a:t>
          </a:r>
          <a:r>
            <a:rPr lang="en-US" sz="2200" err="1">
              <a:latin typeface=".VnArial" pitchFamily="34" charset="0"/>
            </a:rPr>
            <a:t>c¸c</a:t>
          </a:r>
          <a:r>
            <a:rPr lang="en-US" sz="2200">
              <a:latin typeface=".VnArial" pitchFamily="34" charset="0"/>
            </a:rPr>
            <a:t> </a:t>
          </a:r>
          <a:r>
            <a:rPr lang="en-US" sz="2200" err="1">
              <a:latin typeface=".VnArial" pitchFamily="34" charset="0"/>
            </a:rPr>
            <a:t>quan</a:t>
          </a:r>
          <a:r>
            <a:rPr lang="en-US" sz="2200">
              <a:latin typeface=".VnArial" pitchFamily="34" charset="0"/>
            </a:rPr>
            <a:t> </a:t>
          </a:r>
          <a:r>
            <a:rPr lang="en-US" sz="2200" err="1">
              <a:latin typeface=".VnArial" pitchFamily="34" charset="0"/>
            </a:rPr>
            <a:t>hÖ</a:t>
          </a:r>
          <a:r>
            <a:rPr lang="en-US" sz="2200">
              <a:latin typeface=".VnArial" pitchFamily="34" charset="0"/>
            </a:rPr>
            <a:t> x· </a:t>
          </a:r>
          <a:r>
            <a:rPr lang="en-US" sz="2200" err="1">
              <a:latin typeface=".VnArial" pitchFamily="34" charset="0"/>
            </a:rPr>
            <a:t>héi</a:t>
          </a:r>
          <a:r>
            <a:rPr lang="en-US" sz="2200">
              <a:latin typeface=".VnArial" pitchFamily="34" charset="0"/>
            </a:rPr>
            <a:t> </a:t>
          </a:r>
          <a:r>
            <a:rPr lang="en-US" sz="2200" err="1">
              <a:latin typeface=".VnArial" pitchFamily="34" charset="0"/>
            </a:rPr>
            <a:t>theo</a:t>
          </a:r>
          <a:r>
            <a:rPr lang="en-US" sz="2200">
              <a:latin typeface=".VnArial" pitchFamily="34" charset="0"/>
            </a:rPr>
            <a:t> </a:t>
          </a:r>
          <a:r>
            <a:rPr lang="en-US" sz="2200" err="1">
              <a:latin typeface=".VnArial" pitchFamily="34" charset="0"/>
            </a:rPr>
            <a:t>trËt</a:t>
          </a:r>
          <a:r>
            <a:rPr lang="en-US" sz="2200">
              <a:latin typeface=".VnArial" pitchFamily="34" charset="0"/>
            </a:rPr>
            <a:t> </a:t>
          </a:r>
          <a:r>
            <a:rPr lang="en-US" sz="2200" err="1">
              <a:latin typeface=".VnArial" pitchFamily="34" charset="0"/>
            </a:rPr>
            <a:t>tù</a:t>
          </a:r>
          <a:r>
            <a:rPr lang="en-US" sz="2200">
              <a:latin typeface=".VnArial" pitchFamily="34" charset="0"/>
            </a:rPr>
            <a:t> </a:t>
          </a:r>
          <a:r>
            <a:rPr lang="en-US" sz="2200" err="1">
              <a:latin typeface=".VnArial" pitchFamily="34" charset="0"/>
            </a:rPr>
            <a:t>phï</a:t>
          </a:r>
          <a:r>
            <a:rPr lang="en-US" sz="2200">
              <a:latin typeface=".VnArial" pitchFamily="34" charset="0"/>
            </a:rPr>
            <a:t> </a:t>
          </a:r>
          <a:r>
            <a:rPr lang="en-US" sz="2200" err="1">
              <a:latin typeface=".VnArial" pitchFamily="34" charset="0"/>
            </a:rPr>
            <a:t>hîp</a:t>
          </a:r>
          <a:r>
            <a:rPr lang="en-US" sz="2200">
              <a:latin typeface=".VnArial" pitchFamily="34" charset="0"/>
            </a:rPr>
            <a:t> </a:t>
          </a:r>
        </a:p>
      </dgm:t>
    </dgm:pt>
    <dgm:pt modelId="{F84ED569-1FCD-4B77-BE85-29127A224AD2}" type="parTrans" cxnId="{8C5EBCBC-6EFD-4FFD-863D-42A572E61DBA}">
      <dgm:prSet/>
      <dgm:spPr/>
      <dgm:t>
        <a:bodyPr/>
        <a:lstStyle/>
        <a:p>
          <a:endParaRPr lang="en-US"/>
        </a:p>
      </dgm:t>
    </dgm:pt>
    <dgm:pt modelId="{C36AE627-6BBF-4A13-933B-709B3A586B4B}" type="sibTrans" cxnId="{8C5EBCBC-6EFD-4FFD-863D-42A572E61DBA}">
      <dgm:prSet/>
      <dgm:spPr/>
      <dgm:t>
        <a:bodyPr/>
        <a:lstStyle/>
        <a:p>
          <a:endParaRPr lang="en-US"/>
        </a:p>
      </dgm:t>
    </dgm:pt>
    <dgm:pt modelId="{797938FD-E199-4917-B225-1860C2C1CF36}">
      <dgm:prSet phldrT="[Text]" custT="1"/>
      <dgm:spPr/>
      <dgm:t>
        <a:bodyPr/>
        <a:lstStyle/>
        <a:p>
          <a:r>
            <a:rPr lang="en-US" sz="2800">
              <a:latin typeface=".VnArial" pitchFamily="34" charset="0"/>
            </a:rPr>
            <a:t>B¶n chÊt x· héi</a:t>
          </a:r>
        </a:p>
      </dgm:t>
    </dgm:pt>
    <dgm:pt modelId="{ED7065AA-AC7B-416B-9B97-A5FC01A84CAD}" type="parTrans" cxnId="{8356DCB4-EA7D-4CB0-A11A-3BE5D7C4486F}">
      <dgm:prSet/>
      <dgm:spPr/>
      <dgm:t>
        <a:bodyPr/>
        <a:lstStyle/>
        <a:p>
          <a:endParaRPr lang="en-US"/>
        </a:p>
      </dgm:t>
    </dgm:pt>
    <dgm:pt modelId="{59025318-8F5A-44C3-A3AD-202648F610D4}" type="sibTrans" cxnId="{8356DCB4-EA7D-4CB0-A11A-3BE5D7C4486F}">
      <dgm:prSet/>
      <dgm:spPr/>
      <dgm:t>
        <a:bodyPr/>
        <a:lstStyle/>
        <a:p>
          <a:endParaRPr lang="en-US"/>
        </a:p>
      </dgm:t>
    </dgm:pt>
    <dgm:pt modelId="{3E8E1D74-2417-4A0E-9482-03CC776DF138}">
      <dgm:prSet phldrT="[Text]" custT="1"/>
      <dgm:spPr/>
      <dgm:t>
        <a:bodyPr/>
        <a:lstStyle/>
        <a:p>
          <a:pPr algn="just"/>
          <a:r>
            <a:rPr lang="en-US" sz="2200">
              <a:latin typeface=".VnArial" pitchFamily="34" charset="0"/>
            </a:rPr>
            <a:t>Ph¸p luËt ph¶n ¸nh ý chÝ cña c¸c giai cÊp kh¸c trong x· héi</a:t>
          </a:r>
        </a:p>
      </dgm:t>
    </dgm:pt>
    <dgm:pt modelId="{5F6556D5-6F69-4FBB-BCF6-C4E7ACFF9406}" type="parTrans" cxnId="{A9B5ABB9-C0EE-4C7F-98F9-D17D3276E335}">
      <dgm:prSet/>
      <dgm:spPr/>
      <dgm:t>
        <a:bodyPr/>
        <a:lstStyle/>
        <a:p>
          <a:endParaRPr lang="en-US"/>
        </a:p>
      </dgm:t>
    </dgm:pt>
    <dgm:pt modelId="{043D795C-C56D-4276-8321-7B290629CD29}" type="sibTrans" cxnId="{A9B5ABB9-C0EE-4C7F-98F9-D17D3276E335}">
      <dgm:prSet/>
      <dgm:spPr/>
      <dgm:t>
        <a:bodyPr/>
        <a:lstStyle/>
        <a:p>
          <a:endParaRPr lang="en-US"/>
        </a:p>
      </dgm:t>
    </dgm:pt>
    <dgm:pt modelId="{0B205E09-F0AF-4B11-ACE9-BD1E113B0F92}">
      <dgm:prSet phldrT="[Text]" custT="1"/>
      <dgm:spPr/>
      <dgm:t>
        <a:bodyPr/>
        <a:lstStyle/>
        <a:p>
          <a:pPr algn="just"/>
          <a:r>
            <a:rPr lang="en-US" sz="2200" err="1">
              <a:latin typeface=".VnArial" pitchFamily="34" charset="0"/>
            </a:rPr>
            <a:t>Ph¸p</a:t>
          </a:r>
          <a:r>
            <a:rPr lang="en-US" sz="2200">
              <a:latin typeface=".VnArial" pitchFamily="34" charset="0"/>
            </a:rPr>
            <a:t> </a:t>
          </a:r>
          <a:r>
            <a:rPr lang="en-US" sz="2200" err="1">
              <a:latin typeface=".VnArial" pitchFamily="34" charset="0"/>
            </a:rPr>
            <a:t>luËt</a:t>
          </a:r>
          <a:r>
            <a:rPr lang="en-US" sz="2200">
              <a:latin typeface=".VnArial" pitchFamily="34" charset="0"/>
            </a:rPr>
            <a:t> </a:t>
          </a:r>
          <a:r>
            <a:rPr lang="en-US" sz="2200" err="1">
              <a:latin typeface=".VnArial" pitchFamily="34" charset="0"/>
            </a:rPr>
            <a:t>mang</a:t>
          </a:r>
          <a:r>
            <a:rPr lang="en-US" sz="2200">
              <a:latin typeface=".VnArial" pitchFamily="34" charset="0"/>
            </a:rPr>
            <a:t> </a:t>
          </a:r>
          <a:r>
            <a:rPr lang="en-US" sz="2200" err="1">
              <a:latin typeface=".VnArial" pitchFamily="34" charset="0"/>
            </a:rPr>
            <a:t>tÝnh</a:t>
          </a:r>
          <a:r>
            <a:rPr lang="en-US" sz="2200">
              <a:latin typeface=".VnArial" pitchFamily="34" charset="0"/>
            </a:rPr>
            <a:t> </a:t>
          </a:r>
          <a:r>
            <a:rPr lang="en-US" sz="2200" err="1">
              <a:latin typeface=".VnArial" pitchFamily="34" charset="0"/>
            </a:rPr>
            <a:t>kh¸ch</a:t>
          </a:r>
          <a:r>
            <a:rPr lang="en-US" sz="2200">
              <a:latin typeface=".VnArial" pitchFamily="34" charset="0"/>
            </a:rPr>
            <a:t> </a:t>
          </a:r>
          <a:r>
            <a:rPr lang="en-US" sz="2200" err="1">
              <a:latin typeface=".VnArial" pitchFamily="34" charset="0"/>
            </a:rPr>
            <a:t>quan</a:t>
          </a:r>
          <a:r>
            <a:rPr lang="en-US" sz="2200">
              <a:latin typeface=".VnArial" pitchFamily="34" charset="0"/>
            </a:rPr>
            <a:t>, </a:t>
          </a:r>
          <a:r>
            <a:rPr lang="en-US" sz="2200" err="1">
              <a:latin typeface=".VnArial" pitchFamily="34" charset="0"/>
            </a:rPr>
            <a:t>phï</a:t>
          </a:r>
          <a:r>
            <a:rPr lang="en-US" sz="2200">
              <a:latin typeface=".VnArial" pitchFamily="34" charset="0"/>
            </a:rPr>
            <a:t> </a:t>
          </a:r>
          <a:r>
            <a:rPr lang="en-US" sz="2200" err="1">
              <a:latin typeface=".VnArial" pitchFamily="34" charset="0"/>
            </a:rPr>
            <a:t>hîp</a:t>
          </a:r>
          <a:r>
            <a:rPr lang="en-US" sz="2200">
              <a:latin typeface=".VnArial" pitchFamily="34" charset="0"/>
            </a:rPr>
            <a:t> </a:t>
          </a:r>
          <a:r>
            <a:rPr lang="en-US" sz="2200" err="1">
              <a:latin typeface=".VnArial" pitchFamily="34" charset="0"/>
            </a:rPr>
            <a:t>víi</a:t>
          </a:r>
          <a:r>
            <a:rPr lang="en-US" sz="2200">
              <a:latin typeface=".VnArial" pitchFamily="34" charset="0"/>
            </a:rPr>
            <a:t> ®</a:t>
          </a:r>
          <a:r>
            <a:rPr lang="en-US" sz="2200" err="1">
              <a:latin typeface=".VnArial" pitchFamily="34" charset="0"/>
            </a:rPr>
            <a:t>iÒu</a:t>
          </a:r>
          <a:r>
            <a:rPr lang="en-US" sz="2200">
              <a:latin typeface=".VnArial" pitchFamily="34" charset="0"/>
            </a:rPr>
            <a:t> </a:t>
          </a:r>
          <a:r>
            <a:rPr lang="en-US" sz="2200" err="1">
              <a:latin typeface=".VnArial" pitchFamily="34" charset="0"/>
            </a:rPr>
            <a:t>kiÖn</a:t>
          </a:r>
          <a:r>
            <a:rPr lang="en-US" sz="2200">
              <a:latin typeface=".VnArial" pitchFamily="34" charset="0"/>
            </a:rPr>
            <a:t> </a:t>
          </a:r>
          <a:r>
            <a:rPr lang="en-US" sz="2200" err="1">
              <a:latin typeface=".VnArial" pitchFamily="34" charset="0"/>
            </a:rPr>
            <a:t>kinh</a:t>
          </a:r>
          <a:r>
            <a:rPr lang="en-US" sz="2200">
              <a:latin typeface=".VnArial" pitchFamily="34" charset="0"/>
            </a:rPr>
            <a:t> </a:t>
          </a:r>
          <a:r>
            <a:rPr lang="en-US" sz="2200" err="1">
              <a:latin typeface=".VnArial" pitchFamily="34" charset="0"/>
            </a:rPr>
            <a:t>tÕ</a:t>
          </a:r>
          <a:r>
            <a:rPr lang="en-US" sz="2200">
              <a:latin typeface=".VnArial" pitchFamily="34" charset="0"/>
            </a:rPr>
            <a:t>-x· </a:t>
          </a:r>
          <a:r>
            <a:rPr lang="en-US" sz="2200" err="1">
              <a:latin typeface=".VnArial" pitchFamily="34" charset="0"/>
            </a:rPr>
            <a:t>héi</a:t>
          </a:r>
          <a:r>
            <a:rPr lang="en-US" sz="2200">
              <a:latin typeface=".VnArial" pitchFamily="34" charset="0"/>
            </a:rPr>
            <a:t> </a:t>
          </a:r>
          <a:r>
            <a:rPr lang="en-US" sz="2200" err="1">
              <a:latin typeface=".VnArial" pitchFamily="34" charset="0"/>
            </a:rPr>
            <a:t>cña</a:t>
          </a:r>
          <a:r>
            <a:rPr lang="en-US" sz="2200">
              <a:latin typeface=".VnArial" pitchFamily="34" charset="0"/>
            </a:rPr>
            <a:t> ®</a:t>
          </a:r>
          <a:r>
            <a:rPr lang="en-US" sz="2200" err="1">
              <a:latin typeface=".VnArial" pitchFamily="34" charset="0"/>
            </a:rPr>
            <a:t>Êt</a:t>
          </a:r>
          <a:r>
            <a:rPr lang="en-US" sz="2200">
              <a:latin typeface=".VnArial" pitchFamily="34" charset="0"/>
            </a:rPr>
            <a:t> n­íc</a:t>
          </a:r>
        </a:p>
      </dgm:t>
    </dgm:pt>
    <dgm:pt modelId="{CF16D746-495D-49BB-91EF-0EED74255B6B}" type="parTrans" cxnId="{1D4738A2-D39C-42E7-BE8F-B9694C5CF379}">
      <dgm:prSet/>
      <dgm:spPr/>
      <dgm:t>
        <a:bodyPr/>
        <a:lstStyle/>
        <a:p>
          <a:endParaRPr lang="en-US"/>
        </a:p>
      </dgm:t>
    </dgm:pt>
    <dgm:pt modelId="{89CA1FE5-0ED1-4937-9353-38EC86ED7208}" type="sibTrans" cxnId="{1D4738A2-D39C-42E7-BE8F-B9694C5CF379}">
      <dgm:prSet/>
      <dgm:spPr/>
      <dgm:t>
        <a:bodyPr/>
        <a:lstStyle/>
        <a:p>
          <a:endParaRPr lang="en-US"/>
        </a:p>
      </dgm:t>
    </dgm:pt>
    <dgm:pt modelId="{A04804CD-EBDC-4BB9-8AA3-BF10F8FC78B9}" type="pres">
      <dgm:prSet presAssocID="{42A68B09-2F91-4394-BAA6-4A1D4AC7FF1B}" presName="theList" presStyleCnt="0">
        <dgm:presLayoutVars>
          <dgm:dir/>
          <dgm:animLvl val="lvl"/>
          <dgm:resizeHandles val="exact"/>
        </dgm:presLayoutVars>
      </dgm:prSet>
      <dgm:spPr/>
    </dgm:pt>
    <dgm:pt modelId="{9BAEBCCF-EF2A-460E-BF89-94F17ED9A74E}" type="pres">
      <dgm:prSet presAssocID="{B112F327-990B-4ABA-8D19-5B12CF678CBF}" presName="compNode" presStyleCnt="0"/>
      <dgm:spPr/>
    </dgm:pt>
    <dgm:pt modelId="{F56F144F-5447-4B8E-85EB-5DD78AD9B25E}" type="pres">
      <dgm:prSet presAssocID="{B112F327-990B-4ABA-8D19-5B12CF678CBF}" presName="aNode" presStyleLbl="bgShp" presStyleIdx="0" presStyleCnt="2"/>
      <dgm:spPr/>
    </dgm:pt>
    <dgm:pt modelId="{1D7B9953-AD9E-4FCD-A2AD-3F7F038407F0}" type="pres">
      <dgm:prSet presAssocID="{B112F327-990B-4ABA-8D19-5B12CF678CBF}" presName="textNode" presStyleLbl="bgShp" presStyleIdx="0" presStyleCnt="2"/>
      <dgm:spPr/>
    </dgm:pt>
    <dgm:pt modelId="{0DB5F809-0790-438A-87AB-5B59B7B143AE}" type="pres">
      <dgm:prSet presAssocID="{B112F327-990B-4ABA-8D19-5B12CF678CBF}" presName="compChildNode" presStyleCnt="0"/>
      <dgm:spPr/>
    </dgm:pt>
    <dgm:pt modelId="{33784A0C-3930-4B88-94AA-B7F0FFE6E710}" type="pres">
      <dgm:prSet presAssocID="{B112F327-990B-4ABA-8D19-5B12CF678CBF}" presName="theInnerList" presStyleCnt="0"/>
      <dgm:spPr/>
    </dgm:pt>
    <dgm:pt modelId="{56E97E38-DD6A-4090-8C41-1781D60B9E51}" type="pres">
      <dgm:prSet presAssocID="{EC9F1A6F-B979-4C1E-814E-389709321CAF}" presName="childNode" presStyleLbl="node1" presStyleIdx="0" presStyleCnt="4">
        <dgm:presLayoutVars>
          <dgm:bulletEnabled val="1"/>
        </dgm:presLayoutVars>
      </dgm:prSet>
      <dgm:spPr/>
    </dgm:pt>
    <dgm:pt modelId="{59312A86-44CF-4533-9BE6-1DDAA5A80EA5}" type="pres">
      <dgm:prSet presAssocID="{EC9F1A6F-B979-4C1E-814E-389709321CAF}" presName="aSpace2" presStyleCnt="0"/>
      <dgm:spPr/>
    </dgm:pt>
    <dgm:pt modelId="{E9A5AA0A-BC62-45B8-83F8-D192F135A59D}" type="pres">
      <dgm:prSet presAssocID="{59B9B629-DE25-411F-BC24-47F5027E79AD}" presName="childNode" presStyleLbl="node1" presStyleIdx="1" presStyleCnt="4">
        <dgm:presLayoutVars>
          <dgm:bulletEnabled val="1"/>
        </dgm:presLayoutVars>
      </dgm:prSet>
      <dgm:spPr/>
    </dgm:pt>
    <dgm:pt modelId="{7056435B-3C21-4A83-9F21-F8D52D9B8E33}" type="pres">
      <dgm:prSet presAssocID="{B112F327-990B-4ABA-8D19-5B12CF678CBF}" presName="aSpace" presStyleCnt="0"/>
      <dgm:spPr/>
    </dgm:pt>
    <dgm:pt modelId="{7FBDA62D-ECB3-4E78-92D6-FE939155796E}" type="pres">
      <dgm:prSet presAssocID="{797938FD-E199-4917-B225-1860C2C1CF36}" presName="compNode" presStyleCnt="0"/>
      <dgm:spPr/>
    </dgm:pt>
    <dgm:pt modelId="{BA5CED27-C4EE-4A58-9F19-A4C20517A53E}" type="pres">
      <dgm:prSet presAssocID="{797938FD-E199-4917-B225-1860C2C1CF36}" presName="aNode" presStyleLbl="bgShp" presStyleIdx="1" presStyleCnt="2"/>
      <dgm:spPr/>
    </dgm:pt>
    <dgm:pt modelId="{296B59E1-62A7-4083-B1F5-11233512FD1A}" type="pres">
      <dgm:prSet presAssocID="{797938FD-E199-4917-B225-1860C2C1CF36}" presName="textNode" presStyleLbl="bgShp" presStyleIdx="1" presStyleCnt="2"/>
      <dgm:spPr/>
    </dgm:pt>
    <dgm:pt modelId="{A6E7158A-D565-44B8-BCEF-7702129AB8C0}" type="pres">
      <dgm:prSet presAssocID="{797938FD-E199-4917-B225-1860C2C1CF36}" presName="compChildNode" presStyleCnt="0"/>
      <dgm:spPr/>
    </dgm:pt>
    <dgm:pt modelId="{C29F732F-8739-4F56-9FB5-1976D739E1FD}" type="pres">
      <dgm:prSet presAssocID="{797938FD-E199-4917-B225-1860C2C1CF36}" presName="theInnerList" presStyleCnt="0"/>
      <dgm:spPr/>
    </dgm:pt>
    <dgm:pt modelId="{5DDDB0D2-ECAF-4D49-B392-D29509D293B3}" type="pres">
      <dgm:prSet presAssocID="{3E8E1D74-2417-4A0E-9482-03CC776DF138}" presName="childNode" presStyleLbl="node1" presStyleIdx="2" presStyleCnt="4">
        <dgm:presLayoutVars>
          <dgm:bulletEnabled val="1"/>
        </dgm:presLayoutVars>
      </dgm:prSet>
      <dgm:spPr/>
    </dgm:pt>
    <dgm:pt modelId="{78268158-5A0A-44F2-B9E0-8DE4876B3A27}" type="pres">
      <dgm:prSet presAssocID="{3E8E1D74-2417-4A0E-9482-03CC776DF138}" presName="aSpace2" presStyleCnt="0"/>
      <dgm:spPr/>
    </dgm:pt>
    <dgm:pt modelId="{4D08E7D9-3C47-4F99-AFAD-AA78CEF4C46A}" type="pres">
      <dgm:prSet presAssocID="{0B205E09-F0AF-4B11-ACE9-BD1E113B0F92}" presName="childNode" presStyleLbl="node1" presStyleIdx="3" presStyleCnt="4" custScaleY="119959">
        <dgm:presLayoutVars>
          <dgm:bulletEnabled val="1"/>
        </dgm:presLayoutVars>
      </dgm:prSet>
      <dgm:spPr/>
    </dgm:pt>
  </dgm:ptLst>
  <dgm:cxnLst>
    <dgm:cxn modelId="{7F023704-8D5B-4290-B7BF-8E3030841136}" type="presOf" srcId="{797938FD-E199-4917-B225-1860C2C1CF36}" destId="{296B59E1-62A7-4083-B1F5-11233512FD1A}" srcOrd="1" destOrd="0" presId="urn:microsoft.com/office/officeart/2005/8/layout/lProcess2"/>
    <dgm:cxn modelId="{9E679C3C-4BC3-401D-81FF-FE6BD80F9293}" srcId="{42A68B09-2F91-4394-BAA6-4A1D4AC7FF1B}" destId="{B112F327-990B-4ABA-8D19-5B12CF678CBF}" srcOrd="0" destOrd="0" parTransId="{C536AF90-A564-40AF-B414-6E0598482B26}" sibTransId="{AD02A9AA-2662-4810-9A51-9AB88C2F49F0}"/>
    <dgm:cxn modelId="{607B173D-5CA3-4902-BDB0-6C21E68C729B}" type="presOf" srcId="{0B205E09-F0AF-4B11-ACE9-BD1E113B0F92}" destId="{4D08E7D9-3C47-4F99-AFAD-AA78CEF4C46A}" srcOrd="0" destOrd="0" presId="urn:microsoft.com/office/officeart/2005/8/layout/lProcess2"/>
    <dgm:cxn modelId="{FC7C3644-71EF-422B-8E21-5A958110FDED}" srcId="{B112F327-990B-4ABA-8D19-5B12CF678CBF}" destId="{EC9F1A6F-B979-4C1E-814E-389709321CAF}" srcOrd="0" destOrd="0" parTransId="{44DE0AC5-EC2D-483F-A76D-FEC2EB8E6482}" sibTransId="{C37EA83A-C679-4EE2-8ED6-DABA613ED6AA}"/>
    <dgm:cxn modelId="{E6281166-36AB-43BE-8D44-0186587C5D77}" type="presOf" srcId="{3E8E1D74-2417-4A0E-9482-03CC776DF138}" destId="{5DDDB0D2-ECAF-4D49-B392-D29509D293B3}" srcOrd="0" destOrd="0" presId="urn:microsoft.com/office/officeart/2005/8/layout/lProcess2"/>
    <dgm:cxn modelId="{C05D7178-EC2A-4A9B-8E85-14B1AB2FD342}" type="presOf" srcId="{EC9F1A6F-B979-4C1E-814E-389709321CAF}" destId="{56E97E38-DD6A-4090-8C41-1781D60B9E51}" srcOrd="0" destOrd="0" presId="urn:microsoft.com/office/officeart/2005/8/layout/lProcess2"/>
    <dgm:cxn modelId="{F227F793-EB91-47E2-9C7C-F12FA7CFEAF4}" type="presOf" srcId="{B112F327-990B-4ABA-8D19-5B12CF678CBF}" destId="{F56F144F-5447-4B8E-85EB-5DD78AD9B25E}" srcOrd="0" destOrd="0" presId="urn:microsoft.com/office/officeart/2005/8/layout/lProcess2"/>
    <dgm:cxn modelId="{1D4738A2-D39C-42E7-BE8F-B9694C5CF379}" srcId="{797938FD-E199-4917-B225-1860C2C1CF36}" destId="{0B205E09-F0AF-4B11-ACE9-BD1E113B0F92}" srcOrd="1" destOrd="0" parTransId="{CF16D746-495D-49BB-91EF-0EED74255B6B}" sibTransId="{89CA1FE5-0ED1-4937-9353-38EC86ED7208}"/>
    <dgm:cxn modelId="{8356DCB4-EA7D-4CB0-A11A-3BE5D7C4486F}" srcId="{42A68B09-2F91-4394-BAA6-4A1D4AC7FF1B}" destId="{797938FD-E199-4917-B225-1860C2C1CF36}" srcOrd="1" destOrd="0" parTransId="{ED7065AA-AC7B-416B-9B97-A5FC01A84CAD}" sibTransId="{59025318-8F5A-44C3-A3AD-202648F610D4}"/>
    <dgm:cxn modelId="{8AB172B8-094B-4F91-889F-17498F391BB8}" type="presOf" srcId="{42A68B09-2F91-4394-BAA6-4A1D4AC7FF1B}" destId="{A04804CD-EBDC-4BB9-8AA3-BF10F8FC78B9}" srcOrd="0" destOrd="0" presId="urn:microsoft.com/office/officeart/2005/8/layout/lProcess2"/>
    <dgm:cxn modelId="{A9B5ABB9-C0EE-4C7F-98F9-D17D3276E335}" srcId="{797938FD-E199-4917-B225-1860C2C1CF36}" destId="{3E8E1D74-2417-4A0E-9482-03CC776DF138}" srcOrd="0" destOrd="0" parTransId="{5F6556D5-6F69-4FBB-BCF6-C4E7ACFF9406}" sibTransId="{043D795C-C56D-4276-8321-7B290629CD29}"/>
    <dgm:cxn modelId="{8C5EBCBC-6EFD-4FFD-863D-42A572E61DBA}" srcId="{B112F327-990B-4ABA-8D19-5B12CF678CBF}" destId="{59B9B629-DE25-411F-BC24-47F5027E79AD}" srcOrd="1" destOrd="0" parTransId="{F84ED569-1FCD-4B77-BE85-29127A224AD2}" sibTransId="{C36AE627-6BBF-4A13-933B-709B3A586B4B}"/>
    <dgm:cxn modelId="{04EEEEBF-848B-4B3B-9DF9-5E226C9CA95B}" type="presOf" srcId="{797938FD-E199-4917-B225-1860C2C1CF36}" destId="{BA5CED27-C4EE-4A58-9F19-A4C20517A53E}" srcOrd="0" destOrd="0" presId="urn:microsoft.com/office/officeart/2005/8/layout/lProcess2"/>
    <dgm:cxn modelId="{B6019BCC-2901-465E-B938-5C96C0E503A3}" type="presOf" srcId="{B112F327-990B-4ABA-8D19-5B12CF678CBF}" destId="{1D7B9953-AD9E-4FCD-A2AD-3F7F038407F0}" srcOrd="1" destOrd="0" presId="urn:microsoft.com/office/officeart/2005/8/layout/lProcess2"/>
    <dgm:cxn modelId="{90A2ADF8-0CB6-4769-9A0B-BDC19842A8ED}" type="presOf" srcId="{59B9B629-DE25-411F-BC24-47F5027E79AD}" destId="{E9A5AA0A-BC62-45B8-83F8-D192F135A59D}" srcOrd="0" destOrd="0" presId="urn:microsoft.com/office/officeart/2005/8/layout/lProcess2"/>
    <dgm:cxn modelId="{0C376FCE-E756-40EB-86CA-45E1E0BC4312}" type="presParOf" srcId="{A04804CD-EBDC-4BB9-8AA3-BF10F8FC78B9}" destId="{9BAEBCCF-EF2A-460E-BF89-94F17ED9A74E}" srcOrd="0" destOrd="0" presId="urn:microsoft.com/office/officeart/2005/8/layout/lProcess2"/>
    <dgm:cxn modelId="{687DCF96-AEB7-4FCD-BAEC-9B4DCD2E0D0C}" type="presParOf" srcId="{9BAEBCCF-EF2A-460E-BF89-94F17ED9A74E}" destId="{F56F144F-5447-4B8E-85EB-5DD78AD9B25E}" srcOrd="0" destOrd="0" presId="urn:microsoft.com/office/officeart/2005/8/layout/lProcess2"/>
    <dgm:cxn modelId="{8690337A-0392-4F43-BFD9-A83FC7E4843E}" type="presParOf" srcId="{9BAEBCCF-EF2A-460E-BF89-94F17ED9A74E}" destId="{1D7B9953-AD9E-4FCD-A2AD-3F7F038407F0}" srcOrd="1" destOrd="0" presId="urn:microsoft.com/office/officeart/2005/8/layout/lProcess2"/>
    <dgm:cxn modelId="{3F6F806F-2CF7-44A2-97C8-36FF8B4B77F3}" type="presParOf" srcId="{9BAEBCCF-EF2A-460E-BF89-94F17ED9A74E}" destId="{0DB5F809-0790-438A-87AB-5B59B7B143AE}" srcOrd="2" destOrd="0" presId="urn:microsoft.com/office/officeart/2005/8/layout/lProcess2"/>
    <dgm:cxn modelId="{D9FBAFE1-07D0-4806-A402-AA01AFDFB70B}" type="presParOf" srcId="{0DB5F809-0790-438A-87AB-5B59B7B143AE}" destId="{33784A0C-3930-4B88-94AA-B7F0FFE6E710}" srcOrd="0" destOrd="0" presId="urn:microsoft.com/office/officeart/2005/8/layout/lProcess2"/>
    <dgm:cxn modelId="{BC4E11BD-EC69-40A9-A11A-2093EC5866AF}" type="presParOf" srcId="{33784A0C-3930-4B88-94AA-B7F0FFE6E710}" destId="{56E97E38-DD6A-4090-8C41-1781D60B9E51}" srcOrd="0" destOrd="0" presId="urn:microsoft.com/office/officeart/2005/8/layout/lProcess2"/>
    <dgm:cxn modelId="{CA212415-4F04-45DF-AA0E-FF0559B82169}" type="presParOf" srcId="{33784A0C-3930-4B88-94AA-B7F0FFE6E710}" destId="{59312A86-44CF-4533-9BE6-1DDAA5A80EA5}" srcOrd="1" destOrd="0" presId="urn:microsoft.com/office/officeart/2005/8/layout/lProcess2"/>
    <dgm:cxn modelId="{10D9D6F7-8ACD-4D38-B3BB-DABF4A4A3FE5}" type="presParOf" srcId="{33784A0C-3930-4B88-94AA-B7F0FFE6E710}" destId="{E9A5AA0A-BC62-45B8-83F8-D192F135A59D}" srcOrd="2" destOrd="0" presId="urn:microsoft.com/office/officeart/2005/8/layout/lProcess2"/>
    <dgm:cxn modelId="{4605AF13-223B-4512-9553-D6339E9D4F91}" type="presParOf" srcId="{A04804CD-EBDC-4BB9-8AA3-BF10F8FC78B9}" destId="{7056435B-3C21-4A83-9F21-F8D52D9B8E33}" srcOrd="1" destOrd="0" presId="urn:microsoft.com/office/officeart/2005/8/layout/lProcess2"/>
    <dgm:cxn modelId="{8E116FBF-95A9-4B7C-A96B-11B1529655E5}" type="presParOf" srcId="{A04804CD-EBDC-4BB9-8AA3-BF10F8FC78B9}" destId="{7FBDA62D-ECB3-4E78-92D6-FE939155796E}" srcOrd="2" destOrd="0" presId="urn:microsoft.com/office/officeart/2005/8/layout/lProcess2"/>
    <dgm:cxn modelId="{8C78E774-E376-48FA-B5B8-B112B8B50914}" type="presParOf" srcId="{7FBDA62D-ECB3-4E78-92D6-FE939155796E}" destId="{BA5CED27-C4EE-4A58-9F19-A4C20517A53E}" srcOrd="0" destOrd="0" presId="urn:microsoft.com/office/officeart/2005/8/layout/lProcess2"/>
    <dgm:cxn modelId="{A0BF3A74-98EE-4B6F-A4A4-BCE2CE609C44}" type="presParOf" srcId="{7FBDA62D-ECB3-4E78-92D6-FE939155796E}" destId="{296B59E1-62A7-4083-B1F5-11233512FD1A}" srcOrd="1" destOrd="0" presId="urn:microsoft.com/office/officeart/2005/8/layout/lProcess2"/>
    <dgm:cxn modelId="{CF0776FF-8104-4CD0-B839-D025435E6CFD}" type="presParOf" srcId="{7FBDA62D-ECB3-4E78-92D6-FE939155796E}" destId="{A6E7158A-D565-44B8-BCEF-7702129AB8C0}" srcOrd="2" destOrd="0" presId="urn:microsoft.com/office/officeart/2005/8/layout/lProcess2"/>
    <dgm:cxn modelId="{3860BFCC-7623-4B75-AB96-AC4381FDA17A}" type="presParOf" srcId="{A6E7158A-D565-44B8-BCEF-7702129AB8C0}" destId="{C29F732F-8739-4F56-9FB5-1976D739E1FD}" srcOrd="0" destOrd="0" presId="urn:microsoft.com/office/officeart/2005/8/layout/lProcess2"/>
    <dgm:cxn modelId="{EC7543D7-FEDE-4B31-8A24-EF64D7935CB3}" type="presParOf" srcId="{C29F732F-8739-4F56-9FB5-1976D739E1FD}" destId="{5DDDB0D2-ECAF-4D49-B392-D29509D293B3}" srcOrd="0" destOrd="0" presId="urn:microsoft.com/office/officeart/2005/8/layout/lProcess2"/>
    <dgm:cxn modelId="{A956ECBA-59CC-4CB2-9BA8-82F9FDAD49D3}" type="presParOf" srcId="{C29F732F-8739-4F56-9FB5-1976D739E1FD}" destId="{78268158-5A0A-44F2-B9E0-8DE4876B3A27}" srcOrd="1" destOrd="0" presId="urn:microsoft.com/office/officeart/2005/8/layout/lProcess2"/>
    <dgm:cxn modelId="{32AC0D5D-06ED-4FD2-9213-E77B3F9817F4}" type="presParOf" srcId="{C29F732F-8739-4F56-9FB5-1976D739E1FD}" destId="{4D08E7D9-3C47-4F99-AFAD-AA78CEF4C46A}"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2DFC4FA-3DAD-463B-9C84-BD752768E468}" type="doc">
      <dgm:prSet loTypeId="urn:microsoft.com/office/officeart/2005/8/layout/lProcess2" loCatId="relationship" qsTypeId="urn:microsoft.com/office/officeart/2005/8/quickstyle/simple1" qsCatId="simple" csTypeId="urn:microsoft.com/office/officeart/2005/8/colors/colorful2" csCatId="colorful" phldr="1"/>
      <dgm:spPr/>
      <dgm:t>
        <a:bodyPr/>
        <a:lstStyle/>
        <a:p>
          <a:endParaRPr lang="en-US"/>
        </a:p>
      </dgm:t>
    </dgm:pt>
    <dgm:pt modelId="{ABBD6208-8195-4D54-B64D-9582CB91A908}">
      <dgm:prSet phldrT="[Text]"/>
      <dgm:spPr/>
      <dgm:t>
        <a:bodyPr/>
        <a:lstStyle/>
        <a:p>
          <a:r>
            <a:rPr lang="en-US" err="1"/>
            <a:t>Chức</a:t>
          </a:r>
          <a:r>
            <a:rPr lang="en-US"/>
            <a:t> </a:t>
          </a:r>
          <a:r>
            <a:rPr lang="en-US" err="1"/>
            <a:t>năng</a:t>
          </a:r>
          <a:r>
            <a:rPr lang="en-US"/>
            <a:t> </a:t>
          </a:r>
          <a:r>
            <a:rPr lang="en-US" err="1"/>
            <a:t>điều</a:t>
          </a:r>
          <a:r>
            <a:rPr lang="en-US"/>
            <a:t> </a:t>
          </a:r>
          <a:r>
            <a:rPr lang="en-US" err="1"/>
            <a:t>chỉnh</a:t>
          </a:r>
          <a:r>
            <a:rPr lang="en-US"/>
            <a:t> </a:t>
          </a:r>
          <a:r>
            <a:rPr lang="en-US" err="1"/>
            <a:t>các</a:t>
          </a:r>
          <a:r>
            <a:rPr lang="en-US"/>
            <a:t> QHXH</a:t>
          </a:r>
        </a:p>
      </dgm:t>
    </dgm:pt>
    <dgm:pt modelId="{08D52A29-5FF8-4860-88D7-1DB58F38F5D4}" type="parTrans" cxnId="{7C98ED5F-85F4-476A-BB30-2B88A0C7A83C}">
      <dgm:prSet/>
      <dgm:spPr/>
      <dgm:t>
        <a:bodyPr/>
        <a:lstStyle/>
        <a:p>
          <a:endParaRPr lang="en-US"/>
        </a:p>
      </dgm:t>
    </dgm:pt>
    <dgm:pt modelId="{28B98A5B-334B-4C40-A3A1-9B6490245BF9}" type="sibTrans" cxnId="{7C98ED5F-85F4-476A-BB30-2B88A0C7A83C}">
      <dgm:prSet/>
      <dgm:spPr/>
      <dgm:t>
        <a:bodyPr/>
        <a:lstStyle/>
        <a:p>
          <a:endParaRPr lang="en-US"/>
        </a:p>
      </dgm:t>
    </dgm:pt>
    <dgm:pt modelId="{540C414E-B6AC-42E9-A063-7C3E1F43EE50}">
      <dgm:prSet phldrT="[Text]" custT="1"/>
      <dgm:spPr/>
      <dgm:t>
        <a:bodyPr/>
        <a:lstStyle/>
        <a:p>
          <a:pPr algn="just"/>
          <a:r>
            <a:rPr lang="en-US" sz="1800">
              <a:solidFill>
                <a:schemeClr val="bg1"/>
              </a:solidFill>
            </a:rPr>
            <a:t>- </a:t>
          </a:r>
          <a:r>
            <a:rPr lang="en-US" sz="2000" err="1">
              <a:solidFill>
                <a:schemeClr val="bg1"/>
              </a:solidFill>
            </a:rPr>
            <a:t>Ghi</a:t>
          </a:r>
          <a:r>
            <a:rPr lang="en-US" sz="2000">
              <a:solidFill>
                <a:schemeClr val="bg1"/>
              </a:solidFill>
            </a:rPr>
            <a:t> </a:t>
          </a:r>
          <a:r>
            <a:rPr lang="en-US" sz="2000" err="1">
              <a:solidFill>
                <a:schemeClr val="bg1"/>
              </a:solidFill>
            </a:rPr>
            <a:t>nhận</a:t>
          </a:r>
          <a:r>
            <a:rPr lang="en-US" sz="2000">
              <a:solidFill>
                <a:schemeClr val="bg1"/>
              </a:solidFill>
            </a:rPr>
            <a:t> </a:t>
          </a:r>
          <a:r>
            <a:rPr lang="en-US" sz="2000" err="1">
              <a:solidFill>
                <a:schemeClr val="bg1"/>
              </a:solidFill>
            </a:rPr>
            <a:t>các</a:t>
          </a:r>
          <a:r>
            <a:rPr lang="en-US" sz="2000">
              <a:solidFill>
                <a:schemeClr val="bg1"/>
              </a:solidFill>
            </a:rPr>
            <a:t> </a:t>
          </a:r>
          <a:r>
            <a:rPr lang="en-US" sz="2000" err="1">
              <a:solidFill>
                <a:schemeClr val="bg1"/>
              </a:solidFill>
            </a:rPr>
            <a:t>quan</a:t>
          </a:r>
          <a:r>
            <a:rPr lang="en-US" sz="2000">
              <a:solidFill>
                <a:schemeClr val="bg1"/>
              </a:solidFill>
            </a:rPr>
            <a:t> </a:t>
          </a:r>
          <a:r>
            <a:rPr lang="en-US" sz="2000" err="1">
              <a:solidFill>
                <a:schemeClr val="bg1"/>
              </a:solidFill>
            </a:rPr>
            <a:t>hệ</a:t>
          </a:r>
          <a:r>
            <a:rPr lang="en-US" sz="2000">
              <a:solidFill>
                <a:schemeClr val="bg1"/>
              </a:solidFill>
            </a:rPr>
            <a:t> </a:t>
          </a:r>
          <a:r>
            <a:rPr lang="en-US" sz="2000" err="1">
              <a:solidFill>
                <a:schemeClr val="bg1"/>
              </a:solidFill>
            </a:rPr>
            <a:t>xã</a:t>
          </a:r>
          <a:r>
            <a:rPr lang="en-US" sz="2000">
              <a:solidFill>
                <a:schemeClr val="bg1"/>
              </a:solidFill>
            </a:rPr>
            <a:t> </a:t>
          </a:r>
          <a:r>
            <a:rPr lang="en-US" sz="2000" err="1">
              <a:solidFill>
                <a:schemeClr val="bg1"/>
              </a:solidFill>
            </a:rPr>
            <a:t>hội</a:t>
          </a:r>
          <a:endParaRPr lang="en-US" sz="2000">
            <a:solidFill>
              <a:schemeClr val="bg1"/>
            </a:solidFill>
          </a:endParaRPr>
        </a:p>
        <a:p>
          <a:pPr algn="just"/>
          <a:r>
            <a:rPr lang="en-US" sz="2000">
              <a:solidFill>
                <a:schemeClr val="bg1"/>
              </a:solidFill>
            </a:rPr>
            <a:t>- </a:t>
          </a:r>
          <a:r>
            <a:rPr lang="en-US" sz="2000" err="1">
              <a:solidFill>
                <a:schemeClr val="bg1"/>
              </a:solidFill>
            </a:rPr>
            <a:t>Bảo</a:t>
          </a:r>
          <a:r>
            <a:rPr lang="en-US" sz="2000">
              <a:solidFill>
                <a:schemeClr val="bg1"/>
              </a:solidFill>
            </a:rPr>
            <a:t> </a:t>
          </a:r>
          <a:r>
            <a:rPr lang="en-US" sz="2000" err="1">
              <a:solidFill>
                <a:schemeClr val="bg1"/>
              </a:solidFill>
            </a:rPr>
            <a:t>vệ</a:t>
          </a:r>
          <a:r>
            <a:rPr lang="en-US" sz="2000">
              <a:solidFill>
                <a:schemeClr val="bg1"/>
              </a:solidFill>
            </a:rPr>
            <a:t> </a:t>
          </a:r>
          <a:r>
            <a:rPr lang="en-US" sz="2000" err="1">
              <a:solidFill>
                <a:schemeClr val="bg1"/>
              </a:solidFill>
            </a:rPr>
            <a:t>các</a:t>
          </a:r>
          <a:r>
            <a:rPr lang="en-US" sz="2000">
              <a:solidFill>
                <a:schemeClr val="bg1"/>
              </a:solidFill>
            </a:rPr>
            <a:t> </a:t>
          </a:r>
          <a:r>
            <a:rPr lang="en-US" sz="2000" err="1">
              <a:solidFill>
                <a:schemeClr val="bg1"/>
              </a:solidFill>
            </a:rPr>
            <a:t>quan</a:t>
          </a:r>
          <a:r>
            <a:rPr lang="en-US" sz="2000">
              <a:solidFill>
                <a:schemeClr val="bg1"/>
              </a:solidFill>
            </a:rPr>
            <a:t> </a:t>
          </a:r>
          <a:r>
            <a:rPr lang="en-US" sz="2000" err="1">
              <a:solidFill>
                <a:schemeClr val="bg1"/>
              </a:solidFill>
            </a:rPr>
            <a:t>hệ</a:t>
          </a:r>
          <a:r>
            <a:rPr lang="en-US" sz="2000">
              <a:solidFill>
                <a:schemeClr val="bg1"/>
              </a:solidFill>
            </a:rPr>
            <a:t> </a:t>
          </a:r>
          <a:r>
            <a:rPr lang="en-US" sz="2000" err="1">
              <a:solidFill>
                <a:schemeClr val="bg1"/>
              </a:solidFill>
            </a:rPr>
            <a:t>xã</a:t>
          </a:r>
          <a:r>
            <a:rPr lang="en-US" sz="2000">
              <a:solidFill>
                <a:schemeClr val="bg1"/>
              </a:solidFill>
            </a:rPr>
            <a:t> </a:t>
          </a:r>
          <a:r>
            <a:rPr lang="en-US" sz="2000" err="1">
              <a:solidFill>
                <a:schemeClr val="bg1"/>
              </a:solidFill>
            </a:rPr>
            <a:t>hội</a:t>
          </a:r>
          <a:endParaRPr lang="en-US" sz="2000">
            <a:solidFill>
              <a:schemeClr val="bg1"/>
            </a:solidFill>
          </a:endParaRPr>
        </a:p>
        <a:p>
          <a:pPr algn="just"/>
          <a:r>
            <a:rPr lang="en-US" sz="2000">
              <a:solidFill>
                <a:schemeClr val="bg1"/>
              </a:solidFill>
            </a:rPr>
            <a:t>VD: Cho </a:t>
          </a:r>
          <a:r>
            <a:rPr lang="en-US" sz="2000" err="1">
              <a:solidFill>
                <a:schemeClr val="bg1"/>
              </a:solidFill>
            </a:rPr>
            <a:t>phép</a:t>
          </a:r>
          <a:r>
            <a:rPr lang="en-US" sz="2000">
              <a:solidFill>
                <a:schemeClr val="bg1"/>
              </a:solidFill>
            </a:rPr>
            <a:t>, </a:t>
          </a:r>
          <a:r>
            <a:rPr lang="en-US" sz="2000" err="1">
              <a:solidFill>
                <a:schemeClr val="bg1"/>
              </a:solidFill>
            </a:rPr>
            <a:t>ngăn</a:t>
          </a:r>
          <a:r>
            <a:rPr lang="en-US" sz="2000">
              <a:solidFill>
                <a:schemeClr val="bg1"/>
              </a:solidFill>
            </a:rPr>
            <a:t> </a:t>
          </a:r>
          <a:r>
            <a:rPr lang="en-US" sz="2000" err="1">
              <a:solidFill>
                <a:schemeClr val="bg1"/>
              </a:solidFill>
            </a:rPr>
            <a:t>cấm</a:t>
          </a:r>
          <a:r>
            <a:rPr lang="en-US" sz="2000">
              <a:solidFill>
                <a:schemeClr val="bg1"/>
              </a:solidFill>
            </a:rPr>
            <a:t>, </a:t>
          </a:r>
          <a:r>
            <a:rPr lang="en-US" sz="2000" err="1">
              <a:solidFill>
                <a:schemeClr val="bg1"/>
              </a:solidFill>
            </a:rPr>
            <a:t>phải</a:t>
          </a:r>
          <a:r>
            <a:rPr lang="en-US" sz="2000">
              <a:solidFill>
                <a:schemeClr val="bg1"/>
              </a:solidFill>
            </a:rPr>
            <a:t> làm</a:t>
          </a:r>
        </a:p>
        <a:p>
          <a:pPr algn="ctr"/>
          <a:endParaRPr lang="en-US" sz="1800"/>
        </a:p>
      </dgm:t>
    </dgm:pt>
    <dgm:pt modelId="{2AE730DF-FA58-49F6-8CEB-689E883DF0DA}" type="parTrans" cxnId="{51115292-60DB-4585-ADC3-C26302518467}">
      <dgm:prSet/>
      <dgm:spPr/>
      <dgm:t>
        <a:bodyPr/>
        <a:lstStyle/>
        <a:p>
          <a:endParaRPr lang="en-US"/>
        </a:p>
      </dgm:t>
    </dgm:pt>
    <dgm:pt modelId="{AD1F390F-0D7C-454B-B958-4C9311A28F70}" type="sibTrans" cxnId="{51115292-60DB-4585-ADC3-C26302518467}">
      <dgm:prSet/>
      <dgm:spPr/>
      <dgm:t>
        <a:bodyPr/>
        <a:lstStyle/>
        <a:p>
          <a:endParaRPr lang="en-US"/>
        </a:p>
      </dgm:t>
    </dgm:pt>
    <dgm:pt modelId="{85923A4A-9252-4C79-B2FE-59FDBCFE3D61}">
      <dgm:prSet phldrT="[Text]"/>
      <dgm:spPr/>
      <dgm:t>
        <a:bodyPr/>
        <a:lstStyle/>
        <a:p>
          <a:r>
            <a:rPr lang="en-US" err="1"/>
            <a:t>Chức</a:t>
          </a:r>
          <a:r>
            <a:rPr lang="en-US"/>
            <a:t> </a:t>
          </a:r>
          <a:r>
            <a:rPr lang="en-US" err="1"/>
            <a:t>năng</a:t>
          </a:r>
          <a:r>
            <a:rPr lang="en-US"/>
            <a:t> </a:t>
          </a:r>
          <a:r>
            <a:rPr lang="en-US" err="1"/>
            <a:t>bảo</a:t>
          </a:r>
          <a:r>
            <a:rPr lang="en-US"/>
            <a:t> </a:t>
          </a:r>
          <a:r>
            <a:rPr lang="en-US" err="1"/>
            <a:t>vệ</a:t>
          </a:r>
          <a:r>
            <a:rPr lang="en-US"/>
            <a:t> </a:t>
          </a:r>
          <a:r>
            <a:rPr lang="en-US" err="1"/>
            <a:t>các</a:t>
          </a:r>
          <a:r>
            <a:rPr lang="en-US"/>
            <a:t> QHXH</a:t>
          </a:r>
        </a:p>
      </dgm:t>
    </dgm:pt>
    <dgm:pt modelId="{84AC7F6F-46ED-4802-AD23-948A71322EC0}" type="parTrans" cxnId="{D4488F95-F88E-4550-81C6-37197045F941}">
      <dgm:prSet/>
      <dgm:spPr/>
      <dgm:t>
        <a:bodyPr/>
        <a:lstStyle/>
        <a:p>
          <a:endParaRPr lang="en-US"/>
        </a:p>
      </dgm:t>
    </dgm:pt>
    <dgm:pt modelId="{A40BFF7C-E9E0-410F-AD23-6E4BD0C781DD}" type="sibTrans" cxnId="{D4488F95-F88E-4550-81C6-37197045F941}">
      <dgm:prSet/>
      <dgm:spPr/>
      <dgm:t>
        <a:bodyPr/>
        <a:lstStyle/>
        <a:p>
          <a:endParaRPr lang="en-US"/>
        </a:p>
      </dgm:t>
    </dgm:pt>
    <dgm:pt modelId="{E5728759-A678-4A06-863A-49F92F729C9A}">
      <dgm:prSet phldrT="[Text]"/>
      <dgm:spPr/>
      <dgm:t>
        <a:bodyPr/>
        <a:lstStyle/>
        <a:p>
          <a:pPr algn="just"/>
          <a:r>
            <a:rPr lang="en-US" err="1">
              <a:solidFill>
                <a:schemeClr val="tx1"/>
              </a:solidFill>
            </a:rPr>
            <a:t>Áp</a:t>
          </a:r>
          <a:r>
            <a:rPr lang="en-US">
              <a:solidFill>
                <a:schemeClr val="tx1"/>
              </a:solidFill>
            </a:rPr>
            <a:t> </a:t>
          </a:r>
          <a:r>
            <a:rPr lang="en-US" err="1">
              <a:solidFill>
                <a:schemeClr val="tx1"/>
              </a:solidFill>
            </a:rPr>
            <a:t>dụng</a:t>
          </a:r>
          <a:r>
            <a:rPr lang="en-US">
              <a:solidFill>
                <a:schemeClr val="tx1"/>
              </a:solidFill>
            </a:rPr>
            <a:t> </a:t>
          </a:r>
          <a:r>
            <a:rPr lang="en-US" err="1">
              <a:solidFill>
                <a:schemeClr val="tx1"/>
              </a:solidFill>
            </a:rPr>
            <a:t>các</a:t>
          </a:r>
          <a:r>
            <a:rPr lang="en-US">
              <a:solidFill>
                <a:schemeClr val="tx1"/>
              </a:solidFill>
            </a:rPr>
            <a:t> </a:t>
          </a:r>
          <a:r>
            <a:rPr lang="en-US" err="1">
              <a:solidFill>
                <a:schemeClr val="tx1"/>
              </a:solidFill>
            </a:rPr>
            <a:t>biện</a:t>
          </a:r>
          <a:r>
            <a:rPr lang="en-US">
              <a:solidFill>
                <a:schemeClr val="tx1"/>
              </a:solidFill>
            </a:rPr>
            <a:t> </a:t>
          </a:r>
          <a:r>
            <a:rPr lang="en-US" err="1">
              <a:solidFill>
                <a:schemeClr val="tx1"/>
              </a:solidFill>
            </a:rPr>
            <a:t>pháp</a:t>
          </a:r>
          <a:r>
            <a:rPr lang="en-US">
              <a:solidFill>
                <a:schemeClr val="tx1"/>
              </a:solidFill>
            </a:rPr>
            <a:t> </a:t>
          </a:r>
          <a:r>
            <a:rPr lang="en-US" err="1">
              <a:solidFill>
                <a:schemeClr val="tx1"/>
              </a:solidFill>
            </a:rPr>
            <a:t>cưỡng</a:t>
          </a:r>
          <a:r>
            <a:rPr lang="en-US">
              <a:solidFill>
                <a:schemeClr val="tx1"/>
              </a:solidFill>
            </a:rPr>
            <a:t> </a:t>
          </a:r>
          <a:r>
            <a:rPr lang="en-US" err="1">
              <a:solidFill>
                <a:schemeClr val="tx1"/>
              </a:solidFill>
            </a:rPr>
            <a:t>chế</a:t>
          </a:r>
          <a:r>
            <a:rPr lang="en-US">
              <a:solidFill>
                <a:schemeClr val="tx1"/>
              </a:solidFill>
            </a:rPr>
            <a:t> </a:t>
          </a:r>
          <a:r>
            <a:rPr lang="en-US" err="1">
              <a:solidFill>
                <a:schemeClr val="tx1"/>
              </a:solidFill>
            </a:rPr>
            <a:t>đối</a:t>
          </a:r>
          <a:r>
            <a:rPr lang="en-US">
              <a:solidFill>
                <a:schemeClr val="tx1"/>
              </a:solidFill>
            </a:rPr>
            <a:t> </a:t>
          </a:r>
          <a:r>
            <a:rPr lang="en-US" err="1">
              <a:solidFill>
                <a:schemeClr val="tx1"/>
              </a:solidFill>
            </a:rPr>
            <a:t>với</a:t>
          </a:r>
          <a:r>
            <a:rPr lang="en-US">
              <a:solidFill>
                <a:schemeClr val="tx1"/>
              </a:solidFill>
            </a:rPr>
            <a:t> </a:t>
          </a:r>
          <a:r>
            <a:rPr lang="en-US" err="1">
              <a:solidFill>
                <a:schemeClr val="tx1"/>
              </a:solidFill>
            </a:rPr>
            <a:t>người</a:t>
          </a:r>
          <a:r>
            <a:rPr lang="en-US">
              <a:solidFill>
                <a:schemeClr val="tx1"/>
              </a:solidFill>
            </a:rPr>
            <a:t> </a:t>
          </a:r>
          <a:r>
            <a:rPr lang="en-US" err="1">
              <a:solidFill>
                <a:schemeClr val="tx1"/>
              </a:solidFill>
            </a:rPr>
            <a:t>có</a:t>
          </a:r>
          <a:r>
            <a:rPr lang="en-US">
              <a:solidFill>
                <a:schemeClr val="tx1"/>
              </a:solidFill>
            </a:rPr>
            <a:t> </a:t>
          </a:r>
          <a:r>
            <a:rPr lang="en-US" err="1">
              <a:solidFill>
                <a:schemeClr val="tx1"/>
              </a:solidFill>
            </a:rPr>
            <a:t>hành</a:t>
          </a:r>
          <a:r>
            <a:rPr lang="en-US">
              <a:solidFill>
                <a:schemeClr val="tx1"/>
              </a:solidFill>
            </a:rPr>
            <a:t> vi </a:t>
          </a:r>
          <a:r>
            <a:rPr lang="en-US" err="1">
              <a:solidFill>
                <a:schemeClr val="tx1"/>
              </a:solidFill>
            </a:rPr>
            <a:t>xâm</a:t>
          </a:r>
          <a:r>
            <a:rPr lang="en-US">
              <a:solidFill>
                <a:schemeClr val="tx1"/>
              </a:solidFill>
            </a:rPr>
            <a:t> </a:t>
          </a:r>
          <a:r>
            <a:rPr lang="en-US" err="1">
              <a:solidFill>
                <a:schemeClr val="tx1"/>
              </a:solidFill>
            </a:rPr>
            <a:t>phạm</a:t>
          </a:r>
          <a:r>
            <a:rPr lang="en-US">
              <a:solidFill>
                <a:schemeClr val="tx1"/>
              </a:solidFill>
            </a:rPr>
            <a:t> </a:t>
          </a:r>
          <a:r>
            <a:rPr lang="en-US" err="1">
              <a:solidFill>
                <a:schemeClr val="tx1"/>
              </a:solidFill>
            </a:rPr>
            <a:t>các</a:t>
          </a:r>
          <a:r>
            <a:rPr lang="en-US">
              <a:solidFill>
                <a:schemeClr val="tx1"/>
              </a:solidFill>
            </a:rPr>
            <a:t> QHXH </a:t>
          </a:r>
          <a:r>
            <a:rPr lang="en-US" err="1">
              <a:solidFill>
                <a:schemeClr val="tx1"/>
              </a:solidFill>
            </a:rPr>
            <a:t>được</a:t>
          </a:r>
          <a:r>
            <a:rPr lang="en-US">
              <a:solidFill>
                <a:schemeClr val="tx1"/>
              </a:solidFill>
            </a:rPr>
            <a:t> </a:t>
          </a:r>
          <a:r>
            <a:rPr lang="en-US" err="1">
              <a:solidFill>
                <a:schemeClr val="tx1"/>
              </a:solidFill>
            </a:rPr>
            <a:t>điều</a:t>
          </a:r>
          <a:r>
            <a:rPr lang="en-US">
              <a:solidFill>
                <a:schemeClr val="tx1"/>
              </a:solidFill>
            </a:rPr>
            <a:t> </a:t>
          </a:r>
          <a:r>
            <a:rPr lang="en-US" err="1">
              <a:solidFill>
                <a:schemeClr val="tx1"/>
              </a:solidFill>
            </a:rPr>
            <a:t>chỉnh</a:t>
          </a:r>
          <a:endParaRPr lang="en-US">
            <a:solidFill>
              <a:schemeClr val="tx1"/>
            </a:solidFill>
          </a:endParaRPr>
        </a:p>
      </dgm:t>
    </dgm:pt>
    <dgm:pt modelId="{257BCC83-11F4-4589-85EE-960A4B14A480}" type="parTrans" cxnId="{AF36D0EC-7C6E-4541-8CF3-798B470113FF}">
      <dgm:prSet/>
      <dgm:spPr/>
      <dgm:t>
        <a:bodyPr/>
        <a:lstStyle/>
        <a:p>
          <a:endParaRPr lang="en-US"/>
        </a:p>
      </dgm:t>
    </dgm:pt>
    <dgm:pt modelId="{3203ABD3-130A-4A8A-BE75-9AA65D7432D7}" type="sibTrans" cxnId="{AF36D0EC-7C6E-4541-8CF3-798B470113FF}">
      <dgm:prSet/>
      <dgm:spPr/>
      <dgm:t>
        <a:bodyPr/>
        <a:lstStyle/>
        <a:p>
          <a:endParaRPr lang="en-US"/>
        </a:p>
      </dgm:t>
    </dgm:pt>
    <dgm:pt modelId="{4402F786-B5A2-4BC2-9884-9FF5FA5AD24F}">
      <dgm:prSet phldrT="[Text]"/>
      <dgm:spPr/>
      <dgm:t>
        <a:bodyPr/>
        <a:lstStyle/>
        <a:p>
          <a:r>
            <a:rPr lang="en-US" err="1"/>
            <a:t>Chức</a:t>
          </a:r>
          <a:r>
            <a:rPr lang="en-US"/>
            <a:t> </a:t>
          </a:r>
          <a:r>
            <a:rPr lang="en-US" err="1"/>
            <a:t>năng</a:t>
          </a:r>
          <a:r>
            <a:rPr lang="en-US"/>
            <a:t> </a:t>
          </a:r>
          <a:r>
            <a:rPr lang="en-US" err="1"/>
            <a:t>giáo</a:t>
          </a:r>
          <a:r>
            <a:rPr lang="en-US"/>
            <a:t> </a:t>
          </a:r>
          <a:r>
            <a:rPr lang="en-US" err="1"/>
            <a:t>dục</a:t>
          </a:r>
          <a:r>
            <a:rPr lang="en-US"/>
            <a:t> </a:t>
          </a:r>
          <a:r>
            <a:rPr lang="en-US" err="1"/>
            <a:t>của</a:t>
          </a:r>
          <a:r>
            <a:rPr lang="en-US"/>
            <a:t> PL</a:t>
          </a:r>
        </a:p>
      </dgm:t>
    </dgm:pt>
    <dgm:pt modelId="{429154F9-5A87-4025-99B4-B6720007D716}" type="parTrans" cxnId="{900FB90A-9EDB-4982-BC7F-34D44091084E}">
      <dgm:prSet/>
      <dgm:spPr/>
      <dgm:t>
        <a:bodyPr/>
        <a:lstStyle/>
        <a:p>
          <a:endParaRPr lang="en-US"/>
        </a:p>
      </dgm:t>
    </dgm:pt>
    <dgm:pt modelId="{87159C07-941A-4B8D-8257-29FC396D5A2F}" type="sibTrans" cxnId="{900FB90A-9EDB-4982-BC7F-34D44091084E}">
      <dgm:prSet/>
      <dgm:spPr/>
      <dgm:t>
        <a:bodyPr/>
        <a:lstStyle/>
        <a:p>
          <a:endParaRPr lang="en-US"/>
        </a:p>
      </dgm:t>
    </dgm:pt>
    <dgm:pt modelId="{8057159B-8F79-4A07-8D8F-A76F9A6C4CC3}">
      <dgm:prSet phldrT="[Text]"/>
      <dgm:spPr/>
      <dgm:t>
        <a:bodyPr/>
        <a:lstStyle/>
        <a:p>
          <a:pPr algn="just"/>
          <a:r>
            <a:rPr lang="en-US" err="1">
              <a:solidFill>
                <a:schemeClr val="bg1"/>
              </a:solidFill>
            </a:rPr>
            <a:t>Tác</a:t>
          </a:r>
          <a:r>
            <a:rPr lang="en-US">
              <a:solidFill>
                <a:schemeClr val="bg1"/>
              </a:solidFill>
            </a:rPr>
            <a:t> </a:t>
          </a:r>
          <a:r>
            <a:rPr lang="en-US" err="1">
              <a:solidFill>
                <a:schemeClr val="bg1"/>
              </a:solidFill>
            </a:rPr>
            <a:t>động</a:t>
          </a:r>
          <a:r>
            <a:rPr lang="en-US">
              <a:solidFill>
                <a:schemeClr val="bg1"/>
              </a:solidFill>
            </a:rPr>
            <a:t> </a:t>
          </a:r>
          <a:r>
            <a:rPr lang="en-US" err="1">
              <a:solidFill>
                <a:schemeClr val="bg1"/>
              </a:solidFill>
            </a:rPr>
            <a:t>vào</a:t>
          </a:r>
          <a:r>
            <a:rPr lang="en-US">
              <a:solidFill>
                <a:schemeClr val="bg1"/>
              </a:solidFill>
            </a:rPr>
            <a:t> ý </a:t>
          </a:r>
          <a:r>
            <a:rPr lang="en-US" err="1">
              <a:solidFill>
                <a:schemeClr val="bg1"/>
              </a:solidFill>
            </a:rPr>
            <a:t>thức</a:t>
          </a:r>
          <a:r>
            <a:rPr lang="en-US">
              <a:solidFill>
                <a:schemeClr val="bg1"/>
              </a:solidFill>
            </a:rPr>
            <a:t> </a:t>
          </a:r>
          <a:r>
            <a:rPr lang="en-US" err="1">
              <a:solidFill>
                <a:schemeClr val="bg1"/>
              </a:solidFill>
            </a:rPr>
            <a:t>của</a:t>
          </a:r>
          <a:r>
            <a:rPr lang="en-US">
              <a:solidFill>
                <a:schemeClr val="bg1"/>
              </a:solidFill>
            </a:rPr>
            <a:t> con </a:t>
          </a:r>
          <a:r>
            <a:rPr lang="en-US" err="1">
              <a:solidFill>
                <a:schemeClr val="bg1"/>
              </a:solidFill>
            </a:rPr>
            <a:t>người</a:t>
          </a:r>
          <a:r>
            <a:rPr lang="en-US">
              <a:solidFill>
                <a:schemeClr val="bg1"/>
              </a:solidFill>
            </a:rPr>
            <a:t> </a:t>
          </a:r>
          <a:r>
            <a:rPr lang="en-US" err="1">
              <a:solidFill>
                <a:schemeClr val="bg1"/>
              </a:solidFill>
            </a:rPr>
            <a:t>hình</a:t>
          </a:r>
          <a:r>
            <a:rPr lang="en-US">
              <a:solidFill>
                <a:schemeClr val="bg1"/>
              </a:solidFill>
            </a:rPr>
            <a:t> </a:t>
          </a:r>
          <a:r>
            <a:rPr lang="en-US" err="1">
              <a:solidFill>
                <a:schemeClr val="bg1"/>
              </a:solidFill>
            </a:rPr>
            <a:t>thành</a:t>
          </a:r>
          <a:r>
            <a:rPr lang="en-US">
              <a:solidFill>
                <a:schemeClr val="bg1"/>
              </a:solidFill>
            </a:rPr>
            <a:t> ý </a:t>
          </a:r>
          <a:r>
            <a:rPr lang="en-US" err="1">
              <a:solidFill>
                <a:schemeClr val="bg1"/>
              </a:solidFill>
            </a:rPr>
            <a:t>thức</a:t>
          </a:r>
          <a:r>
            <a:rPr lang="en-US">
              <a:solidFill>
                <a:schemeClr val="bg1"/>
              </a:solidFill>
            </a:rPr>
            <a:t> </a:t>
          </a:r>
          <a:r>
            <a:rPr lang="en-US" err="1">
              <a:solidFill>
                <a:schemeClr val="bg1"/>
              </a:solidFill>
            </a:rPr>
            <a:t>pháp</a:t>
          </a:r>
          <a:r>
            <a:rPr lang="en-US">
              <a:solidFill>
                <a:schemeClr val="bg1"/>
              </a:solidFill>
            </a:rPr>
            <a:t> </a:t>
          </a:r>
          <a:r>
            <a:rPr lang="en-US" err="1">
              <a:solidFill>
                <a:schemeClr val="bg1"/>
              </a:solidFill>
            </a:rPr>
            <a:t>luật</a:t>
          </a:r>
          <a:r>
            <a:rPr lang="en-US">
              <a:solidFill>
                <a:schemeClr val="bg1"/>
              </a:solidFill>
            </a:rPr>
            <a:t>.</a:t>
          </a:r>
        </a:p>
      </dgm:t>
    </dgm:pt>
    <dgm:pt modelId="{8C8BD1B3-705B-404A-AFAF-3E75B4EF2022}" type="parTrans" cxnId="{6BFD750E-92A3-47DD-AC2D-8DCBA5CC5C94}">
      <dgm:prSet/>
      <dgm:spPr/>
      <dgm:t>
        <a:bodyPr/>
        <a:lstStyle/>
        <a:p>
          <a:endParaRPr lang="en-US"/>
        </a:p>
      </dgm:t>
    </dgm:pt>
    <dgm:pt modelId="{E9177077-F7B8-4A3F-A173-2250395C6662}" type="sibTrans" cxnId="{6BFD750E-92A3-47DD-AC2D-8DCBA5CC5C94}">
      <dgm:prSet/>
      <dgm:spPr/>
      <dgm:t>
        <a:bodyPr/>
        <a:lstStyle/>
        <a:p>
          <a:endParaRPr lang="en-US"/>
        </a:p>
      </dgm:t>
    </dgm:pt>
    <dgm:pt modelId="{2FC73117-24B8-4642-A3AA-B2F86CDC873B}" type="pres">
      <dgm:prSet presAssocID="{42DFC4FA-3DAD-463B-9C84-BD752768E468}" presName="theList" presStyleCnt="0">
        <dgm:presLayoutVars>
          <dgm:dir/>
          <dgm:animLvl val="lvl"/>
          <dgm:resizeHandles val="exact"/>
        </dgm:presLayoutVars>
      </dgm:prSet>
      <dgm:spPr/>
    </dgm:pt>
    <dgm:pt modelId="{49FCDFA0-B831-46C4-A53D-52142BACEFA9}" type="pres">
      <dgm:prSet presAssocID="{ABBD6208-8195-4D54-B64D-9582CB91A908}" presName="compNode" presStyleCnt="0"/>
      <dgm:spPr/>
    </dgm:pt>
    <dgm:pt modelId="{09E35F3F-3DDB-41F7-BFF2-BB91835AEB59}" type="pres">
      <dgm:prSet presAssocID="{ABBD6208-8195-4D54-B64D-9582CB91A908}" presName="aNode" presStyleLbl="bgShp" presStyleIdx="0" presStyleCnt="3"/>
      <dgm:spPr/>
    </dgm:pt>
    <dgm:pt modelId="{84272896-7D5F-488E-BEE4-EDC0FA0AF62C}" type="pres">
      <dgm:prSet presAssocID="{ABBD6208-8195-4D54-B64D-9582CB91A908}" presName="textNode" presStyleLbl="bgShp" presStyleIdx="0" presStyleCnt="3"/>
      <dgm:spPr/>
    </dgm:pt>
    <dgm:pt modelId="{E157CF21-96C5-4426-8058-3D47752DC4C6}" type="pres">
      <dgm:prSet presAssocID="{ABBD6208-8195-4D54-B64D-9582CB91A908}" presName="compChildNode" presStyleCnt="0"/>
      <dgm:spPr/>
    </dgm:pt>
    <dgm:pt modelId="{03F4993D-EA95-4835-820F-4DF34D13CDC8}" type="pres">
      <dgm:prSet presAssocID="{ABBD6208-8195-4D54-B64D-9582CB91A908}" presName="theInnerList" presStyleCnt="0"/>
      <dgm:spPr/>
    </dgm:pt>
    <dgm:pt modelId="{1D291238-71D1-4926-A8E1-0E2635A30F08}" type="pres">
      <dgm:prSet presAssocID="{540C414E-B6AC-42E9-A063-7C3E1F43EE50}" presName="childNode" presStyleLbl="node1" presStyleIdx="0" presStyleCnt="3">
        <dgm:presLayoutVars>
          <dgm:bulletEnabled val="1"/>
        </dgm:presLayoutVars>
      </dgm:prSet>
      <dgm:spPr/>
    </dgm:pt>
    <dgm:pt modelId="{114B3EA8-E347-4BCC-BAAF-7A5370F43E8D}" type="pres">
      <dgm:prSet presAssocID="{ABBD6208-8195-4D54-B64D-9582CB91A908}" presName="aSpace" presStyleCnt="0"/>
      <dgm:spPr/>
    </dgm:pt>
    <dgm:pt modelId="{A4065B2B-5634-4F89-8E41-9E339976A4B8}" type="pres">
      <dgm:prSet presAssocID="{85923A4A-9252-4C79-B2FE-59FDBCFE3D61}" presName="compNode" presStyleCnt="0"/>
      <dgm:spPr/>
    </dgm:pt>
    <dgm:pt modelId="{75B12747-9A70-476A-9B66-CE3FAA86729E}" type="pres">
      <dgm:prSet presAssocID="{85923A4A-9252-4C79-B2FE-59FDBCFE3D61}" presName="aNode" presStyleLbl="bgShp" presStyleIdx="1" presStyleCnt="3"/>
      <dgm:spPr/>
    </dgm:pt>
    <dgm:pt modelId="{13E4D50B-184D-4D56-B313-6A6D01CE5CB2}" type="pres">
      <dgm:prSet presAssocID="{85923A4A-9252-4C79-B2FE-59FDBCFE3D61}" presName="textNode" presStyleLbl="bgShp" presStyleIdx="1" presStyleCnt="3"/>
      <dgm:spPr/>
    </dgm:pt>
    <dgm:pt modelId="{3332B860-CD84-4030-9DB9-BFDBAFE29555}" type="pres">
      <dgm:prSet presAssocID="{85923A4A-9252-4C79-B2FE-59FDBCFE3D61}" presName="compChildNode" presStyleCnt="0"/>
      <dgm:spPr/>
    </dgm:pt>
    <dgm:pt modelId="{6D8E4C5C-7A51-4DAA-939F-C5EA3D3C20F6}" type="pres">
      <dgm:prSet presAssocID="{85923A4A-9252-4C79-B2FE-59FDBCFE3D61}" presName="theInnerList" presStyleCnt="0"/>
      <dgm:spPr/>
    </dgm:pt>
    <dgm:pt modelId="{E87F1EB7-5CCE-4037-888C-C5DFC7E3C395}" type="pres">
      <dgm:prSet presAssocID="{E5728759-A678-4A06-863A-49F92F729C9A}" presName="childNode" presStyleLbl="node1" presStyleIdx="1" presStyleCnt="3">
        <dgm:presLayoutVars>
          <dgm:bulletEnabled val="1"/>
        </dgm:presLayoutVars>
      </dgm:prSet>
      <dgm:spPr/>
    </dgm:pt>
    <dgm:pt modelId="{4B721004-10F4-4ACE-AC93-7E11F7D5AEDA}" type="pres">
      <dgm:prSet presAssocID="{85923A4A-9252-4C79-B2FE-59FDBCFE3D61}" presName="aSpace" presStyleCnt="0"/>
      <dgm:spPr/>
    </dgm:pt>
    <dgm:pt modelId="{93D1D5BB-1C2A-4646-AD28-608F830151D1}" type="pres">
      <dgm:prSet presAssocID="{4402F786-B5A2-4BC2-9884-9FF5FA5AD24F}" presName="compNode" presStyleCnt="0"/>
      <dgm:spPr/>
    </dgm:pt>
    <dgm:pt modelId="{3D1DFC54-C6CA-42E7-9376-C8DA41666747}" type="pres">
      <dgm:prSet presAssocID="{4402F786-B5A2-4BC2-9884-9FF5FA5AD24F}" presName="aNode" presStyleLbl="bgShp" presStyleIdx="2" presStyleCnt="3" custLinFactNeighborX="39" custLinFactNeighborY="-737"/>
      <dgm:spPr/>
    </dgm:pt>
    <dgm:pt modelId="{ED3F6FED-BAEA-4E6E-B069-2118367DFEA6}" type="pres">
      <dgm:prSet presAssocID="{4402F786-B5A2-4BC2-9884-9FF5FA5AD24F}" presName="textNode" presStyleLbl="bgShp" presStyleIdx="2" presStyleCnt="3"/>
      <dgm:spPr/>
    </dgm:pt>
    <dgm:pt modelId="{FFE8448B-41A4-4863-95BF-1A9098A5B6B8}" type="pres">
      <dgm:prSet presAssocID="{4402F786-B5A2-4BC2-9884-9FF5FA5AD24F}" presName="compChildNode" presStyleCnt="0"/>
      <dgm:spPr/>
    </dgm:pt>
    <dgm:pt modelId="{BE998813-927B-4613-8ECE-0F62C0F20C5E}" type="pres">
      <dgm:prSet presAssocID="{4402F786-B5A2-4BC2-9884-9FF5FA5AD24F}" presName="theInnerList" presStyleCnt="0"/>
      <dgm:spPr/>
    </dgm:pt>
    <dgm:pt modelId="{7672375F-67D8-4C44-925E-75D257A78D79}" type="pres">
      <dgm:prSet presAssocID="{8057159B-8F79-4A07-8D8F-A76F9A6C4CC3}" presName="childNode" presStyleLbl="node1" presStyleIdx="2" presStyleCnt="3">
        <dgm:presLayoutVars>
          <dgm:bulletEnabled val="1"/>
        </dgm:presLayoutVars>
      </dgm:prSet>
      <dgm:spPr/>
    </dgm:pt>
  </dgm:ptLst>
  <dgm:cxnLst>
    <dgm:cxn modelId="{900FB90A-9EDB-4982-BC7F-34D44091084E}" srcId="{42DFC4FA-3DAD-463B-9C84-BD752768E468}" destId="{4402F786-B5A2-4BC2-9884-9FF5FA5AD24F}" srcOrd="2" destOrd="0" parTransId="{429154F9-5A87-4025-99B4-B6720007D716}" sibTransId="{87159C07-941A-4B8D-8257-29FC396D5A2F}"/>
    <dgm:cxn modelId="{6BFD750E-92A3-47DD-AC2D-8DCBA5CC5C94}" srcId="{4402F786-B5A2-4BC2-9884-9FF5FA5AD24F}" destId="{8057159B-8F79-4A07-8D8F-A76F9A6C4CC3}" srcOrd="0" destOrd="0" parTransId="{8C8BD1B3-705B-404A-AFAF-3E75B4EF2022}" sibTransId="{E9177077-F7B8-4A3F-A173-2250395C6662}"/>
    <dgm:cxn modelId="{250D9D31-37B3-4D61-ABFB-D4B74B51E30B}" type="presOf" srcId="{8057159B-8F79-4A07-8D8F-A76F9A6C4CC3}" destId="{7672375F-67D8-4C44-925E-75D257A78D79}" srcOrd="0" destOrd="0" presId="urn:microsoft.com/office/officeart/2005/8/layout/lProcess2"/>
    <dgm:cxn modelId="{7C98ED5F-85F4-476A-BB30-2B88A0C7A83C}" srcId="{42DFC4FA-3DAD-463B-9C84-BD752768E468}" destId="{ABBD6208-8195-4D54-B64D-9582CB91A908}" srcOrd="0" destOrd="0" parTransId="{08D52A29-5FF8-4860-88D7-1DB58F38F5D4}" sibTransId="{28B98A5B-334B-4C40-A3A1-9B6490245BF9}"/>
    <dgm:cxn modelId="{284A6443-46CF-491C-A203-4D0938C3DB56}" type="presOf" srcId="{540C414E-B6AC-42E9-A063-7C3E1F43EE50}" destId="{1D291238-71D1-4926-A8E1-0E2635A30F08}" srcOrd="0" destOrd="0" presId="urn:microsoft.com/office/officeart/2005/8/layout/lProcess2"/>
    <dgm:cxn modelId="{CADAD471-B6D1-49DC-83F7-9181C0A29C94}" type="presOf" srcId="{E5728759-A678-4A06-863A-49F92F729C9A}" destId="{E87F1EB7-5CCE-4037-888C-C5DFC7E3C395}" srcOrd="0" destOrd="0" presId="urn:microsoft.com/office/officeart/2005/8/layout/lProcess2"/>
    <dgm:cxn modelId="{1FE62358-D18E-4ACF-8223-997558C72680}" type="presOf" srcId="{85923A4A-9252-4C79-B2FE-59FDBCFE3D61}" destId="{13E4D50B-184D-4D56-B313-6A6D01CE5CB2}" srcOrd="1" destOrd="0" presId="urn:microsoft.com/office/officeart/2005/8/layout/lProcess2"/>
    <dgm:cxn modelId="{5CABD47D-FAE1-42C9-B4EF-6D0E7D9B9ADA}" type="presOf" srcId="{ABBD6208-8195-4D54-B64D-9582CB91A908}" destId="{09E35F3F-3DDB-41F7-BFF2-BB91835AEB59}" srcOrd="0" destOrd="0" presId="urn:microsoft.com/office/officeart/2005/8/layout/lProcess2"/>
    <dgm:cxn modelId="{EC7BE68A-DE30-4EB3-95F3-61835BB5A223}" type="presOf" srcId="{ABBD6208-8195-4D54-B64D-9582CB91A908}" destId="{84272896-7D5F-488E-BEE4-EDC0FA0AF62C}" srcOrd="1" destOrd="0" presId="urn:microsoft.com/office/officeart/2005/8/layout/lProcess2"/>
    <dgm:cxn modelId="{51115292-60DB-4585-ADC3-C26302518467}" srcId="{ABBD6208-8195-4D54-B64D-9582CB91A908}" destId="{540C414E-B6AC-42E9-A063-7C3E1F43EE50}" srcOrd="0" destOrd="0" parTransId="{2AE730DF-FA58-49F6-8CEB-689E883DF0DA}" sibTransId="{AD1F390F-0D7C-454B-B958-4C9311A28F70}"/>
    <dgm:cxn modelId="{D4488F95-F88E-4550-81C6-37197045F941}" srcId="{42DFC4FA-3DAD-463B-9C84-BD752768E468}" destId="{85923A4A-9252-4C79-B2FE-59FDBCFE3D61}" srcOrd="1" destOrd="0" parTransId="{84AC7F6F-46ED-4802-AD23-948A71322EC0}" sibTransId="{A40BFF7C-E9E0-410F-AD23-6E4BD0C781DD}"/>
    <dgm:cxn modelId="{E0425DB7-C199-4667-9D37-CAA82B9E736C}" type="presOf" srcId="{85923A4A-9252-4C79-B2FE-59FDBCFE3D61}" destId="{75B12747-9A70-476A-9B66-CE3FAA86729E}" srcOrd="0" destOrd="0" presId="urn:microsoft.com/office/officeart/2005/8/layout/lProcess2"/>
    <dgm:cxn modelId="{D25A1AD0-3B93-4DE5-A4A0-6F40B59B4A04}" type="presOf" srcId="{4402F786-B5A2-4BC2-9884-9FF5FA5AD24F}" destId="{ED3F6FED-BAEA-4E6E-B069-2118367DFEA6}" srcOrd="1" destOrd="0" presId="urn:microsoft.com/office/officeart/2005/8/layout/lProcess2"/>
    <dgm:cxn modelId="{26541AD2-B806-4905-9E3D-5E9AF9AF32A3}" type="presOf" srcId="{42DFC4FA-3DAD-463B-9C84-BD752768E468}" destId="{2FC73117-24B8-4642-A3AA-B2F86CDC873B}" srcOrd="0" destOrd="0" presId="urn:microsoft.com/office/officeart/2005/8/layout/lProcess2"/>
    <dgm:cxn modelId="{AF36D0EC-7C6E-4541-8CF3-798B470113FF}" srcId="{85923A4A-9252-4C79-B2FE-59FDBCFE3D61}" destId="{E5728759-A678-4A06-863A-49F92F729C9A}" srcOrd="0" destOrd="0" parTransId="{257BCC83-11F4-4589-85EE-960A4B14A480}" sibTransId="{3203ABD3-130A-4A8A-BE75-9AA65D7432D7}"/>
    <dgm:cxn modelId="{8D6573F1-DE99-4F8B-BF8C-D5A9234C9486}" type="presOf" srcId="{4402F786-B5A2-4BC2-9884-9FF5FA5AD24F}" destId="{3D1DFC54-C6CA-42E7-9376-C8DA41666747}" srcOrd="0" destOrd="0" presId="urn:microsoft.com/office/officeart/2005/8/layout/lProcess2"/>
    <dgm:cxn modelId="{DE4CCDB4-18BF-44D7-AE65-AC5740035D85}" type="presParOf" srcId="{2FC73117-24B8-4642-A3AA-B2F86CDC873B}" destId="{49FCDFA0-B831-46C4-A53D-52142BACEFA9}" srcOrd="0" destOrd="0" presId="urn:microsoft.com/office/officeart/2005/8/layout/lProcess2"/>
    <dgm:cxn modelId="{2B9C188A-85A8-4526-B779-D40AFE9FAF3E}" type="presParOf" srcId="{49FCDFA0-B831-46C4-A53D-52142BACEFA9}" destId="{09E35F3F-3DDB-41F7-BFF2-BB91835AEB59}" srcOrd="0" destOrd="0" presId="urn:microsoft.com/office/officeart/2005/8/layout/lProcess2"/>
    <dgm:cxn modelId="{4CD355B3-206A-4100-AFEA-8283906EA619}" type="presParOf" srcId="{49FCDFA0-B831-46C4-A53D-52142BACEFA9}" destId="{84272896-7D5F-488E-BEE4-EDC0FA0AF62C}" srcOrd="1" destOrd="0" presId="urn:microsoft.com/office/officeart/2005/8/layout/lProcess2"/>
    <dgm:cxn modelId="{C68DCA8D-A260-4E3D-90DF-CD2FB78F0175}" type="presParOf" srcId="{49FCDFA0-B831-46C4-A53D-52142BACEFA9}" destId="{E157CF21-96C5-4426-8058-3D47752DC4C6}" srcOrd="2" destOrd="0" presId="urn:microsoft.com/office/officeart/2005/8/layout/lProcess2"/>
    <dgm:cxn modelId="{808FA0F0-22F6-4277-900C-FF078D6DBCF8}" type="presParOf" srcId="{E157CF21-96C5-4426-8058-3D47752DC4C6}" destId="{03F4993D-EA95-4835-820F-4DF34D13CDC8}" srcOrd="0" destOrd="0" presId="urn:microsoft.com/office/officeart/2005/8/layout/lProcess2"/>
    <dgm:cxn modelId="{CEA9AE4C-C5F9-4DCA-94D6-22AD732E39CB}" type="presParOf" srcId="{03F4993D-EA95-4835-820F-4DF34D13CDC8}" destId="{1D291238-71D1-4926-A8E1-0E2635A30F08}" srcOrd="0" destOrd="0" presId="urn:microsoft.com/office/officeart/2005/8/layout/lProcess2"/>
    <dgm:cxn modelId="{89142259-D161-4681-BA5C-AFD98C2ACB3A}" type="presParOf" srcId="{2FC73117-24B8-4642-A3AA-B2F86CDC873B}" destId="{114B3EA8-E347-4BCC-BAAF-7A5370F43E8D}" srcOrd="1" destOrd="0" presId="urn:microsoft.com/office/officeart/2005/8/layout/lProcess2"/>
    <dgm:cxn modelId="{BA550887-1813-4E16-896C-47C1B8C64488}" type="presParOf" srcId="{2FC73117-24B8-4642-A3AA-B2F86CDC873B}" destId="{A4065B2B-5634-4F89-8E41-9E339976A4B8}" srcOrd="2" destOrd="0" presId="urn:microsoft.com/office/officeart/2005/8/layout/lProcess2"/>
    <dgm:cxn modelId="{291C6802-CF67-49AB-B370-6A3149D4E027}" type="presParOf" srcId="{A4065B2B-5634-4F89-8E41-9E339976A4B8}" destId="{75B12747-9A70-476A-9B66-CE3FAA86729E}" srcOrd="0" destOrd="0" presId="urn:microsoft.com/office/officeart/2005/8/layout/lProcess2"/>
    <dgm:cxn modelId="{412B8667-808F-4BAC-9132-F79A5A2B1AD6}" type="presParOf" srcId="{A4065B2B-5634-4F89-8E41-9E339976A4B8}" destId="{13E4D50B-184D-4D56-B313-6A6D01CE5CB2}" srcOrd="1" destOrd="0" presId="urn:microsoft.com/office/officeart/2005/8/layout/lProcess2"/>
    <dgm:cxn modelId="{6393D6E0-6DE7-44D3-9584-C13A78466C99}" type="presParOf" srcId="{A4065B2B-5634-4F89-8E41-9E339976A4B8}" destId="{3332B860-CD84-4030-9DB9-BFDBAFE29555}" srcOrd="2" destOrd="0" presId="urn:microsoft.com/office/officeart/2005/8/layout/lProcess2"/>
    <dgm:cxn modelId="{843BCD84-ED98-487E-B441-A1DF50786CAB}" type="presParOf" srcId="{3332B860-CD84-4030-9DB9-BFDBAFE29555}" destId="{6D8E4C5C-7A51-4DAA-939F-C5EA3D3C20F6}" srcOrd="0" destOrd="0" presId="urn:microsoft.com/office/officeart/2005/8/layout/lProcess2"/>
    <dgm:cxn modelId="{85A2616C-C92D-4B9D-9A4A-CCABCB62B7DC}" type="presParOf" srcId="{6D8E4C5C-7A51-4DAA-939F-C5EA3D3C20F6}" destId="{E87F1EB7-5CCE-4037-888C-C5DFC7E3C395}" srcOrd="0" destOrd="0" presId="urn:microsoft.com/office/officeart/2005/8/layout/lProcess2"/>
    <dgm:cxn modelId="{F088467A-F2A4-4E5D-BF67-A343BF7CD407}" type="presParOf" srcId="{2FC73117-24B8-4642-A3AA-B2F86CDC873B}" destId="{4B721004-10F4-4ACE-AC93-7E11F7D5AEDA}" srcOrd="3" destOrd="0" presId="urn:microsoft.com/office/officeart/2005/8/layout/lProcess2"/>
    <dgm:cxn modelId="{8D09B7F7-E2EC-4056-A4D0-25F6C8E080EB}" type="presParOf" srcId="{2FC73117-24B8-4642-A3AA-B2F86CDC873B}" destId="{93D1D5BB-1C2A-4646-AD28-608F830151D1}" srcOrd="4" destOrd="0" presId="urn:microsoft.com/office/officeart/2005/8/layout/lProcess2"/>
    <dgm:cxn modelId="{05001D80-36BA-4011-B832-4AF7DA269F91}" type="presParOf" srcId="{93D1D5BB-1C2A-4646-AD28-608F830151D1}" destId="{3D1DFC54-C6CA-42E7-9376-C8DA41666747}" srcOrd="0" destOrd="0" presId="urn:microsoft.com/office/officeart/2005/8/layout/lProcess2"/>
    <dgm:cxn modelId="{CA9A28FE-E1BF-47AF-BDFD-894EECCF070F}" type="presParOf" srcId="{93D1D5BB-1C2A-4646-AD28-608F830151D1}" destId="{ED3F6FED-BAEA-4E6E-B069-2118367DFEA6}" srcOrd="1" destOrd="0" presId="urn:microsoft.com/office/officeart/2005/8/layout/lProcess2"/>
    <dgm:cxn modelId="{684F516C-9351-4B6C-AED1-11F0193125AD}" type="presParOf" srcId="{93D1D5BB-1C2A-4646-AD28-608F830151D1}" destId="{FFE8448B-41A4-4863-95BF-1A9098A5B6B8}" srcOrd="2" destOrd="0" presId="urn:microsoft.com/office/officeart/2005/8/layout/lProcess2"/>
    <dgm:cxn modelId="{437DE947-0EC1-44F4-B9E8-55BE1E7F6D8F}" type="presParOf" srcId="{FFE8448B-41A4-4863-95BF-1A9098A5B6B8}" destId="{BE998813-927B-4613-8ECE-0F62C0F20C5E}" srcOrd="0" destOrd="0" presId="urn:microsoft.com/office/officeart/2005/8/layout/lProcess2"/>
    <dgm:cxn modelId="{BF877828-20B4-41E6-BD2D-523BD4B1DD7D}" type="presParOf" srcId="{BE998813-927B-4613-8ECE-0F62C0F20C5E}" destId="{7672375F-67D8-4C44-925E-75D257A78D79}"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C669E89-4ECE-4978-A26C-380729023399}" type="doc">
      <dgm:prSet loTypeId="urn:microsoft.com/office/officeart/2005/8/layout/vList5" loCatId="list" qsTypeId="urn:microsoft.com/office/officeart/2005/8/quickstyle/3d1" qsCatId="3D" csTypeId="urn:microsoft.com/office/officeart/2005/8/colors/accent3_3" csCatId="accent3" phldr="1"/>
      <dgm:spPr/>
      <dgm:t>
        <a:bodyPr/>
        <a:lstStyle/>
        <a:p>
          <a:endParaRPr lang="en-US"/>
        </a:p>
      </dgm:t>
    </dgm:pt>
    <dgm:pt modelId="{915C2DF2-5D5B-4F68-8B07-62850C947828}">
      <dgm:prSet phldrT="[Text]" custT="1"/>
      <dgm:spPr/>
      <dgm:t>
        <a:bodyPr/>
        <a:lstStyle/>
        <a:p>
          <a:r>
            <a:rPr lang="en-US" sz="3200"/>
            <a:t>Pháp luật với kinh tế</a:t>
          </a:r>
        </a:p>
      </dgm:t>
    </dgm:pt>
    <dgm:pt modelId="{2365B049-98E0-402D-9615-73C172BA8C2B}" type="parTrans" cxnId="{1705A1DC-0C41-40CD-AAA1-30A53225579E}">
      <dgm:prSet/>
      <dgm:spPr/>
      <dgm:t>
        <a:bodyPr/>
        <a:lstStyle/>
        <a:p>
          <a:endParaRPr lang="en-US"/>
        </a:p>
      </dgm:t>
    </dgm:pt>
    <dgm:pt modelId="{6D979A05-8B91-4FE7-A32A-C81B8C3FF0EB}" type="sibTrans" cxnId="{1705A1DC-0C41-40CD-AAA1-30A53225579E}">
      <dgm:prSet/>
      <dgm:spPr/>
      <dgm:t>
        <a:bodyPr/>
        <a:lstStyle/>
        <a:p>
          <a:endParaRPr lang="en-US"/>
        </a:p>
      </dgm:t>
    </dgm:pt>
    <dgm:pt modelId="{21C9FBF6-E6C2-41FB-9DEB-2B4F69470103}">
      <dgm:prSet phldrT="[Text]" custT="1"/>
      <dgm:spPr/>
      <dgm:t>
        <a:bodyPr/>
        <a:lstStyle/>
        <a:p>
          <a:r>
            <a:rPr lang="en-US" sz="2200"/>
            <a:t>Pháp luật do trình độ nền kinh tế quyết định</a:t>
          </a:r>
        </a:p>
      </dgm:t>
    </dgm:pt>
    <dgm:pt modelId="{9BCD9DC5-3F09-4680-A058-6AA000B442BA}" type="parTrans" cxnId="{78D17FE8-8341-4012-AB57-9CDA0212745B}">
      <dgm:prSet/>
      <dgm:spPr/>
      <dgm:t>
        <a:bodyPr/>
        <a:lstStyle/>
        <a:p>
          <a:endParaRPr lang="en-US"/>
        </a:p>
      </dgm:t>
    </dgm:pt>
    <dgm:pt modelId="{F17798E4-D099-49CD-A8D5-60EF3E313FEF}" type="sibTrans" cxnId="{78D17FE8-8341-4012-AB57-9CDA0212745B}">
      <dgm:prSet/>
      <dgm:spPr/>
      <dgm:t>
        <a:bodyPr/>
        <a:lstStyle/>
        <a:p>
          <a:endParaRPr lang="en-US"/>
        </a:p>
      </dgm:t>
    </dgm:pt>
    <dgm:pt modelId="{66345D45-DB2D-40C4-A468-C55761B53A1E}">
      <dgm:prSet phldrT="[Text]" custT="1"/>
      <dgm:spPr/>
      <dgm:t>
        <a:bodyPr/>
        <a:lstStyle/>
        <a:p>
          <a:r>
            <a:rPr lang="en-US" sz="3200"/>
            <a:t>Pháp luật với đạo đức</a:t>
          </a:r>
        </a:p>
      </dgm:t>
    </dgm:pt>
    <dgm:pt modelId="{418C861B-BEBF-438A-9881-E341CB18D2B5}" type="parTrans" cxnId="{AD6DBA31-C6A3-4A3C-A1CB-C3F560C073C4}">
      <dgm:prSet/>
      <dgm:spPr/>
      <dgm:t>
        <a:bodyPr/>
        <a:lstStyle/>
        <a:p>
          <a:endParaRPr lang="en-US"/>
        </a:p>
      </dgm:t>
    </dgm:pt>
    <dgm:pt modelId="{9606F037-8623-452C-B467-B926DDB1C768}" type="sibTrans" cxnId="{AD6DBA31-C6A3-4A3C-A1CB-C3F560C073C4}">
      <dgm:prSet/>
      <dgm:spPr/>
      <dgm:t>
        <a:bodyPr/>
        <a:lstStyle/>
        <a:p>
          <a:endParaRPr lang="en-US"/>
        </a:p>
      </dgm:t>
    </dgm:pt>
    <dgm:pt modelId="{4C154ABA-ACF9-4171-8DFE-C2F7045681DC}">
      <dgm:prSet phldrT="[Text]" custT="1"/>
      <dgm:spPr/>
      <dgm:t>
        <a:bodyPr/>
        <a:lstStyle/>
        <a:p>
          <a:r>
            <a:rPr lang="en-US" sz="2400"/>
            <a:t>Pháp luật chịu sự tác động của đạo đức</a:t>
          </a:r>
        </a:p>
      </dgm:t>
    </dgm:pt>
    <dgm:pt modelId="{921D807F-29A5-49A9-A121-D8B61271F960}" type="parTrans" cxnId="{D335E7D1-B67E-4FE0-B38A-961754491097}">
      <dgm:prSet/>
      <dgm:spPr/>
      <dgm:t>
        <a:bodyPr/>
        <a:lstStyle/>
        <a:p>
          <a:endParaRPr lang="en-US"/>
        </a:p>
      </dgm:t>
    </dgm:pt>
    <dgm:pt modelId="{14F5FAA0-645C-4F4A-91AD-56125AD5A35E}" type="sibTrans" cxnId="{D335E7D1-B67E-4FE0-B38A-961754491097}">
      <dgm:prSet/>
      <dgm:spPr/>
      <dgm:t>
        <a:bodyPr/>
        <a:lstStyle/>
        <a:p>
          <a:endParaRPr lang="en-US"/>
        </a:p>
      </dgm:t>
    </dgm:pt>
    <dgm:pt modelId="{B609FD88-FD6E-483F-A7FE-C0F6B09158E4}">
      <dgm:prSet phldrT="[Text]" custT="1"/>
      <dgm:spPr/>
      <dgm:t>
        <a:bodyPr/>
        <a:lstStyle/>
        <a:p>
          <a:r>
            <a:rPr lang="en-US" sz="2400"/>
            <a:t>Sự khác biệt giữa pháp luật và đạo đức</a:t>
          </a:r>
        </a:p>
      </dgm:t>
    </dgm:pt>
    <dgm:pt modelId="{BA6A1FC9-BCA1-4782-9A9D-7A053A9D2C14}" type="parTrans" cxnId="{EBEB94FB-CBC9-4733-B561-92818CB0D42D}">
      <dgm:prSet/>
      <dgm:spPr/>
      <dgm:t>
        <a:bodyPr/>
        <a:lstStyle/>
        <a:p>
          <a:endParaRPr lang="en-US"/>
        </a:p>
      </dgm:t>
    </dgm:pt>
    <dgm:pt modelId="{D78CEF17-1D32-42CB-BDF1-AB262FAC8D5C}" type="sibTrans" cxnId="{EBEB94FB-CBC9-4733-B561-92818CB0D42D}">
      <dgm:prSet/>
      <dgm:spPr/>
      <dgm:t>
        <a:bodyPr/>
        <a:lstStyle/>
        <a:p>
          <a:endParaRPr lang="en-US"/>
        </a:p>
      </dgm:t>
    </dgm:pt>
    <dgm:pt modelId="{38166D5F-F107-4046-A549-502884DA350F}">
      <dgm:prSet phldrT="[Text]" custT="1"/>
      <dgm:spPr/>
      <dgm:t>
        <a:bodyPr/>
        <a:lstStyle/>
        <a:p>
          <a:r>
            <a:rPr lang="en-US" sz="3200">
              <a:solidFill>
                <a:schemeClr val="tx1"/>
              </a:solidFill>
            </a:rPr>
            <a:t>Pháp luật với Nhà nước</a:t>
          </a:r>
        </a:p>
      </dgm:t>
    </dgm:pt>
    <dgm:pt modelId="{26910677-3E9B-4163-AAE2-D409F1DD7328}" type="parTrans" cxnId="{F7AF0236-84BC-4228-8EAF-932D0EFB612B}">
      <dgm:prSet/>
      <dgm:spPr/>
      <dgm:t>
        <a:bodyPr/>
        <a:lstStyle/>
        <a:p>
          <a:endParaRPr lang="en-US"/>
        </a:p>
      </dgm:t>
    </dgm:pt>
    <dgm:pt modelId="{0EEE37D8-15ED-4BC3-A07F-4718233B38E0}" type="sibTrans" cxnId="{F7AF0236-84BC-4228-8EAF-932D0EFB612B}">
      <dgm:prSet/>
      <dgm:spPr/>
      <dgm:t>
        <a:bodyPr/>
        <a:lstStyle/>
        <a:p>
          <a:endParaRPr lang="en-US"/>
        </a:p>
      </dgm:t>
    </dgm:pt>
    <dgm:pt modelId="{B88A4A86-B684-4188-A2CD-9A0DA0E9D247}">
      <dgm:prSet phldrT="[Text]" custT="1"/>
      <dgm:spPr/>
      <dgm:t>
        <a:bodyPr/>
        <a:lstStyle/>
        <a:p>
          <a:pPr algn="just"/>
          <a:r>
            <a:rPr lang="en-US" sz="2200"/>
            <a:t>Pháp luật và nhà nước là hai hiện tượng không thể tách rời</a:t>
          </a:r>
        </a:p>
      </dgm:t>
    </dgm:pt>
    <dgm:pt modelId="{FABD7E9E-E92E-47E5-AF13-6797523D049C}" type="parTrans" cxnId="{2AE3C2D3-5895-4010-A00E-68D63CF0A4DB}">
      <dgm:prSet/>
      <dgm:spPr/>
      <dgm:t>
        <a:bodyPr/>
        <a:lstStyle/>
        <a:p>
          <a:endParaRPr lang="en-US"/>
        </a:p>
      </dgm:t>
    </dgm:pt>
    <dgm:pt modelId="{42E028DF-55F2-41FB-9623-9067AAF2D670}" type="sibTrans" cxnId="{2AE3C2D3-5895-4010-A00E-68D63CF0A4DB}">
      <dgm:prSet/>
      <dgm:spPr/>
      <dgm:t>
        <a:bodyPr/>
        <a:lstStyle/>
        <a:p>
          <a:endParaRPr lang="en-US"/>
        </a:p>
      </dgm:t>
    </dgm:pt>
    <dgm:pt modelId="{D47C9D18-EDE9-4A2A-8F41-D93028B60405}">
      <dgm:prSet phldrT="[Text]" custT="1"/>
      <dgm:spPr/>
      <dgm:t>
        <a:bodyPr/>
        <a:lstStyle/>
        <a:p>
          <a:pPr algn="just"/>
          <a:r>
            <a:rPr lang="en-US" sz="2200"/>
            <a:t>Nhà nước sử dụng pháp luật để quản lí xã hội, đông thời bị giới hạn bởi pháp luật.</a:t>
          </a:r>
        </a:p>
      </dgm:t>
    </dgm:pt>
    <dgm:pt modelId="{BC39F7E1-396F-4355-B3FE-A7649C68F9FF}" type="parTrans" cxnId="{5BAC0592-F71C-4CCB-8755-3CEC5AFB684D}">
      <dgm:prSet/>
      <dgm:spPr/>
      <dgm:t>
        <a:bodyPr/>
        <a:lstStyle/>
        <a:p>
          <a:endParaRPr lang="en-US"/>
        </a:p>
      </dgm:t>
    </dgm:pt>
    <dgm:pt modelId="{A165D17C-11CC-42DA-A7CE-66725B955427}" type="sibTrans" cxnId="{5BAC0592-F71C-4CCB-8755-3CEC5AFB684D}">
      <dgm:prSet/>
      <dgm:spPr/>
      <dgm:t>
        <a:bodyPr/>
        <a:lstStyle/>
        <a:p>
          <a:endParaRPr lang="en-US"/>
        </a:p>
      </dgm:t>
    </dgm:pt>
    <dgm:pt modelId="{A58CDAB5-93D6-4C5F-99AD-5C2C7CFA0453}">
      <dgm:prSet phldrT="[Text]" custT="1"/>
      <dgm:spPr/>
      <dgm:t>
        <a:bodyPr/>
        <a:lstStyle/>
        <a:p>
          <a:r>
            <a:rPr lang="en-US" sz="2200"/>
            <a:t>Sự tác động trở lại của pháp luật đối với kinh tế</a:t>
          </a:r>
        </a:p>
      </dgm:t>
    </dgm:pt>
    <dgm:pt modelId="{49FECDCE-A4DF-4581-9116-1EBF0F14FD12}" type="parTrans" cxnId="{67ABD28A-0412-4989-8730-11068DEE4E3C}">
      <dgm:prSet/>
      <dgm:spPr/>
      <dgm:t>
        <a:bodyPr/>
        <a:lstStyle/>
        <a:p>
          <a:endParaRPr lang="en-US"/>
        </a:p>
      </dgm:t>
    </dgm:pt>
    <dgm:pt modelId="{6E0697FB-5F32-4321-A651-EB123F59A32E}" type="sibTrans" cxnId="{67ABD28A-0412-4989-8730-11068DEE4E3C}">
      <dgm:prSet/>
      <dgm:spPr/>
      <dgm:t>
        <a:bodyPr/>
        <a:lstStyle/>
        <a:p>
          <a:endParaRPr lang="en-US"/>
        </a:p>
      </dgm:t>
    </dgm:pt>
    <dgm:pt modelId="{01EBAD97-CB43-49FC-985F-FB21A2326941}" type="pres">
      <dgm:prSet presAssocID="{8C669E89-4ECE-4978-A26C-380729023399}" presName="Name0" presStyleCnt="0">
        <dgm:presLayoutVars>
          <dgm:dir/>
          <dgm:animLvl val="lvl"/>
          <dgm:resizeHandles val="exact"/>
        </dgm:presLayoutVars>
      </dgm:prSet>
      <dgm:spPr/>
    </dgm:pt>
    <dgm:pt modelId="{870C698F-6EAF-46AC-A992-35C961D607CE}" type="pres">
      <dgm:prSet presAssocID="{915C2DF2-5D5B-4F68-8B07-62850C947828}" presName="linNode" presStyleCnt="0"/>
      <dgm:spPr/>
    </dgm:pt>
    <dgm:pt modelId="{5B501A1F-8237-4E49-B4AC-3B90B388E097}" type="pres">
      <dgm:prSet presAssocID="{915C2DF2-5D5B-4F68-8B07-62850C947828}" presName="parentText" presStyleLbl="node1" presStyleIdx="0" presStyleCnt="3">
        <dgm:presLayoutVars>
          <dgm:chMax val="1"/>
          <dgm:bulletEnabled val="1"/>
        </dgm:presLayoutVars>
      </dgm:prSet>
      <dgm:spPr/>
    </dgm:pt>
    <dgm:pt modelId="{B1B5B1E6-D274-4BD0-B9D3-20483792ED33}" type="pres">
      <dgm:prSet presAssocID="{915C2DF2-5D5B-4F68-8B07-62850C947828}" presName="descendantText" presStyleLbl="alignAccFollowNode1" presStyleIdx="0" presStyleCnt="3">
        <dgm:presLayoutVars>
          <dgm:bulletEnabled val="1"/>
        </dgm:presLayoutVars>
      </dgm:prSet>
      <dgm:spPr/>
    </dgm:pt>
    <dgm:pt modelId="{AB838ABF-AB57-4C15-B6FF-F1FC85CC2559}" type="pres">
      <dgm:prSet presAssocID="{6D979A05-8B91-4FE7-A32A-C81B8C3FF0EB}" presName="sp" presStyleCnt="0"/>
      <dgm:spPr/>
    </dgm:pt>
    <dgm:pt modelId="{04CFCEFA-7F20-440A-83FD-8306E182B675}" type="pres">
      <dgm:prSet presAssocID="{66345D45-DB2D-40C4-A468-C55761B53A1E}" presName="linNode" presStyleCnt="0"/>
      <dgm:spPr/>
    </dgm:pt>
    <dgm:pt modelId="{2415B5C2-C9F3-42B3-8697-3C7C9388084D}" type="pres">
      <dgm:prSet presAssocID="{66345D45-DB2D-40C4-A468-C55761B53A1E}" presName="parentText" presStyleLbl="node1" presStyleIdx="1" presStyleCnt="3">
        <dgm:presLayoutVars>
          <dgm:chMax val="1"/>
          <dgm:bulletEnabled val="1"/>
        </dgm:presLayoutVars>
      </dgm:prSet>
      <dgm:spPr/>
    </dgm:pt>
    <dgm:pt modelId="{166A563E-22C1-4045-BD09-CC206774534E}" type="pres">
      <dgm:prSet presAssocID="{66345D45-DB2D-40C4-A468-C55761B53A1E}" presName="descendantText" presStyleLbl="alignAccFollowNode1" presStyleIdx="1" presStyleCnt="3" custScaleY="121493">
        <dgm:presLayoutVars>
          <dgm:bulletEnabled val="1"/>
        </dgm:presLayoutVars>
      </dgm:prSet>
      <dgm:spPr/>
    </dgm:pt>
    <dgm:pt modelId="{9D250E73-53FD-4E49-A228-E581D133BB00}" type="pres">
      <dgm:prSet presAssocID="{9606F037-8623-452C-B467-B926DDB1C768}" presName="sp" presStyleCnt="0"/>
      <dgm:spPr/>
    </dgm:pt>
    <dgm:pt modelId="{C9F9D961-BB82-4C38-973D-30AE2DF2C1FB}" type="pres">
      <dgm:prSet presAssocID="{38166D5F-F107-4046-A549-502884DA350F}" presName="linNode" presStyleCnt="0"/>
      <dgm:spPr/>
    </dgm:pt>
    <dgm:pt modelId="{BBC7C8D8-0281-4DB7-8B99-056E6D38EA30}" type="pres">
      <dgm:prSet presAssocID="{38166D5F-F107-4046-A549-502884DA350F}" presName="parentText" presStyleLbl="node1" presStyleIdx="2" presStyleCnt="3">
        <dgm:presLayoutVars>
          <dgm:chMax val="1"/>
          <dgm:bulletEnabled val="1"/>
        </dgm:presLayoutVars>
      </dgm:prSet>
      <dgm:spPr/>
    </dgm:pt>
    <dgm:pt modelId="{D4EE1BC1-4E78-4AE9-8BCA-B3F595B17EDE}" type="pres">
      <dgm:prSet presAssocID="{38166D5F-F107-4046-A549-502884DA350F}" presName="descendantText" presStyleLbl="alignAccFollowNode1" presStyleIdx="2" presStyleCnt="3">
        <dgm:presLayoutVars>
          <dgm:bulletEnabled val="1"/>
        </dgm:presLayoutVars>
      </dgm:prSet>
      <dgm:spPr/>
    </dgm:pt>
  </dgm:ptLst>
  <dgm:cxnLst>
    <dgm:cxn modelId="{B8609301-9262-4B5C-848F-F8F87E6DA311}" type="presOf" srcId="{B88A4A86-B684-4188-A2CD-9A0DA0E9D247}" destId="{D4EE1BC1-4E78-4AE9-8BCA-B3F595B17EDE}" srcOrd="0" destOrd="0" presId="urn:microsoft.com/office/officeart/2005/8/layout/vList5"/>
    <dgm:cxn modelId="{AD6DBA31-C6A3-4A3C-A1CB-C3F560C073C4}" srcId="{8C669E89-4ECE-4978-A26C-380729023399}" destId="{66345D45-DB2D-40C4-A468-C55761B53A1E}" srcOrd="1" destOrd="0" parTransId="{418C861B-BEBF-438A-9881-E341CB18D2B5}" sibTransId="{9606F037-8623-452C-B467-B926DDB1C768}"/>
    <dgm:cxn modelId="{C79BD132-4E17-4FAE-852C-6A8FB6C23D83}" type="presOf" srcId="{8C669E89-4ECE-4978-A26C-380729023399}" destId="{01EBAD97-CB43-49FC-985F-FB21A2326941}" srcOrd="0" destOrd="0" presId="urn:microsoft.com/office/officeart/2005/8/layout/vList5"/>
    <dgm:cxn modelId="{F7AF0236-84BC-4228-8EAF-932D0EFB612B}" srcId="{8C669E89-4ECE-4978-A26C-380729023399}" destId="{38166D5F-F107-4046-A549-502884DA350F}" srcOrd="2" destOrd="0" parTransId="{26910677-3E9B-4163-AAE2-D409F1DD7328}" sibTransId="{0EEE37D8-15ED-4BC3-A07F-4718233B38E0}"/>
    <dgm:cxn modelId="{7DD23D4B-2BAF-4066-B377-B01F2DFA5437}" type="presOf" srcId="{D47C9D18-EDE9-4A2A-8F41-D93028B60405}" destId="{D4EE1BC1-4E78-4AE9-8BCA-B3F595B17EDE}" srcOrd="0" destOrd="1" presId="urn:microsoft.com/office/officeart/2005/8/layout/vList5"/>
    <dgm:cxn modelId="{67ABD28A-0412-4989-8730-11068DEE4E3C}" srcId="{915C2DF2-5D5B-4F68-8B07-62850C947828}" destId="{A58CDAB5-93D6-4C5F-99AD-5C2C7CFA0453}" srcOrd="1" destOrd="0" parTransId="{49FECDCE-A4DF-4581-9116-1EBF0F14FD12}" sibTransId="{6E0697FB-5F32-4321-A651-EB123F59A32E}"/>
    <dgm:cxn modelId="{5BAC0592-F71C-4CCB-8755-3CEC5AFB684D}" srcId="{38166D5F-F107-4046-A549-502884DA350F}" destId="{D47C9D18-EDE9-4A2A-8F41-D93028B60405}" srcOrd="1" destOrd="0" parTransId="{BC39F7E1-396F-4355-B3FE-A7649C68F9FF}" sibTransId="{A165D17C-11CC-42DA-A7CE-66725B955427}"/>
    <dgm:cxn modelId="{7205E3A0-59AF-46FA-98BC-51096358E91E}" type="presOf" srcId="{B609FD88-FD6E-483F-A7FE-C0F6B09158E4}" destId="{166A563E-22C1-4045-BD09-CC206774534E}" srcOrd="0" destOrd="1" presId="urn:microsoft.com/office/officeart/2005/8/layout/vList5"/>
    <dgm:cxn modelId="{EB47D3A1-2D05-4AC5-9368-DD8A27A2E06B}" type="presOf" srcId="{38166D5F-F107-4046-A549-502884DA350F}" destId="{BBC7C8D8-0281-4DB7-8B99-056E6D38EA30}" srcOrd="0" destOrd="0" presId="urn:microsoft.com/office/officeart/2005/8/layout/vList5"/>
    <dgm:cxn modelId="{6A38A6B0-7E0C-41E2-BD0D-B9D5BDEE1630}" type="presOf" srcId="{4C154ABA-ACF9-4171-8DFE-C2F7045681DC}" destId="{166A563E-22C1-4045-BD09-CC206774534E}" srcOrd="0" destOrd="0" presId="urn:microsoft.com/office/officeart/2005/8/layout/vList5"/>
    <dgm:cxn modelId="{C9DB98CD-0402-4FAD-BFB3-349E17EBFCEB}" type="presOf" srcId="{21C9FBF6-E6C2-41FB-9DEB-2B4F69470103}" destId="{B1B5B1E6-D274-4BD0-B9D3-20483792ED33}" srcOrd="0" destOrd="0" presId="urn:microsoft.com/office/officeart/2005/8/layout/vList5"/>
    <dgm:cxn modelId="{8899A1CF-653C-479F-A772-5C368766383A}" type="presOf" srcId="{66345D45-DB2D-40C4-A468-C55761B53A1E}" destId="{2415B5C2-C9F3-42B3-8697-3C7C9388084D}" srcOrd="0" destOrd="0" presId="urn:microsoft.com/office/officeart/2005/8/layout/vList5"/>
    <dgm:cxn modelId="{D335E7D1-B67E-4FE0-B38A-961754491097}" srcId="{66345D45-DB2D-40C4-A468-C55761B53A1E}" destId="{4C154ABA-ACF9-4171-8DFE-C2F7045681DC}" srcOrd="0" destOrd="0" parTransId="{921D807F-29A5-49A9-A121-D8B61271F960}" sibTransId="{14F5FAA0-645C-4F4A-91AD-56125AD5A35E}"/>
    <dgm:cxn modelId="{2AE3C2D3-5895-4010-A00E-68D63CF0A4DB}" srcId="{38166D5F-F107-4046-A549-502884DA350F}" destId="{B88A4A86-B684-4188-A2CD-9A0DA0E9D247}" srcOrd="0" destOrd="0" parTransId="{FABD7E9E-E92E-47E5-AF13-6797523D049C}" sibTransId="{42E028DF-55F2-41FB-9623-9067AAF2D670}"/>
    <dgm:cxn modelId="{CA567CD5-ACA7-406F-81F1-0DE4EBC7315F}" type="presOf" srcId="{915C2DF2-5D5B-4F68-8B07-62850C947828}" destId="{5B501A1F-8237-4E49-B4AC-3B90B388E097}" srcOrd="0" destOrd="0" presId="urn:microsoft.com/office/officeart/2005/8/layout/vList5"/>
    <dgm:cxn modelId="{3850B0D5-D749-42FE-A7A5-FC1905E6E488}" type="presOf" srcId="{A58CDAB5-93D6-4C5F-99AD-5C2C7CFA0453}" destId="{B1B5B1E6-D274-4BD0-B9D3-20483792ED33}" srcOrd="0" destOrd="1" presId="urn:microsoft.com/office/officeart/2005/8/layout/vList5"/>
    <dgm:cxn modelId="{1705A1DC-0C41-40CD-AAA1-30A53225579E}" srcId="{8C669E89-4ECE-4978-A26C-380729023399}" destId="{915C2DF2-5D5B-4F68-8B07-62850C947828}" srcOrd="0" destOrd="0" parTransId="{2365B049-98E0-402D-9615-73C172BA8C2B}" sibTransId="{6D979A05-8B91-4FE7-A32A-C81B8C3FF0EB}"/>
    <dgm:cxn modelId="{78D17FE8-8341-4012-AB57-9CDA0212745B}" srcId="{915C2DF2-5D5B-4F68-8B07-62850C947828}" destId="{21C9FBF6-E6C2-41FB-9DEB-2B4F69470103}" srcOrd="0" destOrd="0" parTransId="{9BCD9DC5-3F09-4680-A058-6AA000B442BA}" sibTransId="{F17798E4-D099-49CD-A8D5-60EF3E313FEF}"/>
    <dgm:cxn modelId="{EBEB94FB-CBC9-4733-B561-92818CB0D42D}" srcId="{66345D45-DB2D-40C4-A468-C55761B53A1E}" destId="{B609FD88-FD6E-483F-A7FE-C0F6B09158E4}" srcOrd="1" destOrd="0" parTransId="{BA6A1FC9-BCA1-4782-9A9D-7A053A9D2C14}" sibTransId="{D78CEF17-1D32-42CB-BDF1-AB262FAC8D5C}"/>
    <dgm:cxn modelId="{255B15DC-1CDF-41FB-95E5-BE1624DBACAF}" type="presParOf" srcId="{01EBAD97-CB43-49FC-985F-FB21A2326941}" destId="{870C698F-6EAF-46AC-A992-35C961D607CE}" srcOrd="0" destOrd="0" presId="urn:microsoft.com/office/officeart/2005/8/layout/vList5"/>
    <dgm:cxn modelId="{74334596-EA86-4242-833F-3503496D9F10}" type="presParOf" srcId="{870C698F-6EAF-46AC-A992-35C961D607CE}" destId="{5B501A1F-8237-4E49-B4AC-3B90B388E097}" srcOrd="0" destOrd="0" presId="urn:microsoft.com/office/officeart/2005/8/layout/vList5"/>
    <dgm:cxn modelId="{E67D3C2A-D5FA-460E-AC8E-8C41802D4A5A}" type="presParOf" srcId="{870C698F-6EAF-46AC-A992-35C961D607CE}" destId="{B1B5B1E6-D274-4BD0-B9D3-20483792ED33}" srcOrd="1" destOrd="0" presId="urn:microsoft.com/office/officeart/2005/8/layout/vList5"/>
    <dgm:cxn modelId="{8284011A-38F2-4B85-B7CB-A98C7A4A1F17}" type="presParOf" srcId="{01EBAD97-CB43-49FC-985F-FB21A2326941}" destId="{AB838ABF-AB57-4C15-B6FF-F1FC85CC2559}" srcOrd="1" destOrd="0" presId="urn:microsoft.com/office/officeart/2005/8/layout/vList5"/>
    <dgm:cxn modelId="{FB7CC767-081D-4F8E-A9DF-4287646AEF30}" type="presParOf" srcId="{01EBAD97-CB43-49FC-985F-FB21A2326941}" destId="{04CFCEFA-7F20-440A-83FD-8306E182B675}" srcOrd="2" destOrd="0" presId="urn:microsoft.com/office/officeart/2005/8/layout/vList5"/>
    <dgm:cxn modelId="{012B0941-B454-47E3-94F9-086F81CDDF83}" type="presParOf" srcId="{04CFCEFA-7F20-440A-83FD-8306E182B675}" destId="{2415B5C2-C9F3-42B3-8697-3C7C9388084D}" srcOrd="0" destOrd="0" presId="urn:microsoft.com/office/officeart/2005/8/layout/vList5"/>
    <dgm:cxn modelId="{ABDD4B36-1B1F-43A2-A4FE-A9D6BCCD8EFA}" type="presParOf" srcId="{04CFCEFA-7F20-440A-83FD-8306E182B675}" destId="{166A563E-22C1-4045-BD09-CC206774534E}" srcOrd="1" destOrd="0" presId="urn:microsoft.com/office/officeart/2005/8/layout/vList5"/>
    <dgm:cxn modelId="{67E398D7-A4BD-4A1B-8848-9E14B6B34E8E}" type="presParOf" srcId="{01EBAD97-CB43-49FC-985F-FB21A2326941}" destId="{9D250E73-53FD-4E49-A228-E581D133BB00}" srcOrd="3" destOrd="0" presId="urn:microsoft.com/office/officeart/2005/8/layout/vList5"/>
    <dgm:cxn modelId="{DC3B082B-FB0C-4D3D-89DD-639C6626E638}" type="presParOf" srcId="{01EBAD97-CB43-49FC-985F-FB21A2326941}" destId="{C9F9D961-BB82-4C38-973D-30AE2DF2C1FB}" srcOrd="4" destOrd="0" presId="urn:microsoft.com/office/officeart/2005/8/layout/vList5"/>
    <dgm:cxn modelId="{B0107011-EF0F-4931-8A09-FCDDE07280C5}" type="presParOf" srcId="{C9F9D961-BB82-4C38-973D-30AE2DF2C1FB}" destId="{BBC7C8D8-0281-4DB7-8B99-056E6D38EA30}" srcOrd="0" destOrd="0" presId="urn:microsoft.com/office/officeart/2005/8/layout/vList5"/>
    <dgm:cxn modelId="{4258053D-552C-4EF0-B0ED-319F62A51ECB}" type="presParOf" srcId="{C9F9D961-BB82-4C38-973D-30AE2DF2C1FB}" destId="{D4EE1BC1-4E78-4AE9-8BCA-B3F595B17ED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2A68B09-2F91-4394-BAA6-4A1D4AC7FF1B}" type="doc">
      <dgm:prSet loTypeId="urn:microsoft.com/office/officeart/2005/8/layout/lProcess2" loCatId="list" qsTypeId="urn:microsoft.com/office/officeart/2005/8/quickstyle/simple3" qsCatId="simple" csTypeId="urn:microsoft.com/office/officeart/2005/8/colors/accent0_3" csCatId="mainScheme" phldr="1"/>
      <dgm:spPr/>
      <dgm:t>
        <a:bodyPr/>
        <a:lstStyle/>
        <a:p>
          <a:endParaRPr lang="en-US"/>
        </a:p>
      </dgm:t>
    </dgm:pt>
    <dgm:pt modelId="{B112F327-990B-4ABA-8D19-5B12CF678CBF}">
      <dgm:prSet phldrT="[Text]" custT="1"/>
      <dgm:spPr/>
      <dgm:t>
        <a:bodyPr/>
        <a:lstStyle/>
        <a:p>
          <a:pPr algn="ctr"/>
          <a:r>
            <a:rPr lang="en-US" sz="2400" err="1">
              <a:latin typeface=".VnArial" pitchFamily="34" charset="0"/>
            </a:rPr>
            <a:t>B¶n</a:t>
          </a:r>
          <a:r>
            <a:rPr lang="en-US" sz="2400">
              <a:latin typeface=".VnArial" pitchFamily="34" charset="0"/>
            </a:rPr>
            <a:t> </a:t>
          </a:r>
          <a:r>
            <a:rPr lang="en-US" sz="2400" err="1">
              <a:latin typeface=".VnArial" pitchFamily="34" charset="0"/>
            </a:rPr>
            <a:t>chÊt</a:t>
          </a:r>
          <a:r>
            <a:rPr lang="en-US" sz="2400">
              <a:latin typeface=".VnArial" pitchFamily="34" charset="0"/>
            </a:rPr>
            <a:t> </a:t>
          </a:r>
          <a:r>
            <a:rPr lang="en-US" sz="2400" err="1">
              <a:latin typeface=".VnArial" pitchFamily="34" charset="0"/>
            </a:rPr>
            <a:t>giai</a:t>
          </a:r>
          <a:r>
            <a:rPr lang="en-US" sz="2400">
              <a:latin typeface=".VnArial" pitchFamily="34" charset="0"/>
            </a:rPr>
            <a:t> </a:t>
          </a:r>
          <a:r>
            <a:rPr lang="en-US" sz="2400" err="1">
              <a:latin typeface=".VnArial" pitchFamily="34" charset="0"/>
            </a:rPr>
            <a:t>cÊp</a:t>
          </a:r>
          <a:r>
            <a:rPr lang="en-US" sz="2400">
              <a:latin typeface=".VnArial" pitchFamily="34" charset="0"/>
            </a:rPr>
            <a:t> </a:t>
          </a:r>
          <a:r>
            <a:rPr lang="en-US" sz="2400" err="1">
              <a:latin typeface=".VnArial" pitchFamily="34" charset="0"/>
            </a:rPr>
            <a:t>cña</a:t>
          </a:r>
          <a:r>
            <a:rPr lang="en-US" sz="2400">
              <a:latin typeface=".VnArial" pitchFamily="34" charset="0"/>
            </a:rPr>
            <a:t> </a:t>
          </a:r>
          <a:r>
            <a:rPr lang="en-US" sz="2400" err="1">
              <a:latin typeface=".VnArial" pitchFamily="34" charset="0"/>
            </a:rPr>
            <a:t>ph¸p</a:t>
          </a:r>
          <a:r>
            <a:rPr lang="en-US" sz="2400">
              <a:latin typeface=".VnArial" pitchFamily="34" charset="0"/>
            </a:rPr>
            <a:t> </a:t>
          </a:r>
          <a:r>
            <a:rPr lang="en-US" sz="2400" err="1">
              <a:latin typeface=".VnArial" pitchFamily="34" charset="0"/>
            </a:rPr>
            <a:t>luËt</a:t>
          </a:r>
          <a:endParaRPr lang="en-US" sz="2400">
            <a:latin typeface=".VnArial" pitchFamily="34" charset="0"/>
          </a:endParaRPr>
        </a:p>
      </dgm:t>
    </dgm:pt>
    <dgm:pt modelId="{C536AF90-A564-40AF-B414-6E0598482B26}" type="parTrans" cxnId="{9E679C3C-4BC3-401D-81FF-FE6BD80F9293}">
      <dgm:prSet/>
      <dgm:spPr/>
      <dgm:t>
        <a:bodyPr/>
        <a:lstStyle/>
        <a:p>
          <a:endParaRPr lang="en-US"/>
        </a:p>
      </dgm:t>
    </dgm:pt>
    <dgm:pt modelId="{AD02A9AA-2662-4810-9A51-9AB88C2F49F0}" type="sibTrans" cxnId="{9E679C3C-4BC3-401D-81FF-FE6BD80F9293}">
      <dgm:prSet/>
      <dgm:spPr/>
      <dgm:t>
        <a:bodyPr/>
        <a:lstStyle/>
        <a:p>
          <a:endParaRPr lang="en-US"/>
        </a:p>
      </dgm:t>
    </dgm:pt>
    <dgm:pt modelId="{EC9F1A6F-B979-4C1E-814E-389709321CAF}">
      <dgm:prSet phldrT="[Text]" custT="1"/>
      <dgm:spPr/>
      <dgm:t>
        <a:bodyPr/>
        <a:lstStyle/>
        <a:p>
          <a:pPr algn="just"/>
          <a:r>
            <a:rPr lang="en-US" sz="2200" err="1">
              <a:latin typeface=".VnArial" pitchFamily="34" charset="0"/>
            </a:rPr>
            <a:t>Ph¸p</a:t>
          </a:r>
          <a:r>
            <a:rPr lang="en-US" sz="2200">
              <a:latin typeface=".VnArial" pitchFamily="34" charset="0"/>
            </a:rPr>
            <a:t> </a:t>
          </a:r>
          <a:r>
            <a:rPr lang="en-US" sz="2200" err="1">
              <a:latin typeface=".VnArial" pitchFamily="34" charset="0"/>
            </a:rPr>
            <a:t>luËt</a:t>
          </a:r>
          <a:r>
            <a:rPr lang="en-US" sz="2200">
              <a:latin typeface=".VnArial" pitchFamily="34" charset="0"/>
            </a:rPr>
            <a:t> </a:t>
          </a:r>
          <a:r>
            <a:rPr lang="en-US" sz="2200" err="1">
              <a:latin typeface=".VnArial" pitchFamily="34" charset="0"/>
            </a:rPr>
            <a:t>ph¶n</a:t>
          </a:r>
          <a:r>
            <a:rPr lang="en-US" sz="2200">
              <a:latin typeface=".VnArial" pitchFamily="34" charset="0"/>
            </a:rPr>
            <a:t> ¸</a:t>
          </a:r>
          <a:r>
            <a:rPr lang="en-US" sz="2200" err="1">
              <a:latin typeface=".VnArial" pitchFamily="34" charset="0"/>
            </a:rPr>
            <a:t>nh</a:t>
          </a:r>
          <a:r>
            <a:rPr lang="en-US" sz="2200">
              <a:latin typeface=".VnArial" pitchFamily="34" charset="0"/>
            </a:rPr>
            <a:t> ý </a:t>
          </a:r>
          <a:r>
            <a:rPr lang="en-US" sz="2200" err="1">
              <a:latin typeface=".VnArial" pitchFamily="34" charset="0"/>
            </a:rPr>
            <a:t>chÝ</a:t>
          </a:r>
          <a:r>
            <a:rPr lang="en-US" sz="2200">
              <a:latin typeface=".VnArial" pitchFamily="34" charset="0"/>
            </a:rPr>
            <a:t> </a:t>
          </a:r>
          <a:r>
            <a:rPr lang="en-US" sz="2200" err="1">
              <a:latin typeface=".VnArial" pitchFamily="34" charset="0"/>
            </a:rPr>
            <a:t>cña</a:t>
          </a:r>
          <a:r>
            <a:rPr lang="en-US" sz="2200">
              <a:latin typeface=".VnArial" pitchFamily="34" charset="0"/>
            </a:rPr>
            <a:t> </a:t>
          </a:r>
          <a:r>
            <a:rPr lang="en-US" sz="2200" err="1">
              <a:latin typeface=".VnArial" pitchFamily="34" charset="0"/>
            </a:rPr>
            <a:t>giai</a:t>
          </a:r>
          <a:r>
            <a:rPr lang="en-US" sz="2200">
              <a:latin typeface=".VnArial" pitchFamily="34" charset="0"/>
            </a:rPr>
            <a:t> </a:t>
          </a:r>
          <a:r>
            <a:rPr lang="en-US" sz="2200" err="1">
              <a:latin typeface=".VnArial" pitchFamily="34" charset="0"/>
            </a:rPr>
            <a:t>cÊp</a:t>
          </a:r>
          <a:r>
            <a:rPr lang="en-US" sz="2200">
              <a:latin typeface=".VnArial" pitchFamily="34" charset="0"/>
            </a:rPr>
            <a:t> </a:t>
          </a:r>
          <a:r>
            <a:rPr lang="en-US" sz="2200" err="1">
              <a:latin typeface=".VnArial" pitchFamily="34" charset="0"/>
            </a:rPr>
            <a:t>thèng</a:t>
          </a:r>
          <a:r>
            <a:rPr lang="en-US" sz="2200">
              <a:latin typeface=".VnArial" pitchFamily="34" charset="0"/>
            </a:rPr>
            <a:t> </a:t>
          </a:r>
          <a:r>
            <a:rPr lang="en-US" sz="2200" err="1">
              <a:latin typeface=".VnArial" pitchFamily="34" charset="0"/>
            </a:rPr>
            <a:t>trÞ</a:t>
          </a:r>
          <a:endParaRPr lang="en-US" sz="2200">
            <a:latin typeface=".VnArial" pitchFamily="34" charset="0"/>
          </a:endParaRPr>
        </a:p>
      </dgm:t>
    </dgm:pt>
    <dgm:pt modelId="{44DE0AC5-EC2D-483F-A76D-FEC2EB8E6482}" type="parTrans" cxnId="{FC7C3644-71EF-422B-8E21-5A958110FDED}">
      <dgm:prSet/>
      <dgm:spPr/>
      <dgm:t>
        <a:bodyPr/>
        <a:lstStyle/>
        <a:p>
          <a:endParaRPr lang="en-US"/>
        </a:p>
      </dgm:t>
    </dgm:pt>
    <dgm:pt modelId="{C37EA83A-C679-4EE2-8ED6-DABA613ED6AA}" type="sibTrans" cxnId="{FC7C3644-71EF-422B-8E21-5A958110FDED}">
      <dgm:prSet/>
      <dgm:spPr/>
      <dgm:t>
        <a:bodyPr/>
        <a:lstStyle/>
        <a:p>
          <a:endParaRPr lang="en-US"/>
        </a:p>
      </dgm:t>
    </dgm:pt>
    <dgm:pt modelId="{59B9B629-DE25-411F-BC24-47F5027E79AD}">
      <dgm:prSet phldrT="[Text]" custT="1"/>
      <dgm:spPr/>
      <dgm:t>
        <a:bodyPr/>
        <a:lstStyle/>
        <a:p>
          <a:pPr algn="just"/>
          <a:r>
            <a:rPr lang="en-US" sz="2200" err="1">
              <a:latin typeface=".VnArial" pitchFamily="34" charset="0"/>
            </a:rPr>
            <a:t>Môc</a:t>
          </a:r>
          <a:r>
            <a:rPr lang="en-US" sz="2200">
              <a:latin typeface=".VnArial" pitchFamily="34" charset="0"/>
            </a:rPr>
            <a:t> ®</a:t>
          </a:r>
          <a:r>
            <a:rPr lang="en-US" sz="2200" err="1">
              <a:latin typeface=".VnArial" pitchFamily="34" charset="0"/>
            </a:rPr>
            <a:t>Ých</a:t>
          </a:r>
          <a:r>
            <a:rPr lang="en-US" sz="2200">
              <a:latin typeface=".VnArial" pitchFamily="34" charset="0"/>
            </a:rPr>
            <a:t> ®</a:t>
          </a:r>
          <a:r>
            <a:rPr lang="en-US" sz="2200" err="1">
              <a:latin typeface=".VnArial" pitchFamily="34" charset="0"/>
            </a:rPr>
            <a:t>iÒu</a:t>
          </a:r>
          <a:r>
            <a:rPr lang="en-US" sz="2200">
              <a:latin typeface=".VnArial" pitchFamily="34" charset="0"/>
            </a:rPr>
            <a:t> </a:t>
          </a:r>
          <a:r>
            <a:rPr lang="en-US" sz="2200" err="1">
              <a:latin typeface=".VnArial" pitchFamily="34" charset="0"/>
            </a:rPr>
            <a:t>chØnh</a:t>
          </a:r>
          <a:r>
            <a:rPr lang="en-US" sz="2200">
              <a:latin typeface=".VnArial" pitchFamily="34" charset="0"/>
            </a:rPr>
            <a:t> </a:t>
          </a:r>
          <a:r>
            <a:rPr lang="en-US" sz="2200" err="1">
              <a:latin typeface=".VnArial" pitchFamily="34" charset="0"/>
            </a:rPr>
            <a:t>cña</a:t>
          </a:r>
          <a:r>
            <a:rPr lang="en-US" sz="2200">
              <a:latin typeface=".VnArial" pitchFamily="34" charset="0"/>
            </a:rPr>
            <a:t> PL </a:t>
          </a:r>
          <a:r>
            <a:rPr lang="en-US" sz="2200" err="1">
              <a:latin typeface=".VnArial" pitchFamily="34" charset="0"/>
            </a:rPr>
            <a:t>nh»m</a:t>
          </a:r>
          <a:r>
            <a:rPr lang="en-US" sz="2200">
              <a:latin typeface=".VnArial" pitchFamily="34" charset="0"/>
            </a:rPr>
            <a:t> </a:t>
          </a:r>
          <a:r>
            <a:rPr lang="en-US" sz="2200" err="1">
              <a:latin typeface=".VnArial" pitchFamily="34" charset="0"/>
            </a:rPr>
            <a:t>hưíng</a:t>
          </a:r>
          <a:r>
            <a:rPr lang="en-US" sz="2200">
              <a:latin typeface=".VnArial" pitchFamily="34" charset="0"/>
            </a:rPr>
            <a:t> </a:t>
          </a:r>
          <a:r>
            <a:rPr lang="en-US" sz="2200" err="1">
              <a:latin typeface=".VnArial" pitchFamily="34" charset="0"/>
            </a:rPr>
            <a:t>c¸c</a:t>
          </a:r>
          <a:r>
            <a:rPr lang="en-US" sz="2200">
              <a:latin typeface=".VnArial" pitchFamily="34" charset="0"/>
            </a:rPr>
            <a:t> </a:t>
          </a:r>
          <a:r>
            <a:rPr lang="en-US" sz="2200" err="1">
              <a:latin typeface=".VnArial" pitchFamily="34" charset="0"/>
            </a:rPr>
            <a:t>quan</a:t>
          </a:r>
          <a:r>
            <a:rPr lang="en-US" sz="2200">
              <a:latin typeface=".VnArial" pitchFamily="34" charset="0"/>
            </a:rPr>
            <a:t> </a:t>
          </a:r>
          <a:r>
            <a:rPr lang="en-US" sz="2200" err="1">
              <a:latin typeface=".VnArial" pitchFamily="34" charset="0"/>
            </a:rPr>
            <a:t>hÖ</a:t>
          </a:r>
          <a:r>
            <a:rPr lang="en-US" sz="2200">
              <a:latin typeface=".VnArial" pitchFamily="34" charset="0"/>
            </a:rPr>
            <a:t> x· </a:t>
          </a:r>
          <a:r>
            <a:rPr lang="en-US" sz="2200" err="1">
              <a:latin typeface=".VnArial" pitchFamily="34" charset="0"/>
            </a:rPr>
            <a:t>héi</a:t>
          </a:r>
          <a:r>
            <a:rPr lang="en-US" sz="2200">
              <a:latin typeface=".VnArial" pitchFamily="34" charset="0"/>
            </a:rPr>
            <a:t> </a:t>
          </a:r>
          <a:r>
            <a:rPr lang="en-US" sz="2200" err="1">
              <a:latin typeface=".VnArial" pitchFamily="34" charset="0"/>
            </a:rPr>
            <a:t>theo</a:t>
          </a:r>
          <a:r>
            <a:rPr lang="en-US" sz="2200">
              <a:latin typeface=".VnArial" pitchFamily="34" charset="0"/>
            </a:rPr>
            <a:t> </a:t>
          </a:r>
          <a:r>
            <a:rPr lang="en-US" sz="2200" err="1">
              <a:latin typeface=".VnArial" pitchFamily="34" charset="0"/>
            </a:rPr>
            <a:t>trËt</a:t>
          </a:r>
          <a:r>
            <a:rPr lang="en-US" sz="2200">
              <a:latin typeface=".VnArial" pitchFamily="34" charset="0"/>
            </a:rPr>
            <a:t> </a:t>
          </a:r>
          <a:r>
            <a:rPr lang="en-US" sz="2200" err="1">
              <a:latin typeface=".VnArial" pitchFamily="34" charset="0"/>
            </a:rPr>
            <a:t>tù</a:t>
          </a:r>
          <a:r>
            <a:rPr lang="en-US" sz="2200">
              <a:latin typeface=".VnArial" pitchFamily="34" charset="0"/>
            </a:rPr>
            <a:t> </a:t>
          </a:r>
          <a:r>
            <a:rPr lang="en-US" sz="2200" err="1">
              <a:latin typeface=".VnArial" pitchFamily="34" charset="0"/>
            </a:rPr>
            <a:t>phï</a:t>
          </a:r>
          <a:r>
            <a:rPr lang="en-US" sz="2200">
              <a:latin typeface=".VnArial" pitchFamily="34" charset="0"/>
            </a:rPr>
            <a:t> </a:t>
          </a:r>
          <a:r>
            <a:rPr lang="en-US" sz="2200" err="1">
              <a:latin typeface=".VnArial" pitchFamily="34" charset="0"/>
            </a:rPr>
            <a:t>hîp</a:t>
          </a:r>
          <a:r>
            <a:rPr lang="en-US" sz="2200">
              <a:latin typeface=".VnArial" pitchFamily="34" charset="0"/>
            </a:rPr>
            <a:t> </a:t>
          </a:r>
        </a:p>
      </dgm:t>
    </dgm:pt>
    <dgm:pt modelId="{F84ED569-1FCD-4B77-BE85-29127A224AD2}" type="parTrans" cxnId="{8C5EBCBC-6EFD-4FFD-863D-42A572E61DBA}">
      <dgm:prSet/>
      <dgm:spPr/>
      <dgm:t>
        <a:bodyPr/>
        <a:lstStyle/>
        <a:p>
          <a:endParaRPr lang="en-US"/>
        </a:p>
      </dgm:t>
    </dgm:pt>
    <dgm:pt modelId="{C36AE627-6BBF-4A13-933B-709B3A586B4B}" type="sibTrans" cxnId="{8C5EBCBC-6EFD-4FFD-863D-42A572E61DBA}">
      <dgm:prSet/>
      <dgm:spPr/>
      <dgm:t>
        <a:bodyPr/>
        <a:lstStyle/>
        <a:p>
          <a:endParaRPr lang="en-US"/>
        </a:p>
      </dgm:t>
    </dgm:pt>
    <dgm:pt modelId="{797938FD-E199-4917-B225-1860C2C1CF36}">
      <dgm:prSet phldrT="[Text]" custT="1"/>
      <dgm:spPr/>
      <dgm:t>
        <a:bodyPr/>
        <a:lstStyle/>
        <a:p>
          <a:r>
            <a:rPr lang="en-US" sz="2800" err="1">
              <a:latin typeface=".VnArial" pitchFamily="34" charset="0"/>
            </a:rPr>
            <a:t>B¶n</a:t>
          </a:r>
          <a:r>
            <a:rPr lang="en-US" sz="2800">
              <a:latin typeface=".VnArial" pitchFamily="34" charset="0"/>
            </a:rPr>
            <a:t> </a:t>
          </a:r>
          <a:r>
            <a:rPr lang="en-US" sz="2800" err="1">
              <a:latin typeface=".VnArial" pitchFamily="34" charset="0"/>
            </a:rPr>
            <a:t>chÊt</a:t>
          </a:r>
          <a:r>
            <a:rPr lang="en-US" sz="2800">
              <a:latin typeface=".VnArial" pitchFamily="34" charset="0"/>
            </a:rPr>
            <a:t> x· </a:t>
          </a:r>
          <a:r>
            <a:rPr lang="en-US" sz="2800" err="1">
              <a:latin typeface=".VnArial" pitchFamily="34" charset="0"/>
            </a:rPr>
            <a:t>héi</a:t>
          </a:r>
          <a:endParaRPr lang="en-US" sz="2800">
            <a:latin typeface=".VnArial" pitchFamily="34" charset="0"/>
          </a:endParaRPr>
        </a:p>
      </dgm:t>
    </dgm:pt>
    <dgm:pt modelId="{ED7065AA-AC7B-416B-9B97-A5FC01A84CAD}" type="parTrans" cxnId="{8356DCB4-EA7D-4CB0-A11A-3BE5D7C4486F}">
      <dgm:prSet/>
      <dgm:spPr/>
      <dgm:t>
        <a:bodyPr/>
        <a:lstStyle/>
        <a:p>
          <a:endParaRPr lang="en-US"/>
        </a:p>
      </dgm:t>
    </dgm:pt>
    <dgm:pt modelId="{59025318-8F5A-44C3-A3AD-202648F610D4}" type="sibTrans" cxnId="{8356DCB4-EA7D-4CB0-A11A-3BE5D7C4486F}">
      <dgm:prSet/>
      <dgm:spPr/>
      <dgm:t>
        <a:bodyPr/>
        <a:lstStyle/>
        <a:p>
          <a:endParaRPr lang="en-US"/>
        </a:p>
      </dgm:t>
    </dgm:pt>
    <dgm:pt modelId="{3E8E1D74-2417-4A0E-9482-03CC776DF138}">
      <dgm:prSet phldrT="[Text]" custT="1"/>
      <dgm:spPr/>
      <dgm:t>
        <a:bodyPr/>
        <a:lstStyle/>
        <a:p>
          <a:pPr algn="just"/>
          <a:r>
            <a:rPr lang="en-US" sz="2200" err="1">
              <a:latin typeface=".VnArial" pitchFamily="34" charset="0"/>
            </a:rPr>
            <a:t>Ph¸p</a:t>
          </a:r>
          <a:r>
            <a:rPr lang="en-US" sz="2200">
              <a:latin typeface=".VnArial" pitchFamily="34" charset="0"/>
            </a:rPr>
            <a:t> </a:t>
          </a:r>
          <a:r>
            <a:rPr lang="en-US" sz="2200" err="1">
              <a:latin typeface=".VnArial" pitchFamily="34" charset="0"/>
            </a:rPr>
            <a:t>luËt</a:t>
          </a:r>
          <a:r>
            <a:rPr lang="en-US" sz="2200">
              <a:latin typeface=".VnArial" pitchFamily="34" charset="0"/>
            </a:rPr>
            <a:t> </a:t>
          </a:r>
          <a:r>
            <a:rPr lang="en-US" sz="2200" err="1">
              <a:latin typeface=".VnArial" pitchFamily="34" charset="0"/>
            </a:rPr>
            <a:t>ph¶n</a:t>
          </a:r>
          <a:r>
            <a:rPr lang="en-US" sz="2200">
              <a:latin typeface=".VnArial" pitchFamily="34" charset="0"/>
            </a:rPr>
            <a:t> ¸</a:t>
          </a:r>
          <a:r>
            <a:rPr lang="en-US" sz="2200" err="1">
              <a:latin typeface=".VnArial" pitchFamily="34" charset="0"/>
            </a:rPr>
            <a:t>nh</a:t>
          </a:r>
          <a:r>
            <a:rPr lang="en-US" sz="2200">
              <a:latin typeface=".VnArial" pitchFamily="34" charset="0"/>
            </a:rPr>
            <a:t> ý </a:t>
          </a:r>
          <a:r>
            <a:rPr lang="en-US" sz="2200" err="1">
              <a:latin typeface=".VnArial" pitchFamily="34" charset="0"/>
            </a:rPr>
            <a:t>chÝ</a:t>
          </a:r>
          <a:r>
            <a:rPr lang="en-US" sz="2200">
              <a:latin typeface=".VnArial" pitchFamily="34" charset="0"/>
            </a:rPr>
            <a:t> </a:t>
          </a:r>
          <a:r>
            <a:rPr lang="en-US" sz="2200" err="1">
              <a:latin typeface=".VnArial" pitchFamily="34" charset="0"/>
            </a:rPr>
            <a:t>cña</a:t>
          </a:r>
          <a:r>
            <a:rPr lang="en-US" sz="2200">
              <a:latin typeface=".VnArial" pitchFamily="34" charset="0"/>
            </a:rPr>
            <a:t> </a:t>
          </a:r>
          <a:r>
            <a:rPr lang="en-US" sz="2200" err="1">
              <a:latin typeface=".VnArial" pitchFamily="34" charset="0"/>
            </a:rPr>
            <a:t>c¸c</a:t>
          </a:r>
          <a:r>
            <a:rPr lang="en-US" sz="2200">
              <a:latin typeface=".VnArial" pitchFamily="34" charset="0"/>
            </a:rPr>
            <a:t> </a:t>
          </a:r>
          <a:r>
            <a:rPr lang="en-US" sz="2200" err="1">
              <a:latin typeface=".VnArial" pitchFamily="34" charset="0"/>
            </a:rPr>
            <a:t>giai</a:t>
          </a:r>
          <a:r>
            <a:rPr lang="en-US" sz="2200">
              <a:latin typeface=".VnArial" pitchFamily="34" charset="0"/>
            </a:rPr>
            <a:t> </a:t>
          </a:r>
          <a:r>
            <a:rPr lang="en-US" sz="2200" err="1">
              <a:latin typeface=".VnArial" pitchFamily="34" charset="0"/>
            </a:rPr>
            <a:t>cÊp</a:t>
          </a:r>
          <a:r>
            <a:rPr lang="en-US" sz="2200">
              <a:latin typeface=".VnArial" pitchFamily="34" charset="0"/>
            </a:rPr>
            <a:t> </a:t>
          </a:r>
          <a:r>
            <a:rPr lang="en-US" sz="2200" err="1">
              <a:latin typeface=".VnArial" pitchFamily="34" charset="0"/>
            </a:rPr>
            <a:t>kh¸c</a:t>
          </a:r>
          <a:r>
            <a:rPr lang="en-US" sz="2200">
              <a:latin typeface=".VnArial" pitchFamily="34" charset="0"/>
            </a:rPr>
            <a:t> </a:t>
          </a:r>
          <a:r>
            <a:rPr lang="en-US" sz="2200" err="1">
              <a:latin typeface=".VnArial" pitchFamily="34" charset="0"/>
            </a:rPr>
            <a:t>trong</a:t>
          </a:r>
          <a:r>
            <a:rPr lang="en-US" sz="2200">
              <a:latin typeface=".VnArial" pitchFamily="34" charset="0"/>
            </a:rPr>
            <a:t> x· </a:t>
          </a:r>
          <a:r>
            <a:rPr lang="en-US" sz="2200" err="1">
              <a:latin typeface=".VnArial" pitchFamily="34" charset="0"/>
            </a:rPr>
            <a:t>héi</a:t>
          </a:r>
          <a:endParaRPr lang="en-US" sz="2200">
            <a:latin typeface=".VnArial" pitchFamily="34" charset="0"/>
          </a:endParaRPr>
        </a:p>
      </dgm:t>
    </dgm:pt>
    <dgm:pt modelId="{5F6556D5-6F69-4FBB-BCF6-C4E7ACFF9406}" type="parTrans" cxnId="{A9B5ABB9-C0EE-4C7F-98F9-D17D3276E335}">
      <dgm:prSet/>
      <dgm:spPr/>
      <dgm:t>
        <a:bodyPr/>
        <a:lstStyle/>
        <a:p>
          <a:endParaRPr lang="en-US"/>
        </a:p>
      </dgm:t>
    </dgm:pt>
    <dgm:pt modelId="{043D795C-C56D-4276-8321-7B290629CD29}" type="sibTrans" cxnId="{A9B5ABB9-C0EE-4C7F-98F9-D17D3276E335}">
      <dgm:prSet/>
      <dgm:spPr/>
      <dgm:t>
        <a:bodyPr/>
        <a:lstStyle/>
        <a:p>
          <a:endParaRPr lang="en-US"/>
        </a:p>
      </dgm:t>
    </dgm:pt>
    <dgm:pt modelId="{0B205E09-F0AF-4B11-ACE9-BD1E113B0F92}">
      <dgm:prSet phldrT="[Text]" custT="1"/>
      <dgm:spPr/>
      <dgm:t>
        <a:bodyPr/>
        <a:lstStyle/>
        <a:p>
          <a:pPr algn="just"/>
          <a:r>
            <a:rPr lang="en-US" sz="2200" err="1">
              <a:latin typeface=".VnArial" pitchFamily="34" charset="0"/>
            </a:rPr>
            <a:t>Ph¸p</a:t>
          </a:r>
          <a:r>
            <a:rPr lang="en-US" sz="2200">
              <a:latin typeface=".VnArial" pitchFamily="34" charset="0"/>
            </a:rPr>
            <a:t> </a:t>
          </a:r>
          <a:r>
            <a:rPr lang="en-US" sz="2200" err="1">
              <a:latin typeface=".VnArial" pitchFamily="34" charset="0"/>
            </a:rPr>
            <a:t>luËt</a:t>
          </a:r>
          <a:r>
            <a:rPr lang="en-US" sz="2200">
              <a:latin typeface=".VnArial" pitchFamily="34" charset="0"/>
            </a:rPr>
            <a:t> </a:t>
          </a:r>
          <a:r>
            <a:rPr lang="en-US" sz="2200" err="1">
              <a:latin typeface=".VnArial" pitchFamily="34" charset="0"/>
            </a:rPr>
            <a:t>mang</a:t>
          </a:r>
          <a:r>
            <a:rPr lang="en-US" sz="2200">
              <a:latin typeface=".VnArial" pitchFamily="34" charset="0"/>
            </a:rPr>
            <a:t> </a:t>
          </a:r>
          <a:r>
            <a:rPr lang="en-US" sz="2200" err="1">
              <a:latin typeface=".VnArial" pitchFamily="34" charset="0"/>
            </a:rPr>
            <a:t>tÝnh</a:t>
          </a:r>
          <a:r>
            <a:rPr lang="en-US" sz="2200">
              <a:latin typeface=".VnArial" pitchFamily="34" charset="0"/>
            </a:rPr>
            <a:t> </a:t>
          </a:r>
          <a:r>
            <a:rPr lang="en-US" sz="2200" err="1">
              <a:latin typeface=".VnArial" pitchFamily="34" charset="0"/>
            </a:rPr>
            <a:t>kh¸ch</a:t>
          </a:r>
          <a:r>
            <a:rPr lang="en-US" sz="2200">
              <a:latin typeface=".VnArial" pitchFamily="34" charset="0"/>
            </a:rPr>
            <a:t> </a:t>
          </a:r>
          <a:r>
            <a:rPr lang="en-US" sz="2200" err="1">
              <a:latin typeface=".VnArial" pitchFamily="34" charset="0"/>
            </a:rPr>
            <a:t>quan</a:t>
          </a:r>
          <a:r>
            <a:rPr lang="en-US" sz="2200">
              <a:latin typeface=".VnArial" pitchFamily="34" charset="0"/>
            </a:rPr>
            <a:t>, </a:t>
          </a:r>
          <a:r>
            <a:rPr lang="en-US" sz="2200" err="1">
              <a:latin typeface=".VnArial" pitchFamily="34" charset="0"/>
            </a:rPr>
            <a:t>phï</a:t>
          </a:r>
          <a:r>
            <a:rPr lang="en-US" sz="2200">
              <a:latin typeface=".VnArial" pitchFamily="34" charset="0"/>
            </a:rPr>
            <a:t> </a:t>
          </a:r>
          <a:r>
            <a:rPr lang="en-US" sz="2200" err="1">
              <a:latin typeface=".VnArial" pitchFamily="34" charset="0"/>
            </a:rPr>
            <a:t>hîp</a:t>
          </a:r>
          <a:r>
            <a:rPr lang="en-US" sz="2200">
              <a:latin typeface=".VnArial" pitchFamily="34" charset="0"/>
            </a:rPr>
            <a:t> </a:t>
          </a:r>
          <a:r>
            <a:rPr lang="en-US" sz="2200" err="1">
              <a:latin typeface=".VnArial" pitchFamily="34" charset="0"/>
            </a:rPr>
            <a:t>víi</a:t>
          </a:r>
          <a:r>
            <a:rPr lang="en-US" sz="2200">
              <a:latin typeface=".VnArial" pitchFamily="34" charset="0"/>
            </a:rPr>
            <a:t> ®</a:t>
          </a:r>
          <a:r>
            <a:rPr lang="en-US" sz="2200" err="1">
              <a:latin typeface=".VnArial" pitchFamily="34" charset="0"/>
            </a:rPr>
            <a:t>iÒu</a:t>
          </a:r>
          <a:r>
            <a:rPr lang="en-US" sz="2200">
              <a:latin typeface=".VnArial" pitchFamily="34" charset="0"/>
            </a:rPr>
            <a:t> </a:t>
          </a:r>
          <a:r>
            <a:rPr lang="en-US" sz="2200" err="1">
              <a:latin typeface=".VnArial" pitchFamily="34" charset="0"/>
            </a:rPr>
            <a:t>kiÖn</a:t>
          </a:r>
          <a:r>
            <a:rPr lang="en-US" sz="2200">
              <a:latin typeface=".VnArial" pitchFamily="34" charset="0"/>
            </a:rPr>
            <a:t> </a:t>
          </a:r>
          <a:r>
            <a:rPr lang="en-US" sz="2200" err="1">
              <a:latin typeface=".VnArial" pitchFamily="34" charset="0"/>
            </a:rPr>
            <a:t>kinh</a:t>
          </a:r>
          <a:r>
            <a:rPr lang="en-US" sz="2200">
              <a:latin typeface=".VnArial" pitchFamily="34" charset="0"/>
            </a:rPr>
            <a:t> </a:t>
          </a:r>
          <a:r>
            <a:rPr lang="en-US" sz="2200" err="1">
              <a:latin typeface=".VnArial" pitchFamily="34" charset="0"/>
            </a:rPr>
            <a:t>tÕ</a:t>
          </a:r>
          <a:r>
            <a:rPr lang="en-US" sz="2200">
              <a:latin typeface=".VnArial" pitchFamily="34" charset="0"/>
            </a:rPr>
            <a:t>-x· </a:t>
          </a:r>
          <a:r>
            <a:rPr lang="en-US" sz="2200" err="1">
              <a:latin typeface=".VnArial" pitchFamily="34" charset="0"/>
            </a:rPr>
            <a:t>héi</a:t>
          </a:r>
          <a:r>
            <a:rPr lang="en-US" sz="2200">
              <a:latin typeface=".VnArial" pitchFamily="34" charset="0"/>
            </a:rPr>
            <a:t> </a:t>
          </a:r>
          <a:r>
            <a:rPr lang="en-US" sz="2200" err="1">
              <a:latin typeface=".VnArial" pitchFamily="34" charset="0"/>
            </a:rPr>
            <a:t>cña</a:t>
          </a:r>
          <a:r>
            <a:rPr lang="en-US" sz="2200">
              <a:latin typeface=".VnArial" pitchFamily="34" charset="0"/>
            </a:rPr>
            <a:t> ®</a:t>
          </a:r>
          <a:r>
            <a:rPr lang="en-US" sz="2200" err="1">
              <a:latin typeface=".VnArial" pitchFamily="34" charset="0"/>
            </a:rPr>
            <a:t>Êt</a:t>
          </a:r>
          <a:r>
            <a:rPr lang="en-US" sz="2200">
              <a:latin typeface=".VnArial" pitchFamily="34" charset="0"/>
            </a:rPr>
            <a:t> </a:t>
          </a:r>
          <a:r>
            <a:rPr lang="en-US" sz="2200" err="1">
              <a:latin typeface=".VnArial" pitchFamily="34" charset="0"/>
            </a:rPr>
            <a:t>n­íc</a:t>
          </a:r>
          <a:endParaRPr lang="en-US" sz="2200">
            <a:latin typeface=".VnArial" pitchFamily="34" charset="0"/>
          </a:endParaRPr>
        </a:p>
      </dgm:t>
    </dgm:pt>
    <dgm:pt modelId="{CF16D746-495D-49BB-91EF-0EED74255B6B}" type="parTrans" cxnId="{1D4738A2-D39C-42E7-BE8F-B9694C5CF379}">
      <dgm:prSet/>
      <dgm:spPr/>
      <dgm:t>
        <a:bodyPr/>
        <a:lstStyle/>
        <a:p>
          <a:endParaRPr lang="en-US"/>
        </a:p>
      </dgm:t>
    </dgm:pt>
    <dgm:pt modelId="{89CA1FE5-0ED1-4937-9353-38EC86ED7208}" type="sibTrans" cxnId="{1D4738A2-D39C-42E7-BE8F-B9694C5CF379}">
      <dgm:prSet/>
      <dgm:spPr/>
      <dgm:t>
        <a:bodyPr/>
        <a:lstStyle/>
        <a:p>
          <a:endParaRPr lang="en-US"/>
        </a:p>
      </dgm:t>
    </dgm:pt>
    <dgm:pt modelId="{A04804CD-EBDC-4BB9-8AA3-BF10F8FC78B9}" type="pres">
      <dgm:prSet presAssocID="{42A68B09-2F91-4394-BAA6-4A1D4AC7FF1B}" presName="theList" presStyleCnt="0">
        <dgm:presLayoutVars>
          <dgm:dir/>
          <dgm:animLvl val="lvl"/>
          <dgm:resizeHandles val="exact"/>
        </dgm:presLayoutVars>
      </dgm:prSet>
      <dgm:spPr/>
    </dgm:pt>
    <dgm:pt modelId="{9BAEBCCF-EF2A-460E-BF89-94F17ED9A74E}" type="pres">
      <dgm:prSet presAssocID="{B112F327-990B-4ABA-8D19-5B12CF678CBF}" presName="compNode" presStyleCnt="0"/>
      <dgm:spPr/>
    </dgm:pt>
    <dgm:pt modelId="{F56F144F-5447-4B8E-85EB-5DD78AD9B25E}" type="pres">
      <dgm:prSet presAssocID="{B112F327-990B-4ABA-8D19-5B12CF678CBF}" presName="aNode" presStyleLbl="bgShp" presStyleIdx="0" presStyleCnt="2"/>
      <dgm:spPr/>
    </dgm:pt>
    <dgm:pt modelId="{1D7B9953-AD9E-4FCD-A2AD-3F7F038407F0}" type="pres">
      <dgm:prSet presAssocID="{B112F327-990B-4ABA-8D19-5B12CF678CBF}" presName="textNode" presStyleLbl="bgShp" presStyleIdx="0" presStyleCnt="2"/>
      <dgm:spPr/>
    </dgm:pt>
    <dgm:pt modelId="{0DB5F809-0790-438A-87AB-5B59B7B143AE}" type="pres">
      <dgm:prSet presAssocID="{B112F327-990B-4ABA-8D19-5B12CF678CBF}" presName="compChildNode" presStyleCnt="0"/>
      <dgm:spPr/>
    </dgm:pt>
    <dgm:pt modelId="{33784A0C-3930-4B88-94AA-B7F0FFE6E710}" type="pres">
      <dgm:prSet presAssocID="{B112F327-990B-4ABA-8D19-5B12CF678CBF}" presName="theInnerList" presStyleCnt="0"/>
      <dgm:spPr/>
    </dgm:pt>
    <dgm:pt modelId="{56E97E38-DD6A-4090-8C41-1781D60B9E51}" type="pres">
      <dgm:prSet presAssocID="{EC9F1A6F-B979-4C1E-814E-389709321CAF}" presName="childNode" presStyleLbl="node1" presStyleIdx="0" presStyleCnt="4">
        <dgm:presLayoutVars>
          <dgm:bulletEnabled val="1"/>
        </dgm:presLayoutVars>
      </dgm:prSet>
      <dgm:spPr/>
    </dgm:pt>
    <dgm:pt modelId="{59312A86-44CF-4533-9BE6-1DDAA5A80EA5}" type="pres">
      <dgm:prSet presAssocID="{EC9F1A6F-B979-4C1E-814E-389709321CAF}" presName="aSpace2" presStyleCnt="0"/>
      <dgm:spPr/>
    </dgm:pt>
    <dgm:pt modelId="{E9A5AA0A-BC62-45B8-83F8-D192F135A59D}" type="pres">
      <dgm:prSet presAssocID="{59B9B629-DE25-411F-BC24-47F5027E79AD}" presName="childNode" presStyleLbl="node1" presStyleIdx="1" presStyleCnt="4">
        <dgm:presLayoutVars>
          <dgm:bulletEnabled val="1"/>
        </dgm:presLayoutVars>
      </dgm:prSet>
      <dgm:spPr/>
    </dgm:pt>
    <dgm:pt modelId="{7056435B-3C21-4A83-9F21-F8D52D9B8E33}" type="pres">
      <dgm:prSet presAssocID="{B112F327-990B-4ABA-8D19-5B12CF678CBF}" presName="aSpace" presStyleCnt="0"/>
      <dgm:spPr/>
    </dgm:pt>
    <dgm:pt modelId="{7FBDA62D-ECB3-4E78-92D6-FE939155796E}" type="pres">
      <dgm:prSet presAssocID="{797938FD-E199-4917-B225-1860C2C1CF36}" presName="compNode" presStyleCnt="0"/>
      <dgm:spPr/>
    </dgm:pt>
    <dgm:pt modelId="{BA5CED27-C4EE-4A58-9F19-A4C20517A53E}" type="pres">
      <dgm:prSet presAssocID="{797938FD-E199-4917-B225-1860C2C1CF36}" presName="aNode" presStyleLbl="bgShp" presStyleIdx="1" presStyleCnt="2"/>
      <dgm:spPr/>
    </dgm:pt>
    <dgm:pt modelId="{296B59E1-62A7-4083-B1F5-11233512FD1A}" type="pres">
      <dgm:prSet presAssocID="{797938FD-E199-4917-B225-1860C2C1CF36}" presName="textNode" presStyleLbl="bgShp" presStyleIdx="1" presStyleCnt="2"/>
      <dgm:spPr/>
    </dgm:pt>
    <dgm:pt modelId="{A6E7158A-D565-44B8-BCEF-7702129AB8C0}" type="pres">
      <dgm:prSet presAssocID="{797938FD-E199-4917-B225-1860C2C1CF36}" presName="compChildNode" presStyleCnt="0"/>
      <dgm:spPr/>
    </dgm:pt>
    <dgm:pt modelId="{C29F732F-8739-4F56-9FB5-1976D739E1FD}" type="pres">
      <dgm:prSet presAssocID="{797938FD-E199-4917-B225-1860C2C1CF36}" presName="theInnerList" presStyleCnt="0"/>
      <dgm:spPr/>
    </dgm:pt>
    <dgm:pt modelId="{5DDDB0D2-ECAF-4D49-B392-D29509D293B3}" type="pres">
      <dgm:prSet presAssocID="{3E8E1D74-2417-4A0E-9482-03CC776DF138}" presName="childNode" presStyleLbl="node1" presStyleIdx="2" presStyleCnt="4">
        <dgm:presLayoutVars>
          <dgm:bulletEnabled val="1"/>
        </dgm:presLayoutVars>
      </dgm:prSet>
      <dgm:spPr/>
    </dgm:pt>
    <dgm:pt modelId="{78268158-5A0A-44F2-B9E0-8DE4876B3A27}" type="pres">
      <dgm:prSet presAssocID="{3E8E1D74-2417-4A0E-9482-03CC776DF138}" presName="aSpace2" presStyleCnt="0"/>
      <dgm:spPr/>
    </dgm:pt>
    <dgm:pt modelId="{4D08E7D9-3C47-4F99-AFAD-AA78CEF4C46A}" type="pres">
      <dgm:prSet presAssocID="{0B205E09-F0AF-4B11-ACE9-BD1E113B0F92}" presName="childNode" presStyleLbl="node1" presStyleIdx="3" presStyleCnt="4" custScaleY="119959">
        <dgm:presLayoutVars>
          <dgm:bulletEnabled val="1"/>
        </dgm:presLayoutVars>
      </dgm:prSet>
      <dgm:spPr/>
    </dgm:pt>
  </dgm:ptLst>
  <dgm:cxnLst>
    <dgm:cxn modelId="{9E679C3C-4BC3-401D-81FF-FE6BD80F9293}" srcId="{42A68B09-2F91-4394-BAA6-4A1D4AC7FF1B}" destId="{B112F327-990B-4ABA-8D19-5B12CF678CBF}" srcOrd="0" destOrd="0" parTransId="{C536AF90-A564-40AF-B414-6E0598482B26}" sibTransId="{AD02A9AA-2662-4810-9A51-9AB88C2F49F0}"/>
    <dgm:cxn modelId="{DAD3145F-03BA-4FD4-9D00-A7C634E3A27D}" type="presOf" srcId="{59B9B629-DE25-411F-BC24-47F5027E79AD}" destId="{E9A5AA0A-BC62-45B8-83F8-D192F135A59D}" srcOrd="0" destOrd="0" presId="urn:microsoft.com/office/officeart/2005/8/layout/lProcess2"/>
    <dgm:cxn modelId="{FC7C3644-71EF-422B-8E21-5A958110FDED}" srcId="{B112F327-990B-4ABA-8D19-5B12CF678CBF}" destId="{EC9F1A6F-B979-4C1E-814E-389709321CAF}" srcOrd="0" destOrd="0" parTransId="{44DE0AC5-EC2D-483F-A76D-FEC2EB8E6482}" sibTransId="{C37EA83A-C679-4EE2-8ED6-DABA613ED6AA}"/>
    <dgm:cxn modelId="{ED669C6B-D379-4B70-BF73-D006D1ACD35B}" type="presOf" srcId="{797938FD-E199-4917-B225-1860C2C1CF36}" destId="{296B59E1-62A7-4083-B1F5-11233512FD1A}" srcOrd="1" destOrd="0" presId="urn:microsoft.com/office/officeart/2005/8/layout/lProcess2"/>
    <dgm:cxn modelId="{A76FE771-97FA-4B07-B93E-ABC72E5D140A}" type="presOf" srcId="{EC9F1A6F-B979-4C1E-814E-389709321CAF}" destId="{56E97E38-DD6A-4090-8C41-1781D60B9E51}" srcOrd="0" destOrd="0" presId="urn:microsoft.com/office/officeart/2005/8/layout/lProcess2"/>
    <dgm:cxn modelId="{200BA972-C8C9-4EA1-97CF-2ACEF5B2AC77}" type="presOf" srcId="{3E8E1D74-2417-4A0E-9482-03CC776DF138}" destId="{5DDDB0D2-ECAF-4D49-B392-D29509D293B3}" srcOrd="0" destOrd="0" presId="urn:microsoft.com/office/officeart/2005/8/layout/lProcess2"/>
    <dgm:cxn modelId="{FF836B89-9692-48F1-834C-269677AAE162}" type="presOf" srcId="{0B205E09-F0AF-4B11-ACE9-BD1E113B0F92}" destId="{4D08E7D9-3C47-4F99-AFAD-AA78CEF4C46A}" srcOrd="0" destOrd="0" presId="urn:microsoft.com/office/officeart/2005/8/layout/lProcess2"/>
    <dgm:cxn modelId="{1D4738A2-D39C-42E7-BE8F-B9694C5CF379}" srcId="{797938FD-E199-4917-B225-1860C2C1CF36}" destId="{0B205E09-F0AF-4B11-ACE9-BD1E113B0F92}" srcOrd="1" destOrd="0" parTransId="{CF16D746-495D-49BB-91EF-0EED74255B6B}" sibTransId="{89CA1FE5-0ED1-4937-9353-38EC86ED7208}"/>
    <dgm:cxn modelId="{8356DCB4-EA7D-4CB0-A11A-3BE5D7C4486F}" srcId="{42A68B09-2F91-4394-BAA6-4A1D4AC7FF1B}" destId="{797938FD-E199-4917-B225-1860C2C1CF36}" srcOrd="1" destOrd="0" parTransId="{ED7065AA-AC7B-416B-9B97-A5FC01A84CAD}" sibTransId="{59025318-8F5A-44C3-A3AD-202648F610D4}"/>
    <dgm:cxn modelId="{A9B5ABB9-C0EE-4C7F-98F9-D17D3276E335}" srcId="{797938FD-E199-4917-B225-1860C2C1CF36}" destId="{3E8E1D74-2417-4A0E-9482-03CC776DF138}" srcOrd="0" destOrd="0" parTransId="{5F6556D5-6F69-4FBB-BCF6-C4E7ACFF9406}" sibTransId="{043D795C-C56D-4276-8321-7B290629CD29}"/>
    <dgm:cxn modelId="{8C5EBCBC-6EFD-4FFD-863D-42A572E61DBA}" srcId="{B112F327-990B-4ABA-8D19-5B12CF678CBF}" destId="{59B9B629-DE25-411F-BC24-47F5027E79AD}" srcOrd="1" destOrd="0" parTransId="{F84ED569-1FCD-4B77-BE85-29127A224AD2}" sibTransId="{C36AE627-6BBF-4A13-933B-709B3A586B4B}"/>
    <dgm:cxn modelId="{3428F4CF-4290-4C4E-B7DD-FA4A8B95703A}" type="presOf" srcId="{797938FD-E199-4917-B225-1860C2C1CF36}" destId="{BA5CED27-C4EE-4A58-9F19-A4C20517A53E}" srcOrd="0" destOrd="0" presId="urn:microsoft.com/office/officeart/2005/8/layout/lProcess2"/>
    <dgm:cxn modelId="{E6B958E5-C4D0-4F46-AA73-0FD2825AC15A}" type="presOf" srcId="{B112F327-990B-4ABA-8D19-5B12CF678CBF}" destId="{F56F144F-5447-4B8E-85EB-5DD78AD9B25E}" srcOrd="0" destOrd="0" presId="urn:microsoft.com/office/officeart/2005/8/layout/lProcess2"/>
    <dgm:cxn modelId="{BEFDDAE5-BBBC-4068-B216-0EF5CC110E1E}" type="presOf" srcId="{B112F327-990B-4ABA-8D19-5B12CF678CBF}" destId="{1D7B9953-AD9E-4FCD-A2AD-3F7F038407F0}" srcOrd="1" destOrd="0" presId="urn:microsoft.com/office/officeart/2005/8/layout/lProcess2"/>
    <dgm:cxn modelId="{2ED150F9-2CF3-48BE-9CE9-2FB4C0572089}" type="presOf" srcId="{42A68B09-2F91-4394-BAA6-4A1D4AC7FF1B}" destId="{A04804CD-EBDC-4BB9-8AA3-BF10F8FC78B9}" srcOrd="0" destOrd="0" presId="urn:microsoft.com/office/officeart/2005/8/layout/lProcess2"/>
    <dgm:cxn modelId="{6858BCF8-3CD0-4EA4-8193-BF44A62A04B3}" type="presParOf" srcId="{A04804CD-EBDC-4BB9-8AA3-BF10F8FC78B9}" destId="{9BAEBCCF-EF2A-460E-BF89-94F17ED9A74E}" srcOrd="0" destOrd="0" presId="urn:microsoft.com/office/officeart/2005/8/layout/lProcess2"/>
    <dgm:cxn modelId="{1AF6EEDE-41D7-481C-8A67-D0A499B0B0F6}" type="presParOf" srcId="{9BAEBCCF-EF2A-460E-BF89-94F17ED9A74E}" destId="{F56F144F-5447-4B8E-85EB-5DD78AD9B25E}" srcOrd="0" destOrd="0" presId="urn:microsoft.com/office/officeart/2005/8/layout/lProcess2"/>
    <dgm:cxn modelId="{D8F3ADC2-0581-47F3-A0B0-041F44889F07}" type="presParOf" srcId="{9BAEBCCF-EF2A-460E-BF89-94F17ED9A74E}" destId="{1D7B9953-AD9E-4FCD-A2AD-3F7F038407F0}" srcOrd="1" destOrd="0" presId="urn:microsoft.com/office/officeart/2005/8/layout/lProcess2"/>
    <dgm:cxn modelId="{BB635DAD-A1D7-45F3-8FC8-BFA8355BCDB1}" type="presParOf" srcId="{9BAEBCCF-EF2A-460E-BF89-94F17ED9A74E}" destId="{0DB5F809-0790-438A-87AB-5B59B7B143AE}" srcOrd="2" destOrd="0" presId="urn:microsoft.com/office/officeart/2005/8/layout/lProcess2"/>
    <dgm:cxn modelId="{F9C8A9A2-15FB-4F83-A65F-F23DF047B61D}" type="presParOf" srcId="{0DB5F809-0790-438A-87AB-5B59B7B143AE}" destId="{33784A0C-3930-4B88-94AA-B7F0FFE6E710}" srcOrd="0" destOrd="0" presId="urn:microsoft.com/office/officeart/2005/8/layout/lProcess2"/>
    <dgm:cxn modelId="{288A76D4-16CE-44C5-B619-7F1B49C30DB0}" type="presParOf" srcId="{33784A0C-3930-4B88-94AA-B7F0FFE6E710}" destId="{56E97E38-DD6A-4090-8C41-1781D60B9E51}" srcOrd="0" destOrd="0" presId="urn:microsoft.com/office/officeart/2005/8/layout/lProcess2"/>
    <dgm:cxn modelId="{126AED4B-7A53-4A11-9B15-947774364CB1}" type="presParOf" srcId="{33784A0C-3930-4B88-94AA-B7F0FFE6E710}" destId="{59312A86-44CF-4533-9BE6-1DDAA5A80EA5}" srcOrd="1" destOrd="0" presId="urn:microsoft.com/office/officeart/2005/8/layout/lProcess2"/>
    <dgm:cxn modelId="{F2ABDD0E-65B9-483F-AA4C-A79CCF912DCA}" type="presParOf" srcId="{33784A0C-3930-4B88-94AA-B7F0FFE6E710}" destId="{E9A5AA0A-BC62-45B8-83F8-D192F135A59D}" srcOrd="2" destOrd="0" presId="urn:microsoft.com/office/officeart/2005/8/layout/lProcess2"/>
    <dgm:cxn modelId="{99888380-ED2E-4623-9DD7-95D242E222B5}" type="presParOf" srcId="{A04804CD-EBDC-4BB9-8AA3-BF10F8FC78B9}" destId="{7056435B-3C21-4A83-9F21-F8D52D9B8E33}" srcOrd="1" destOrd="0" presId="urn:microsoft.com/office/officeart/2005/8/layout/lProcess2"/>
    <dgm:cxn modelId="{CF7E0144-DFE5-4535-9EDF-8B2F1FD6CC83}" type="presParOf" srcId="{A04804CD-EBDC-4BB9-8AA3-BF10F8FC78B9}" destId="{7FBDA62D-ECB3-4E78-92D6-FE939155796E}" srcOrd="2" destOrd="0" presId="urn:microsoft.com/office/officeart/2005/8/layout/lProcess2"/>
    <dgm:cxn modelId="{D27278D0-80E3-438E-8D77-EB664A87BD20}" type="presParOf" srcId="{7FBDA62D-ECB3-4E78-92D6-FE939155796E}" destId="{BA5CED27-C4EE-4A58-9F19-A4C20517A53E}" srcOrd="0" destOrd="0" presId="urn:microsoft.com/office/officeart/2005/8/layout/lProcess2"/>
    <dgm:cxn modelId="{A5DBD804-E3BD-4D4B-9F61-2E078EAB37E5}" type="presParOf" srcId="{7FBDA62D-ECB3-4E78-92D6-FE939155796E}" destId="{296B59E1-62A7-4083-B1F5-11233512FD1A}" srcOrd="1" destOrd="0" presId="urn:microsoft.com/office/officeart/2005/8/layout/lProcess2"/>
    <dgm:cxn modelId="{CA2F0B82-70C9-4951-9FD0-31A4140F561B}" type="presParOf" srcId="{7FBDA62D-ECB3-4E78-92D6-FE939155796E}" destId="{A6E7158A-D565-44B8-BCEF-7702129AB8C0}" srcOrd="2" destOrd="0" presId="urn:microsoft.com/office/officeart/2005/8/layout/lProcess2"/>
    <dgm:cxn modelId="{A0511620-92A2-4AEC-B76A-D8CA3D6E941F}" type="presParOf" srcId="{A6E7158A-D565-44B8-BCEF-7702129AB8C0}" destId="{C29F732F-8739-4F56-9FB5-1976D739E1FD}" srcOrd="0" destOrd="0" presId="urn:microsoft.com/office/officeart/2005/8/layout/lProcess2"/>
    <dgm:cxn modelId="{A0CB59C5-2B52-4705-AF7D-73A3023B0B3D}" type="presParOf" srcId="{C29F732F-8739-4F56-9FB5-1976D739E1FD}" destId="{5DDDB0D2-ECAF-4D49-B392-D29509D293B3}" srcOrd="0" destOrd="0" presId="urn:microsoft.com/office/officeart/2005/8/layout/lProcess2"/>
    <dgm:cxn modelId="{5793DD91-AF3C-4C7A-A7C7-D0952CF08F8E}" type="presParOf" srcId="{C29F732F-8739-4F56-9FB5-1976D739E1FD}" destId="{78268158-5A0A-44F2-B9E0-8DE4876B3A27}" srcOrd="1" destOrd="0" presId="urn:microsoft.com/office/officeart/2005/8/layout/lProcess2"/>
    <dgm:cxn modelId="{B40F9F8A-B0EE-42DA-8D54-C07F16E3D9EB}" type="presParOf" srcId="{C29F732F-8739-4F56-9FB5-1976D739E1FD}" destId="{4D08E7D9-3C47-4F99-AFAD-AA78CEF4C46A}"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2DFC4FA-3DAD-463B-9C84-BD752768E468}" type="doc">
      <dgm:prSet loTypeId="urn:microsoft.com/office/officeart/2005/8/layout/lProcess2" loCatId="relationship" qsTypeId="urn:microsoft.com/office/officeart/2005/8/quickstyle/simple1" qsCatId="simple" csTypeId="urn:microsoft.com/office/officeart/2005/8/colors/colorful2" csCatId="colorful" phldr="1"/>
      <dgm:spPr/>
      <dgm:t>
        <a:bodyPr/>
        <a:lstStyle/>
        <a:p>
          <a:endParaRPr lang="en-US"/>
        </a:p>
      </dgm:t>
    </dgm:pt>
    <dgm:pt modelId="{ABBD6208-8195-4D54-B64D-9582CB91A908}">
      <dgm:prSet phldrT="[Text]"/>
      <dgm:spPr/>
      <dgm:t>
        <a:bodyPr/>
        <a:lstStyle/>
        <a:p>
          <a:r>
            <a:rPr lang="en-US" err="1"/>
            <a:t>Chức</a:t>
          </a:r>
          <a:r>
            <a:rPr lang="en-US"/>
            <a:t> </a:t>
          </a:r>
          <a:r>
            <a:rPr lang="en-US" err="1"/>
            <a:t>năng</a:t>
          </a:r>
          <a:r>
            <a:rPr lang="en-US"/>
            <a:t> </a:t>
          </a:r>
          <a:r>
            <a:rPr lang="en-US" err="1"/>
            <a:t>điều</a:t>
          </a:r>
          <a:r>
            <a:rPr lang="en-US"/>
            <a:t> </a:t>
          </a:r>
          <a:r>
            <a:rPr lang="en-US" err="1"/>
            <a:t>chỉnh</a:t>
          </a:r>
          <a:r>
            <a:rPr lang="en-US"/>
            <a:t> </a:t>
          </a:r>
          <a:r>
            <a:rPr lang="en-US" err="1"/>
            <a:t>các</a:t>
          </a:r>
          <a:r>
            <a:rPr lang="en-US"/>
            <a:t> QHXH</a:t>
          </a:r>
        </a:p>
      </dgm:t>
    </dgm:pt>
    <dgm:pt modelId="{08D52A29-5FF8-4860-88D7-1DB58F38F5D4}" type="parTrans" cxnId="{7C98ED5F-85F4-476A-BB30-2B88A0C7A83C}">
      <dgm:prSet/>
      <dgm:spPr/>
      <dgm:t>
        <a:bodyPr/>
        <a:lstStyle/>
        <a:p>
          <a:endParaRPr lang="en-US"/>
        </a:p>
      </dgm:t>
    </dgm:pt>
    <dgm:pt modelId="{28B98A5B-334B-4C40-A3A1-9B6490245BF9}" type="sibTrans" cxnId="{7C98ED5F-85F4-476A-BB30-2B88A0C7A83C}">
      <dgm:prSet/>
      <dgm:spPr/>
      <dgm:t>
        <a:bodyPr/>
        <a:lstStyle/>
        <a:p>
          <a:endParaRPr lang="en-US"/>
        </a:p>
      </dgm:t>
    </dgm:pt>
    <dgm:pt modelId="{540C414E-B6AC-42E9-A063-7C3E1F43EE50}">
      <dgm:prSet phldrT="[Text]" custT="1"/>
      <dgm:spPr/>
      <dgm:t>
        <a:bodyPr/>
        <a:lstStyle/>
        <a:p>
          <a:pPr algn="just"/>
          <a:r>
            <a:rPr lang="en-US" sz="1800">
              <a:solidFill>
                <a:schemeClr val="bg1"/>
              </a:solidFill>
            </a:rPr>
            <a:t>- </a:t>
          </a:r>
          <a:r>
            <a:rPr lang="en-US" sz="2000" err="1">
              <a:solidFill>
                <a:schemeClr val="bg1"/>
              </a:solidFill>
            </a:rPr>
            <a:t>Ghi</a:t>
          </a:r>
          <a:r>
            <a:rPr lang="en-US" sz="2000">
              <a:solidFill>
                <a:schemeClr val="bg1"/>
              </a:solidFill>
            </a:rPr>
            <a:t> </a:t>
          </a:r>
          <a:r>
            <a:rPr lang="en-US" sz="2000" err="1">
              <a:solidFill>
                <a:schemeClr val="bg1"/>
              </a:solidFill>
            </a:rPr>
            <a:t>nhận</a:t>
          </a:r>
          <a:r>
            <a:rPr lang="en-US" sz="2000">
              <a:solidFill>
                <a:schemeClr val="bg1"/>
              </a:solidFill>
            </a:rPr>
            <a:t> </a:t>
          </a:r>
          <a:r>
            <a:rPr lang="en-US" sz="2000" err="1">
              <a:solidFill>
                <a:schemeClr val="bg1"/>
              </a:solidFill>
            </a:rPr>
            <a:t>các</a:t>
          </a:r>
          <a:r>
            <a:rPr lang="en-US" sz="2000">
              <a:solidFill>
                <a:schemeClr val="bg1"/>
              </a:solidFill>
            </a:rPr>
            <a:t> </a:t>
          </a:r>
          <a:r>
            <a:rPr lang="en-US" sz="2000" err="1">
              <a:solidFill>
                <a:schemeClr val="bg1"/>
              </a:solidFill>
            </a:rPr>
            <a:t>quan</a:t>
          </a:r>
          <a:r>
            <a:rPr lang="en-US" sz="2000">
              <a:solidFill>
                <a:schemeClr val="bg1"/>
              </a:solidFill>
            </a:rPr>
            <a:t> </a:t>
          </a:r>
          <a:r>
            <a:rPr lang="en-US" sz="2000" err="1">
              <a:solidFill>
                <a:schemeClr val="bg1"/>
              </a:solidFill>
            </a:rPr>
            <a:t>hệ</a:t>
          </a:r>
          <a:r>
            <a:rPr lang="en-US" sz="2000">
              <a:solidFill>
                <a:schemeClr val="bg1"/>
              </a:solidFill>
            </a:rPr>
            <a:t> </a:t>
          </a:r>
          <a:r>
            <a:rPr lang="en-US" sz="2000" err="1">
              <a:solidFill>
                <a:schemeClr val="bg1"/>
              </a:solidFill>
            </a:rPr>
            <a:t>xã</a:t>
          </a:r>
          <a:r>
            <a:rPr lang="en-US" sz="2000">
              <a:solidFill>
                <a:schemeClr val="bg1"/>
              </a:solidFill>
            </a:rPr>
            <a:t> </a:t>
          </a:r>
          <a:r>
            <a:rPr lang="en-US" sz="2000" err="1">
              <a:solidFill>
                <a:schemeClr val="bg1"/>
              </a:solidFill>
            </a:rPr>
            <a:t>hội</a:t>
          </a:r>
          <a:endParaRPr lang="en-US" sz="2000">
            <a:solidFill>
              <a:schemeClr val="bg1"/>
            </a:solidFill>
          </a:endParaRPr>
        </a:p>
        <a:p>
          <a:pPr algn="just"/>
          <a:r>
            <a:rPr lang="en-US" sz="2000">
              <a:solidFill>
                <a:schemeClr val="bg1"/>
              </a:solidFill>
            </a:rPr>
            <a:t>- </a:t>
          </a:r>
          <a:r>
            <a:rPr lang="en-US" sz="2000" err="1">
              <a:solidFill>
                <a:schemeClr val="bg1"/>
              </a:solidFill>
            </a:rPr>
            <a:t>Bảo</a:t>
          </a:r>
          <a:r>
            <a:rPr lang="en-US" sz="2000">
              <a:solidFill>
                <a:schemeClr val="bg1"/>
              </a:solidFill>
            </a:rPr>
            <a:t> </a:t>
          </a:r>
          <a:r>
            <a:rPr lang="en-US" sz="2000" err="1">
              <a:solidFill>
                <a:schemeClr val="bg1"/>
              </a:solidFill>
            </a:rPr>
            <a:t>vệ</a:t>
          </a:r>
          <a:r>
            <a:rPr lang="en-US" sz="2000">
              <a:solidFill>
                <a:schemeClr val="bg1"/>
              </a:solidFill>
            </a:rPr>
            <a:t> </a:t>
          </a:r>
          <a:r>
            <a:rPr lang="en-US" sz="2000" err="1">
              <a:solidFill>
                <a:schemeClr val="bg1"/>
              </a:solidFill>
            </a:rPr>
            <a:t>các</a:t>
          </a:r>
          <a:r>
            <a:rPr lang="en-US" sz="2000">
              <a:solidFill>
                <a:schemeClr val="bg1"/>
              </a:solidFill>
            </a:rPr>
            <a:t> </a:t>
          </a:r>
          <a:r>
            <a:rPr lang="en-US" sz="2000" err="1">
              <a:solidFill>
                <a:schemeClr val="bg1"/>
              </a:solidFill>
            </a:rPr>
            <a:t>quan</a:t>
          </a:r>
          <a:r>
            <a:rPr lang="en-US" sz="2000">
              <a:solidFill>
                <a:schemeClr val="bg1"/>
              </a:solidFill>
            </a:rPr>
            <a:t> </a:t>
          </a:r>
          <a:r>
            <a:rPr lang="en-US" sz="2000" err="1">
              <a:solidFill>
                <a:schemeClr val="bg1"/>
              </a:solidFill>
            </a:rPr>
            <a:t>hệ</a:t>
          </a:r>
          <a:r>
            <a:rPr lang="en-US" sz="2000">
              <a:solidFill>
                <a:schemeClr val="bg1"/>
              </a:solidFill>
            </a:rPr>
            <a:t> </a:t>
          </a:r>
          <a:r>
            <a:rPr lang="en-US" sz="2000" err="1">
              <a:solidFill>
                <a:schemeClr val="bg1"/>
              </a:solidFill>
            </a:rPr>
            <a:t>xã</a:t>
          </a:r>
          <a:r>
            <a:rPr lang="en-US" sz="2000">
              <a:solidFill>
                <a:schemeClr val="bg1"/>
              </a:solidFill>
            </a:rPr>
            <a:t> </a:t>
          </a:r>
          <a:r>
            <a:rPr lang="en-US" sz="2000" err="1">
              <a:solidFill>
                <a:schemeClr val="bg1"/>
              </a:solidFill>
            </a:rPr>
            <a:t>hội</a:t>
          </a:r>
          <a:endParaRPr lang="en-US" sz="2000">
            <a:solidFill>
              <a:schemeClr val="bg1"/>
            </a:solidFill>
          </a:endParaRPr>
        </a:p>
        <a:p>
          <a:pPr algn="just"/>
          <a:r>
            <a:rPr lang="en-US" sz="2000">
              <a:solidFill>
                <a:schemeClr val="bg1"/>
              </a:solidFill>
            </a:rPr>
            <a:t>VD: Cho </a:t>
          </a:r>
          <a:r>
            <a:rPr lang="en-US" sz="2000" err="1">
              <a:solidFill>
                <a:schemeClr val="bg1"/>
              </a:solidFill>
            </a:rPr>
            <a:t>phép</a:t>
          </a:r>
          <a:r>
            <a:rPr lang="en-US" sz="2000">
              <a:solidFill>
                <a:schemeClr val="bg1"/>
              </a:solidFill>
            </a:rPr>
            <a:t>, </a:t>
          </a:r>
          <a:r>
            <a:rPr lang="en-US" sz="2000" err="1">
              <a:solidFill>
                <a:schemeClr val="bg1"/>
              </a:solidFill>
            </a:rPr>
            <a:t>ngăn</a:t>
          </a:r>
          <a:r>
            <a:rPr lang="en-US" sz="2000">
              <a:solidFill>
                <a:schemeClr val="bg1"/>
              </a:solidFill>
            </a:rPr>
            <a:t> </a:t>
          </a:r>
          <a:r>
            <a:rPr lang="en-US" sz="2000" err="1">
              <a:solidFill>
                <a:schemeClr val="bg1"/>
              </a:solidFill>
            </a:rPr>
            <a:t>cấm</a:t>
          </a:r>
          <a:r>
            <a:rPr lang="en-US" sz="2000">
              <a:solidFill>
                <a:schemeClr val="bg1"/>
              </a:solidFill>
            </a:rPr>
            <a:t>, </a:t>
          </a:r>
          <a:r>
            <a:rPr lang="en-US" sz="2000" err="1">
              <a:solidFill>
                <a:schemeClr val="bg1"/>
              </a:solidFill>
            </a:rPr>
            <a:t>được</a:t>
          </a:r>
          <a:r>
            <a:rPr lang="en-US" sz="2000">
              <a:solidFill>
                <a:schemeClr val="bg1"/>
              </a:solidFill>
            </a:rPr>
            <a:t> </a:t>
          </a:r>
          <a:r>
            <a:rPr lang="en-US" sz="2000" err="1">
              <a:solidFill>
                <a:schemeClr val="bg1"/>
              </a:solidFill>
            </a:rPr>
            <a:t>làm</a:t>
          </a:r>
          <a:endParaRPr lang="en-US" sz="2000">
            <a:solidFill>
              <a:schemeClr val="bg1"/>
            </a:solidFill>
          </a:endParaRPr>
        </a:p>
        <a:p>
          <a:pPr algn="ctr"/>
          <a:endParaRPr lang="en-US" sz="1800"/>
        </a:p>
      </dgm:t>
    </dgm:pt>
    <dgm:pt modelId="{2AE730DF-FA58-49F6-8CEB-689E883DF0DA}" type="parTrans" cxnId="{51115292-60DB-4585-ADC3-C26302518467}">
      <dgm:prSet/>
      <dgm:spPr/>
      <dgm:t>
        <a:bodyPr/>
        <a:lstStyle/>
        <a:p>
          <a:endParaRPr lang="en-US"/>
        </a:p>
      </dgm:t>
    </dgm:pt>
    <dgm:pt modelId="{AD1F390F-0D7C-454B-B958-4C9311A28F70}" type="sibTrans" cxnId="{51115292-60DB-4585-ADC3-C26302518467}">
      <dgm:prSet/>
      <dgm:spPr/>
      <dgm:t>
        <a:bodyPr/>
        <a:lstStyle/>
        <a:p>
          <a:endParaRPr lang="en-US"/>
        </a:p>
      </dgm:t>
    </dgm:pt>
    <dgm:pt modelId="{85923A4A-9252-4C79-B2FE-59FDBCFE3D61}">
      <dgm:prSet phldrT="[Text]"/>
      <dgm:spPr/>
      <dgm:t>
        <a:bodyPr/>
        <a:lstStyle/>
        <a:p>
          <a:r>
            <a:rPr lang="en-US" err="1"/>
            <a:t>Chức</a:t>
          </a:r>
          <a:r>
            <a:rPr lang="en-US"/>
            <a:t> </a:t>
          </a:r>
          <a:r>
            <a:rPr lang="en-US" err="1"/>
            <a:t>năng</a:t>
          </a:r>
          <a:r>
            <a:rPr lang="en-US"/>
            <a:t> </a:t>
          </a:r>
          <a:r>
            <a:rPr lang="en-US" err="1"/>
            <a:t>bảo</a:t>
          </a:r>
          <a:r>
            <a:rPr lang="en-US"/>
            <a:t> </a:t>
          </a:r>
          <a:r>
            <a:rPr lang="en-US" err="1"/>
            <a:t>vệ</a:t>
          </a:r>
          <a:r>
            <a:rPr lang="en-US"/>
            <a:t> </a:t>
          </a:r>
          <a:r>
            <a:rPr lang="en-US" err="1"/>
            <a:t>các</a:t>
          </a:r>
          <a:r>
            <a:rPr lang="en-US"/>
            <a:t> QHXH</a:t>
          </a:r>
        </a:p>
      </dgm:t>
    </dgm:pt>
    <dgm:pt modelId="{84AC7F6F-46ED-4802-AD23-948A71322EC0}" type="parTrans" cxnId="{D4488F95-F88E-4550-81C6-37197045F941}">
      <dgm:prSet/>
      <dgm:spPr/>
      <dgm:t>
        <a:bodyPr/>
        <a:lstStyle/>
        <a:p>
          <a:endParaRPr lang="en-US"/>
        </a:p>
      </dgm:t>
    </dgm:pt>
    <dgm:pt modelId="{A40BFF7C-E9E0-410F-AD23-6E4BD0C781DD}" type="sibTrans" cxnId="{D4488F95-F88E-4550-81C6-37197045F941}">
      <dgm:prSet/>
      <dgm:spPr/>
      <dgm:t>
        <a:bodyPr/>
        <a:lstStyle/>
        <a:p>
          <a:endParaRPr lang="en-US"/>
        </a:p>
      </dgm:t>
    </dgm:pt>
    <dgm:pt modelId="{E5728759-A678-4A06-863A-49F92F729C9A}">
      <dgm:prSet phldrT="[Text]"/>
      <dgm:spPr/>
      <dgm:t>
        <a:bodyPr/>
        <a:lstStyle/>
        <a:p>
          <a:pPr algn="just"/>
          <a:r>
            <a:rPr lang="en-US" err="1">
              <a:solidFill>
                <a:schemeClr val="tx1"/>
              </a:solidFill>
            </a:rPr>
            <a:t>Áp</a:t>
          </a:r>
          <a:r>
            <a:rPr lang="en-US">
              <a:solidFill>
                <a:schemeClr val="tx1"/>
              </a:solidFill>
            </a:rPr>
            <a:t> </a:t>
          </a:r>
          <a:r>
            <a:rPr lang="en-US" err="1">
              <a:solidFill>
                <a:schemeClr val="tx1"/>
              </a:solidFill>
            </a:rPr>
            <a:t>dụng</a:t>
          </a:r>
          <a:r>
            <a:rPr lang="en-US">
              <a:solidFill>
                <a:schemeClr val="tx1"/>
              </a:solidFill>
            </a:rPr>
            <a:t> </a:t>
          </a:r>
          <a:r>
            <a:rPr lang="en-US" err="1">
              <a:solidFill>
                <a:schemeClr val="tx1"/>
              </a:solidFill>
            </a:rPr>
            <a:t>các</a:t>
          </a:r>
          <a:r>
            <a:rPr lang="en-US">
              <a:solidFill>
                <a:schemeClr val="tx1"/>
              </a:solidFill>
            </a:rPr>
            <a:t> </a:t>
          </a:r>
          <a:r>
            <a:rPr lang="en-US" err="1">
              <a:solidFill>
                <a:schemeClr val="tx1"/>
              </a:solidFill>
            </a:rPr>
            <a:t>biện</a:t>
          </a:r>
          <a:r>
            <a:rPr lang="en-US">
              <a:solidFill>
                <a:schemeClr val="tx1"/>
              </a:solidFill>
            </a:rPr>
            <a:t> </a:t>
          </a:r>
          <a:r>
            <a:rPr lang="en-US" err="1">
              <a:solidFill>
                <a:schemeClr val="tx1"/>
              </a:solidFill>
            </a:rPr>
            <a:t>pháp</a:t>
          </a:r>
          <a:r>
            <a:rPr lang="en-US">
              <a:solidFill>
                <a:schemeClr val="tx1"/>
              </a:solidFill>
            </a:rPr>
            <a:t> </a:t>
          </a:r>
          <a:r>
            <a:rPr lang="en-US" err="1">
              <a:solidFill>
                <a:schemeClr val="tx1"/>
              </a:solidFill>
            </a:rPr>
            <a:t>cưỡng</a:t>
          </a:r>
          <a:r>
            <a:rPr lang="en-US">
              <a:solidFill>
                <a:schemeClr val="tx1"/>
              </a:solidFill>
            </a:rPr>
            <a:t> </a:t>
          </a:r>
          <a:r>
            <a:rPr lang="en-US" err="1">
              <a:solidFill>
                <a:schemeClr val="tx1"/>
              </a:solidFill>
            </a:rPr>
            <a:t>chế</a:t>
          </a:r>
          <a:r>
            <a:rPr lang="en-US">
              <a:solidFill>
                <a:schemeClr val="tx1"/>
              </a:solidFill>
            </a:rPr>
            <a:t> </a:t>
          </a:r>
          <a:r>
            <a:rPr lang="en-US" err="1">
              <a:solidFill>
                <a:schemeClr val="tx1"/>
              </a:solidFill>
            </a:rPr>
            <a:t>đối</a:t>
          </a:r>
          <a:r>
            <a:rPr lang="en-US">
              <a:solidFill>
                <a:schemeClr val="tx1"/>
              </a:solidFill>
            </a:rPr>
            <a:t> </a:t>
          </a:r>
          <a:r>
            <a:rPr lang="en-US" err="1">
              <a:solidFill>
                <a:schemeClr val="tx1"/>
              </a:solidFill>
            </a:rPr>
            <a:t>với</a:t>
          </a:r>
          <a:r>
            <a:rPr lang="en-US">
              <a:solidFill>
                <a:schemeClr val="tx1"/>
              </a:solidFill>
            </a:rPr>
            <a:t> </a:t>
          </a:r>
          <a:r>
            <a:rPr lang="en-US" err="1">
              <a:solidFill>
                <a:schemeClr val="tx1"/>
              </a:solidFill>
            </a:rPr>
            <a:t>người</a:t>
          </a:r>
          <a:r>
            <a:rPr lang="en-US">
              <a:solidFill>
                <a:schemeClr val="tx1"/>
              </a:solidFill>
            </a:rPr>
            <a:t> </a:t>
          </a:r>
          <a:r>
            <a:rPr lang="en-US" err="1">
              <a:solidFill>
                <a:schemeClr val="tx1"/>
              </a:solidFill>
            </a:rPr>
            <a:t>có</a:t>
          </a:r>
          <a:r>
            <a:rPr lang="en-US">
              <a:solidFill>
                <a:schemeClr val="tx1"/>
              </a:solidFill>
            </a:rPr>
            <a:t> </a:t>
          </a:r>
          <a:r>
            <a:rPr lang="en-US" err="1">
              <a:solidFill>
                <a:schemeClr val="tx1"/>
              </a:solidFill>
            </a:rPr>
            <a:t>hành</a:t>
          </a:r>
          <a:r>
            <a:rPr lang="en-US">
              <a:solidFill>
                <a:schemeClr val="tx1"/>
              </a:solidFill>
            </a:rPr>
            <a:t> vi </a:t>
          </a:r>
          <a:r>
            <a:rPr lang="en-US" err="1">
              <a:solidFill>
                <a:schemeClr val="tx1"/>
              </a:solidFill>
            </a:rPr>
            <a:t>xâm</a:t>
          </a:r>
          <a:r>
            <a:rPr lang="en-US">
              <a:solidFill>
                <a:schemeClr val="tx1"/>
              </a:solidFill>
            </a:rPr>
            <a:t> </a:t>
          </a:r>
          <a:r>
            <a:rPr lang="en-US" err="1">
              <a:solidFill>
                <a:schemeClr val="tx1"/>
              </a:solidFill>
            </a:rPr>
            <a:t>phạm</a:t>
          </a:r>
          <a:r>
            <a:rPr lang="en-US">
              <a:solidFill>
                <a:schemeClr val="tx1"/>
              </a:solidFill>
            </a:rPr>
            <a:t> </a:t>
          </a:r>
          <a:r>
            <a:rPr lang="en-US" err="1">
              <a:solidFill>
                <a:schemeClr val="tx1"/>
              </a:solidFill>
            </a:rPr>
            <a:t>các</a:t>
          </a:r>
          <a:r>
            <a:rPr lang="en-US">
              <a:solidFill>
                <a:schemeClr val="tx1"/>
              </a:solidFill>
            </a:rPr>
            <a:t> QHXH </a:t>
          </a:r>
          <a:r>
            <a:rPr lang="en-US" err="1">
              <a:solidFill>
                <a:schemeClr val="tx1"/>
              </a:solidFill>
            </a:rPr>
            <a:t>được</a:t>
          </a:r>
          <a:r>
            <a:rPr lang="en-US">
              <a:solidFill>
                <a:schemeClr val="tx1"/>
              </a:solidFill>
            </a:rPr>
            <a:t> </a:t>
          </a:r>
          <a:r>
            <a:rPr lang="en-US" err="1">
              <a:solidFill>
                <a:schemeClr val="tx1"/>
              </a:solidFill>
            </a:rPr>
            <a:t>điều</a:t>
          </a:r>
          <a:r>
            <a:rPr lang="en-US">
              <a:solidFill>
                <a:schemeClr val="tx1"/>
              </a:solidFill>
            </a:rPr>
            <a:t> </a:t>
          </a:r>
          <a:r>
            <a:rPr lang="en-US" err="1">
              <a:solidFill>
                <a:schemeClr val="tx1"/>
              </a:solidFill>
            </a:rPr>
            <a:t>chỉnh</a:t>
          </a:r>
          <a:endParaRPr lang="en-US">
            <a:solidFill>
              <a:schemeClr val="tx1"/>
            </a:solidFill>
          </a:endParaRPr>
        </a:p>
      </dgm:t>
    </dgm:pt>
    <dgm:pt modelId="{257BCC83-11F4-4589-85EE-960A4B14A480}" type="parTrans" cxnId="{AF36D0EC-7C6E-4541-8CF3-798B470113FF}">
      <dgm:prSet/>
      <dgm:spPr/>
      <dgm:t>
        <a:bodyPr/>
        <a:lstStyle/>
        <a:p>
          <a:endParaRPr lang="en-US"/>
        </a:p>
      </dgm:t>
    </dgm:pt>
    <dgm:pt modelId="{3203ABD3-130A-4A8A-BE75-9AA65D7432D7}" type="sibTrans" cxnId="{AF36D0EC-7C6E-4541-8CF3-798B470113FF}">
      <dgm:prSet/>
      <dgm:spPr/>
      <dgm:t>
        <a:bodyPr/>
        <a:lstStyle/>
        <a:p>
          <a:endParaRPr lang="en-US"/>
        </a:p>
      </dgm:t>
    </dgm:pt>
    <dgm:pt modelId="{4402F786-B5A2-4BC2-9884-9FF5FA5AD24F}">
      <dgm:prSet phldrT="[Text]"/>
      <dgm:spPr/>
      <dgm:t>
        <a:bodyPr/>
        <a:lstStyle/>
        <a:p>
          <a:r>
            <a:rPr lang="en-US" err="1"/>
            <a:t>Chức</a:t>
          </a:r>
          <a:r>
            <a:rPr lang="en-US"/>
            <a:t> </a:t>
          </a:r>
          <a:r>
            <a:rPr lang="en-US" err="1"/>
            <a:t>năng</a:t>
          </a:r>
          <a:r>
            <a:rPr lang="en-US"/>
            <a:t> </a:t>
          </a:r>
          <a:r>
            <a:rPr lang="en-US" err="1"/>
            <a:t>giáo</a:t>
          </a:r>
          <a:r>
            <a:rPr lang="en-US"/>
            <a:t> </a:t>
          </a:r>
          <a:r>
            <a:rPr lang="en-US" err="1"/>
            <a:t>dục</a:t>
          </a:r>
          <a:r>
            <a:rPr lang="en-US"/>
            <a:t> </a:t>
          </a:r>
          <a:r>
            <a:rPr lang="en-US" err="1"/>
            <a:t>của</a:t>
          </a:r>
          <a:r>
            <a:rPr lang="en-US"/>
            <a:t> PL</a:t>
          </a:r>
        </a:p>
      </dgm:t>
    </dgm:pt>
    <dgm:pt modelId="{429154F9-5A87-4025-99B4-B6720007D716}" type="parTrans" cxnId="{900FB90A-9EDB-4982-BC7F-34D44091084E}">
      <dgm:prSet/>
      <dgm:spPr/>
      <dgm:t>
        <a:bodyPr/>
        <a:lstStyle/>
        <a:p>
          <a:endParaRPr lang="en-US"/>
        </a:p>
      </dgm:t>
    </dgm:pt>
    <dgm:pt modelId="{87159C07-941A-4B8D-8257-29FC396D5A2F}" type="sibTrans" cxnId="{900FB90A-9EDB-4982-BC7F-34D44091084E}">
      <dgm:prSet/>
      <dgm:spPr/>
      <dgm:t>
        <a:bodyPr/>
        <a:lstStyle/>
        <a:p>
          <a:endParaRPr lang="en-US"/>
        </a:p>
      </dgm:t>
    </dgm:pt>
    <dgm:pt modelId="{8057159B-8F79-4A07-8D8F-A76F9A6C4CC3}">
      <dgm:prSet phldrT="[Text]"/>
      <dgm:spPr/>
      <dgm:t>
        <a:bodyPr/>
        <a:lstStyle/>
        <a:p>
          <a:pPr algn="just"/>
          <a:r>
            <a:rPr lang="en-US" err="1">
              <a:solidFill>
                <a:schemeClr val="bg1"/>
              </a:solidFill>
            </a:rPr>
            <a:t>Tác</a:t>
          </a:r>
          <a:r>
            <a:rPr lang="en-US">
              <a:solidFill>
                <a:schemeClr val="bg1"/>
              </a:solidFill>
            </a:rPr>
            <a:t> </a:t>
          </a:r>
          <a:r>
            <a:rPr lang="en-US" err="1">
              <a:solidFill>
                <a:schemeClr val="bg1"/>
              </a:solidFill>
            </a:rPr>
            <a:t>động</a:t>
          </a:r>
          <a:r>
            <a:rPr lang="en-US">
              <a:solidFill>
                <a:schemeClr val="bg1"/>
              </a:solidFill>
            </a:rPr>
            <a:t> </a:t>
          </a:r>
          <a:r>
            <a:rPr lang="en-US" err="1">
              <a:solidFill>
                <a:schemeClr val="bg1"/>
              </a:solidFill>
            </a:rPr>
            <a:t>vào</a:t>
          </a:r>
          <a:r>
            <a:rPr lang="en-US">
              <a:solidFill>
                <a:schemeClr val="bg1"/>
              </a:solidFill>
            </a:rPr>
            <a:t> ý </a:t>
          </a:r>
          <a:r>
            <a:rPr lang="en-US" err="1">
              <a:solidFill>
                <a:schemeClr val="bg1"/>
              </a:solidFill>
            </a:rPr>
            <a:t>thức</a:t>
          </a:r>
          <a:r>
            <a:rPr lang="en-US">
              <a:solidFill>
                <a:schemeClr val="bg1"/>
              </a:solidFill>
            </a:rPr>
            <a:t> </a:t>
          </a:r>
          <a:r>
            <a:rPr lang="en-US" err="1">
              <a:solidFill>
                <a:schemeClr val="bg1"/>
              </a:solidFill>
            </a:rPr>
            <a:t>của</a:t>
          </a:r>
          <a:r>
            <a:rPr lang="en-US">
              <a:solidFill>
                <a:schemeClr val="bg1"/>
              </a:solidFill>
            </a:rPr>
            <a:t> con </a:t>
          </a:r>
          <a:r>
            <a:rPr lang="en-US" err="1">
              <a:solidFill>
                <a:schemeClr val="bg1"/>
              </a:solidFill>
            </a:rPr>
            <a:t>người</a:t>
          </a:r>
          <a:r>
            <a:rPr lang="en-US">
              <a:solidFill>
                <a:schemeClr val="bg1"/>
              </a:solidFill>
            </a:rPr>
            <a:t> </a:t>
          </a:r>
          <a:r>
            <a:rPr lang="en-US" err="1">
              <a:solidFill>
                <a:schemeClr val="bg1"/>
              </a:solidFill>
            </a:rPr>
            <a:t>hình</a:t>
          </a:r>
          <a:r>
            <a:rPr lang="en-US">
              <a:solidFill>
                <a:schemeClr val="bg1"/>
              </a:solidFill>
            </a:rPr>
            <a:t> </a:t>
          </a:r>
          <a:r>
            <a:rPr lang="en-US" err="1">
              <a:solidFill>
                <a:schemeClr val="bg1"/>
              </a:solidFill>
            </a:rPr>
            <a:t>thành</a:t>
          </a:r>
          <a:r>
            <a:rPr lang="en-US">
              <a:solidFill>
                <a:schemeClr val="bg1"/>
              </a:solidFill>
            </a:rPr>
            <a:t> ý </a:t>
          </a:r>
          <a:r>
            <a:rPr lang="en-US" err="1">
              <a:solidFill>
                <a:schemeClr val="bg1"/>
              </a:solidFill>
            </a:rPr>
            <a:t>thức</a:t>
          </a:r>
          <a:r>
            <a:rPr lang="en-US">
              <a:solidFill>
                <a:schemeClr val="bg1"/>
              </a:solidFill>
            </a:rPr>
            <a:t> </a:t>
          </a:r>
          <a:r>
            <a:rPr lang="en-US" err="1">
              <a:solidFill>
                <a:schemeClr val="bg1"/>
              </a:solidFill>
            </a:rPr>
            <a:t>pháp</a:t>
          </a:r>
          <a:r>
            <a:rPr lang="en-US">
              <a:solidFill>
                <a:schemeClr val="bg1"/>
              </a:solidFill>
            </a:rPr>
            <a:t> </a:t>
          </a:r>
          <a:r>
            <a:rPr lang="en-US" err="1">
              <a:solidFill>
                <a:schemeClr val="bg1"/>
              </a:solidFill>
            </a:rPr>
            <a:t>luật</a:t>
          </a:r>
          <a:r>
            <a:rPr lang="en-US">
              <a:solidFill>
                <a:schemeClr val="bg1"/>
              </a:solidFill>
            </a:rPr>
            <a:t>.</a:t>
          </a:r>
        </a:p>
      </dgm:t>
    </dgm:pt>
    <dgm:pt modelId="{8C8BD1B3-705B-404A-AFAF-3E75B4EF2022}" type="parTrans" cxnId="{6BFD750E-92A3-47DD-AC2D-8DCBA5CC5C94}">
      <dgm:prSet/>
      <dgm:spPr/>
      <dgm:t>
        <a:bodyPr/>
        <a:lstStyle/>
        <a:p>
          <a:endParaRPr lang="en-US"/>
        </a:p>
      </dgm:t>
    </dgm:pt>
    <dgm:pt modelId="{E9177077-F7B8-4A3F-A173-2250395C6662}" type="sibTrans" cxnId="{6BFD750E-92A3-47DD-AC2D-8DCBA5CC5C94}">
      <dgm:prSet/>
      <dgm:spPr/>
      <dgm:t>
        <a:bodyPr/>
        <a:lstStyle/>
        <a:p>
          <a:endParaRPr lang="en-US"/>
        </a:p>
      </dgm:t>
    </dgm:pt>
    <dgm:pt modelId="{2FC73117-24B8-4642-A3AA-B2F86CDC873B}" type="pres">
      <dgm:prSet presAssocID="{42DFC4FA-3DAD-463B-9C84-BD752768E468}" presName="theList" presStyleCnt="0">
        <dgm:presLayoutVars>
          <dgm:dir/>
          <dgm:animLvl val="lvl"/>
          <dgm:resizeHandles val="exact"/>
        </dgm:presLayoutVars>
      </dgm:prSet>
      <dgm:spPr/>
    </dgm:pt>
    <dgm:pt modelId="{49FCDFA0-B831-46C4-A53D-52142BACEFA9}" type="pres">
      <dgm:prSet presAssocID="{ABBD6208-8195-4D54-B64D-9582CB91A908}" presName="compNode" presStyleCnt="0"/>
      <dgm:spPr/>
    </dgm:pt>
    <dgm:pt modelId="{09E35F3F-3DDB-41F7-BFF2-BB91835AEB59}" type="pres">
      <dgm:prSet presAssocID="{ABBD6208-8195-4D54-B64D-9582CB91A908}" presName="aNode" presStyleLbl="bgShp" presStyleIdx="0" presStyleCnt="3"/>
      <dgm:spPr/>
    </dgm:pt>
    <dgm:pt modelId="{84272896-7D5F-488E-BEE4-EDC0FA0AF62C}" type="pres">
      <dgm:prSet presAssocID="{ABBD6208-8195-4D54-B64D-9582CB91A908}" presName="textNode" presStyleLbl="bgShp" presStyleIdx="0" presStyleCnt="3"/>
      <dgm:spPr/>
    </dgm:pt>
    <dgm:pt modelId="{E157CF21-96C5-4426-8058-3D47752DC4C6}" type="pres">
      <dgm:prSet presAssocID="{ABBD6208-8195-4D54-B64D-9582CB91A908}" presName="compChildNode" presStyleCnt="0"/>
      <dgm:spPr/>
    </dgm:pt>
    <dgm:pt modelId="{03F4993D-EA95-4835-820F-4DF34D13CDC8}" type="pres">
      <dgm:prSet presAssocID="{ABBD6208-8195-4D54-B64D-9582CB91A908}" presName="theInnerList" presStyleCnt="0"/>
      <dgm:spPr/>
    </dgm:pt>
    <dgm:pt modelId="{1D291238-71D1-4926-A8E1-0E2635A30F08}" type="pres">
      <dgm:prSet presAssocID="{540C414E-B6AC-42E9-A063-7C3E1F43EE50}" presName="childNode" presStyleLbl="node1" presStyleIdx="0" presStyleCnt="3">
        <dgm:presLayoutVars>
          <dgm:bulletEnabled val="1"/>
        </dgm:presLayoutVars>
      </dgm:prSet>
      <dgm:spPr/>
    </dgm:pt>
    <dgm:pt modelId="{114B3EA8-E347-4BCC-BAAF-7A5370F43E8D}" type="pres">
      <dgm:prSet presAssocID="{ABBD6208-8195-4D54-B64D-9582CB91A908}" presName="aSpace" presStyleCnt="0"/>
      <dgm:spPr/>
    </dgm:pt>
    <dgm:pt modelId="{A4065B2B-5634-4F89-8E41-9E339976A4B8}" type="pres">
      <dgm:prSet presAssocID="{85923A4A-9252-4C79-B2FE-59FDBCFE3D61}" presName="compNode" presStyleCnt="0"/>
      <dgm:spPr/>
    </dgm:pt>
    <dgm:pt modelId="{75B12747-9A70-476A-9B66-CE3FAA86729E}" type="pres">
      <dgm:prSet presAssocID="{85923A4A-9252-4C79-B2FE-59FDBCFE3D61}" presName="aNode" presStyleLbl="bgShp" presStyleIdx="1" presStyleCnt="3"/>
      <dgm:spPr/>
    </dgm:pt>
    <dgm:pt modelId="{13E4D50B-184D-4D56-B313-6A6D01CE5CB2}" type="pres">
      <dgm:prSet presAssocID="{85923A4A-9252-4C79-B2FE-59FDBCFE3D61}" presName="textNode" presStyleLbl="bgShp" presStyleIdx="1" presStyleCnt="3"/>
      <dgm:spPr/>
    </dgm:pt>
    <dgm:pt modelId="{3332B860-CD84-4030-9DB9-BFDBAFE29555}" type="pres">
      <dgm:prSet presAssocID="{85923A4A-9252-4C79-B2FE-59FDBCFE3D61}" presName="compChildNode" presStyleCnt="0"/>
      <dgm:spPr/>
    </dgm:pt>
    <dgm:pt modelId="{6D8E4C5C-7A51-4DAA-939F-C5EA3D3C20F6}" type="pres">
      <dgm:prSet presAssocID="{85923A4A-9252-4C79-B2FE-59FDBCFE3D61}" presName="theInnerList" presStyleCnt="0"/>
      <dgm:spPr/>
    </dgm:pt>
    <dgm:pt modelId="{E87F1EB7-5CCE-4037-888C-C5DFC7E3C395}" type="pres">
      <dgm:prSet presAssocID="{E5728759-A678-4A06-863A-49F92F729C9A}" presName="childNode" presStyleLbl="node1" presStyleIdx="1" presStyleCnt="3">
        <dgm:presLayoutVars>
          <dgm:bulletEnabled val="1"/>
        </dgm:presLayoutVars>
      </dgm:prSet>
      <dgm:spPr/>
    </dgm:pt>
    <dgm:pt modelId="{4B721004-10F4-4ACE-AC93-7E11F7D5AEDA}" type="pres">
      <dgm:prSet presAssocID="{85923A4A-9252-4C79-B2FE-59FDBCFE3D61}" presName="aSpace" presStyleCnt="0"/>
      <dgm:spPr/>
    </dgm:pt>
    <dgm:pt modelId="{93D1D5BB-1C2A-4646-AD28-608F830151D1}" type="pres">
      <dgm:prSet presAssocID="{4402F786-B5A2-4BC2-9884-9FF5FA5AD24F}" presName="compNode" presStyleCnt="0"/>
      <dgm:spPr/>
    </dgm:pt>
    <dgm:pt modelId="{3D1DFC54-C6CA-42E7-9376-C8DA41666747}" type="pres">
      <dgm:prSet presAssocID="{4402F786-B5A2-4BC2-9884-9FF5FA5AD24F}" presName="aNode" presStyleLbl="bgShp" presStyleIdx="2" presStyleCnt="3" custLinFactNeighborX="39" custLinFactNeighborY="-737"/>
      <dgm:spPr/>
    </dgm:pt>
    <dgm:pt modelId="{ED3F6FED-BAEA-4E6E-B069-2118367DFEA6}" type="pres">
      <dgm:prSet presAssocID="{4402F786-B5A2-4BC2-9884-9FF5FA5AD24F}" presName="textNode" presStyleLbl="bgShp" presStyleIdx="2" presStyleCnt="3"/>
      <dgm:spPr/>
    </dgm:pt>
    <dgm:pt modelId="{FFE8448B-41A4-4863-95BF-1A9098A5B6B8}" type="pres">
      <dgm:prSet presAssocID="{4402F786-B5A2-4BC2-9884-9FF5FA5AD24F}" presName="compChildNode" presStyleCnt="0"/>
      <dgm:spPr/>
    </dgm:pt>
    <dgm:pt modelId="{BE998813-927B-4613-8ECE-0F62C0F20C5E}" type="pres">
      <dgm:prSet presAssocID="{4402F786-B5A2-4BC2-9884-9FF5FA5AD24F}" presName="theInnerList" presStyleCnt="0"/>
      <dgm:spPr/>
    </dgm:pt>
    <dgm:pt modelId="{7672375F-67D8-4C44-925E-75D257A78D79}" type="pres">
      <dgm:prSet presAssocID="{8057159B-8F79-4A07-8D8F-A76F9A6C4CC3}" presName="childNode" presStyleLbl="node1" presStyleIdx="2" presStyleCnt="3">
        <dgm:presLayoutVars>
          <dgm:bulletEnabled val="1"/>
        </dgm:presLayoutVars>
      </dgm:prSet>
      <dgm:spPr/>
    </dgm:pt>
  </dgm:ptLst>
  <dgm:cxnLst>
    <dgm:cxn modelId="{6262D602-65E8-4C14-9B6A-DC0603F0E871}" type="presOf" srcId="{85923A4A-9252-4C79-B2FE-59FDBCFE3D61}" destId="{75B12747-9A70-476A-9B66-CE3FAA86729E}" srcOrd="0" destOrd="0" presId="urn:microsoft.com/office/officeart/2005/8/layout/lProcess2"/>
    <dgm:cxn modelId="{900FB90A-9EDB-4982-BC7F-34D44091084E}" srcId="{42DFC4FA-3DAD-463B-9C84-BD752768E468}" destId="{4402F786-B5A2-4BC2-9884-9FF5FA5AD24F}" srcOrd="2" destOrd="0" parTransId="{429154F9-5A87-4025-99B4-B6720007D716}" sibTransId="{87159C07-941A-4B8D-8257-29FC396D5A2F}"/>
    <dgm:cxn modelId="{6BFD750E-92A3-47DD-AC2D-8DCBA5CC5C94}" srcId="{4402F786-B5A2-4BC2-9884-9FF5FA5AD24F}" destId="{8057159B-8F79-4A07-8D8F-A76F9A6C4CC3}" srcOrd="0" destOrd="0" parTransId="{8C8BD1B3-705B-404A-AFAF-3E75B4EF2022}" sibTransId="{E9177077-F7B8-4A3F-A173-2250395C6662}"/>
    <dgm:cxn modelId="{DA89FC27-9D60-4178-B0F6-768A84EE6AE7}" type="presOf" srcId="{540C414E-B6AC-42E9-A063-7C3E1F43EE50}" destId="{1D291238-71D1-4926-A8E1-0E2635A30F08}" srcOrd="0" destOrd="0" presId="urn:microsoft.com/office/officeart/2005/8/layout/lProcess2"/>
    <dgm:cxn modelId="{2DBB3C39-CD43-41A3-995C-6808DE28913A}" type="presOf" srcId="{4402F786-B5A2-4BC2-9884-9FF5FA5AD24F}" destId="{3D1DFC54-C6CA-42E7-9376-C8DA41666747}" srcOrd="0" destOrd="0" presId="urn:microsoft.com/office/officeart/2005/8/layout/lProcess2"/>
    <dgm:cxn modelId="{7C98ED5F-85F4-476A-BB30-2B88A0C7A83C}" srcId="{42DFC4FA-3DAD-463B-9C84-BD752768E468}" destId="{ABBD6208-8195-4D54-B64D-9582CB91A908}" srcOrd="0" destOrd="0" parTransId="{08D52A29-5FF8-4860-88D7-1DB58F38F5D4}" sibTransId="{28B98A5B-334B-4C40-A3A1-9B6490245BF9}"/>
    <dgm:cxn modelId="{5FDFBF43-5AC3-4D26-9C54-E638634EFF0D}" type="presOf" srcId="{ABBD6208-8195-4D54-B64D-9582CB91A908}" destId="{09E35F3F-3DDB-41F7-BFF2-BB91835AEB59}" srcOrd="0" destOrd="0" presId="urn:microsoft.com/office/officeart/2005/8/layout/lProcess2"/>
    <dgm:cxn modelId="{A9216848-3B50-482A-A3A2-54F837B24E3A}" type="presOf" srcId="{8057159B-8F79-4A07-8D8F-A76F9A6C4CC3}" destId="{7672375F-67D8-4C44-925E-75D257A78D79}" srcOrd="0" destOrd="0" presId="urn:microsoft.com/office/officeart/2005/8/layout/lProcess2"/>
    <dgm:cxn modelId="{4152BB4F-CC67-4344-835D-FC3C601FD1C2}" type="presOf" srcId="{4402F786-B5A2-4BC2-9884-9FF5FA5AD24F}" destId="{ED3F6FED-BAEA-4E6E-B069-2118367DFEA6}" srcOrd="1" destOrd="0" presId="urn:microsoft.com/office/officeart/2005/8/layout/lProcess2"/>
    <dgm:cxn modelId="{96FD7072-6669-4A3D-9733-D0D830C938D5}" type="presOf" srcId="{ABBD6208-8195-4D54-B64D-9582CB91A908}" destId="{84272896-7D5F-488E-BEE4-EDC0FA0AF62C}" srcOrd="1" destOrd="0" presId="urn:microsoft.com/office/officeart/2005/8/layout/lProcess2"/>
    <dgm:cxn modelId="{51115292-60DB-4585-ADC3-C26302518467}" srcId="{ABBD6208-8195-4D54-B64D-9582CB91A908}" destId="{540C414E-B6AC-42E9-A063-7C3E1F43EE50}" srcOrd="0" destOrd="0" parTransId="{2AE730DF-FA58-49F6-8CEB-689E883DF0DA}" sibTransId="{AD1F390F-0D7C-454B-B958-4C9311A28F70}"/>
    <dgm:cxn modelId="{D4488F95-F88E-4550-81C6-37197045F941}" srcId="{42DFC4FA-3DAD-463B-9C84-BD752768E468}" destId="{85923A4A-9252-4C79-B2FE-59FDBCFE3D61}" srcOrd="1" destOrd="0" parTransId="{84AC7F6F-46ED-4802-AD23-948A71322EC0}" sibTransId="{A40BFF7C-E9E0-410F-AD23-6E4BD0C781DD}"/>
    <dgm:cxn modelId="{5E77A0A8-F71E-4A55-AAE0-FC30F6F664AA}" type="presOf" srcId="{85923A4A-9252-4C79-B2FE-59FDBCFE3D61}" destId="{13E4D50B-184D-4D56-B313-6A6D01CE5CB2}" srcOrd="1" destOrd="0" presId="urn:microsoft.com/office/officeart/2005/8/layout/lProcess2"/>
    <dgm:cxn modelId="{E60DF6B0-E421-46BE-A59F-72BC3CEF5569}" type="presOf" srcId="{42DFC4FA-3DAD-463B-9C84-BD752768E468}" destId="{2FC73117-24B8-4642-A3AA-B2F86CDC873B}" srcOrd="0" destOrd="0" presId="urn:microsoft.com/office/officeart/2005/8/layout/lProcess2"/>
    <dgm:cxn modelId="{F0A534EC-E0E9-4D6B-BBB3-B7C2F9238C73}" type="presOf" srcId="{E5728759-A678-4A06-863A-49F92F729C9A}" destId="{E87F1EB7-5CCE-4037-888C-C5DFC7E3C395}" srcOrd="0" destOrd="0" presId="urn:microsoft.com/office/officeart/2005/8/layout/lProcess2"/>
    <dgm:cxn modelId="{AF36D0EC-7C6E-4541-8CF3-798B470113FF}" srcId="{85923A4A-9252-4C79-B2FE-59FDBCFE3D61}" destId="{E5728759-A678-4A06-863A-49F92F729C9A}" srcOrd="0" destOrd="0" parTransId="{257BCC83-11F4-4589-85EE-960A4B14A480}" sibTransId="{3203ABD3-130A-4A8A-BE75-9AA65D7432D7}"/>
    <dgm:cxn modelId="{D1EC1299-9BCF-435F-B517-98168D11501C}" type="presParOf" srcId="{2FC73117-24B8-4642-A3AA-B2F86CDC873B}" destId="{49FCDFA0-B831-46C4-A53D-52142BACEFA9}" srcOrd="0" destOrd="0" presId="urn:microsoft.com/office/officeart/2005/8/layout/lProcess2"/>
    <dgm:cxn modelId="{8D685E51-284B-44F0-B293-2101C5A9DBAA}" type="presParOf" srcId="{49FCDFA0-B831-46C4-A53D-52142BACEFA9}" destId="{09E35F3F-3DDB-41F7-BFF2-BB91835AEB59}" srcOrd="0" destOrd="0" presId="urn:microsoft.com/office/officeart/2005/8/layout/lProcess2"/>
    <dgm:cxn modelId="{C0DB64DF-1AA0-447E-9446-876CE465A63C}" type="presParOf" srcId="{49FCDFA0-B831-46C4-A53D-52142BACEFA9}" destId="{84272896-7D5F-488E-BEE4-EDC0FA0AF62C}" srcOrd="1" destOrd="0" presId="urn:microsoft.com/office/officeart/2005/8/layout/lProcess2"/>
    <dgm:cxn modelId="{A90BFF79-0B4F-416F-90FB-D8FAFCC5A088}" type="presParOf" srcId="{49FCDFA0-B831-46C4-A53D-52142BACEFA9}" destId="{E157CF21-96C5-4426-8058-3D47752DC4C6}" srcOrd="2" destOrd="0" presId="urn:microsoft.com/office/officeart/2005/8/layout/lProcess2"/>
    <dgm:cxn modelId="{C8ACA57A-7A1C-46C4-8D8A-528ED5A992BC}" type="presParOf" srcId="{E157CF21-96C5-4426-8058-3D47752DC4C6}" destId="{03F4993D-EA95-4835-820F-4DF34D13CDC8}" srcOrd="0" destOrd="0" presId="urn:microsoft.com/office/officeart/2005/8/layout/lProcess2"/>
    <dgm:cxn modelId="{CFEA80E4-35EE-418C-9DD3-40C199A07022}" type="presParOf" srcId="{03F4993D-EA95-4835-820F-4DF34D13CDC8}" destId="{1D291238-71D1-4926-A8E1-0E2635A30F08}" srcOrd="0" destOrd="0" presId="urn:microsoft.com/office/officeart/2005/8/layout/lProcess2"/>
    <dgm:cxn modelId="{230BF1AD-44B8-4C92-99E2-AFC24A4363CF}" type="presParOf" srcId="{2FC73117-24B8-4642-A3AA-B2F86CDC873B}" destId="{114B3EA8-E347-4BCC-BAAF-7A5370F43E8D}" srcOrd="1" destOrd="0" presId="urn:microsoft.com/office/officeart/2005/8/layout/lProcess2"/>
    <dgm:cxn modelId="{54A468E2-EC7E-40E6-8156-EB8D7174EE6D}" type="presParOf" srcId="{2FC73117-24B8-4642-A3AA-B2F86CDC873B}" destId="{A4065B2B-5634-4F89-8E41-9E339976A4B8}" srcOrd="2" destOrd="0" presId="urn:microsoft.com/office/officeart/2005/8/layout/lProcess2"/>
    <dgm:cxn modelId="{5282D624-0E0C-4907-9813-32B3D2BF096C}" type="presParOf" srcId="{A4065B2B-5634-4F89-8E41-9E339976A4B8}" destId="{75B12747-9A70-476A-9B66-CE3FAA86729E}" srcOrd="0" destOrd="0" presId="urn:microsoft.com/office/officeart/2005/8/layout/lProcess2"/>
    <dgm:cxn modelId="{31DED8A4-AA74-4ECF-936E-5610FAB92555}" type="presParOf" srcId="{A4065B2B-5634-4F89-8E41-9E339976A4B8}" destId="{13E4D50B-184D-4D56-B313-6A6D01CE5CB2}" srcOrd="1" destOrd="0" presId="urn:microsoft.com/office/officeart/2005/8/layout/lProcess2"/>
    <dgm:cxn modelId="{A8881799-0EF0-4A96-89B7-C55C3F384261}" type="presParOf" srcId="{A4065B2B-5634-4F89-8E41-9E339976A4B8}" destId="{3332B860-CD84-4030-9DB9-BFDBAFE29555}" srcOrd="2" destOrd="0" presId="urn:microsoft.com/office/officeart/2005/8/layout/lProcess2"/>
    <dgm:cxn modelId="{3C135E4A-1429-4094-B8A2-25C53278F2F6}" type="presParOf" srcId="{3332B860-CD84-4030-9DB9-BFDBAFE29555}" destId="{6D8E4C5C-7A51-4DAA-939F-C5EA3D3C20F6}" srcOrd="0" destOrd="0" presId="urn:microsoft.com/office/officeart/2005/8/layout/lProcess2"/>
    <dgm:cxn modelId="{E5B96039-6F6C-4495-A14B-EC379F8752D4}" type="presParOf" srcId="{6D8E4C5C-7A51-4DAA-939F-C5EA3D3C20F6}" destId="{E87F1EB7-5CCE-4037-888C-C5DFC7E3C395}" srcOrd="0" destOrd="0" presId="urn:microsoft.com/office/officeart/2005/8/layout/lProcess2"/>
    <dgm:cxn modelId="{272C03A7-A5B9-49E5-A75B-DE1C51B5CDC6}" type="presParOf" srcId="{2FC73117-24B8-4642-A3AA-B2F86CDC873B}" destId="{4B721004-10F4-4ACE-AC93-7E11F7D5AEDA}" srcOrd="3" destOrd="0" presId="urn:microsoft.com/office/officeart/2005/8/layout/lProcess2"/>
    <dgm:cxn modelId="{DCC8F3AD-4794-461B-92E9-FFDDC08A96EF}" type="presParOf" srcId="{2FC73117-24B8-4642-A3AA-B2F86CDC873B}" destId="{93D1D5BB-1C2A-4646-AD28-608F830151D1}" srcOrd="4" destOrd="0" presId="urn:microsoft.com/office/officeart/2005/8/layout/lProcess2"/>
    <dgm:cxn modelId="{05D5FF3F-5465-4296-ADEB-A4FA153E55D7}" type="presParOf" srcId="{93D1D5BB-1C2A-4646-AD28-608F830151D1}" destId="{3D1DFC54-C6CA-42E7-9376-C8DA41666747}" srcOrd="0" destOrd="0" presId="urn:microsoft.com/office/officeart/2005/8/layout/lProcess2"/>
    <dgm:cxn modelId="{E501EE5C-CD39-4A5E-9495-A236553BA5B8}" type="presParOf" srcId="{93D1D5BB-1C2A-4646-AD28-608F830151D1}" destId="{ED3F6FED-BAEA-4E6E-B069-2118367DFEA6}" srcOrd="1" destOrd="0" presId="urn:microsoft.com/office/officeart/2005/8/layout/lProcess2"/>
    <dgm:cxn modelId="{81806E7A-E6ED-4053-AF94-1E57243B1743}" type="presParOf" srcId="{93D1D5BB-1C2A-4646-AD28-608F830151D1}" destId="{FFE8448B-41A4-4863-95BF-1A9098A5B6B8}" srcOrd="2" destOrd="0" presId="urn:microsoft.com/office/officeart/2005/8/layout/lProcess2"/>
    <dgm:cxn modelId="{97F73284-13D8-436F-B311-310CE3D76021}" type="presParOf" srcId="{FFE8448B-41A4-4863-95BF-1A9098A5B6B8}" destId="{BE998813-927B-4613-8ECE-0F62C0F20C5E}" srcOrd="0" destOrd="0" presId="urn:microsoft.com/office/officeart/2005/8/layout/lProcess2"/>
    <dgm:cxn modelId="{123767DE-BDA0-4DA7-8F2A-AA91A7DA3581}" type="presParOf" srcId="{BE998813-927B-4613-8ECE-0F62C0F20C5E}" destId="{7672375F-67D8-4C44-925E-75D257A78D79}"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C669E89-4ECE-4978-A26C-380729023399}" type="doc">
      <dgm:prSet loTypeId="urn:microsoft.com/office/officeart/2005/8/layout/vList5" loCatId="list" qsTypeId="urn:microsoft.com/office/officeart/2005/8/quickstyle/3d1" qsCatId="3D" csTypeId="urn:microsoft.com/office/officeart/2005/8/colors/accent3_3" csCatId="accent3" phldr="1"/>
      <dgm:spPr/>
      <dgm:t>
        <a:bodyPr/>
        <a:lstStyle/>
        <a:p>
          <a:endParaRPr lang="en-US"/>
        </a:p>
      </dgm:t>
    </dgm:pt>
    <dgm:pt modelId="{915C2DF2-5D5B-4F68-8B07-62850C947828}">
      <dgm:prSet phldrT="[Text]" custT="1"/>
      <dgm:spPr/>
      <dgm:t>
        <a:bodyPr/>
        <a:lstStyle/>
        <a:p>
          <a:r>
            <a:rPr lang="en-US" sz="3200" err="1"/>
            <a:t>Pháp</a:t>
          </a:r>
          <a:r>
            <a:rPr lang="en-US" sz="3200"/>
            <a:t> </a:t>
          </a:r>
          <a:r>
            <a:rPr lang="en-US" sz="3200" err="1"/>
            <a:t>luật</a:t>
          </a:r>
          <a:r>
            <a:rPr lang="en-US" sz="3200"/>
            <a:t> </a:t>
          </a:r>
          <a:r>
            <a:rPr lang="en-US" sz="3200" err="1"/>
            <a:t>với</a:t>
          </a:r>
          <a:r>
            <a:rPr lang="en-US" sz="3200"/>
            <a:t> </a:t>
          </a:r>
          <a:r>
            <a:rPr lang="en-US" sz="3200" err="1"/>
            <a:t>kinh</a:t>
          </a:r>
          <a:r>
            <a:rPr lang="en-US" sz="3200"/>
            <a:t> </a:t>
          </a:r>
          <a:r>
            <a:rPr lang="en-US" sz="3200" err="1"/>
            <a:t>tế</a:t>
          </a:r>
          <a:endParaRPr lang="en-US" sz="3200"/>
        </a:p>
      </dgm:t>
    </dgm:pt>
    <dgm:pt modelId="{2365B049-98E0-402D-9615-73C172BA8C2B}" type="parTrans" cxnId="{1705A1DC-0C41-40CD-AAA1-30A53225579E}">
      <dgm:prSet/>
      <dgm:spPr/>
      <dgm:t>
        <a:bodyPr/>
        <a:lstStyle/>
        <a:p>
          <a:endParaRPr lang="en-US"/>
        </a:p>
      </dgm:t>
    </dgm:pt>
    <dgm:pt modelId="{6D979A05-8B91-4FE7-A32A-C81B8C3FF0EB}" type="sibTrans" cxnId="{1705A1DC-0C41-40CD-AAA1-30A53225579E}">
      <dgm:prSet/>
      <dgm:spPr/>
      <dgm:t>
        <a:bodyPr/>
        <a:lstStyle/>
        <a:p>
          <a:endParaRPr lang="en-US"/>
        </a:p>
      </dgm:t>
    </dgm:pt>
    <dgm:pt modelId="{21C9FBF6-E6C2-41FB-9DEB-2B4F69470103}">
      <dgm:prSet phldrT="[Text]" custT="1"/>
      <dgm:spPr/>
      <dgm:t>
        <a:bodyPr/>
        <a:lstStyle/>
        <a:p>
          <a:r>
            <a:rPr lang="en-US" sz="2200" err="1"/>
            <a:t>Pháp</a:t>
          </a:r>
          <a:r>
            <a:rPr lang="en-US" sz="2200"/>
            <a:t> </a:t>
          </a:r>
          <a:r>
            <a:rPr lang="en-US" sz="2200" err="1"/>
            <a:t>luật</a:t>
          </a:r>
          <a:r>
            <a:rPr lang="en-US" sz="2200"/>
            <a:t> do </a:t>
          </a:r>
          <a:r>
            <a:rPr lang="en-US" sz="2200" err="1"/>
            <a:t>trình</a:t>
          </a:r>
          <a:r>
            <a:rPr lang="en-US" sz="2200"/>
            <a:t> </a:t>
          </a:r>
          <a:r>
            <a:rPr lang="en-US" sz="2200" err="1"/>
            <a:t>độ</a:t>
          </a:r>
          <a:r>
            <a:rPr lang="en-US" sz="2200"/>
            <a:t> </a:t>
          </a:r>
          <a:r>
            <a:rPr lang="en-US" sz="2200" err="1"/>
            <a:t>nền</a:t>
          </a:r>
          <a:r>
            <a:rPr lang="en-US" sz="2200"/>
            <a:t> </a:t>
          </a:r>
          <a:r>
            <a:rPr lang="en-US" sz="2200" err="1"/>
            <a:t>kinh</a:t>
          </a:r>
          <a:r>
            <a:rPr lang="en-US" sz="2200"/>
            <a:t> </a:t>
          </a:r>
          <a:r>
            <a:rPr lang="en-US" sz="2200" err="1"/>
            <a:t>tế</a:t>
          </a:r>
          <a:r>
            <a:rPr lang="en-US" sz="2200"/>
            <a:t> </a:t>
          </a:r>
          <a:r>
            <a:rPr lang="en-US" sz="2200" err="1"/>
            <a:t>quyết</a:t>
          </a:r>
          <a:r>
            <a:rPr lang="en-US" sz="2200"/>
            <a:t> </a:t>
          </a:r>
          <a:r>
            <a:rPr lang="en-US" sz="2200" err="1"/>
            <a:t>định</a:t>
          </a:r>
          <a:endParaRPr lang="en-US" sz="2200"/>
        </a:p>
      </dgm:t>
    </dgm:pt>
    <dgm:pt modelId="{9BCD9DC5-3F09-4680-A058-6AA000B442BA}" type="parTrans" cxnId="{78D17FE8-8341-4012-AB57-9CDA0212745B}">
      <dgm:prSet/>
      <dgm:spPr/>
      <dgm:t>
        <a:bodyPr/>
        <a:lstStyle/>
        <a:p>
          <a:endParaRPr lang="en-US"/>
        </a:p>
      </dgm:t>
    </dgm:pt>
    <dgm:pt modelId="{F17798E4-D099-49CD-A8D5-60EF3E313FEF}" type="sibTrans" cxnId="{78D17FE8-8341-4012-AB57-9CDA0212745B}">
      <dgm:prSet/>
      <dgm:spPr/>
      <dgm:t>
        <a:bodyPr/>
        <a:lstStyle/>
        <a:p>
          <a:endParaRPr lang="en-US"/>
        </a:p>
      </dgm:t>
    </dgm:pt>
    <dgm:pt modelId="{66345D45-DB2D-40C4-A468-C55761B53A1E}">
      <dgm:prSet phldrT="[Text]" custT="1"/>
      <dgm:spPr/>
      <dgm:t>
        <a:bodyPr/>
        <a:lstStyle/>
        <a:p>
          <a:r>
            <a:rPr lang="en-US" sz="3200" err="1"/>
            <a:t>Pháp</a:t>
          </a:r>
          <a:r>
            <a:rPr lang="en-US" sz="3200"/>
            <a:t> </a:t>
          </a:r>
          <a:r>
            <a:rPr lang="en-US" sz="3200" err="1"/>
            <a:t>luật</a:t>
          </a:r>
          <a:r>
            <a:rPr lang="en-US" sz="3200"/>
            <a:t> </a:t>
          </a:r>
          <a:r>
            <a:rPr lang="en-US" sz="3200" err="1"/>
            <a:t>với</a:t>
          </a:r>
          <a:r>
            <a:rPr lang="en-US" sz="3200"/>
            <a:t> </a:t>
          </a:r>
          <a:r>
            <a:rPr lang="en-US" sz="3200" err="1"/>
            <a:t>đạo</a:t>
          </a:r>
          <a:r>
            <a:rPr lang="en-US" sz="3200"/>
            <a:t> </a:t>
          </a:r>
          <a:r>
            <a:rPr lang="en-US" sz="3200" err="1"/>
            <a:t>đức</a:t>
          </a:r>
          <a:endParaRPr lang="en-US" sz="3200"/>
        </a:p>
      </dgm:t>
    </dgm:pt>
    <dgm:pt modelId="{418C861B-BEBF-438A-9881-E341CB18D2B5}" type="parTrans" cxnId="{AD6DBA31-C6A3-4A3C-A1CB-C3F560C073C4}">
      <dgm:prSet/>
      <dgm:spPr/>
      <dgm:t>
        <a:bodyPr/>
        <a:lstStyle/>
        <a:p>
          <a:endParaRPr lang="en-US"/>
        </a:p>
      </dgm:t>
    </dgm:pt>
    <dgm:pt modelId="{9606F037-8623-452C-B467-B926DDB1C768}" type="sibTrans" cxnId="{AD6DBA31-C6A3-4A3C-A1CB-C3F560C073C4}">
      <dgm:prSet/>
      <dgm:spPr/>
      <dgm:t>
        <a:bodyPr/>
        <a:lstStyle/>
        <a:p>
          <a:endParaRPr lang="en-US"/>
        </a:p>
      </dgm:t>
    </dgm:pt>
    <dgm:pt modelId="{4C154ABA-ACF9-4171-8DFE-C2F7045681DC}">
      <dgm:prSet phldrT="[Text]" custT="1"/>
      <dgm:spPr/>
      <dgm:t>
        <a:bodyPr/>
        <a:lstStyle/>
        <a:p>
          <a:r>
            <a:rPr lang="en-US" sz="2400" err="1"/>
            <a:t>Pháp</a:t>
          </a:r>
          <a:r>
            <a:rPr lang="en-US" sz="2400"/>
            <a:t> </a:t>
          </a:r>
          <a:r>
            <a:rPr lang="en-US" sz="2400" err="1"/>
            <a:t>luật</a:t>
          </a:r>
          <a:r>
            <a:rPr lang="en-US" sz="2400"/>
            <a:t> </a:t>
          </a:r>
          <a:r>
            <a:rPr lang="en-US" sz="2400" err="1"/>
            <a:t>chịu</a:t>
          </a:r>
          <a:r>
            <a:rPr lang="en-US" sz="2400"/>
            <a:t> </a:t>
          </a:r>
          <a:r>
            <a:rPr lang="en-US" sz="2400" err="1"/>
            <a:t>sự</a:t>
          </a:r>
          <a:r>
            <a:rPr lang="en-US" sz="2400"/>
            <a:t> </a:t>
          </a:r>
          <a:r>
            <a:rPr lang="en-US" sz="2400" err="1"/>
            <a:t>tác</a:t>
          </a:r>
          <a:r>
            <a:rPr lang="en-US" sz="2400"/>
            <a:t> </a:t>
          </a:r>
          <a:r>
            <a:rPr lang="en-US" sz="2400" err="1"/>
            <a:t>động</a:t>
          </a:r>
          <a:r>
            <a:rPr lang="en-US" sz="2400"/>
            <a:t> </a:t>
          </a:r>
          <a:r>
            <a:rPr lang="en-US" sz="2400" err="1"/>
            <a:t>của</a:t>
          </a:r>
          <a:r>
            <a:rPr lang="en-US" sz="2400"/>
            <a:t> </a:t>
          </a:r>
          <a:r>
            <a:rPr lang="en-US" sz="2400" err="1"/>
            <a:t>đạo</a:t>
          </a:r>
          <a:r>
            <a:rPr lang="en-US" sz="2400"/>
            <a:t> </a:t>
          </a:r>
          <a:r>
            <a:rPr lang="en-US" sz="2400" err="1"/>
            <a:t>đức</a:t>
          </a:r>
          <a:endParaRPr lang="en-US" sz="2400"/>
        </a:p>
      </dgm:t>
    </dgm:pt>
    <dgm:pt modelId="{921D807F-29A5-49A9-A121-D8B61271F960}" type="parTrans" cxnId="{D335E7D1-B67E-4FE0-B38A-961754491097}">
      <dgm:prSet/>
      <dgm:spPr/>
      <dgm:t>
        <a:bodyPr/>
        <a:lstStyle/>
        <a:p>
          <a:endParaRPr lang="en-US"/>
        </a:p>
      </dgm:t>
    </dgm:pt>
    <dgm:pt modelId="{14F5FAA0-645C-4F4A-91AD-56125AD5A35E}" type="sibTrans" cxnId="{D335E7D1-B67E-4FE0-B38A-961754491097}">
      <dgm:prSet/>
      <dgm:spPr/>
      <dgm:t>
        <a:bodyPr/>
        <a:lstStyle/>
        <a:p>
          <a:endParaRPr lang="en-US"/>
        </a:p>
      </dgm:t>
    </dgm:pt>
    <dgm:pt modelId="{B609FD88-FD6E-483F-A7FE-C0F6B09158E4}">
      <dgm:prSet phldrT="[Text]" custT="1"/>
      <dgm:spPr/>
      <dgm:t>
        <a:bodyPr/>
        <a:lstStyle/>
        <a:p>
          <a:r>
            <a:rPr lang="en-US" sz="2400" err="1"/>
            <a:t>Sự</a:t>
          </a:r>
          <a:r>
            <a:rPr lang="en-US" sz="2400"/>
            <a:t> </a:t>
          </a:r>
          <a:r>
            <a:rPr lang="en-US" sz="2400" err="1"/>
            <a:t>khác</a:t>
          </a:r>
          <a:r>
            <a:rPr lang="en-US" sz="2400"/>
            <a:t> </a:t>
          </a:r>
          <a:r>
            <a:rPr lang="en-US" sz="2400" err="1"/>
            <a:t>biệt</a:t>
          </a:r>
          <a:r>
            <a:rPr lang="en-US" sz="2400"/>
            <a:t> </a:t>
          </a:r>
          <a:r>
            <a:rPr lang="en-US" sz="2400" err="1"/>
            <a:t>giữa</a:t>
          </a:r>
          <a:r>
            <a:rPr lang="en-US" sz="2400"/>
            <a:t> </a:t>
          </a:r>
          <a:r>
            <a:rPr lang="en-US" sz="2400" err="1"/>
            <a:t>pháp</a:t>
          </a:r>
          <a:r>
            <a:rPr lang="en-US" sz="2400"/>
            <a:t> </a:t>
          </a:r>
          <a:r>
            <a:rPr lang="en-US" sz="2400" err="1"/>
            <a:t>luật</a:t>
          </a:r>
          <a:r>
            <a:rPr lang="en-US" sz="2400"/>
            <a:t> </a:t>
          </a:r>
          <a:r>
            <a:rPr lang="en-US" sz="2400" err="1"/>
            <a:t>và</a:t>
          </a:r>
          <a:r>
            <a:rPr lang="en-US" sz="2400"/>
            <a:t> </a:t>
          </a:r>
          <a:r>
            <a:rPr lang="en-US" sz="2400" err="1"/>
            <a:t>đạo</a:t>
          </a:r>
          <a:r>
            <a:rPr lang="en-US" sz="2400"/>
            <a:t> </a:t>
          </a:r>
          <a:r>
            <a:rPr lang="en-US" sz="2400" err="1"/>
            <a:t>đức</a:t>
          </a:r>
          <a:endParaRPr lang="en-US" sz="2400"/>
        </a:p>
      </dgm:t>
    </dgm:pt>
    <dgm:pt modelId="{BA6A1FC9-BCA1-4782-9A9D-7A053A9D2C14}" type="parTrans" cxnId="{EBEB94FB-CBC9-4733-B561-92818CB0D42D}">
      <dgm:prSet/>
      <dgm:spPr/>
      <dgm:t>
        <a:bodyPr/>
        <a:lstStyle/>
        <a:p>
          <a:endParaRPr lang="en-US"/>
        </a:p>
      </dgm:t>
    </dgm:pt>
    <dgm:pt modelId="{D78CEF17-1D32-42CB-BDF1-AB262FAC8D5C}" type="sibTrans" cxnId="{EBEB94FB-CBC9-4733-B561-92818CB0D42D}">
      <dgm:prSet/>
      <dgm:spPr/>
      <dgm:t>
        <a:bodyPr/>
        <a:lstStyle/>
        <a:p>
          <a:endParaRPr lang="en-US"/>
        </a:p>
      </dgm:t>
    </dgm:pt>
    <dgm:pt modelId="{38166D5F-F107-4046-A549-502884DA350F}">
      <dgm:prSet phldrT="[Text]" custT="1"/>
      <dgm:spPr/>
      <dgm:t>
        <a:bodyPr/>
        <a:lstStyle/>
        <a:p>
          <a:r>
            <a:rPr lang="en-US" sz="3200" err="1">
              <a:solidFill>
                <a:schemeClr val="tx1"/>
              </a:solidFill>
            </a:rPr>
            <a:t>Pháp</a:t>
          </a:r>
          <a:r>
            <a:rPr lang="en-US" sz="3200">
              <a:solidFill>
                <a:schemeClr val="tx1"/>
              </a:solidFill>
            </a:rPr>
            <a:t> </a:t>
          </a:r>
          <a:r>
            <a:rPr lang="en-US" sz="3200" err="1">
              <a:solidFill>
                <a:schemeClr val="tx1"/>
              </a:solidFill>
            </a:rPr>
            <a:t>luật</a:t>
          </a:r>
          <a:r>
            <a:rPr lang="en-US" sz="3200">
              <a:solidFill>
                <a:schemeClr val="tx1"/>
              </a:solidFill>
            </a:rPr>
            <a:t> </a:t>
          </a:r>
          <a:r>
            <a:rPr lang="en-US" sz="3200" err="1">
              <a:solidFill>
                <a:schemeClr val="tx1"/>
              </a:solidFill>
            </a:rPr>
            <a:t>với</a:t>
          </a:r>
          <a:r>
            <a:rPr lang="en-US" sz="3200">
              <a:solidFill>
                <a:schemeClr val="tx1"/>
              </a:solidFill>
            </a:rPr>
            <a:t> </a:t>
          </a:r>
          <a:r>
            <a:rPr lang="en-US" sz="3200" err="1">
              <a:solidFill>
                <a:schemeClr val="tx1"/>
              </a:solidFill>
            </a:rPr>
            <a:t>Nhà</a:t>
          </a:r>
          <a:r>
            <a:rPr lang="en-US" sz="3200">
              <a:solidFill>
                <a:schemeClr val="tx1"/>
              </a:solidFill>
            </a:rPr>
            <a:t> </a:t>
          </a:r>
          <a:r>
            <a:rPr lang="en-US" sz="3200" err="1">
              <a:solidFill>
                <a:schemeClr val="tx1"/>
              </a:solidFill>
            </a:rPr>
            <a:t>nước</a:t>
          </a:r>
          <a:endParaRPr lang="en-US" sz="3200">
            <a:solidFill>
              <a:schemeClr val="tx1"/>
            </a:solidFill>
          </a:endParaRPr>
        </a:p>
      </dgm:t>
    </dgm:pt>
    <dgm:pt modelId="{26910677-3E9B-4163-AAE2-D409F1DD7328}" type="parTrans" cxnId="{F7AF0236-84BC-4228-8EAF-932D0EFB612B}">
      <dgm:prSet/>
      <dgm:spPr/>
      <dgm:t>
        <a:bodyPr/>
        <a:lstStyle/>
        <a:p>
          <a:endParaRPr lang="en-US"/>
        </a:p>
      </dgm:t>
    </dgm:pt>
    <dgm:pt modelId="{0EEE37D8-15ED-4BC3-A07F-4718233B38E0}" type="sibTrans" cxnId="{F7AF0236-84BC-4228-8EAF-932D0EFB612B}">
      <dgm:prSet/>
      <dgm:spPr/>
      <dgm:t>
        <a:bodyPr/>
        <a:lstStyle/>
        <a:p>
          <a:endParaRPr lang="en-US"/>
        </a:p>
      </dgm:t>
    </dgm:pt>
    <dgm:pt modelId="{B88A4A86-B684-4188-A2CD-9A0DA0E9D247}">
      <dgm:prSet phldrT="[Text]" custT="1"/>
      <dgm:spPr/>
      <dgm:t>
        <a:bodyPr/>
        <a:lstStyle/>
        <a:p>
          <a:pPr algn="just"/>
          <a:r>
            <a:rPr lang="en-US" sz="2200" err="1"/>
            <a:t>Pháp</a:t>
          </a:r>
          <a:r>
            <a:rPr lang="en-US" sz="2200"/>
            <a:t> </a:t>
          </a:r>
          <a:r>
            <a:rPr lang="en-US" sz="2200" err="1"/>
            <a:t>luật</a:t>
          </a:r>
          <a:r>
            <a:rPr lang="en-US" sz="2200"/>
            <a:t> </a:t>
          </a:r>
          <a:r>
            <a:rPr lang="en-US" sz="2200" err="1"/>
            <a:t>và</a:t>
          </a:r>
          <a:r>
            <a:rPr lang="en-US" sz="2200"/>
            <a:t> </a:t>
          </a:r>
          <a:r>
            <a:rPr lang="en-US" sz="2200" err="1"/>
            <a:t>nhà</a:t>
          </a:r>
          <a:r>
            <a:rPr lang="en-US" sz="2200"/>
            <a:t> </a:t>
          </a:r>
          <a:r>
            <a:rPr lang="en-US" sz="2200" err="1"/>
            <a:t>nước</a:t>
          </a:r>
          <a:r>
            <a:rPr lang="en-US" sz="2200"/>
            <a:t> </a:t>
          </a:r>
          <a:r>
            <a:rPr lang="en-US" sz="2200" err="1"/>
            <a:t>là</a:t>
          </a:r>
          <a:r>
            <a:rPr lang="en-US" sz="2200"/>
            <a:t> </a:t>
          </a:r>
          <a:r>
            <a:rPr lang="en-US" sz="2200" err="1"/>
            <a:t>hai</a:t>
          </a:r>
          <a:r>
            <a:rPr lang="en-US" sz="2200"/>
            <a:t> </a:t>
          </a:r>
          <a:r>
            <a:rPr lang="en-US" sz="2200" err="1"/>
            <a:t>hiện</a:t>
          </a:r>
          <a:r>
            <a:rPr lang="en-US" sz="2200"/>
            <a:t> </a:t>
          </a:r>
          <a:r>
            <a:rPr lang="en-US" sz="2200" err="1"/>
            <a:t>tượng</a:t>
          </a:r>
          <a:r>
            <a:rPr lang="en-US" sz="2200"/>
            <a:t> </a:t>
          </a:r>
          <a:r>
            <a:rPr lang="en-US" sz="2200" err="1"/>
            <a:t>không</a:t>
          </a:r>
          <a:r>
            <a:rPr lang="en-US" sz="2200"/>
            <a:t> </a:t>
          </a:r>
          <a:r>
            <a:rPr lang="en-US" sz="2200" err="1"/>
            <a:t>thể</a:t>
          </a:r>
          <a:r>
            <a:rPr lang="en-US" sz="2200"/>
            <a:t> </a:t>
          </a:r>
          <a:r>
            <a:rPr lang="en-US" sz="2200" err="1"/>
            <a:t>tách</a:t>
          </a:r>
          <a:r>
            <a:rPr lang="en-US" sz="2200"/>
            <a:t> </a:t>
          </a:r>
          <a:r>
            <a:rPr lang="en-US" sz="2200" err="1"/>
            <a:t>rời</a:t>
          </a:r>
          <a:endParaRPr lang="en-US" sz="2200"/>
        </a:p>
      </dgm:t>
    </dgm:pt>
    <dgm:pt modelId="{FABD7E9E-E92E-47E5-AF13-6797523D049C}" type="parTrans" cxnId="{2AE3C2D3-5895-4010-A00E-68D63CF0A4DB}">
      <dgm:prSet/>
      <dgm:spPr/>
      <dgm:t>
        <a:bodyPr/>
        <a:lstStyle/>
        <a:p>
          <a:endParaRPr lang="en-US"/>
        </a:p>
      </dgm:t>
    </dgm:pt>
    <dgm:pt modelId="{42E028DF-55F2-41FB-9623-9067AAF2D670}" type="sibTrans" cxnId="{2AE3C2D3-5895-4010-A00E-68D63CF0A4DB}">
      <dgm:prSet/>
      <dgm:spPr/>
      <dgm:t>
        <a:bodyPr/>
        <a:lstStyle/>
        <a:p>
          <a:endParaRPr lang="en-US"/>
        </a:p>
      </dgm:t>
    </dgm:pt>
    <dgm:pt modelId="{D47C9D18-EDE9-4A2A-8F41-D93028B60405}">
      <dgm:prSet phldrT="[Text]" custT="1"/>
      <dgm:spPr/>
      <dgm:t>
        <a:bodyPr/>
        <a:lstStyle/>
        <a:p>
          <a:pPr algn="just"/>
          <a:r>
            <a:rPr lang="en-US" sz="2200" err="1"/>
            <a:t>Nhà</a:t>
          </a:r>
          <a:r>
            <a:rPr lang="en-US" sz="2200"/>
            <a:t> </a:t>
          </a:r>
          <a:r>
            <a:rPr lang="en-US" sz="2200" err="1"/>
            <a:t>nước</a:t>
          </a:r>
          <a:r>
            <a:rPr lang="en-US" sz="2200"/>
            <a:t> </a:t>
          </a:r>
          <a:r>
            <a:rPr lang="en-US" sz="2200" err="1"/>
            <a:t>sử</a:t>
          </a:r>
          <a:r>
            <a:rPr lang="en-US" sz="2200"/>
            <a:t> </a:t>
          </a:r>
          <a:r>
            <a:rPr lang="en-US" sz="2200" err="1"/>
            <a:t>dụng</a:t>
          </a:r>
          <a:r>
            <a:rPr lang="en-US" sz="2200"/>
            <a:t> </a:t>
          </a:r>
          <a:r>
            <a:rPr lang="en-US" sz="2200" err="1"/>
            <a:t>pháp</a:t>
          </a:r>
          <a:r>
            <a:rPr lang="en-US" sz="2200"/>
            <a:t> </a:t>
          </a:r>
          <a:r>
            <a:rPr lang="en-US" sz="2200" err="1"/>
            <a:t>luật</a:t>
          </a:r>
          <a:r>
            <a:rPr lang="en-US" sz="2200"/>
            <a:t> </a:t>
          </a:r>
          <a:r>
            <a:rPr lang="en-US" sz="2200" err="1"/>
            <a:t>để</a:t>
          </a:r>
          <a:r>
            <a:rPr lang="en-US" sz="2200"/>
            <a:t> </a:t>
          </a:r>
          <a:r>
            <a:rPr lang="en-US" sz="2200" err="1"/>
            <a:t>quản</a:t>
          </a:r>
          <a:r>
            <a:rPr lang="en-US" sz="2200"/>
            <a:t> </a:t>
          </a:r>
          <a:r>
            <a:rPr lang="en-US" sz="2200" err="1"/>
            <a:t>lí</a:t>
          </a:r>
          <a:r>
            <a:rPr lang="en-US" sz="2200"/>
            <a:t> </a:t>
          </a:r>
          <a:r>
            <a:rPr lang="en-US" sz="2200" err="1"/>
            <a:t>xã</a:t>
          </a:r>
          <a:r>
            <a:rPr lang="en-US" sz="2200"/>
            <a:t> </a:t>
          </a:r>
          <a:r>
            <a:rPr lang="en-US" sz="2200" err="1"/>
            <a:t>hội</a:t>
          </a:r>
          <a:r>
            <a:rPr lang="en-US" sz="2200"/>
            <a:t>, </a:t>
          </a:r>
          <a:r>
            <a:rPr lang="en-US" sz="2200" err="1"/>
            <a:t>đông</a:t>
          </a:r>
          <a:r>
            <a:rPr lang="en-US" sz="2200"/>
            <a:t> </a:t>
          </a:r>
          <a:r>
            <a:rPr lang="en-US" sz="2200" err="1"/>
            <a:t>thời</a:t>
          </a:r>
          <a:r>
            <a:rPr lang="en-US" sz="2200"/>
            <a:t> </a:t>
          </a:r>
          <a:r>
            <a:rPr lang="en-US" sz="2200" err="1"/>
            <a:t>bị</a:t>
          </a:r>
          <a:r>
            <a:rPr lang="en-US" sz="2200"/>
            <a:t> </a:t>
          </a:r>
          <a:r>
            <a:rPr lang="en-US" sz="2200" err="1"/>
            <a:t>giới</a:t>
          </a:r>
          <a:r>
            <a:rPr lang="en-US" sz="2200"/>
            <a:t> </a:t>
          </a:r>
          <a:r>
            <a:rPr lang="en-US" sz="2200" err="1"/>
            <a:t>hạn</a:t>
          </a:r>
          <a:r>
            <a:rPr lang="en-US" sz="2200"/>
            <a:t> </a:t>
          </a:r>
          <a:r>
            <a:rPr lang="en-US" sz="2200" err="1"/>
            <a:t>bởi</a:t>
          </a:r>
          <a:r>
            <a:rPr lang="en-US" sz="2200"/>
            <a:t> </a:t>
          </a:r>
          <a:r>
            <a:rPr lang="en-US" sz="2200" err="1"/>
            <a:t>pháp</a:t>
          </a:r>
          <a:r>
            <a:rPr lang="en-US" sz="2200"/>
            <a:t> </a:t>
          </a:r>
          <a:r>
            <a:rPr lang="en-US" sz="2200" err="1"/>
            <a:t>luật</a:t>
          </a:r>
          <a:r>
            <a:rPr lang="en-US" sz="2200"/>
            <a:t>.</a:t>
          </a:r>
        </a:p>
      </dgm:t>
    </dgm:pt>
    <dgm:pt modelId="{BC39F7E1-396F-4355-B3FE-A7649C68F9FF}" type="parTrans" cxnId="{5BAC0592-F71C-4CCB-8755-3CEC5AFB684D}">
      <dgm:prSet/>
      <dgm:spPr/>
      <dgm:t>
        <a:bodyPr/>
        <a:lstStyle/>
        <a:p>
          <a:endParaRPr lang="en-US"/>
        </a:p>
      </dgm:t>
    </dgm:pt>
    <dgm:pt modelId="{A165D17C-11CC-42DA-A7CE-66725B955427}" type="sibTrans" cxnId="{5BAC0592-F71C-4CCB-8755-3CEC5AFB684D}">
      <dgm:prSet/>
      <dgm:spPr/>
      <dgm:t>
        <a:bodyPr/>
        <a:lstStyle/>
        <a:p>
          <a:endParaRPr lang="en-US"/>
        </a:p>
      </dgm:t>
    </dgm:pt>
    <dgm:pt modelId="{A58CDAB5-93D6-4C5F-99AD-5C2C7CFA0453}">
      <dgm:prSet phldrT="[Text]" custT="1"/>
      <dgm:spPr/>
      <dgm:t>
        <a:bodyPr/>
        <a:lstStyle/>
        <a:p>
          <a:r>
            <a:rPr lang="en-US" sz="2200" err="1"/>
            <a:t>Sự</a:t>
          </a:r>
          <a:r>
            <a:rPr lang="en-US" sz="2200"/>
            <a:t> </a:t>
          </a:r>
          <a:r>
            <a:rPr lang="en-US" sz="2200" err="1"/>
            <a:t>tác</a:t>
          </a:r>
          <a:r>
            <a:rPr lang="en-US" sz="2200"/>
            <a:t> </a:t>
          </a:r>
          <a:r>
            <a:rPr lang="en-US" sz="2200" err="1"/>
            <a:t>động</a:t>
          </a:r>
          <a:r>
            <a:rPr lang="en-US" sz="2200"/>
            <a:t> </a:t>
          </a:r>
          <a:r>
            <a:rPr lang="en-US" sz="2200" err="1"/>
            <a:t>trở</a:t>
          </a:r>
          <a:r>
            <a:rPr lang="en-US" sz="2200"/>
            <a:t> </a:t>
          </a:r>
          <a:r>
            <a:rPr lang="en-US" sz="2200" err="1"/>
            <a:t>lại</a:t>
          </a:r>
          <a:r>
            <a:rPr lang="en-US" sz="2200"/>
            <a:t> </a:t>
          </a:r>
          <a:r>
            <a:rPr lang="en-US" sz="2200" err="1"/>
            <a:t>của</a:t>
          </a:r>
          <a:r>
            <a:rPr lang="en-US" sz="2200"/>
            <a:t> </a:t>
          </a:r>
          <a:r>
            <a:rPr lang="en-US" sz="2200" err="1"/>
            <a:t>pháp</a:t>
          </a:r>
          <a:r>
            <a:rPr lang="en-US" sz="2200"/>
            <a:t> </a:t>
          </a:r>
          <a:r>
            <a:rPr lang="en-US" sz="2200" err="1"/>
            <a:t>luật</a:t>
          </a:r>
          <a:r>
            <a:rPr lang="en-US" sz="2200"/>
            <a:t> </a:t>
          </a:r>
          <a:r>
            <a:rPr lang="en-US" sz="2200" err="1"/>
            <a:t>đối</a:t>
          </a:r>
          <a:r>
            <a:rPr lang="en-US" sz="2200"/>
            <a:t> </a:t>
          </a:r>
          <a:r>
            <a:rPr lang="en-US" sz="2200" err="1"/>
            <a:t>với</a:t>
          </a:r>
          <a:r>
            <a:rPr lang="en-US" sz="2200"/>
            <a:t> </a:t>
          </a:r>
          <a:r>
            <a:rPr lang="en-US" sz="2200" err="1"/>
            <a:t>kinh</a:t>
          </a:r>
          <a:r>
            <a:rPr lang="en-US" sz="2200"/>
            <a:t> </a:t>
          </a:r>
          <a:r>
            <a:rPr lang="en-US" sz="2200" err="1"/>
            <a:t>tế</a:t>
          </a:r>
          <a:endParaRPr lang="en-US" sz="2200"/>
        </a:p>
      </dgm:t>
    </dgm:pt>
    <dgm:pt modelId="{49FECDCE-A4DF-4581-9116-1EBF0F14FD12}" type="parTrans" cxnId="{67ABD28A-0412-4989-8730-11068DEE4E3C}">
      <dgm:prSet/>
      <dgm:spPr/>
      <dgm:t>
        <a:bodyPr/>
        <a:lstStyle/>
        <a:p>
          <a:endParaRPr lang="en-US"/>
        </a:p>
      </dgm:t>
    </dgm:pt>
    <dgm:pt modelId="{6E0697FB-5F32-4321-A651-EB123F59A32E}" type="sibTrans" cxnId="{67ABD28A-0412-4989-8730-11068DEE4E3C}">
      <dgm:prSet/>
      <dgm:spPr/>
      <dgm:t>
        <a:bodyPr/>
        <a:lstStyle/>
        <a:p>
          <a:endParaRPr lang="en-US"/>
        </a:p>
      </dgm:t>
    </dgm:pt>
    <dgm:pt modelId="{01EBAD97-CB43-49FC-985F-FB21A2326941}" type="pres">
      <dgm:prSet presAssocID="{8C669E89-4ECE-4978-A26C-380729023399}" presName="Name0" presStyleCnt="0">
        <dgm:presLayoutVars>
          <dgm:dir/>
          <dgm:animLvl val="lvl"/>
          <dgm:resizeHandles val="exact"/>
        </dgm:presLayoutVars>
      </dgm:prSet>
      <dgm:spPr/>
    </dgm:pt>
    <dgm:pt modelId="{870C698F-6EAF-46AC-A992-35C961D607CE}" type="pres">
      <dgm:prSet presAssocID="{915C2DF2-5D5B-4F68-8B07-62850C947828}" presName="linNode" presStyleCnt="0"/>
      <dgm:spPr/>
    </dgm:pt>
    <dgm:pt modelId="{5B501A1F-8237-4E49-B4AC-3B90B388E097}" type="pres">
      <dgm:prSet presAssocID="{915C2DF2-5D5B-4F68-8B07-62850C947828}" presName="parentText" presStyleLbl="node1" presStyleIdx="0" presStyleCnt="3">
        <dgm:presLayoutVars>
          <dgm:chMax val="1"/>
          <dgm:bulletEnabled val="1"/>
        </dgm:presLayoutVars>
      </dgm:prSet>
      <dgm:spPr/>
    </dgm:pt>
    <dgm:pt modelId="{B1B5B1E6-D274-4BD0-B9D3-20483792ED33}" type="pres">
      <dgm:prSet presAssocID="{915C2DF2-5D5B-4F68-8B07-62850C947828}" presName="descendantText" presStyleLbl="alignAccFollowNode1" presStyleIdx="0" presStyleCnt="3">
        <dgm:presLayoutVars>
          <dgm:bulletEnabled val="1"/>
        </dgm:presLayoutVars>
      </dgm:prSet>
      <dgm:spPr/>
    </dgm:pt>
    <dgm:pt modelId="{AB838ABF-AB57-4C15-B6FF-F1FC85CC2559}" type="pres">
      <dgm:prSet presAssocID="{6D979A05-8B91-4FE7-A32A-C81B8C3FF0EB}" presName="sp" presStyleCnt="0"/>
      <dgm:spPr/>
    </dgm:pt>
    <dgm:pt modelId="{04CFCEFA-7F20-440A-83FD-8306E182B675}" type="pres">
      <dgm:prSet presAssocID="{66345D45-DB2D-40C4-A468-C55761B53A1E}" presName="linNode" presStyleCnt="0"/>
      <dgm:spPr/>
    </dgm:pt>
    <dgm:pt modelId="{2415B5C2-C9F3-42B3-8697-3C7C9388084D}" type="pres">
      <dgm:prSet presAssocID="{66345D45-DB2D-40C4-A468-C55761B53A1E}" presName="parentText" presStyleLbl="node1" presStyleIdx="1" presStyleCnt="3">
        <dgm:presLayoutVars>
          <dgm:chMax val="1"/>
          <dgm:bulletEnabled val="1"/>
        </dgm:presLayoutVars>
      </dgm:prSet>
      <dgm:spPr/>
    </dgm:pt>
    <dgm:pt modelId="{166A563E-22C1-4045-BD09-CC206774534E}" type="pres">
      <dgm:prSet presAssocID="{66345D45-DB2D-40C4-A468-C55761B53A1E}" presName="descendantText" presStyleLbl="alignAccFollowNode1" presStyleIdx="1" presStyleCnt="3" custScaleY="121493">
        <dgm:presLayoutVars>
          <dgm:bulletEnabled val="1"/>
        </dgm:presLayoutVars>
      </dgm:prSet>
      <dgm:spPr/>
    </dgm:pt>
    <dgm:pt modelId="{9D250E73-53FD-4E49-A228-E581D133BB00}" type="pres">
      <dgm:prSet presAssocID="{9606F037-8623-452C-B467-B926DDB1C768}" presName="sp" presStyleCnt="0"/>
      <dgm:spPr/>
    </dgm:pt>
    <dgm:pt modelId="{C9F9D961-BB82-4C38-973D-30AE2DF2C1FB}" type="pres">
      <dgm:prSet presAssocID="{38166D5F-F107-4046-A549-502884DA350F}" presName="linNode" presStyleCnt="0"/>
      <dgm:spPr/>
    </dgm:pt>
    <dgm:pt modelId="{BBC7C8D8-0281-4DB7-8B99-056E6D38EA30}" type="pres">
      <dgm:prSet presAssocID="{38166D5F-F107-4046-A549-502884DA350F}" presName="parentText" presStyleLbl="node1" presStyleIdx="2" presStyleCnt="3">
        <dgm:presLayoutVars>
          <dgm:chMax val="1"/>
          <dgm:bulletEnabled val="1"/>
        </dgm:presLayoutVars>
      </dgm:prSet>
      <dgm:spPr/>
    </dgm:pt>
    <dgm:pt modelId="{D4EE1BC1-4E78-4AE9-8BCA-B3F595B17EDE}" type="pres">
      <dgm:prSet presAssocID="{38166D5F-F107-4046-A549-502884DA350F}" presName="descendantText" presStyleLbl="alignAccFollowNode1" presStyleIdx="2" presStyleCnt="3">
        <dgm:presLayoutVars>
          <dgm:bulletEnabled val="1"/>
        </dgm:presLayoutVars>
      </dgm:prSet>
      <dgm:spPr/>
    </dgm:pt>
  </dgm:ptLst>
  <dgm:cxnLst>
    <dgm:cxn modelId="{4626BA1C-553D-4466-AE2F-6AB60B253DA8}" type="presOf" srcId="{A58CDAB5-93D6-4C5F-99AD-5C2C7CFA0453}" destId="{B1B5B1E6-D274-4BD0-B9D3-20483792ED33}" srcOrd="0" destOrd="1" presId="urn:microsoft.com/office/officeart/2005/8/layout/vList5"/>
    <dgm:cxn modelId="{6CCD3828-96E7-40B9-9987-ED5105631665}" type="presOf" srcId="{66345D45-DB2D-40C4-A468-C55761B53A1E}" destId="{2415B5C2-C9F3-42B3-8697-3C7C9388084D}" srcOrd="0" destOrd="0" presId="urn:microsoft.com/office/officeart/2005/8/layout/vList5"/>
    <dgm:cxn modelId="{0459622F-C1A8-4F52-8F52-A7AADD00CA17}" type="presOf" srcId="{21C9FBF6-E6C2-41FB-9DEB-2B4F69470103}" destId="{B1B5B1E6-D274-4BD0-B9D3-20483792ED33}" srcOrd="0" destOrd="0" presId="urn:microsoft.com/office/officeart/2005/8/layout/vList5"/>
    <dgm:cxn modelId="{AD6DBA31-C6A3-4A3C-A1CB-C3F560C073C4}" srcId="{8C669E89-4ECE-4978-A26C-380729023399}" destId="{66345D45-DB2D-40C4-A468-C55761B53A1E}" srcOrd="1" destOrd="0" parTransId="{418C861B-BEBF-438A-9881-E341CB18D2B5}" sibTransId="{9606F037-8623-452C-B467-B926DDB1C768}"/>
    <dgm:cxn modelId="{F7AF0236-84BC-4228-8EAF-932D0EFB612B}" srcId="{8C669E89-4ECE-4978-A26C-380729023399}" destId="{38166D5F-F107-4046-A549-502884DA350F}" srcOrd="2" destOrd="0" parTransId="{26910677-3E9B-4163-AAE2-D409F1DD7328}" sibTransId="{0EEE37D8-15ED-4BC3-A07F-4718233B38E0}"/>
    <dgm:cxn modelId="{8D2F515E-943F-40F0-862E-394E07F9BE08}" type="presOf" srcId="{4C154ABA-ACF9-4171-8DFE-C2F7045681DC}" destId="{166A563E-22C1-4045-BD09-CC206774534E}" srcOrd="0" destOrd="0" presId="urn:microsoft.com/office/officeart/2005/8/layout/vList5"/>
    <dgm:cxn modelId="{8CB74949-B8AB-4845-A4DA-3B37C5912A09}" type="presOf" srcId="{B88A4A86-B684-4188-A2CD-9A0DA0E9D247}" destId="{D4EE1BC1-4E78-4AE9-8BCA-B3F595B17EDE}" srcOrd="0" destOrd="0" presId="urn:microsoft.com/office/officeart/2005/8/layout/vList5"/>
    <dgm:cxn modelId="{581CD679-0693-4649-A327-86F453AD9334}" type="presOf" srcId="{B609FD88-FD6E-483F-A7FE-C0F6B09158E4}" destId="{166A563E-22C1-4045-BD09-CC206774534E}" srcOrd="0" destOrd="1" presId="urn:microsoft.com/office/officeart/2005/8/layout/vList5"/>
    <dgm:cxn modelId="{F71F777B-D2E6-4F62-AC99-FCD2033CFF56}" type="presOf" srcId="{915C2DF2-5D5B-4F68-8B07-62850C947828}" destId="{5B501A1F-8237-4E49-B4AC-3B90B388E097}" srcOrd="0" destOrd="0" presId="urn:microsoft.com/office/officeart/2005/8/layout/vList5"/>
    <dgm:cxn modelId="{67ABD28A-0412-4989-8730-11068DEE4E3C}" srcId="{915C2DF2-5D5B-4F68-8B07-62850C947828}" destId="{A58CDAB5-93D6-4C5F-99AD-5C2C7CFA0453}" srcOrd="1" destOrd="0" parTransId="{49FECDCE-A4DF-4581-9116-1EBF0F14FD12}" sibTransId="{6E0697FB-5F32-4321-A651-EB123F59A32E}"/>
    <dgm:cxn modelId="{5BAC0592-F71C-4CCB-8755-3CEC5AFB684D}" srcId="{38166D5F-F107-4046-A549-502884DA350F}" destId="{D47C9D18-EDE9-4A2A-8F41-D93028B60405}" srcOrd="1" destOrd="0" parTransId="{BC39F7E1-396F-4355-B3FE-A7649C68F9FF}" sibTransId="{A165D17C-11CC-42DA-A7CE-66725B955427}"/>
    <dgm:cxn modelId="{84445496-B387-4193-AC7F-CDFD7CC789DF}" type="presOf" srcId="{D47C9D18-EDE9-4A2A-8F41-D93028B60405}" destId="{D4EE1BC1-4E78-4AE9-8BCA-B3F595B17EDE}" srcOrd="0" destOrd="1" presId="urn:microsoft.com/office/officeart/2005/8/layout/vList5"/>
    <dgm:cxn modelId="{0A4674A5-77A4-4A97-960F-B87BF1621C47}" type="presOf" srcId="{38166D5F-F107-4046-A549-502884DA350F}" destId="{BBC7C8D8-0281-4DB7-8B99-056E6D38EA30}" srcOrd="0" destOrd="0" presId="urn:microsoft.com/office/officeart/2005/8/layout/vList5"/>
    <dgm:cxn modelId="{D335E7D1-B67E-4FE0-B38A-961754491097}" srcId="{66345D45-DB2D-40C4-A468-C55761B53A1E}" destId="{4C154ABA-ACF9-4171-8DFE-C2F7045681DC}" srcOrd="0" destOrd="0" parTransId="{921D807F-29A5-49A9-A121-D8B61271F960}" sibTransId="{14F5FAA0-645C-4F4A-91AD-56125AD5A35E}"/>
    <dgm:cxn modelId="{2AE3C2D3-5895-4010-A00E-68D63CF0A4DB}" srcId="{38166D5F-F107-4046-A549-502884DA350F}" destId="{B88A4A86-B684-4188-A2CD-9A0DA0E9D247}" srcOrd="0" destOrd="0" parTransId="{FABD7E9E-E92E-47E5-AF13-6797523D049C}" sibTransId="{42E028DF-55F2-41FB-9623-9067AAF2D670}"/>
    <dgm:cxn modelId="{1705A1DC-0C41-40CD-AAA1-30A53225579E}" srcId="{8C669E89-4ECE-4978-A26C-380729023399}" destId="{915C2DF2-5D5B-4F68-8B07-62850C947828}" srcOrd="0" destOrd="0" parTransId="{2365B049-98E0-402D-9615-73C172BA8C2B}" sibTransId="{6D979A05-8B91-4FE7-A32A-C81B8C3FF0EB}"/>
    <dgm:cxn modelId="{AE74FADE-B581-4DFE-AF60-709D4A5C2C32}" type="presOf" srcId="{8C669E89-4ECE-4978-A26C-380729023399}" destId="{01EBAD97-CB43-49FC-985F-FB21A2326941}" srcOrd="0" destOrd="0" presId="urn:microsoft.com/office/officeart/2005/8/layout/vList5"/>
    <dgm:cxn modelId="{78D17FE8-8341-4012-AB57-9CDA0212745B}" srcId="{915C2DF2-5D5B-4F68-8B07-62850C947828}" destId="{21C9FBF6-E6C2-41FB-9DEB-2B4F69470103}" srcOrd="0" destOrd="0" parTransId="{9BCD9DC5-3F09-4680-A058-6AA000B442BA}" sibTransId="{F17798E4-D099-49CD-A8D5-60EF3E313FEF}"/>
    <dgm:cxn modelId="{EBEB94FB-CBC9-4733-B561-92818CB0D42D}" srcId="{66345D45-DB2D-40C4-A468-C55761B53A1E}" destId="{B609FD88-FD6E-483F-A7FE-C0F6B09158E4}" srcOrd="1" destOrd="0" parTransId="{BA6A1FC9-BCA1-4782-9A9D-7A053A9D2C14}" sibTransId="{D78CEF17-1D32-42CB-BDF1-AB262FAC8D5C}"/>
    <dgm:cxn modelId="{464A1A52-64FB-40C5-A225-D3C4D2A40C92}" type="presParOf" srcId="{01EBAD97-CB43-49FC-985F-FB21A2326941}" destId="{870C698F-6EAF-46AC-A992-35C961D607CE}" srcOrd="0" destOrd="0" presId="urn:microsoft.com/office/officeart/2005/8/layout/vList5"/>
    <dgm:cxn modelId="{A6388BCA-69AB-479F-B444-D4F6DFE217C1}" type="presParOf" srcId="{870C698F-6EAF-46AC-A992-35C961D607CE}" destId="{5B501A1F-8237-4E49-B4AC-3B90B388E097}" srcOrd="0" destOrd="0" presId="urn:microsoft.com/office/officeart/2005/8/layout/vList5"/>
    <dgm:cxn modelId="{D11DDCEE-10DD-4A55-9B39-F60B055FC76D}" type="presParOf" srcId="{870C698F-6EAF-46AC-A992-35C961D607CE}" destId="{B1B5B1E6-D274-4BD0-B9D3-20483792ED33}" srcOrd="1" destOrd="0" presId="urn:microsoft.com/office/officeart/2005/8/layout/vList5"/>
    <dgm:cxn modelId="{AFC54309-428D-4A54-972E-2E127E16E8BB}" type="presParOf" srcId="{01EBAD97-CB43-49FC-985F-FB21A2326941}" destId="{AB838ABF-AB57-4C15-B6FF-F1FC85CC2559}" srcOrd="1" destOrd="0" presId="urn:microsoft.com/office/officeart/2005/8/layout/vList5"/>
    <dgm:cxn modelId="{25042554-01C4-4894-A46E-BDD72BC2C7DE}" type="presParOf" srcId="{01EBAD97-CB43-49FC-985F-FB21A2326941}" destId="{04CFCEFA-7F20-440A-83FD-8306E182B675}" srcOrd="2" destOrd="0" presId="urn:microsoft.com/office/officeart/2005/8/layout/vList5"/>
    <dgm:cxn modelId="{C6DEB9B3-6F50-48D3-A6F0-991AC335038B}" type="presParOf" srcId="{04CFCEFA-7F20-440A-83FD-8306E182B675}" destId="{2415B5C2-C9F3-42B3-8697-3C7C9388084D}" srcOrd="0" destOrd="0" presId="urn:microsoft.com/office/officeart/2005/8/layout/vList5"/>
    <dgm:cxn modelId="{3C8632C4-C296-4CCD-97D4-8CEC8ED18FA1}" type="presParOf" srcId="{04CFCEFA-7F20-440A-83FD-8306E182B675}" destId="{166A563E-22C1-4045-BD09-CC206774534E}" srcOrd="1" destOrd="0" presId="urn:microsoft.com/office/officeart/2005/8/layout/vList5"/>
    <dgm:cxn modelId="{36708BE9-6AA2-4E80-BD59-B35C30B52C88}" type="presParOf" srcId="{01EBAD97-CB43-49FC-985F-FB21A2326941}" destId="{9D250E73-53FD-4E49-A228-E581D133BB00}" srcOrd="3" destOrd="0" presId="urn:microsoft.com/office/officeart/2005/8/layout/vList5"/>
    <dgm:cxn modelId="{630DB4D3-F3DC-4C6B-AD31-53EEF878214D}" type="presParOf" srcId="{01EBAD97-CB43-49FC-985F-FB21A2326941}" destId="{C9F9D961-BB82-4C38-973D-30AE2DF2C1FB}" srcOrd="4" destOrd="0" presId="urn:microsoft.com/office/officeart/2005/8/layout/vList5"/>
    <dgm:cxn modelId="{19BBF608-0F5C-4474-9FB4-F2529C493E87}" type="presParOf" srcId="{C9F9D961-BB82-4C38-973D-30AE2DF2C1FB}" destId="{BBC7C8D8-0281-4DB7-8B99-056E6D38EA30}" srcOrd="0" destOrd="0" presId="urn:microsoft.com/office/officeart/2005/8/layout/vList5"/>
    <dgm:cxn modelId="{8A1AE1AE-AF47-4862-A34E-2EA874ABE97D}" type="presParOf" srcId="{C9F9D961-BB82-4C38-973D-30AE2DF2C1FB}" destId="{D4EE1BC1-4E78-4AE9-8BCA-B3F595B17ED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E1C4D-AC00-4175-85B5-8418CA8057C1}">
      <dsp:nvSpPr>
        <dsp:cNvPr id="0" name=""/>
        <dsp:cNvSpPr/>
      </dsp:nvSpPr>
      <dsp:spPr>
        <a:xfrm rot="16200000">
          <a:off x="-1443405" y="2378704"/>
          <a:ext cx="3566160" cy="579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11001" bIns="0" numCol="1" spcCol="1270" anchor="t" anchorCtr="0">
          <a:noAutofit/>
        </a:bodyPr>
        <a:lstStyle/>
        <a:p>
          <a:pPr marL="0" lvl="0" indent="0" algn="r" defTabSz="889000">
            <a:lnSpc>
              <a:spcPct val="90000"/>
            </a:lnSpc>
            <a:spcBef>
              <a:spcPct val="0"/>
            </a:spcBef>
            <a:spcAft>
              <a:spcPct val="35000"/>
            </a:spcAft>
            <a:buNone/>
          </a:pPr>
          <a:r>
            <a:rPr lang="en-US" sz="2000" kern="1200">
              <a:latin typeface="Arial" pitchFamily="34" charset="0"/>
              <a:cs typeface="Arial" pitchFamily="34" charset="0"/>
            </a:rPr>
            <a:t>Bản chất giai cấp của Nhà nước</a:t>
          </a:r>
        </a:p>
        <a:p>
          <a:pPr marL="0" lvl="0" indent="0" algn="r" defTabSz="889000">
            <a:lnSpc>
              <a:spcPct val="90000"/>
            </a:lnSpc>
            <a:spcBef>
              <a:spcPct val="0"/>
            </a:spcBef>
            <a:spcAft>
              <a:spcPct val="35000"/>
            </a:spcAft>
            <a:buNone/>
          </a:pPr>
          <a:endParaRPr lang="en-US" sz="2000" kern="1200">
            <a:latin typeface=".VnArial" pitchFamily="34" charset="0"/>
          </a:endParaRPr>
        </a:p>
      </dsp:txBody>
      <dsp:txXfrm>
        <a:off x="-1443405" y="2378704"/>
        <a:ext cx="3566160" cy="579402"/>
      </dsp:txXfrm>
    </dsp:sp>
    <dsp:sp modelId="{D44487DD-9944-4A02-90F4-44C89B6BA0A1}">
      <dsp:nvSpPr>
        <dsp:cNvPr id="0" name=""/>
        <dsp:cNvSpPr/>
      </dsp:nvSpPr>
      <dsp:spPr>
        <a:xfrm>
          <a:off x="629376" y="885325"/>
          <a:ext cx="2886040" cy="3566160"/>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511001" rIns="128016" bIns="128016" numCol="1" spcCol="1270" anchor="t" anchorCtr="0">
          <a:noAutofit/>
        </a:bodyPr>
        <a:lstStyle/>
        <a:p>
          <a:pPr marL="171450" lvl="1" indent="-171450" algn="just" defTabSz="800100">
            <a:lnSpc>
              <a:spcPct val="90000"/>
            </a:lnSpc>
            <a:spcBef>
              <a:spcPct val="0"/>
            </a:spcBef>
            <a:spcAft>
              <a:spcPct val="15000"/>
            </a:spcAft>
            <a:buChar char="•"/>
          </a:pPr>
          <a:r>
            <a:rPr lang="vi-VN" sz="1800" kern="1200">
              <a:latin typeface="Arial" pitchFamily="34" charset="0"/>
              <a:cs typeface="Arial" pitchFamily="34" charset="0"/>
            </a:rPr>
            <a:t>Nhà nước là sản phẩm của xã hội có giai cấp,</a:t>
          </a:r>
          <a:endParaRPr lang="en-US" sz="1800" kern="1200">
            <a:latin typeface="Arial" pitchFamily="34" charset="0"/>
            <a:cs typeface="Arial" pitchFamily="34" charset="0"/>
          </a:endParaRPr>
        </a:p>
        <a:p>
          <a:pPr marL="171450" lvl="1" indent="-171450" algn="l" defTabSz="800100">
            <a:lnSpc>
              <a:spcPct val="90000"/>
            </a:lnSpc>
            <a:spcBef>
              <a:spcPct val="0"/>
            </a:spcBef>
            <a:spcAft>
              <a:spcPct val="15000"/>
            </a:spcAft>
            <a:buChar char="•"/>
          </a:pPr>
          <a:r>
            <a:rPr lang="vi-VN" sz="1800" kern="1200">
              <a:latin typeface="Arial" pitchFamily="34" charset="0"/>
              <a:cs typeface="Arial" pitchFamily="34" charset="0"/>
            </a:rPr>
            <a:t>Quyền lực nhà nước mang tính giai cấp</a:t>
          </a:r>
          <a:endParaRPr lang="en-US" sz="1800" kern="1200">
            <a:latin typeface="Arial" pitchFamily="34" charset="0"/>
            <a:cs typeface="Arial" pitchFamily="34" charset="0"/>
          </a:endParaRPr>
        </a:p>
        <a:p>
          <a:pPr marL="171450" lvl="1" indent="-171450" algn="l" defTabSz="800100">
            <a:lnSpc>
              <a:spcPct val="90000"/>
            </a:lnSpc>
            <a:spcBef>
              <a:spcPct val="0"/>
            </a:spcBef>
            <a:spcAft>
              <a:spcPct val="15000"/>
            </a:spcAft>
            <a:buChar char="•"/>
          </a:pPr>
          <a:r>
            <a:rPr lang="vi-VN" sz="1800" kern="1200">
              <a:latin typeface="Arial" pitchFamily="34" charset="0"/>
              <a:cs typeface="Arial" pitchFamily="34" charset="0"/>
            </a:rPr>
            <a:t>+ quyền lực đó thuộc về giai cấp thống trị</a:t>
          </a:r>
          <a:endParaRPr lang="en-US" sz="1800" kern="1200">
            <a:latin typeface="Arial" pitchFamily="34" charset="0"/>
            <a:cs typeface="Arial" pitchFamily="34" charset="0"/>
          </a:endParaRPr>
        </a:p>
        <a:p>
          <a:pPr marL="171450" lvl="1" indent="-171450" algn="l" defTabSz="800100">
            <a:lnSpc>
              <a:spcPct val="90000"/>
            </a:lnSpc>
            <a:spcBef>
              <a:spcPct val="0"/>
            </a:spcBef>
            <a:spcAft>
              <a:spcPct val="15000"/>
            </a:spcAft>
            <a:buChar char="•"/>
          </a:pPr>
          <a:r>
            <a:rPr lang="vi-VN" sz="1800" kern="1200">
              <a:latin typeface="Arial" pitchFamily="34" charset="0"/>
              <a:cs typeface="Arial" pitchFamily="34" charset="0"/>
            </a:rPr>
            <a:t>+ bảo vệ, duy trì địa vị của giai cấp thống trị</a:t>
          </a:r>
          <a:endParaRPr lang="en-US" sz="1800" kern="1200">
            <a:latin typeface="Arial" pitchFamily="34" charset="0"/>
            <a:cs typeface="Arial" pitchFamily="34" charset="0"/>
          </a:endParaRPr>
        </a:p>
        <a:p>
          <a:pPr marL="171450" lvl="1" indent="-171450" algn="l" defTabSz="800100">
            <a:lnSpc>
              <a:spcPct val="90000"/>
            </a:lnSpc>
            <a:spcBef>
              <a:spcPct val="0"/>
            </a:spcBef>
            <a:spcAft>
              <a:spcPct val="15000"/>
            </a:spcAft>
            <a:buChar char="•"/>
          </a:pPr>
          <a:r>
            <a:rPr lang="vi-VN" sz="1800" kern="1200">
              <a:latin typeface="Arial" pitchFamily="34" charset="0"/>
              <a:cs typeface="Arial" pitchFamily="34" charset="0"/>
            </a:rPr>
            <a:t>+ công cụ đàn áp sự phản kháng của các giai cấp khác</a:t>
          </a:r>
          <a:endParaRPr lang="en-US" sz="1800" kern="1200">
            <a:latin typeface="Arial" pitchFamily="34" charset="0"/>
            <a:cs typeface="Arial" pitchFamily="34" charset="0"/>
          </a:endParaRPr>
        </a:p>
        <a:p>
          <a:pPr marL="171450" lvl="1" indent="-171450" algn="l" defTabSz="800100">
            <a:lnSpc>
              <a:spcPct val="90000"/>
            </a:lnSpc>
            <a:spcBef>
              <a:spcPct val="0"/>
            </a:spcBef>
            <a:spcAft>
              <a:spcPct val="15000"/>
            </a:spcAft>
            <a:buChar char="•"/>
          </a:pPr>
          <a:endParaRPr lang="en-US" sz="1800" kern="1200">
            <a:latin typeface="Arial" pitchFamily="34" charset="0"/>
            <a:cs typeface="Arial" pitchFamily="34" charset="0"/>
          </a:endParaRPr>
        </a:p>
      </dsp:txBody>
      <dsp:txXfrm>
        <a:off x="629376" y="885325"/>
        <a:ext cx="2886040" cy="3566160"/>
      </dsp:txXfrm>
    </dsp:sp>
    <dsp:sp modelId="{C8830DEB-9827-498F-9E29-B28BD15B6629}">
      <dsp:nvSpPr>
        <dsp:cNvPr id="0" name=""/>
        <dsp:cNvSpPr/>
      </dsp:nvSpPr>
      <dsp:spPr>
        <a:xfrm>
          <a:off x="76197" y="76201"/>
          <a:ext cx="1158805" cy="1158805"/>
        </a:xfrm>
        <a:prstGeom prst="rect">
          <a:avLst/>
        </a:prstGeom>
        <a:solidFill>
          <a:schemeClr val="accent1">
            <a:tint val="50000"/>
            <a:hueOff val="0"/>
            <a:satOff val="0"/>
            <a:lumOff val="0"/>
            <a:alphaOff val="0"/>
          </a:schemeClr>
        </a:solid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 modelId="{BE377D63-18BE-4E47-ACAB-918E26B10CC3}">
      <dsp:nvSpPr>
        <dsp:cNvPr id="0" name=""/>
        <dsp:cNvSpPr/>
      </dsp:nvSpPr>
      <dsp:spPr>
        <a:xfrm rot="16200000">
          <a:off x="2763604" y="2378704"/>
          <a:ext cx="3566160" cy="5794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11001" bIns="0" numCol="1" spcCol="1270" anchor="t" anchorCtr="0">
          <a:noAutofit/>
        </a:bodyPr>
        <a:lstStyle/>
        <a:p>
          <a:pPr marL="0" lvl="0" indent="0" algn="r" defTabSz="889000">
            <a:lnSpc>
              <a:spcPct val="90000"/>
            </a:lnSpc>
            <a:spcBef>
              <a:spcPct val="0"/>
            </a:spcBef>
            <a:spcAft>
              <a:spcPct val="35000"/>
            </a:spcAft>
            <a:buNone/>
          </a:pPr>
          <a:r>
            <a:rPr lang="en-US" sz="2000" kern="1200">
              <a:latin typeface="Arial" pitchFamily="34" charset="0"/>
              <a:cs typeface="Arial" pitchFamily="34" charset="0"/>
            </a:rPr>
            <a:t>Bản chất xã hội của Nhà nước</a:t>
          </a:r>
        </a:p>
      </dsp:txBody>
      <dsp:txXfrm>
        <a:off x="2763604" y="2378704"/>
        <a:ext cx="3566160" cy="579402"/>
      </dsp:txXfrm>
    </dsp:sp>
    <dsp:sp modelId="{FD9DDB0D-7040-495E-8D63-EE9000EF12B6}">
      <dsp:nvSpPr>
        <dsp:cNvPr id="0" name=""/>
        <dsp:cNvSpPr/>
      </dsp:nvSpPr>
      <dsp:spPr>
        <a:xfrm>
          <a:off x="4836385" y="885325"/>
          <a:ext cx="2886040" cy="3566160"/>
        </a:xfrm>
        <a:prstGeom prst="rect">
          <a:avLst/>
        </a:prstGeom>
        <a:gradFill rotWithShape="0">
          <a:gsLst>
            <a:gs pos="0">
              <a:schemeClr val="accent1">
                <a:hueOff val="0"/>
                <a:satOff val="0"/>
                <a:lumOff val="0"/>
                <a:alphaOff val="0"/>
                <a:shade val="15000"/>
                <a:satMod val="180000"/>
              </a:schemeClr>
            </a:gs>
            <a:gs pos="50000">
              <a:schemeClr val="accent1">
                <a:hueOff val="0"/>
                <a:satOff val="0"/>
                <a:lumOff val="0"/>
                <a:alphaOff val="0"/>
                <a:shade val="45000"/>
                <a:satMod val="170000"/>
              </a:schemeClr>
            </a:gs>
            <a:gs pos="70000">
              <a:schemeClr val="accent1">
                <a:hueOff val="0"/>
                <a:satOff val="0"/>
                <a:lumOff val="0"/>
                <a:alphaOff val="0"/>
                <a:tint val="99000"/>
                <a:shade val="65000"/>
                <a:satMod val="155000"/>
              </a:schemeClr>
            </a:gs>
            <a:gs pos="100000">
              <a:schemeClr val="accent1">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8016" tIns="511001" rIns="128016" bIns="128016" numCol="1" spcCol="1270" anchor="t" anchorCtr="0">
          <a:noAutofit/>
        </a:bodyPr>
        <a:lstStyle/>
        <a:p>
          <a:pPr marL="171450" lvl="1" indent="-171450" algn="just" defTabSz="800100">
            <a:lnSpc>
              <a:spcPct val="90000"/>
            </a:lnSpc>
            <a:spcBef>
              <a:spcPct val="0"/>
            </a:spcBef>
            <a:spcAft>
              <a:spcPct val="15000"/>
            </a:spcAft>
            <a:buChar char="•"/>
          </a:pPr>
          <a:endParaRPr lang="en-US" sz="1800" kern="1200">
            <a:latin typeface=".VnArial" pitchFamily="34" charset="0"/>
          </a:endParaRPr>
        </a:p>
        <a:p>
          <a:pPr marL="171450" lvl="1" indent="-171450" algn="just" defTabSz="800100">
            <a:lnSpc>
              <a:spcPct val="90000"/>
            </a:lnSpc>
            <a:spcBef>
              <a:spcPct val="0"/>
            </a:spcBef>
            <a:spcAft>
              <a:spcPct val="15000"/>
            </a:spcAft>
            <a:buChar char="•"/>
          </a:pPr>
          <a:endParaRPr lang="en-US" sz="1800" kern="1200">
            <a:latin typeface=".VnArial" pitchFamily="34" charset="0"/>
          </a:endParaRPr>
        </a:p>
        <a:p>
          <a:pPr marL="171450" lvl="1" indent="-171450" algn="just" defTabSz="800100">
            <a:lnSpc>
              <a:spcPct val="90000"/>
            </a:lnSpc>
            <a:spcBef>
              <a:spcPct val="0"/>
            </a:spcBef>
            <a:spcAft>
              <a:spcPct val="15000"/>
            </a:spcAft>
            <a:buChar char="•"/>
          </a:pPr>
          <a:r>
            <a:rPr lang="en-US" sz="1800" kern="1200">
              <a:latin typeface="Arial" pitchFamily="34" charset="0"/>
              <a:cs typeface="Arial" pitchFamily="34" charset="0"/>
            </a:rPr>
            <a:t>Bảo vệ trât tự xã hội</a:t>
          </a:r>
        </a:p>
        <a:p>
          <a:pPr marL="171450" lvl="1" indent="-171450" algn="l" defTabSz="800100">
            <a:lnSpc>
              <a:spcPct val="90000"/>
            </a:lnSpc>
            <a:spcBef>
              <a:spcPct val="0"/>
            </a:spcBef>
            <a:spcAft>
              <a:spcPct val="15000"/>
            </a:spcAft>
            <a:buChar char="•"/>
          </a:pPr>
          <a:r>
            <a:rPr lang="en-US" sz="1800" kern="1200">
              <a:latin typeface="Arial" pitchFamily="34" charset="0"/>
              <a:cs typeface="Arial" pitchFamily="34" charset="0"/>
            </a:rPr>
            <a:t>Xây dựng những công trình công cộng; thực hiện những công việc chung của xã hội</a:t>
          </a:r>
        </a:p>
        <a:p>
          <a:pPr marL="171450" lvl="1" indent="-171450" algn="l" defTabSz="800100">
            <a:lnSpc>
              <a:spcPct val="90000"/>
            </a:lnSpc>
            <a:spcBef>
              <a:spcPct val="0"/>
            </a:spcBef>
            <a:spcAft>
              <a:spcPct val="15000"/>
            </a:spcAft>
            <a:buChar char="•"/>
          </a:pPr>
          <a:endParaRPr lang="en-US" sz="1800" kern="1200">
            <a:latin typeface="Arial" pitchFamily="34" charset="0"/>
            <a:cs typeface="Arial" pitchFamily="34" charset="0"/>
          </a:endParaRPr>
        </a:p>
      </dsp:txBody>
      <dsp:txXfrm>
        <a:off x="4836385" y="885325"/>
        <a:ext cx="2886040" cy="3566160"/>
      </dsp:txXfrm>
    </dsp:sp>
    <dsp:sp modelId="{3F614B3C-51F1-4858-9C9E-7A83542CC915}">
      <dsp:nvSpPr>
        <dsp:cNvPr id="0" name=""/>
        <dsp:cNvSpPr/>
      </dsp:nvSpPr>
      <dsp:spPr>
        <a:xfrm>
          <a:off x="4256982" y="120514"/>
          <a:ext cx="1158805" cy="1158805"/>
        </a:xfrm>
        <a:prstGeom prst="rect">
          <a:avLst/>
        </a:prstGeom>
        <a:solidFill>
          <a:schemeClr val="accent1">
            <a:tint val="50000"/>
            <a:hueOff val="0"/>
            <a:satOff val="0"/>
            <a:lumOff val="0"/>
            <a:alphaOff val="0"/>
          </a:schemeClr>
        </a:solid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2C3F9-782F-4781-A15C-567EDDC7A224}">
      <dsp:nvSpPr>
        <dsp:cNvPr id="0" name=""/>
        <dsp:cNvSpPr/>
      </dsp:nvSpPr>
      <dsp:spPr>
        <a:xfrm>
          <a:off x="1" y="0"/>
          <a:ext cx="3845569" cy="1074326"/>
        </a:xfrm>
        <a:prstGeom prst="rect">
          <a:avLst/>
        </a:prstGeom>
        <a:solidFill>
          <a:schemeClr val="lt1"/>
        </a:solidFill>
        <a:ln w="55000" cap="flat" cmpd="thickThin" algn="ctr">
          <a:solidFill>
            <a:schemeClr val="accent2"/>
          </a:solidFill>
          <a:prstDash val="solid"/>
        </a:ln>
        <a:effectLst/>
        <a:scene3d>
          <a:camera prst="orthographicFront"/>
          <a:lightRig rig="threePt" dir="t">
            <a:rot lat="0" lon="0" rev="7500000"/>
          </a:lightRig>
        </a:scene3d>
      </dsp:spPr>
      <dsp:style>
        <a:lnRef idx="2">
          <a:schemeClr val="accent2"/>
        </a:lnRef>
        <a:fillRef idx="1">
          <a:schemeClr val="lt1"/>
        </a:fillRef>
        <a:effectRef idx="0">
          <a:schemeClr val="accent2"/>
        </a:effectRef>
        <a:fontRef idx="minor">
          <a:schemeClr val="dk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a:latin typeface="Arial" pitchFamily="34" charset="0"/>
              <a:cs typeface="Arial" pitchFamily="34" charset="0"/>
            </a:rPr>
            <a:t>Chức năng đối nội</a:t>
          </a:r>
        </a:p>
      </dsp:txBody>
      <dsp:txXfrm>
        <a:off x="1" y="0"/>
        <a:ext cx="3845569" cy="1074326"/>
      </dsp:txXfrm>
    </dsp:sp>
    <dsp:sp modelId="{793766B1-69E6-4CEC-90A7-6EA663A6A664}">
      <dsp:nvSpPr>
        <dsp:cNvPr id="0" name=""/>
        <dsp:cNvSpPr/>
      </dsp:nvSpPr>
      <dsp:spPr>
        <a:xfrm>
          <a:off x="1" y="1142993"/>
          <a:ext cx="3845569" cy="3399702"/>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Đảm bảo trật tự xã hội</a:t>
          </a:r>
        </a:p>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Trấn áp các phần tử chống đối chế độ</a:t>
          </a:r>
        </a:p>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Bảo vệ chế độ kinh tế</a:t>
          </a:r>
        </a:p>
      </dsp:txBody>
      <dsp:txXfrm>
        <a:off x="1" y="1142993"/>
        <a:ext cx="3845569" cy="3399702"/>
      </dsp:txXfrm>
    </dsp:sp>
    <dsp:sp modelId="{715FBC5A-865D-444A-B19D-436EC5E097FD}">
      <dsp:nvSpPr>
        <dsp:cNvPr id="0" name=""/>
        <dsp:cNvSpPr/>
      </dsp:nvSpPr>
      <dsp:spPr>
        <a:xfrm>
          <a:off x="4383989" y="1"/>
          <a:ext cx="3845569" cy="1074326"/>
        </a:xfrm>
        <a:prstGeom prst="rect">
          <a:avLst/>
        </a:prstGeom>
        <a:gradFill rotWithShape="0">
          <a:gsLst>
            <a:gs pos="0">
              <a:schemeClr val="accent3">
                <a:hueOff val="11624607"/>
                <a:satOff val="-37145"/>
                <a:lumOff val="-9412"/>
                <a:alphaOff val="0"/>
                <a:shade val="15000"/>
                <a:satMod val="180000"/>
              </a:schemeClr>
            </a:gs>
            <a:gs pos="50000">
              <a:schemeClr val="accent3">
                <a:hueOff val="11624607"/>
                <a:satOff val="-37145"/>
                <a:lumOff val="-9412"/>
                <a:alphaOff val="0"/>
                <a:shade val="45000"/>
                <a:satMod val="170000"/>
              </a:schemeClr>
            </a:gs>
            <a:gs pos="70000">
              <a:schemeClr val="accent3">
                <a:hueOff val="11624607"/>
                <a:satOff val="-37145"/>
                <a:lumOff val="-9412"/>
                <a:alphaOff val="0"/>
                <a:tint val="99000"/>
                <a:shade val="65000"/>
                <a:satMod val="155000"/>
              </a:schemeClr>
            </a:gs>
            <a:gs pos="100000">
              <a:schemeClr val="accent3">
                <a:hueOff val="11624607"/>
                <a:satOff val="-37145"/>
                <a:lumOff val="-9412"/>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a:latin typeface="Arial" pitchFamily="34" charset="0"/>
              <a:cs typeface="Arial" pitchFamily="34" charset="0"/>
            </a:rPr>
            <a:t>Chức năng đối ngoại</a:t>
          </a:r>
        </a:p>
      </dsp:txBody>
      <dsp:txXfrm>
        <a:off x="4383989" y="1"/>
        <a:ext cx="3845569" cy="1074326"/>
      </dsp:txXfrm>
    </dsp:sp>
    <dsp:sp modelId="{ED5BB811-CF12-4459-B567-FD40D984A6E2}">
      <dsp:nvSpPr>
        <dsp:cNvPr id="0" name=""/>
        <dsp:cNvSpPr/>
      </dsp:nvSpPr>
      <dsp:spPr>
        <a:xfrm>
          <a:off x="4383989" y="1066806"/>
          <a:ext cx="3845569" cy="3430301"/>
        </a:xfrm>
        <a:prstGeom prst="rect">
          <a:avLst/>
        </a:prstGeom>
        <a:solidFill>
          <a:schemeClr val="accent3">
            <a:tint val="40000"/>
            <a:alpha val="90000"/>
            <a:hueOff val="12771134"/>
            <a:satOff val="-53098"/>
            <a:lumOff val="-4485"/>
            <a:alphaOff val="0"/>
          </a:schemeClr>
        </a:solidFill>
        <a:ln w="9525" cap="flat" cmpd="sng" algn="ctr">
          <a:solidFill>
            <a:schemeClr val="accent3">
              <a:tint val="40000"/>
              <a:alpha val="90000"/>
              <a:hueOff val="12771134"/>
              <a:satOff val="-53098"/>
              <a:lumOff val="-4485"/>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Phòng thủ đất nước</a:t>
          </a:r>
        </a:p>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Chống sự xâm lược từ bên ngoài</a:t>
          </a:r>
        </a:p>
        <a:p>
          <a:pPr marL="285750" lvl="1" indent="-285750" algn="l" defTabSz="1333500">
            <a:lnSpc>
              <a:spcPct val="90000"/>
            </a:lnSpc>
            <a:spcBef>
              <a:spcPct val="0"/>
            </a:spcBef>
            <a:spcAft>
              <a:spcPct val="15000"/>
            </a:spcAft>
            <a:buChar char="•"/>
          </a:pPr>
          <a:r>
            <a:rPr lang="en-US" sz="3000" kern="1200">
              <a:latin typeface="Arial" pitchFamily="34" charset="0"/>
              <a:cs typeface="Arial" pitchFamily="34" charset="0"/>
            </a:rPr>
            <a:t>Thiết lập quan hệ với các quốc gia khác</a:t>
          </a:r>
        </a:p>
      </dsp:txBody>
      <dsp:txXfrm>
        <a:off x="4383989" y="1066806"/>
        <a:ext cx="3845569" cy="34303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5F1DDC-4AF7-4B39-AEEE-6815983EB00E}">
      <dsp:nvSpPr>
        <dsp:cNvPr id="0" name=""/>
        <dsp:cNvSpPr/>
      </dsp:nvSpPr>
      <dsp:spPr>
        <a:xfrm rot="10800000">
          <a:off x="1547281" y="458987"/>
          <a:ext cx="5708511" cy="3654025"/>
        </a:xfrm>
        <a:prstGeom prst="homePlate">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7062" tIns="91440" rIns="170688" bIns="91440" numCol="1" spcCol="1270" anchor="ctr" anchorCtr="0">
          <a:noAutofit/>
        </a:bodyPr>
        <a:lstStyle/>
        <a:p>
          <a:pPr marL="0" lvl="0" indent="0" algn="just" defTabSz="1066800">
            <a:lnSpc>
              <a:spcPct val="90000"/>
            </a:lnSpc>
            <a:spcBef>
              <a:spcPct val="0"/>
            </a:spcBef>
            <a:spcAft>
              <a:spcPct val="35000"/>
            </a:spcAft>
            <a:buNone/>
          </a:pPr>
          <a:r>
            <a:rPr lang="vi-VN" sz="2400" kern="1200">
              <a:latin typeface="Arial" pitchFamily="34" charset="0"/>
              <a:cs typeface="Arial" pitchFamily="34" charset="0"/>
            </a:rPr>
            <a:t>Nhà nước là một tổ chức đặc biệt của quyền lực chính trị, một bộ máy chuyên làm nhiệm vụ cưỡng chế, thực hiện các chức năng quản lý đặc biệt nhằm duy trì trật tự xã hội, thực hiện mục đích bảo vệ địa vị của giai cấp thống trị trong xã hội</a:t>
          </a:r>
        </a:p>
      </dsp:txBody>
      <dsp:txXfrm rot="10800000">
        <a:off x="2460787" y="458987"/>
        <a:ext cx="4795005" cy="3654025"/>
      </dsp:txXfrm>
    </dsp:sp>
    <dsp:sp modelId="{20791498-58A8-404E-9C5E-740818F0AEFC}">
      <dsp:nvSpPr>
        <dsp:cNvPr id="0" name=""/>
        <dsp:cNvSpPr/>
      </dsp:nvSpPr>
      <dsp:spPr>
        <a:xfrm>
          <a:off x="323051" y="915733"/>
          <a:ext cx="2601211" cy="2601211"/>
        </a:xfrm>
        <a:prstGeom prst="ellipse">
          <a:avLst/>
        </a:prstGeom>
        <a:blipFill rotWithShape="0">
          <a:blip xmlns:r="http://schemas.openxmlformats.org/officeDocument/2006/relationships" r:embed="rId1"/>
          <a:stretch>
            <a:fillRect/>
          </a:stretch>
        </a:blipFill>
        <a:ln>
          <a:noFill/>
        </a:ln>
        <a:effectLst/>
        <a:scene3d>
          <a:camera prst="orthographicFront"/>
          <a:lightRig rig="threePt" dir="t">
            <a:rot lat="0" lon="0" rev="7500000"/>
          </a:lightRig>
        </a:scene3d>
        <a:sp3d z="152400" extrusionH="63500" prstMaterial="matte">
          <a:bevelT w="50800" h="19050" prst="relaxedInset"/>
          <a:contourClr>
            <a:schemeClr val="bg1"/>
          </a:contourClr>
        </a:sp3d>
      </dsp:spPr>
      <dsp:style>
        <a:lnRef idx="0">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852089-8EDC-4776-A524-9025A64CFD68}">
      <dsp:nvSpPr>
        <dsp:cNvPr id="0" name=""/>
        <dsp:cNvSpPr/>
      </dsp:nvSpPr>
      <dsp:spPr>
        <a:xfrm>
          <a:off x="0" y="707231"/>
          <a:ext cx="2428875" cy="1457324"/>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dk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vi-VN" sz="2300" kern="1200">
              <a:latin typeface="Arial" pitchFamily="34" charset="0"/>
              <a:cs typeface="Arial" pitchFamily="34" charset="0"/>
            </a:rPr>
            <a:t>Nhà nước phân chia dân cư theo các đơn vị hành chính lãnh thổ</a:t>
          </a:r>
          <a:endParaRPr lang="en-US" sz="2300" kern="1200">
            <a:latin typeface="Arial" pitchFamily="34" charset="0"/>
            <a:cs typeface="Arial" pitchFamily="34" charset="0"/>
          </a:endParaRPr>
        </a:p>
      </dsp:txBody>
      <dsp:txXfrm>
        <a:off x="0" y="707231"/>
        <a:ext cx="2428875" cy="1457324"/>
      </dsp:txXfrm>
    </dsp:sp>
    <dsp:sp modelId="{86C381E0-9360-4C1F-9EAE-CD9F475AFF81}">
      <dsp:nvSpPr>
        <dsp:cNvPr id="0" name=""/>
        <dsp:cNvSpPr/>
      </dsp:nvSpPr>
      <dsp:spPr>
        <a:xfrm>
          <a:off x="2671762" y="707231"/>
          <a:ext cx="2428875" cy="1457324"/>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dk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vi-VN" sz="2400" kern="1200">
              <a:latin typeface="Arial" pitchFamily="34" charset="0"/>
              <a:cs typeface="Arial" pitchFamily="34" charset="0"/>
            </a:rPr>
            <a:t>Nhà nước thiết lập quyền lực công đặc biệt </a:t>
          </a:r>
          <a:endParaRPr lang="en-US" sz="2400" kern="1200">
            <a:latin typeface="Arial" pitchFamily="34" charset="0"/>
            <a:cs typeface="Arial" pitchFamily="34" charset="0"/>
          </a:endParaRPr>
        </a:p>
      </dsp:txBody>
      <dsp:txXfrm>
        <a:off x="2671762" y="707231"/>
        <a:ext cx="2428875" cy="1457324"/>
      </dsp:txXfrm>
    </dsp:sp>
    <dsp:sp modelId="{664AFA1B-5558-4828-9682-B62928E3B88A}">
      <dsp:nvSpPr>
        <dsp:cNvPr id="0" name=""/>
        <dsp:cNvSpPr/>
      </dsp:nvSpPr>
      <dsp:spPr>
        <a:xfrm>
          <a:off x="5343525" y="707231"/>
          <a:ext cx="2428875" cy="1457324"/>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dk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vi-VN" sz="2300" kern="1200">
              <a:latin typeface="Arial" pitchFamily="34" charset="0"/>
              <a:cs typeface="Arial" pitchFamily="34" charset="0"/>
            </a:rPr>
            <a:t>Nhà nước ban hành pháp luật buộc mọi thành viên trong xã hội thực hiện</a:t>
          </a:r>
          <a:endParaRPr lang="en-US" sz="2300" kern="1200">
            <a:latin typeface="Arial" pitchFamily="34" charset="0"/>
            <a:cs typeface="Arial" pitchFamily="34" charset="0"/>
          </a:endParaRPr>
        </a:p>
      </dsp:txBody>
      <dsp:txXfrm>
        <a:off x="5343525" y="707231"/>
        <a:ext cx="2428875" cy="1457324"/>
      </dsp:txXfrm>
    </dsp:sp>
    <dsp:sp modelId="{462D93C8-4228-4F76-AF00-1033AC8F5C63}">
      <dsp:nvSpPr>
        <dsp:cNvPr id="0" name=""/>
        <dsp:cNvSpPr/>
      </dsp:nvSpPr>
      <dsp:spPr>
        <a:xfrm>
          <a:off x="1335881" y="2407443"/>
          <a:ext cx="2428875" cy="1457324"/>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dk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vi-VN" sz="2400" kern="1200">
              <a:latin typeface="Arial" pitchFamily="34" charset="0"/>
              <a:cs typeface="Arial" pitchFamily="34" charset="0"/>
            </a:rPr>
            <a:t>Nhà nước quy định và tiến hành thu các loại thuế</a:t>
          </a:r>
          <a:endParaRPr lang="en-US" sz="2400" kern="1200">
            <a:latin typeface="Arial" pitchFamily="34" charset="0"/>
            <a:cs typeface="Arial" pitchFamily="34" charset="0"/>
          </a:endParaRPr>
        </a:p>
      </dsp:txBody>
      <dsp:txXfrm>
        <a:off x="1335881" y="2407443"/>
        <a:ext cx="2428875" cy="1457324"/>
      </dsp:txXfrm>
    </dsp:sp>
    <dsp:sp modelId="{4ECE37E9-FD9C-4902-B95A-FD0248636893}">
      <dsp:nvSpPr>
        <dsp:cNvPr id="0" name=""/>
        <dsp:cNvSpPr/>
      </dsp:nvSpPr>
      <dsp:spPr>
        <a:xfrm>
          <a:off x="4007643" y="2407443"/>
          <a:ext cx="2428875" cy="1457324"/>
        </a:xfrm>
        <a:prstGeom prst="rect">
          <a:avLst/>
        </a:prstGeom>
        <a:gradFill rotWithShape="0">
          <a:gsLst>
            <a:gs pos="0">
              <a:schemeClr val="dk2">
                <a:hueOff val="0"/>
                <a:satOff val="0"/>
                <a:lumOff val="0"/>
                <a:alphaOff val="0"/>
                <a:shade val="15000"/>
                <a:satMod val="180000"/>
              </a:schemeClr>
            </a:gs>
            <a:gs pos="50000">
              <a:schemeClr val="dk2">
                <a:hueOff val="0"/>
                <a:satOff val="0"/>
                <a:lumOff val="0"/>
                <a:alphaOff val="0"/>
                <a:shade val="45000"/>
                <a:satMod val="170000"/>
              </a:schemeClr>
            </a:gs>
            <a:gs pos="70000">
              <a:schemeClr val="dk2">
                <a:hueOff val="0"/>
                <a:satOff val="0"/>
                <a:lumOff val="0"/>
                <a:alphaOff val="0"/>
                <a:tint val="99000"/>
                <a:shade val="65000"/>
                <a:satMod val="155000"/>
              </a:schemeClr>
            </a:gs>
            <a:gs pos="100000">
              <a:schemeClr val="dk2">
                <a:hueOff val="0"/>
                <a:satOff val="0"/>
                <a:lumOff val="0"/>
                <a:alphaOff val="0"/>
                <a:tint val="95500"/>
                <a:shade val="100000"/>
                <a:satMod val="155000"/>
              </a:schemeClr>
            </a:gs>
          </a:gsLst>
          <a:lin ang="16200000" scaled="0"/>
        </a:gradFill>
        <a:ln>
          <a:noFill/>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dk2">
              <a:hueOff val="0"/>
              <a:satOff val="0"/>
              <a:lumOff val="0"/>
              <a:alphaOff val="0"/>
              <a:satMod val="30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vi-VN" sz="2400" kern="1200">
              <a:latin typeface="Arial" pitchFamily="34" charset="0"/>
              <a:cs typeface="Arial" pitchFamily="34" charset="0"/>
            </a:rPr>
            <a:t>Nhà nước có chủ quyền quốc gia</a:t>
          </a:r>
          <a:endParaRPr lang="en-US" sz="2400" kern="1200">
            <a:latin typeface="Arial" pitchFamily="34" charset="0"/>
            <a:cs typeface="Arial" pitchFamily="34" charset="0"/>
          </a:endParaRPr>
        </a:p>
      </dsp:txBody>
      <dsp:txXfrm>
        <a:off x="4007643" y="2407443"/>
        <a:ext cx="2428875" cy="14573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81C0B-2C8C-401C-B37D-11B814F5B7F0}">
      <dsp:nvSpPr>
        <dsp:cNvPr id="0" name=""/>
        <dsp:cNvSpPr/>
      </dsp:nvSpPr>
      <dsp:spPr>
        <a:xfrm>
          <a:off x="4266833" y="78358"/>
          <a:ext cx="2531134" cy="1304550"/>
        </a:xfrm>
        <a:prstGeom prst="roundRect">
          <a:avLst>
            <a:gd name="adj" fmla="val 10000"/>
          </a:avLst>
        </a:prstGeom>
        <a:gradFill rotWithShape="1">
          <a:gsLst>
            <a:gs pos="0">
              <a:schemeClr val="accent2">
                <a:tint val="62000"/>
                <a:satMod val="180000"/>
              </a:schemeClr>
            </a:gs>
            <a:gs pos="65000">
              <a:schemeClr val="accent2">
                <a:tint val="32000"/>
                <a:satMod val="250000"/>
              </a:schemeClr>
            </a:gs>
            <a:gs pos="100000">
              <a:schemeClr val="accent2">
                <a:tint val="23000"/>
                <a:satMod val="300000"/>
              </a:schemeClr>
            </a:gs>
          </a:gsLst>
          <a:lin ang="16200000" scaled="0"/>
        </a:gradFill>
        <a:ln w="9525" cap="flat" cmpd="sng" algn="ctr">
          <a:solidFill>
            <a:schemeClr val="accent2"/>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err="1">
              <a:solidFill>
                <a:schemeClr val="tx1"/>
              </a:solidFill>
              <a:latin typeface="Arial" pitchFamily="34" charset="0"/>
              <a:cs typeface="Arial" pitchFamily="34" charset="0"/>
            </a:rPr>
            <a:t>Hình</a:t>
          </a:r>
          <a:r>
            <a:rPr lang="en-US" sz="2800" kern="1200">
              <a:solidFill>
                <a:schemeClr val="tx1"/>
              </a:solidFill>
              <a:latin typeface="Arial" pitchFamily="34" charset="0"/>
              <a:cs typeface="Arial" pitchFamily="34" charset="0"/>
            </a:rPr>
            <a:t> </a:t>
          </a:r>
          <a:r>
            <a:rPr lang="en-US" sz="2800" kern="1200" err="1">
              <a:solidFill>
                <a:schemeClr val="tx1"/>
              </a:solidFill>
              <a:latin typeface="Arial" pitchFamily="34" charset="0"/>
              <a:cs typeface="Arial" pitchFamily="34" charset="0"/>
            </a:rPr>
            <a:t>thức</a:t>
          </a:r>
          <a:r>
            <a:rPr lang="en-US" sz="2800" kern="1200">
              <a:solidFill>
                <a:schemeClr val="tx1"/>
              </a:solidFill>
              <a:latin typeface="Arial" pitchFamily="34" charset="0"/>
              <a:cs typeface="Arial" pitchFamily="34" charset="0"/>
            </a:rPr>
            <a:t> </a:t>
          </a:r>
          <a:r>
            <a:rPr lang="en-US" sz="2800" kern="1200" err="1">
              <a:solidFill>
                <a:schemeClr val="tx1"/>
              </a:solidFill>
              <a:latin typeface="Arial" pitchFamily="34" charset="0"/>
              <a:cs typeface="Arial" pitchFamily="34" charset="0"/>
            </a:rPr>
            <a:t>chính</a:t>
          </a:r>
          <a:r>
            <a:rPr lang="en-US" sz="2800" kern="1200">
              <a:solidFill>
                <a:schemeClr val="tx1"/>
              </a:solidFill>
              <a:latin typeface="Arial" pitchFamily="34" charset="0"/>
              <a:cs typeface="Arial" pitchFamily="34" charset="0"/>
            </a:rPr>
            <a:t> </a:t>
          </a:r>
          <a:r>
            <a:rPr lang="en-US" sz="2800" kern="1200" err="1">
              <a:solidFill>
                <a:schemeClr val="tx1"/>
              </a:solidFill>
              <a:latin typeface="Arial" pitchFamily="34" charset="0"/>
              <a:cs typeface="Arial" pitchFamily="34" charset="0"/>
            </a:rPr>
            <a:t>thể</a:t>
          </a:r>
          <a:endParaRPr lang="en-US" sz="2800" kern="1200">
            <a:solidFill>
              <a:schemeClr val="tx1"/>
            </a:solidFill>
            <a:latin typeface="Arial" pitchFamily="34" charset="0"/>
            <a:cs typeface="Arial" pitchFamily="34" charset="0"/>
          </a:endParaRPr>
        </a:p>
      </dsp:txBody>
      <dsp:txXfrm>
        <a:off x="4305042" y="116567"/>
        <a:ext cx="2454716" cy="1228132"/>
      </dsp:txXfrm>
    </dsp:sp>
    <dsp:sp modelId="{462AF698-F150-49A9-B517-E533B7FE7858}">
      <dsp:nvSpPr>
        <dsp:cNvPr id="0" name=""/>
        <dsp:cNvSpPr/>
      </dsp:nvSpPr>
      <dsp:spPr>
        <a:xfrm rot="5391692">
          <a:off x="2041545" y="1238741"/>
          <a:ext cx="220566" cy="489259"/>
        </a:xfrm>
        <a:prstGeom prst="rightArrow">
          <a:avLst>
            <a:gd name="adj1" fmla="val 60000"/>
            <a:gd name="adj2" fmla="val 50000"/>
          </a:avLst>
        </a:prstGeom>
        <a:solidFill>
          <a:schemeClr val="accent2">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5400000">
        <a:off x="2004971" y="1373087"/>
        <a:ext cx="293555" cy="154396"/>
      </dsp:txXfrm>
    </dsp:sp>
    <dsp:sp modelId="{C17ACC47-FF1F-4781-BED9-FD2F550B9852}">
      <dsp:nvSpPr>
        <dsp:cNvPr id="0" name=""/>
        <dsp:cNvSpPr/>
      </dsp:nvSpPr>
      <dsp:spPr>
        <a:xfrm>
          <a:off x="4266824" y="1676997"/>
          <a:ext cx="2538355" cy="1087242"/>
        </a:xfrm>
        <a:prstGeom prst="roundRect">
          <a:avLst>
            <a:gd name="adj" fmla="val 10000"/>
          </a:avLst>
        </a:prstGeom>
        <a:gradFill rotWithShape="0">
          <a:gsLst>
            <a:gs pos="0">
              <a:schemeClr val="accent2">
                <a:hueOff val="-10081593"/>
                <a:satOff val="4384"/>
                <a:lumOff val="1275"/>
                <a:alphaOff val="0"/>
                <a:shade val="15000"/>
                <a:satMod val="180000"/>
              </a:schemeClr>
            </a:gs>
            <a:gs pos="50000">
              <a:schemeClr val="accent2">
                <a:hueOff val="-10081593"/>
                <a:satOff val="4384"/>
                <a:lumOff val="1275"/>
                <a:alphaOff val="0"/>
                <a:shade val="45000"/>
                <a:satMod val="170000"/>
              </a:schemeClr>
            </a:gs>
            <a:gs pos="70000">
              <a:schemeClr val="accent2">
                <a:hueOff val="-10081593"/>
                <a:satOff val="4384"/>
                <a:lumOff val="1275"/>
                <a:alphaOff val="0"/>
                <a:tint val="99000"/>
                <a:shade val="65000"/>
                <a:satMod val="155000"/>
              </a:schemeClr>
            </a:gs>
            <a:gs pos="100000">
              <a:schemeClr val="accent2">
                <a:hueOff val="-10081593"/>
                <a:satOff val="4384"/>
                <a:lumOff val="1275"/>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vi-VN" sz="2800" kern="1200">
              <a:solidFill>
                <a:schemeClr val="tx1"/>
              </a:solidFill>
              <a:latin typeface="Arial" pitchFamily="34" charset="0"/>
              <a:cs typeface="Arial" pitchFamily="34" charset="0"/>
            </a:rPr>
            <a:t>Cấu trúc </a:t>
          </a:r>
        </a:p>
        <a:p>
          <a:pPr marL="0" lvl="0" indent="0" algn="ctr" defTabSz="1244600">
            <a:lnSpc>
              <a:spcPct val="90000"/>
            </a:lnSpc>
            <a:spcBef>
              <a:spcPct val="0"/>
            </a:spcBef>
            <a:spcAft>
              <a:spcPct val="35000"/>
            </a:spcAft>
            <a:buNone/>
          </a:pPr>
          <a:r>
            <a:rPr lang="vi-VN" sz="2800" kern="1200">
              <a:solidFill>
                <a:schemeClr val="tx1"/>
              </a:solidFill>
              <a:latin typeface="Arial" pitchFamily="34" charset="0"/>
              <a:cs typeface="Arial" pitchFamily="34" charset="0"/>
            </a:rPr>
            <a:t>nhà nước</a:t>
          </a:r>
          <a:endParaRPr lang="en-US" sz="2800" kern="1200">
            <a:solidFill>
              <a:schemeClr val="tx1"/>
            </a:solidFill>
            <a:latin typeface="Arial" pitchFamily="34" charset="0"/>
            <a:cs typeface="Arial" pitchFamily="34" charset="0"/>
          </a:endParaRPr>
        </a:p>
      </dsp:txBody>
      <dsp:txXfrm>
        <a:off x="4298668" y="1708841"/>
        <a:ext cx="2474667" cy="1023554"/>
      </dsp:txXfrm>
    </dsp:sp>
    <dsp:sp modelId="{54113414-D162-4F55-BF6C-EE3BB7F18E08}">
      <dsp:nvSpPr>
        <dsp:cNvPr id="0" name=""/>
        <dsp:cNvSpPr/>
      </dsp:nvSpPr>
      <dsp:spPr>
        <a:xfrm rot="5391693">
          <a:off x="1932803" y="2590025"/>
          <a:ext cx="326451" cy="489259"/>
        </a:xfrm>
        <a:prstGeom prst="rightArrow">
          <a:avLst>
            <a:gd name="adj1" fmla="val 60000"/>
            <a:gd name="adj2" fmla="val 50000"/>
          </a:avLst>
        </a:prstGeom>
        <a:solidFill>
          <a:schemeClr val="accent2">
            <a:hueOff val="-20163186"/>
            <a:satOff val="8769"/>
            <a:lumOff val="255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1949133" y="2671429"/>
        <a:ext cx="293555" cy="228516"/>
      </dsp:txXfrm>
    </dsp:sp>
    <dsp:sp modelId="{916C9BD6-326E-4660-8C94-4BFA923EFBD4}">
      <dsp:nvSpPr>
        <dsp:cNvPr id="0" name=""/>
        <dsp:cNvSpPr/>
      </dsp:nvSpPr>
      <dsp:spPr>
        <a:xfrm>
          <a:off x="4266824" y="3199506"/>
          <a:ext cx="2545713" cy="1087242"/>
        </a:xfrm>
        <a:prstGeom prst="roundRect">
          <a:avLst>
            <a:gd name="adj" fmla="val 10000"/>
          </a:avLst>
        </a:prstGeom>
        <a:gradFill rotWithShape="1">
          <a:gsLst>
            <a:gs pos="0">
              <a:schemeClr val="accent5">
                <a:tint val="62000"/>
                <a:satMod val="180000"/>
              </a:schemeClr>
            </a:gs>
            <a:gs pos="65000">
              <a:schemeClr val="accent5">
                <a:tint val="32000"/>
                <a:satMod val="250000"/>
              </a:schemeClr>
            </a:gs>
            <a:gs pos="100000">
              <a:schemeClr val="accent5">
                <a:tint val="23000"/>
                <a:satMod val="300000"/>
              </a:schemeClr>
            </a:gs>
          </a:gsLst>
          <a:lin ang="16200000" scaled="0"/>
        </a:gradFill>
        <a:ln w="9525" cap="flat" cmpd="sng" algn="ctr">
          <a:solidFill>
            <a:schemeClr val="accent5"/>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dsp:spPr>
      <dsp:style>
        <a:lnRef idx="1">
          <a:schemeClr val="accent5"/>
        </a:lnRef>
        <a:fillRef idx="2">
          <a:schemeClr val="accent5"/>
        </a:fillRef>
        <a:effectRef idx="1">
          <a:schemeClr val="accent5"/>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vi-VN" sz="2800" kern="1200">
              <a:solidFill>
                <a:schemeClr val="tx1"/>
              </a:solidFill>
              <a:latin typeface="Arial" pitchFamily="34" charset="0"/>
              <a:cs typeface="Arial" pitchFamily="34" charset="0"/>
            </a:rPr>
            <a:t>Chế độ chính trị</a:t>
          </a:r>
          <a:endParaRPr lang="en-US" sz="2800" kern="1200">
            <a:solidFill>
              <a:schemeClr val="tx1"/>
            </a:solidFill>
            <a:latin typeface="Arial" pitchFamily="34" charset="0"/>
            <a:cs typeface="Arial" pitchFamily="34" charset="0"/>
          </a:endParaRPr>
        </a:p>
      </dsp:txBody>
      <dsp:txXfrm>
        <a:off x="4298668" y="3231350"/>
        <a:ext cx="2482025" cy="10235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F34106-B9A8-41C0-87E8-FB672C7F9A4C}">
      <dsp:nvSpPr>
        <dsp:cNvPr id="0" name=""/>
        <dsp:cNvSpPr/>
      </dsp:nvSpPr>
      <dsp:spPr>
        <a:xfrm>
          <a:off x="0" y="228577"/>
          <a:ext cx="6705615" cy="3962415"/>
        </a:xfrm>
        <a:prstGeom prst="ellipse">
          <a:avLst/>
        </a:prstGeom>
        <a:solidFill>
          <a:schemeClr val="accent1">
            <a:alpha val="50000"/>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1">
          <a:scrgbClr r="0" g="0" b="0"/>
        </a:fillRef>
        <a:effectRef idx="1">
          <a:scrgbClr r="0" g="0" b="0"/>
        </a:effectRef>
        <a:fontRef idx="minor">
          <a:schemeClr val="tx1"/>
        </a:fontRef>
      </dsp:style>
      <dsp:txBody>
        <a:bodyPr spcFirstLastPara="0" vert="horz" wrap="square" lIns="0" tIns="0" rIns="0" bIns="0" numCol="1" spcCol="1270" anchor="ctr" anchorCtr="0">
          <a:noAutofit/>
        </a:bodyPr>
        <a:lstStyle/>
        <a:p>
          <a:pPr marL="0" lvl="0" indent="0" algn="just" defTabSz="1244600">
            <a:lnSpc>
              <a:spcPct val="90000"/>
            </a:lnSpc>
            <a:spcBef>
              <a:spcPct val="0"/>
            </a:spcBef>
            <a:spcAft>
              <a:spcPct val="35000"/>
            </a:spcAft>
            <a:buNone/>
          </a:pPr>
          <a:r>
            <a:rPr lang="vi-VN" sz="2800" kern="1200">
              <a:latin typeface="Arial" pitchFamily="34" charset="0"/>
              <a:cs typeface="Arial" pitchFamily="34" charset="0"/>
            </a:rPr>
            <a:t>Là tổng thể các đặc trưng của nhà nước, thể hiện bản chất giai cấp, vai trò, giá trị xã hội và những điều kiện phát sinh, tồn tại và phát triển của nhà nước trong một hình thái kinh tế xã hội nhất định</a:t>
          </a:r>
          <a:r>
            <a:rPr lang="en-US" sz="2800" kern="1200">
              <a:latin typeface=".VnArial" pitchFamily="34" charset="0"/>
            </a:rPr>
            <a:t>.</a:t>
          </a:r>
        </a:p>
      </dsp:txBody>
      <dsp:txXfrm>
        <a:off x="982015" y="808859"/>
        <a:ext cx="4741585" cy="280185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9DAC5-4D1B-475F-B776-B7452E790B39}">
      <dsp:nvSpPr>
        <dsp:cNvPr id="0" name=""/>
        <dsp:cNvSpPr/>
      </dsp:nvSpPr>
      <dsp:spPr>
        <a:xfrm rot="5400000">
          <a:off x="4695872" y="-1748236"/>
          <a:ext cx="1178718" cy="4974336"/>
        </a:xfrm>
        <a:prstGeom prst="round2SameRect">
          <a:avLst/>
        </a:prstGeom>
        <a:solidFill>
          <a:schemeClr val="accent6">
            <a:alpha val="90000"/>
            <a:tint val="40000"/>
            <a:hueOff val="0"/>
            <a:satOff val="0"/>
            <a:lumOff val="0"/>
            <a:alphaOff val="0"/>
          </a:schemeClr>
        </a:solidFill>
        <a:ln w="9525" cap="flat" cmpd="sng" algn="ctr">
          <a:solidFill>
            <a:schemeClr val="accent6">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a:latin typeface=".VnArial" pitchFamily="34" charset="0"/>
            </a:rPr>
            <a:t>C¬ quan lËp ph¸p</a:t>
          </a:r>
        </a:p>
        <a:p>
          <a:pPr marL="228600" lvl="1" indent="-228600" algn="l" defTabSz="1066800">
            <a:lnSpc>
              <a:spcPct val="90000"/>
            </a:lnSpc>
            <a:spcBef>
              <a:spcPct val="0"/>
            </a:spcBef>
            <a:spcAft>
              <a:spcPct val="15000"/>
            </a:spcAft>
            <a:buChar char="•"/>
          </a:pPr>
          <a:r>
            <a:rPr lang="en-US" sz="2400" kern="1200">
              <a:latin typeface=".VnArial" pitchFamily="34" charset="0"/>
            </a:rPr>
            <a:t>C¬ quan hµnh ph¸p</a:t>
          </a:r>
        </a:p>
        <a:p>
          <a:pPr marL="228600" lvl="1" indent="-228600" algn="l" defTabSz="1066800">
            <a:lnSpc>
              <a:spcPct val="90000"/>
            </a:lnSpc>
            <a:spcBef>
              <a:spcPct val="0"/>
            </a:spcBef>
            <a:spcAft>
              <a:spcPct val="15000"/>
            </a:spcAft>
            <a:buChar char="•"/>
          </a:pPr>
          <a:r>
            <a:rPr lang="en-US" sz="2400" kern="1200">
              <a:latin typeface=".VnArial" pitchFamily="34" charset="0"/>
            </a:rPr>
            <a:t>C¬ </a:t>
          </a:r>
          <a:r>
            <a:rPr lang="en-US" sz="2400" kern="1200" err="1">
              <a:latin typeface=".VnArial" pitchFamily="34" charset="0"/>
            </a:rPr>
            <a:t>quan</a:t>
          </a:r>
          <a:r>
            <a:rPr lang="en-US" sz="2400" kern="1200">
              <a:latin typeface=".VnArial" pitchFamily="34" charset="0"/>
            </a:rPr>
            <a:t> t­ </a:t>
          </a:r>
          <a:r>
            <a:rPr lang="en-US" sz="2400" kern="1200" err="1">
              <a:latin typeface=".VnArial" pitchFamily="34" charset="0"/>
            </a:rPr>
            <a:t>ph¸p</a:t>
          </a:r>
          <a:endParaRPr lang="en-US" sz="2400" kern="1200">
            <a:latin typeface=".VnArial" pitchFamily="34" charset="0"/>
          </a:endParaRPr>
        </a:p>
      </dsp:txBody>
      <dsp:txXfrm rot="-5400000">
        <a:off x="2798063" y="207113"/>
        <a:ext cx="4916796" cy="1063638"/>
      </dsp:txXfrm>
    </dsp:sp>
    <dsp:sp modelId="{C8438704-7997-4746-809D-1A110F4C6232}">
      <dsp:nvSpPr>
        <dsp:cNvPr id="0" name=""/>
        <dsp:cNvSpPr/>
      </dsp:nvSpPr>
      <dsp:spPr>
        <a:xfrm>
          <a:off x="0" y="7"/>
          <a:ext cx="2798064" cy="1473398"/>
        </a:xfrm>
        <a:prstGeom prst="roundRect">
          <a:avLst/>
        </a:prstGeom>
        <a:gradFill rotWithShape="0">
          <a:gsLst>
            <a:gs pos="0">
              <a:schemeClr val="accent6">
                <a:hueOff val="0"/>
                <a:satOff val="0"/>
                <a:lumOff val="0"/>
                <a:alphaOff val="0"/>
                <a:shade val="15000"/>
                <a:satMod val="180000"/>
              </a:schemeClr>
            </a:gs>
            <a:gs pos="50000">
              <a:schemeClr val="accent6">
                <a:hueOff val="0"/>
                <a:satOff val="0"/>
                <a:lumOff val="0"/>
                <a:alphaOff val="0"/>
                <a:shade val="45000"/>
                <a:satMod val="170000"/>
              </a:schemeClr>
            </a:gs>
            <a:gs pos="70000">
              <a:schemeClr val="accent6">
                <a:hueOff val="0"/>
                <a:satOff val="0"/>
                <a:lumOff val="0"/>
                <a:alphaOff val="0"/>
                <a:tint val="99000"/>
                <a:shade val="65000"/>
                <a:satMod val="155000"/>
              </a:schemeClr>
            </a:gs>
            <a:gs pos="100000">
              <a:schemeClr val="accent6">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just" defTabSz="1066800">
            <a:lnSpc>
              <a:spcPct val="90000"/>
            </a:lnSpc>
            <a:spcBef>
              <a:spcPct val="0"/>
            </a:spcBef>
            <a:spcAft>
              <a:spcPct val="35000"/>
            </a:spcAft>
            <a:buNone/>
          </a:pPr>
          <a:r>
            <a:rPr lang="en-US" sz="2400" kern="1200">
              <a:latin typeface=".VnArial" pitchFamily="34" charset="0"/>
            </a:rPr>
            <a:t>Theo cơ chế thực hiện quyền lực N</a:t>
          </a:r>
          <a:r>
            <a:rPr lang="en-US" sz="2400" kern="1200">
              <a:latin typeface="+mj-lt"/>
            </a:rPr>
            <a:t>hà nước</a:t>
          </a:r>
          <a:endParaRPr lang="en-US" sz="2400" kern="1200">
            <a:latin typeface=".VnArial" pitchFamily="34" charset="0"/>
          </a:endParaRPr>
        </a:p>
      </dsp:txBody>
      <dsp:txXfrm>
        <a:off x="71925" y="71932"/>
        <a:ext cx="2654214" cy="1329548"/>
      </dsp:txXfrm>
    </dsp:sp>
    <dsp:sp modelId="{B7D5B888-8039-475F-998D-9DEB03AF4144}">
      <dsp:nvSpPr>
        <dsp:cNvPr id="0" name=""/>
        <dsp:cNvSpPr/>
      </dsp:nvSpPr>
      <dsp:spPr>
        <a:xfrm rot="5400000">
          <a:off x="4695872" y="-201168"/>
          <a:ext cx="1178718" cy="4974336"/>
        </a:xfrm>
        <a:prstGeom prst="round2SameRect">
          <a:avLst/>
        </a:prstGeom>
        <a:solidFill>
          <a:schemeClr val="accent6">
            <a:alpha val="90000"/>
            <a:tint val="40000"/>
            <a:hueOff val="0"/>
            <a:satOff val="0"/>
            <a:lumOff val="0"/>
            <a:alphaOff val="0"/>
          </a:schemeClr>
        </a:solidFill>
        <a:ln w="9525" cap="flat" cmpd="sng" algn="ctr">
          <a:solidFill>
            <a:schemeClr val="accent6">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a:latin typeface=".VnArial" pitchFamily="34" charset="0"/>
            </a:rPr>
            <a:t>C¬ quan do nh©n d©n trùc tiÕp bÇu ra</a:t>
          </a:r>
        </a:p>
        <a:p>
          <a:pPr marL="228600" lvl="1" indent="-228600" algn="l" defTabSz="1066800">
            <a:lnSpc>
              <a:spcPct val="90000"/>
            </a:lnSpc>
            <a:spcBef>
              <a:spcPct val="0"/>
            </a:spcBef>
            <a:spcAft>
              <a:spcPct val="15000"/>
            </a:spcAft>
            <a:buChar char="•"/>
          </a:pPr>
          <a:r>
            <a:rPr lang="en-US" sz="2400" kern="1200">
              <a:latin typeface=".VnArial" pitchFamily="34" charset="0"/>
            </a:rPr>
            <a:t>C¬ quan kh«ng do nh©n d©n trùc tiÕp bÇu ra</a:t>
          </a:r>
        </a:p>
      </dsp:txBody>
      <dsp:txXfrm rot="-5400000">
        <a:off x="2798063" y="1754181"/>
        <a:ext cx="4916796" cy="1063638"/>
      </dsp:txXfrm>
    </dsp:sp>
    <dsp:sp modelId="{2DE84E54-596E-4B59-BDE3-4A79D9231C08}">
      <dsp:nvSpPr>
        <dsp:cNvPr id="0" name=""/>
        <dsp:cNvSpPr/>
      </dsp:nvSpPr>
      <dsp:spPr>
        <a:xfrm>
          <a:off x="0" y="1549300"/>
          <a:ext cx="2798064" cy="1473398"/>
        </a:xfrm>
        <a:prstGeom prst="roundRect">
          <a:avLst/>
        </a:prstGeom>
        <a:gradFill rotWithShape="0">
          <a:gsLst>
            <a:gs pos="0">
              <a:schemeClr val="accent6">
                <a:hueOff val="0"/>
                <a:satOff val="0"/>
                <a:lumOff val="0"/>
                <a:alphaOff val="0"/>
                <a:shade val="15000"/>
                <a:satMod val="180000"/>
              </a:schemeClr>
            </a:gs>
            <a:gs pos="50000">
              <a:schemeClr val="accent6">
                <a:hueOff val="0"/>
                <a:satOff val="0"/>
                <a:lumOff val="0"/>
                <a:alphaOff val="0"/>
                <a:shade val="45000"/>
                <a:satMod val="170000"/>
              </a:schemeClr>
            </a:gs>
            <a:gs pos="70000">
              <a:schemeClr val="accent6">
                <a:hueOff val="0"/>
                <a:satOff val="0"/>
                <a:lumOff val="0"/>
                <a:alphaOff val="0"/>
                <a:tint val="99000"/>
                <a:shade val="65000"/>
                <a:satMod val="155000"/>
              </a:schemeClr>
            </a:gs>
            <a:gs pos="100000">
              <a:schemeClr val="accent6">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just" defTabSz="1066800">
            <a:lnSpc>
              <a:spcPct val="90000"/>
            </a:lnSpc>
            <a:spcBef>
              <a:spcPct val="0"/>
            </a:spcBef>
            <a:spcAft>
              <a:spcPct val="35000"/>
            </a:spcAft>
            <a:buNone/>
          </a:pPr>
          <a:r>
            <a:rPr lang="en-US" sz="2400" kern="1200">
              <a:latin typeface=".VnArial" pitchFamily="34" charset="0"/>
            </a:rPr>
            <a:t>Tr×nh tù thµnh lËp</a:t>
          </a:r>
        </a:p>
      </dsp:txBody>
      <dsp:txXfrm>
        <a:off x="71925" y="1621225"/>
        <a:ext cx="2654214" cy="1329548"/>
      </dsp:txXfrm>
    </dsp:sp>
    <dsp:sp modelId="{646EA473-DD5E-4EB4-AE99-5A4ABD45A91D}">
      <dsp:nvSpPr>
        <dsp:cNvPr id="0" name=""/>
        <dsp:cNvSpPr/>
      </dsp:nvSpPr>
      <dsp:spPr>
        <a:xfrm rot="5400000">
          <a:off x="4695872" y="1302594"/>
          <a:ext cx="1178718" cy="4974336"/>
        </a:xfrm>
        <a:prstGeom prst="round2SameRect">
          <a:avLst/>
        </a:prstGeom>
        <a:solidFill>
          <a:schemeClr val="accent6">
            <a:alpha val="90000"/>
            <a:tint val="40000"/>
            <a:hueOff val="0"/>
            <a:satOff val="0"/>
            <a:lumOff val="0"/>
            <a:alphaOff val="0"/>
          </a:schemeClr>
        </a:solidFill>
        <a:ln w="9525" cap="flat" cmpd="sng" algn="ctr">
          <a:solidFill>
            <a:schemeClr val="accent6">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a:latin typeface=".VnArial" pitchFamily="34" charset="0"/>
            </a:rPr>
            <a:t>C¬ </a:t>
          </a:r>
          <a:r>
            <a:rPr lang="en-US" sz="2400" kern="1200" err="1">
              <a:latin typeface=".VnArial" pitchFamily="34" charset="0"/>
            </a:rPr>
            <a:t>quan</a:t>
          </a:r>
          <a:r>
            <a:rPr lang="en-US" sz="2400" kern="1200">
              <a:latin typeface=".VnArial" pitchFamily="34" charset="0"/>
            </a:rPr>
            <a:t> </a:t>
          </a:r>
          <a:r>
            <a:rPr lang="en-US" sz="2400" kern="1200" err="1">
              <a:latin typeface=".VnArial" pitchFamily="34" charset="0"/>
            </a:rPr>
            <a:t>nh</a:t>
          </a:r>
          <a:r>
            <a:rPr lang="en-US" sz="2400" kern="1200">
              <a:latin typeface=".VnArial" pitchFamily="34" charset="0"/>
            </a:rPr>
            <a:t>µ </a:t>
          </a:r>
          <a:r>
            <a:rPr lang="en-US" sz="2400" kern="1200" err="1">
              <a:latin typeface=".VnArial" pitchFamily="34" charset="0"/>
            </a:rPr>
            <a:t>nưíc</a:t>
          </a:r>
          <a:r>
            <a:rPr lang="en-US" sz="2400" kern="1200">
              <a:latin typeface=".VnArial" pitchFamily="34" charset="0"/>
            </a:rPr>
            <a:t> ë </a:t>
          </a:r>
          <a:r>
            <a:rPr lang="en-US" sz="2400" kern="1200" err="1">
              <a:latin typeface=".VnArial" pitchFamily="34" charset="0"/>
            </a:rPr>
            <a:t>trung</a:t>
          </a:r>
          <a:r>
            <a:rPr lang="en-US" sz="2400" kern="1200">
              <a:latin typeface=".VnArial" pitchFamily="34" charset="0"/>
            </a:rPr>
            <a:t> ­¬</a:t>
          </a:r>
          <a:r>
            <a:rPr lang="en-US" sz="2400" kern="1200" err="1">
              <a:latin typeface=".VnArial" pitchFamily="34" charset="0"/>
            </a:rPr>
            <a:t>ng</a:t>
          </a:r>
          <a:endParaRPr lang="en-US" sz="2400" kern="1200">
            <a:latin typeface=".VnArial" pitchFamily="34" charset="0"/>
          </a:endParaRPr>
        </a:p>
        <a:p>
          <a:pPr marL="228600" lvl="1" indent="-228600" algn="l" defTabSz="1066800">
            <a:lnSpc>
              <a:spcPct val="90000"/>
            </a:lnSpc>
            <a:spcBef>
              <a:spcPct val="0"/>
            </a:spcBef>
            <a:spcAft>
              <a:spcPct val="15000"/>
            </a:spcAft>
            <a:buChar char="•"/>
          </a:pPr>
          <a:r>
            <a:rPr lang="en-US" sz="2400" kern="1200">
              <a:latin typeface=".VnArial" pitchFamily="34" charset="0"/>
            </a:rPr>
            <a:t>C¬ </a:t>
          </a:r>
          <a:r>
            <a:rPr lang="en-US" sz="2400" kern="1200" err="1">
              <a:latin typeface=".VnArial" pitchFamily="34" charset="0"/>
            </a:rPr>
            <a:t>quan</a:t>
          </a:r>
          <a:r>
            <a:rPr lang="en-US" sz="2400" kern="1200">
              <a:latin typeface=".VnArial" pitchFamily="34" charset="0"/>
            </a:rPr>
            <a:t> </a:t>
          </a:r>
          <a:r>
            <a:rPr lang="en-US" sz="2400" kern="1200" err="1">
              <a:latin typeface=".VnArial" pitchFamily="34" charset="0"/>
            </a:rPr>
            <a:t>nh</a:t>
          </a:r>
          <a:r>
            <a:rPr lang="en-US" sz="2400" kern="1200">
              <a:latin typeface=".VnArial" pitchFamily="34" charset="0"/>
            </a:rPr>
            <a:t>µ </a:t>
          </a:r>
          <a:r>
            <a:rPr lang="en-US" sz="2400" kern="1200" err="1">
              <a:latin typeface=".VnArial" pitchFamily="34" charset="0"/>
            </a:rPr>
            <a:t>n­íc</a:t>
          </a:r>
          <a:r>
            <a:rPr lang="en-US" sz="2400" kern="1200">
              <a:latin typeface=".VnArial" pitchFamily="34" charset="0"/>
            </a:rPr>
            <a:t> ë ®</a:t>
          </a:r>
          <a:r>
            <a:rPr lang="en-US" sz="2400" kern="1200" err="1">
              <a:latin typeface=".VnArial" pitchFamily="34" charset="0"/>
            </a:rPr>
            <a:t>Þa</a:t>
          </a:r>
          <a:r>
            <a:rPr lang="en-US" sz="2400" kern="1200">
              <a:latin typeface=".VnArial" pitchFamily="34" charset="0"/>
            </a:rPr>
            <a:t> </a:t>
          </a:r>
          <a:r>
            <a:rPr lang="en-US" sz="2400" kern="1200" err="1">
              <a:latin typeface=".VnArial" pitchFamily="34" charset="0"/>
            </a:rPr>
            <a:t>phư¬ng</a:t>
          </a:r>
          <a:endParaRPr lang="en-US" sz="2400" kern="1200">
            <a:latin typeface=".VnArial" pitchFamily="34" charset="0"/>
          </a:endParaRPr>
        </a:p>
      </dsp:txBody>
      <dsp:txXfrm rot="-5400000">
        <a:off x="2798063" y="3257943"/>
        <a:ext cx="4916796" cy="1063638"/>
      </dsp:txXfrm>
    </dsp:sp>
    <dsp:sp modelId="{262F2446-7113-49B7-8B4D-DF6DD61A65BE}">
      <dsp:nvSpPr>
        <dsp:cNvPr id="0" name=""/>
        <dsp:cNvSpPr/>
      </dsp:nvSpPr>
      <dsp:spPr>
        <a:xfrm>
          <a:off x="0" y="3096369"/>
          <a:ext cx="2798064" cy="1473398"/>
        </a:xfrm>
        <a:prstGeom prst="roundRect">
          <a:avLst/>
        </a:prstGeom>
        <a:gradFill rotWithShape="0">
          <a:gsLst>
            <a:gs pos="0">
              <a:schemeClr val="accent6">
                <a:hueOff val="0"/>
                <a:satOff val="0"/>
                <a:lumOff val="0"/>
                <a:alphaOff val="0"/>
                <a:shade val="15000"/>
                <a:satMod val="180000"/>
              </a:schemeClr>
            </a:gs>
            <a:gs pos="50000">
              <a:schemeClr val="accent6">
                <a:hueOff val="0"/>
                <a:satOff val="0"/>
                <a:lumOff val="0"/>
                <a:alphaOff val="0"/>
                <a:shade val="45000"/>
                <a:satMod val="170000"/>
              </a:schemeClr>
            </a:gs>
            <a:gs pos="70000">
              <a:schemeClr val="accent6">
                <a:hueOff val="0"/>
                <a:satOff val="0"/>
                <a:lumOff val="0"/>
                <a:alphaOff val="0"/>
                <a:tint val="99000"/>
                <a:shade val="65000"/>
                <a:satMod val="155000"/>
              </a:schemeClr>
            </a:gs>
            <a:gs pos="100000">
              <a:schemeClr val="accent6">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kern="1200">
              <a:latin typeface=".VnArial" pitchFamily="34" charset="0"/>
            </a:rPr>
            <a:t>Theo ph¹m vi quyÒn lùc</a:t>
          </a:r>
        </a:p>
      </dsp:txBody>
      <dsp:txXfrm>
        <a:off x="71925" y="3168294"/>
        <a:ext cx="2654214" cy="13295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54894-58EC-4929-A3CE-86A94F54B7AD}">
      <dsp:nvSpPr>
        <dsp:cNvPr id="0" name=""/>
        <dsp:cNvSpPr/>
      </dsp:nvSpPr>
      <dsp:spPr>
        <a:xfrm>
          <a:off x="0" y="0"/>
          <a:ext cx="4525962" cy="4525962"/>
        </a:xfrm>
        <a:prstGeom prst="pie">
          <a:avLst>
            <a:gd name="adj1" fmla="val 5400000"/>
            <a:gd name="adj2" fmla="val 1620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A66530D-27BA-485E-888F-6CFC954FEF94}">
      <dsp:nvSpPr>
        <dsp:cNvPr id="0" name=""/>
        <dsp:cNvSpPr/>
      </dsp:nvSpPr>
      <dsp:spPr>
        <a:xfrm>
          <a:off x="2262981" y="0"/>
          <a:ext cx="5966619" cy="452596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Mặt trận tổ quốc VN và các thành viên</a:t>
          </a:r>
        </a:p>
      </dsp:txBody>
      <dsp:txXfrm>
        <a:off x="2262981" y="0"/>
        <a:ext cx="2983309" cy="1357791"/>
      </dsp:txXfrm>
    </dsp:sp>
    <dsp:sp modelId="{EBDD8893-D460-46D9-A6A9-D529E7FE0DD1}">
      <dsp:nvSpPr>
        <dsp:cNvPr id="0" name=""/>
        <dsp:cNvSpPr/>
      </dsp:nvSpPr>
      <dsp:spPr>
        <a:xfrm>
          <a:off x="792044" y="1357791"/>
          <a:ext cx="2941872" cy="2941872"/>
        </a:xfrm>
        <a:prstGeom prst="pie">
          <a:avLst>
            <a:gd name="adj1" fmla="val 5400000"/>
            <a:gd name="adj2" fmla="val 16200000"/>
          </a:avLst>
        </a:prstGeom>
        <a:gradFill rotWithShape="0">
          <a:gsLst>
            <a:gs pos="0">
              <a:schemeClr val="accent2">
                <a:hueOff val="-10081593"/>
                <a:satOff val="4384"/>
                <a:lumOff val="1275"/>
                <a:alphaOff val="0"/>
                <a:shade val="15000"/>
                <a:satMod val="180000"/>
              </a:schemeClr>
            </a:gs>
            <a:gs pos="50000">
              <a:schemeClr val="accent2">
                <a:hueOff val="-10081593"/>
                <a:satOff val="4384"/>
                <a:lumOff val="1275"/>
                <a:alphaOff val="0"/>
                <a:shade val="45000"/>
                <a:satMod val="170000"/>
              </a:schemeClr>
            </a:gs>
            <a:gs pos="70000">
              <a:schemeClr val="accent2">
                <a:hueOff val="-10081593"/>
                <a:satOff val="4384"/>
                <a:lumOff val="1275"/>
                <a:alphaOff val="0"/>
                <a:tint val="99000"/>
                <a:shade val="65000"/>
                <a:satMod val="155000"/>
              </a:schemeClr>
            </a:gs>
            <a:gs pos="100000">
              <a:schemeClr val="accent2">
                <a:hueOff val="-10081593"/>
                <a:satOff val="4384"/>
                <a:lumOff val="1275"/>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DA277F4-4D95-4095-AE36-16D78E622CCF}">
      <dsp:nvSpPr>
        <dsp:cNvPr id="0" name=""/>
        <dsp:cNvSpPr/>
      </dsp:nvSpPr>
      <dsp:spPr>
        <a:xfrm>
          <a:off x="2262981" y="1357791"/>
          <a:ext cx="5966619" cy="2941872"/>
        </a:xfrm>
        <a:prstGeom prst="rect">
          <a:avLst/>
        </a:prstGeom>
        <a:solidFill>
          <a:schemeClr val="lt1">
            <a:alpha val="90000"/>
            <a:hueOff val="0"/>
            <a:satOff val="0"/>
            <a:lumOff val="0"/>
            <a:alphaOff val="0"/>
          </a:schemeClr>
        </a:solidFill>
        <a:ln w="9525" cap="flat" cmpd="sng" algn="ctr">
          <a:solidFill>
            <a:schemeClr val="accent2">
              <a:hueOff val="-10081593"/>
              <a:satOff val="4384"/>
              <a:lumOff val="1275"/>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Nhà nước CHXHCN Việt Nam</a:t>
          </a:r>
        </a:p>
      </dsp:txBody>
      <dsp:txXfrm>
        <a:off x="2262981" y="1357791"/>
        <a:ext cx="2983309" cy="1357787"/>
      </dsp:txXfrm>
    </dsp:sp>
    <dsp:sp modelId="{9550EF27-DF60-4E52-920F-13D039EDA69B}">
      <dsp:nvSpPr>
        <dsp:cNvPr id="0" name=""/>
        <dsp:cNvSpPr/>
      </dsp:nvSpPr>
      <dsp:spPr>
        <a:xfrm>
          <a:off x="1584087" y="2715578"/>
          <a:ext cx="1357787" cy="1357787"/>
        </a:xfrm>
        <a:prstGeom prst="pie">
          <a:avLst>
            <a:gd name="adj1" fmla="val 5400000"/>
            <a:gd name="adj2" fmla="val 16200000"/>
          </a:avLst>
        </a:prstGeom>
        <a:gradFill rotWithShape="0">
          <a:gsLst>
            <a:gs pos="0">
              <a:schemeClr val="accent2">
                <a:hueOff val="-20163186"/>
                <a:satOff val="8769"/>
                <a:lumOff val="2550"/>
                <a:alphaOff val="0"/>
                <a:shade val="15000"/>
                <a:satMod val="180000"/>
              </a:schemeClr>
            </a:gs>
            <a:gs pos="50000">
              <a:schemeClr val="accent2">
                <a:hueOff val="-20163186"/>
                <a:satOff val="8769"/>
                <a:lumOff val="2550"/>
                <a:alphaOff val="0"/>
                <a:shade val="45000"/>
                <a:satMod val="170000"/>
              </a:schemeClr>
            </a:gs>
            <a:gs pos="70000">
              <a:schemeClr val="accent2">
                <a:hueOff val="-20163186"/>
                <a:satOff val="8769"/>
                <a:lumOff val="2550"/>
                <a:alphaOff val="0"/>
                <a:tint val="99000"/>
                <a:shade val="65000"/>
                <a:satMod val="155000"/>
              </a:schemeClr>
            </a:gs>
            <a:gs pos="100000">
              <a:schemeClr val="accent2">
                <a:hueOff val="-20163186"/>
                <a:satOff val="8769"/>
                <a:lumOff val="255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6A63B51-6716-46CA-98F9-D6D6DF8964FB}">
      <dsp:nvSpPr>
        <dsp:cNvPr id="0" name=""/>
        <dsp:cNvSpPr/>
      </dsp:nvSpPr>
      <dsp:spPr>
        <a:xfrm>
          <a:off x="2262981" y="2715578"/>
          <a:ext cx="5966619" cy="1357787"/>
        </a:xfrm>
        <a:prstGeom prst="rect">
          <a:avLst/>
        </a:prstGeom>
        <a:solidFill>
          <a:schemeClr val="lt1">
            <a:alpha val="90000"/>
            <a:hueOff val="0"/>
            <a:satOff val="0"/>
            <a:lumOff val="0"/>
            <a:alphaOff val="0"/>
          </a:schemeClr>
        </a:solidFill>
        <a:ln w="9525" cap="flat" cmpd="sng" algn="ctr">
          <a:solidFill>
            <a:schemeClr val="accent2">
              <a:hueOff val="-20163186"/>
              <a:satOff val="8769"/>
              <a:lumOff val="2550"/>
              <a:alphaOff val="0"/>
            </a:schemeClr>
          </a:solid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Đảng cộng sản Việt nam</a:t>
          </a:r>
        </a:p>
      </dsp:txBody>
      <dsp:txXfrm>
        <a:off x="2262981" y="2715578"/>
        <a:ext cx="2983309" cy="1357787"/>
      </dsp:txXfrm>
    </dsp:sp>
    <dsp:sp modelId="{53AA5B34-76BC-41D0-9F2C-6ACBC757AB92}">
      <dsp:nvSpPr>
        <dsp:cNvPr id="0" name=""/>
        <dsp:cNvSpPr/>
      </dsp:nvSpPr>
      <dsp:spPr>
        <a:xfrm>
          <a:off x="5246290" y="0"/>
          <a:ext cx="2983309" cy="1357791"/>
        </a:xfrm>
        <a:prstGeom prst="rect">
          <a:avLst/>
        </a:prstGeom>
        <a:noFill/>
        <a:ln w="9525" cap="flat" cmpd="sng" algn="ctr">
          <a:noFill/>
          <a:prstDash val="solid"/>
        </a:ln>
        <a:effectLst>
          <a:outerShdw blurRad="50800" dist="38100" dir="5400000" rotWithShape="0">
            <a:srgbClr val="000000">
              <a:alpha val="35000"/>
            </a:srgbClr>
          </a:outerShdw>
        </a:effectLst>
        <a:scene3d>
          <a:camera prst="orthographicFront"/>
          <a:lightRig rig="threePt" dir="t">
            <a:rot lat="0" lon="0" rev="7500000"/>
          </a:lightRig>
        </a:scene3d>
        <a:sp3d/>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114300" lvl="1" indent="-114300" algn="l" defTabSz="666750">
            <a:lnSpc>
              <a:spcPct val="90000"/>
            </a:lnSpc>
            <a:spcBef>
              <a:spcPct val="0"/>
            </a:spcBef>
            <a:spcAft>
              <a:spcPct val="15000"/>
            </a:spcAft>
            <a:buChar char="•"/>
          </a:pPr>
          <a:r>
            <a:rPr lang="en-US" sz="1500" kern="1200"/>
            <a:t>Công đoàn </a:t>
          </a:r>
        </a:p>
        <a:p>
          <a:pPr marL="114300" lvl="1" indent="-114300" algn="l" defTabSz="666750">
            <a:lnSpc>
              <a:spcPct val="90000"/>
            </a:lnSpc>
            <a:spcBef>
              <a:spcPct val="0"/>
            </a:spcBef>
            <a:spcAft>
              <a:spcPct val="15000"/>
            </a:spcAft>
            <a:buChar char="•"/>
          </a:pPr>
          <a:r>
            <a:rPr lang="en-US" sz="1500" kern="1200"/>
            <a:t>Hội nông dân </a:t>
          </a:r>
        </a:p>
        <a:p>
          <a:pPr marL="114300" lvl="1" indent="-114300" algn="l" defTabSz="666750">
            <a:lnSpc>
              <a:spcPct val="90000"/>
            </a:lnSpc>
            <a:spcBef>
              <a:spcPct val="0"/>
            </a:spcBef>
            <a:spcAft>
              <a:spcPct val="15000"/>
            </a:spcAft>
            <a:buChar char="•"/>
          </a:pPr>
          <a:r>
            <a:rPr lang="en-US" sz="1500" kern="1200"/>
            <a:t>Đoàn thanh niên</a:t>
          </a:r>
        </a:p>
        <a:p>
          <a:pPr marL="114300" lvl="1" indent="-114300" algn="l" defTabSz="666750">
            <a:lnSpc>
              <a:spcPct val="90000"/>
            </a:lnSpc>
            <a:spcBef>
              <a:spcPct val="0"/>
            </a:spcBef>
            <a:spcAft>
              <a:spcPct val="15000"/>
            </a:spcAft>
            <a:buChar char="•"/>
          </a:pPr>
          <a:r>
            <a:rPr lang="en-US" sz="1500" kern="1200"/>
            <a:t>Hội liên hiệp phụ nữ VN</a:t>
          </a:r>
        </a:p>
      </dsp:txBody>
      <dsp:txXfrm>
        <a:off x="5246290" y="0"/>
        <a:ext cx="2983309" cy="135779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BA40BE-C9DB-464E-92F9-6DFE8F398521}">
      <dsp:nvSpPr>
        <dsp:cNvPr id="0" name=""/>
        <dsp:cNvSpPr/>
      </dsp:nvSpPr>
      <dsp:spPr>
        <a:xfrm>
          <a:off x="62855" y="2624"/>
          <a:ext cx="4040423" cy="2424253"/>
        </a:xfrm>
        <a:prstGeom prst="rect">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Đảm bảo sự lãnh đạo của Đảng Cộng Sản Việt Nam trong tổ chức và hoạt động của bộ máy Nhà nước</a:t>
          </a:r>
        </a:p>
      </dsp:txBody>
      <dsp:txXfrm>
        <a:off x="62855" y="2624"/>
        <a:ext cx="4040423" cy="2424253"/>
      </dsp:txXfrm>
    </dsp:sp>
    <dsp:sp modelId="{76FA735C-A0E4-43B8-B034-291D1EB7CD2E}">
      <dsp:nvSpPr>
        <dsp:cNvPr id="0" name=""/>
        <dsp:cNvSpPr/>
      </dsp:nvSpPr>
      <dsp:spPr>
        <a:xfrm>
          <a:off x="4507321" y="2624"/>
          <a:ext cx="4040423" cy="2424253"/>
        </a:xfrm>
        <a:prstGeom prst="rect">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bg1"/>
              </a:solidFill>
            </a:rPr>
            <a:t>Nguyên tắc toàn bộ quyền lực nhà nước thuộc về nhân dân</a:t>
          </a:r>
          <a:r>
            <a:rPr lang="en-US" sz="2800" kern="1200">
              <a:solidFill>
                <a:schemeClr val="tx1"/>
              </a:solidFill>
            </a:rPr>
            <a:t>.</a:t>
          </a:r>
        </a:p>
      </dsp:txBody>
      <dsp:txXfrm>
        <a:off x="4507321" y="2624"/>
        <a:ext cx="4040423" cy="2424253"/>
      </dsp:txXfrm>
    </dsp:sp>
    <dsp:sp modelId="{D071D608-011D-4883-B82D-229BFEF73970}">
      <dsp:nvSpPr>
        <dsp:cNvPr id="0" name=""/>
        <dsp:cNvSpPr/>
      </dsp:nvSpPr>
      <dsp:spPr>
        <a:xfrm>
          <a:off x="62855" y="2830921"/>
          <a:ext cx="4040423" cy="2424253"/>
        </a:xfrm>
        <a:prstGeom prst="rect">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Nguyên tắc quyền lực nhà nước là thống nhất, có sự phân công và phối hợp chặt chẽ giữa các cơ quan Nhà nước trong việc thực hiện quyền lập pháp, hành pháp, tư pháp.</a:t>
          </a:r>
        </a:p>
      </dsp:txBody>
      <dsp:txXfrm>
        <a:off x="62855" y="2830921"/>
        <a:ext cx="4040423" cy="2424253"/>
      </dsp:txXfrm>
    </dsp:sp>
    <dsp:sp modelId="{EFD897A6-79C6-4433-BB04-B0A6DE5E33E4}">
      <dsp:nvSpPr>
        <dsp:cNvPr id="0" name=""/>
        <dsp:cNvSpPr/>
      </dsp:nvSpPr>
      <dsp:spPr>
        <a:xfrm>
          <a:off x="4507321" y="2830921"/>
          <a:ext cx="4040423" cy="2424253"/>
        </a:xfrm>
        <a:prstGeom prst="rect">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Nguyên tắc tập trung dân chủ</a:t>
          </a:r>
          <a:r>
            <a:rPr lang="en-US" sz="2100" kern="1200"/>
            <a:t>.</a:t>
          </a:r>
        </a:p>
      </dsp:txBody>
      <dsp:txXfrm>
        <a:off x="4507321" y="2830921"/>
        <a:ext cx="4040423" cy="24242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F144F-5447-4B8E-85EB-5DD78AD9B25E}">
      <dsp:nvSpPr>
        <dsp:cNvPr id="0" name=""/>
        <dsp:cNvSpPr/>
      </dsp:nvSpPr>
      <dsp:spPr>
        <a:xfrm>
          <a:off x="3889" y="0"/>
          <a:ext cx="3741985" cy="4572000"/>
        </a:xfrm>
        <a:prstGeom prst="roundRect">
          <a:avLst>
            <a:gd name="adj" fmla="val 10000"/>
          </a:avLst>
        </a:prstGeom>
        <a:solidFill>
          <a:schemeClr val="dk2">
            <a:tint val="40000"/>
            <a:hueOff val="0"/>
            <a:satOff val="0"/>
            <a:lumOff val="0"/>
            <a:alphaOff val="0"/>
          </a:schemeClr>
        </a:solidFill>
        <a:ln>
          <a:noFill/>
        </a:ln>
        <a:effectLst>
          <a:outerShdw blurRad="50800" dist="38100" dir="5400000" rotWithShape="0">
            <a:srgbClr val="000000">
              <a:alpha val="35000"/>
            </a:srgbClr>
          </a:outerShdw>
        </a:effectLst>
      </dsp:spPr>
      <dsp:style>
        <a:lnRef idx="0">
          <a:scrgbClr r="0" g="0" b="0"/>
        </a:lnRef>
        <a:fillRef idx="1">
          <a:scrgbClr r="0" g="0" b="0"/>
        </a:fillRef>
        <a:effectRef idx="1">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VnArial" pitchFamily="34" charset="0"/>
            </a:rPr>
            <a:t>B¶n chÊt giai cÊp cña ph¸p luËt</a:t>
          </a:r>
        </a:p>
      </dsp:txBody>
      <dsp:txXfrm>
        <a:off x="3889" y="0"/>
        <a:ext cx="3741985" cy="1371600"/>
      </dsp:txXfrm>
    </dsp:sp>
    <dsp:sp modelId="{56E97E38-DD6A-4090-8C41-1781D60B9E51}">
      <dsp:nvSpPr>
        <dsp:cNvPr id="0" name=""/>
        <dsp:cNvSpPr/>
      </dsp:nvSpPr>
      <dsp:spPr>
        <a:xfrm>
          <a:off x="378088" y="1372939"/>
          <a:ext cx="2993588" cy="1378520"/>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Ph¸p</a:t>
          </a:r>
          <a:r>
            <a:rPr lang="en-US" sz="2200" kern="1200">
              <a:latin typeface=".VnArial" pitchFamily="34" charset="0"/>
            </a:rPr>
            <a:t> </a:t>
          </a:r>
          <a:r>
            <a:rPr lang="en-US" sz="2200" kern="1200" err="1">
              <a:latin typeface=".VnArial" pitchFamily="34" charset="0"/>
            </a:rPr>
            <a:t>luËt</a:t>
          </a:r>
          <a:r>
            <a:rPr lang="en-US" sz="2200" kern="1200">
              <a:latin typeface=".VnArial" pitchFamily="34" charset="0"/>
            </a:rPr>
            <a:t> </a:t>
          </a:r>
          <a:r>
            <a:rPr lang="en-US" sz="2200" kern="1200" err="1">
              <a:latin typeface=".VnArial" pitchFamily="34" charset="0"/>
            </a:rPr>
            <a:t>ph¶n</a:t>
          </a:r>
          <a:r>
            <a:rPr lang="en-US" sz="2200" kern="1200">
              <a:latin typeface=".VnArial" pitchFamily="34" charset="0"/>
            </a:rPr>
            <a:t> ¸</a:t>
          </a:r>
          <a:r>
            <a:rPr lang="en-US" sz="2200" kern="1200" err="1">
              <a:latin typeface=".VnArial" pitchFamily="34" charset="0"/>
            </a:rPr>
            <a:t>nh</a:t>
          </a:r>
          <a:r>
            <a:rPr lang="en-US" sz="2200" kern="1200">
              <a:latin typeface=".VnArial" pitchFamily="34" charset="0"/>
            </a:rPr>
            <a:t> ý </a:t>
          </a:r>
          <a:r>
            <a:rPr lang="en-US" sz="2200" kern="1200" err="1">
              <a:latin typeface=".VnArial" pitchFamily="34" charset="0"/>
            </a:rPr>
            <a:t>chÝ</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a:t>
          </a:r>
          <a:r>
            <a:rPr lang="en-US" sz="2200" kern="1200" err="1">
              <a:latin typeface=".VnArial" pitchFamily="34" charset="0"/>
            </a:rPr>
            <a:t>giai</a:t>
          </a:r>
          <a:r>
            <a:rPr lang="en-US" sz="2200" kern="1200">
              <a:latin typeface=".VnArial" pitchFamily="34" charset="0"/>
            </a:rPr>
            <a:t> </a:t>
          </a:r>
          <a:r>
            <a:rPr lang="en-US" sz="2200" kern="1200" err="1">
              <a:latin typeface=".VnArial" pitchFamily="34" charset="0"/>
            </a:rPr>
            <a:t>cÊp</a:t>
          </a:r>
          <a:r>
            <a:rPr lang="en-US" sz="2200" kern="1200">
              <a:latin typeface=".VnArial" pitchFamily="34" charset="0"/>
            </a:rPr>
            <a:t> </a:t>
          </a:r>
          <a:r>
            <a:rPr lang="en-US" sz="2200" kern="1200" err="1">
              <a:latin typeface=".VnArial" pitchFamily="34" charset="0"/>
            </a:rPr>
            <a:t>thèng</a:t>
          </a:r>
          <a:r>
            <a:rPr lang="en-US" sz="2200" kern="1200">
              <a:latin typeface=".VnArial" pitchFamily="34" charset="0"/>
            </a:rPr>
            <a:t> </a:t>
          </a:r>
          <a:r>
            <a:rPr lang="en-US" sz="2200" kern="1200" err="1">
              <a:latin typeface=".VnArial" pitchFamily="34" charset="0"/>
            </a:rPr>
            <a:t>trÞ</a:t>
          </a:r>
          <a:endParaRPr lang="en-US" sz="2200" kern="1200">
            <a:latin typeface=".VnArial" pitchFamily="34" charset="0"/>
          </a:endParaRPr>
        </a:p>
      </dsp:txBody>
      <dsp:txXfrm>
        <a:off x="418463" y="1413314"/>
        <a:ext cx="2912838" cy="1297770"/>
      </dsp:txXfrm>
    </dsp:sp>
    <dsp:sp modelId="{E9A5AA0A-BC62-45B8-83F8-D192F135A59D}">
      <dsp:nvSpPr>
        <dsp:cNvPr id="0" name=""/>
        <dsp:cNvSpPr/>
      </dsp:nvSpPr>
      <dsp:spPr>
        <a:xfrm>
          <a:off x="378088" y="2963540"/>
          <a:ext cx="2993588" cy="1378520"/>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Môc</a:t>
          </a:r>
          <a:r>
            <a:rPr lang="en-US" sz="2200" kern="1200">
              <a:latin typeface=".VnArial" pitchFamily="34" charset="0"/>
            </a:rPr>
            <a:t> ®</a:t>
          </a:r>
          <a:r>
            <a:rPr lang="en-US" sz="2200" kern="1200" err="1">
              <a:latin typeface=".VnArial" pitchFamily="34" charset="0"/>
            </a:rPr>
            <a:t>Ých</a:t>
          </a:r>
          <a:r>
            <a:rPr lang="en-US" sz="2200" kern="1200">
              <a:latin typeface=".VnArial" pitchFamily="34" charset="0"/>
            </a:rPr>
            <a:t> ®</a:t>
          </a:r>
          <a:r>
            <a:rPr lang="en-US" sz="2200" kern="1200" err="1">
              <a:latin typeface=".VnArial" pitchFamily="34" charset="0"/>
            </a:rPr>
            <a:t>iÒu</a:t>
          </a:r>
          <a:r>
            <a:rPr lang="en-US" sz="2200" kern="1200">
              <a:latin typeface=".VnArial" pitchFamily="34" charset="0"/>
            </a:rPr>
            <a:t> </a:t>
          </a:r>
          <a:r>
            <a:rPr lang="en-US" sz="2200" kern="1200" err="1">
              <a:latin typeface=".VnArial" pitchFamily="34" charset="0"/>
            </a:rPr>
            <a:t>chØnh</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PL </a:t>
          </a:r>
          <a:r>
            <a:rPr lang="en-US" sz="2200" kern="1200" err="1">
              <a:latin typeface=".VnArial" pitchFamily="34" charset="0"/>
            </a:rPr>
            <a:t>nh»m</a:t>
          </a:r>
          <a:r>
            <a:rPr lang="en-US" sz="2200" kern="1200">
              <a:latin typeface=".VnArial" pitchFamily="34" charset="0"/>
            </a:rPr>
            <a:t> </a:t>
          </a:r>
          <a:r>
            <a:rPr lang="en-US" sz="2200" kern="1200" err="1">
              <a:latin typeface=".VnArial" pitchFamily="34" charset="0"/>
            </a:rPr>
            <a:t>hưíng</a:t>
          </a:r>
          <a:r>
            <a:rPr lang="en-US" sz="2200" kern="1200">
              <a:latin typeface=".VnArial" pitchFamily="34" charset="0"/>
            </a:rPr>
            <a:t> </a:t>
          </a:r>
          <a:r>
            <a:rPr lang="en-US" sz="2200" kern="1200" err="1">
              <a:latin typeface=".VnArial" pitchFamily="34" charset="0"/>
            </a:rPr>
            <a:t>c¸c</a:t>
          </a:r>
          <a:r>
            <a:rPr lang="en-US" sz="2200" kern="1200">
              <a:latin typeface=".VnArial" pitchFamily="34" charset="0"/>
            </a:rPr>
            <a:t> </a:t>
          </a:r>
          <a:r>
            <a:rPr lang="en-US" sz="2200" kern="1200" err="1">
              <a:latin typeface=".VnArial" pitchFamily="34" charset="0"/>
            </a:rPr>
            <a:t>quan</a:t>
          </a:r>
          <a:r>
            <a:rPr lang="en-US" sz="2200" kern="1200">
              <a:latin typeface=".VnArial" pitchFamily="34" charset="0"/>
            </a:rPr>
            <a:t> </a:t>
          </a:r>
          <a:r>
            <a:rPr lang="en-US" sz="2200" kern="1200" err="1">
              <a:latin typeface=".VnArial" pitchFamily="34" charset="0"/>
            </a:rPr>
            <a:t>hÖ</a:t>
          </a:r>
          <a:r>
            <a:rPr lang="en-US" sz="2200" kern="1200">
              <a:latin typeface=".VnArial" pitchFamily="34" charset="0"/>
            </a:rPr>
            <a:t> x· </a:t>
          </a:r>
          <a:r>
            <a:rPr lang="en-US" sz="2200" kern="1200" err="1">
              <a:latin typeface=".VnArial" pitchFamily="34" charset="0"/>
            </a:rPr>
            <a:t>héi</a:t>
          </a:r>
          <a:r>
            <a:rPr lang="en-US" sz="2200" kern="1200">
              <a:latin typeface=".VnArial" pitchFamily="34" charset="0"/>
            </a:rPr>
            <a:t> </a:t>
          </a:r>
          <a:r>
            <a:rPr lang="en-US" sz="2200" kern="1200" err="1">
              <a:latin typeface=".VnArial" pitchFamily="34" charset="0"/>
            </a:rPr>
            <a:t>theo</a:t>
          </a:r>
          <a:r>
            <a:rPr lang="en-US" sz="2200" kern="1200">
              <a:latin typeface=".VnArial" pitchFamily="34" charset="0"/>
            </a:rPr>
            <a:t> </a:t>
          </a:r>
          <a:r>
            <a:rPr lang="en-US" sz="2200" kern="1200" err="1">
              <a:latin typeface=".VnArial" pitchFamily="34" charset="0"/>
            </a:rPr>
            <a:t>trËt</a:t>
          </a:r>
          <a:r>
            <a:rPr lang="en-US" sz="2200" kern="1200">
              <a:latin typeface=".VnArial" pitchFamily="34" charset="0"/>
            </a:rPr>
            <a:t> </a:t>
          </a:r>
          <a:r>
            <a:rPr lang="en-US" sz="2200" kern="1200" err="1">
              <a:latin typeface=".VnArial" pitchFamily="34" charset="0"/>
            </a:rPr>
            <a:t>tù</a:t>
          </a:r>
          <a:r>
            <a:rPr lang="en-US" sz="2200" kern="1200">
              <a:latin typeface=".VnArial" pitchFamily="34" charset="0"/>
            </a:rPr>
            <a:t> </a:t>
          </a:r>
          <a:r>
            <a:rPr lang="en-US" sz="2200" kern="1200" err="1">
              <a:latin typeface=".VnArial" pitchFamily="34" charset="0"/>
            </a:rPr>
            <a:t>phï</a:t>
          </a:r>
          <a:r>
            <a:rPr lang="en-US" sz="2200" kern="1200">
              <a:latin typeface=".VnArial" pitchFamily="34" charset="0"/>
            </a:rPr>
            <a:t> </a:t>
          </a:r>
          <a:r>
            <a:rPr lang="en-US" sz="2200" kern="1200" err="1">
              <a:latin typeface=".VnArial" pitchFamily="34" charset="0"/>
            </a:rPr>
            <a:t>hîp</a:t>
          </a:r>
          <a:r>
            <a:rPr lang="en-US" sz="2200" kern="1200">
              <a:latin typeface=".VnArial" pitchFamily="34" charset="0"/>
            </a:rPr>
            <a:t> </a:t>
          </a:r>
        </a:p>
      </dsp:txBody>
      <dsp:txXfrm>
        <a:off x="418463" y="3003915"/>
        <a:ext cx="2912838" cy="1297770"/>
      </dsp:txXfrm>
    </dsp:sp>
    <dsp:sp modelId="{BA5CED27-C4EE-4A58-9F19-A4C20517A53E}">
      <dsp:nvSpPr>
        <dsp:cNvPr id="0" name=""/>
        <dsp:cNvSpPr/>
      </dsp:nvSpPr>
      <dsp:spPr>
        <a:xfrm>
          <a:off x="4026524" y="0"/>
          <a:ext cx="3741985" cy="4572000"/>
        </a:xfrm>
        <a:prstGeom prst="roundRect">
          <a:avLst>
            <a:gd name="adj" fmla="val 10000"/>
          </a:avLst>
        </a:prstGeom>
        <a:solidFill>
          <a:schemeClr val="dk2">
            <a:tint val="40000"/>
            <a:hueOff val="0"/>
            <a:satOff val="0"/>
            <a:lumOff val="0"/>
            <a:alphaOff val="0"/>
          </a:schemeClr>
        </a:solidFill>
        <a:ln>
          <a:noFill/>
        </a:ln>
        <a:effectLst>
          <a:outerShdw blurRad="50800" dist="38100" dir="5400000" rotWithShape="0">
            <a:srgbClr val="000000">
              <a:alpha val="35000"/>
            </a:srgbClr>
          </a:outerShdw>
        </a:effectLst>
      </dsp:spPr>
      <dsp:style>
        <a:lnRef idx="0">
          <a:scrgbClr r="0" g="0" b="0"/>
        </a:lnRef>
        <a:fillRef idx="1">
          <a:scrgbClr r="0" g="0" b="0"/>
        </a:fillRef>
        <a:effectRef idx="1">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latin typeface=".VnArial" pitchFamily="34" charset="0"/>
            </a:rPr>
            <a:t>B¶n chÊt x· héi</a:t>
          </a:r>
        </a:p>
      </dsp:txBody>
      <dsp:txXfrm>
        <a:off x="4026524" y="0"/>
        <a:ext cx="3741985" cy="1371600"/>
      </dsp:txXfrm>
    </dsp:sp>
    <dsp:sp modelId="{5DDDB0D2-ECAF-4D49-B392-D29509D293B3}">
      <dsp:nvSpPr>
        <dsp:cNvPr id="0" name=""/>
        <dsp:cNvSpPr/>
      </dsp:nvSpPr>
      <dsp:spPr>
        <a:xfrm>
          <a:off x="4400723" y="1371970"/>
          <a:ext cx="2993588" cy="1262434"/>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a:latin typeface=".VnArial" pitchFamily="34" charset="0"/>
            </a:rPr>
            <a:t>Ph¸p luËt ph¶n ¸nh ý chÝ cña c¸c giai cÊp kh¸c trong x· héi</a:t>
          </a:r>
        </a:p>
      </dsp:txBody>
      <dsp:txXfrm>
        <a:off x="4437698" y="1408945"/>
        <a:ext cx="2919638" cy="1188484"/>
      </dsp:txXfrm>
    </dsp:sp>
    <dsp:sp modelId="{4D08E7D9-3C47-4F99-AFAD-AA78CEF4C46A}">
      <dsp:nvSpPr>
        <dsp:cNvPr id="0" name=""/>
        <dsp:cNvSpPr/>
      </dsp:nvSpPr>
      <dsp:spPr>
        <a:xfrm>
          <a:off x="4400723" y="2828625"/>
          <a:ext cx="2993588" cy="1514403"/>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Ph¸p</a:t>
          </a:r>
          <a:r>
            <a:rPr lang="en-US" sz="2200" kern="1200">
              <a:latin typeface=".VnArial" pitchFamily="34" charset="0"/>
            </a:rPr>
            <a:t> </a:t>
          </a:r>
          <a:r>
            <a:rPr lang="en-US" sz="2200" kern="1200" err="1">
              <a:latin typeface=".VnArial" pitchFamily="34" charset="0"/>
            </a:rPr>
            <a:t>luËt</a:t>
          </a:r>
          <a:r>
            <a:rPr lang="en-US" sz="2200" kern="1200">
              <a:latin typeface=".VnArial" pitchFamily="34" charset="0"/>
            </a:rPr>
            <a:t> </a:t>
          </a:r>
          <a:r>
            <a:rPr lang="en-US" sz="2200" kern="1200" err="1">
              <a:latin typeface=".VnArial" pitchFamily="34" charset="0"/>
            </a:rPr>
            <a:t>mang</a:t>
          </a:r>
          <a:r>
            <a:rPr lang="en-US" sz="2200" kern="1200">
              <a:latin typeface=".VnArial" pitchFamily="34" charset="0"/>
            </a:rPr>
            <a:t> </a:t>
          </a:r>
          <a:r>
            <a:rPr lang="en-US" sz="2200" kern="1200" err="1">
              <a:latin typeface=".VnArial" pitchFamily="34" charset="0"/>
            </a:rPr>
            <a:t>tÝnh</a:t>
          </a:r>
          <a:r>
            <a:rPr lang="en-US" sz="2200" kern="1200">
              <a:latin typeface=".VnArial" pitchFamily="34" charset="0"/>
            </a:rPr>
            <a:t> </a:t>
          </a:r>
          <a:r>
            <a:rPr lang="en-US" sz="2200" kern="1200" err="1">
              <a:latin typeface=".VnArial" pitchFamily="34" charset="0"/>
            </a:rPr>
            <a:t>kh¸ch</a:t>
          </a:r>
          <a:r>
            <a:rPr lang="en-US" sz="2200" kern="1200">
              <a:latin typeface=".VnArial" pitchFamily="34" charset="0"/>
            </a:rPr>
            <a:t> </a:t>
          </a:r>
          <a:r>
            <a:rPr lang="en-US" sz="2200" kern="1200" err="1">
              <a:latin typeface=".VnArial" pitchFamily="34" charset="0"/>
            </a:rPr>
            <a:t>quan</a:t>
          </a:r>
          <a:r>
            <a:rPr lang="en-US" sz="2200" kern="1200">
              <a:latin typeface=".VnArial" pitchFamily="34" charset="0"/>
            </a:rPr>
            <a:t>, </a:t>
          </a:r>
          <a:r>
            <a:rPr lang="en-US" sz="2200" kern="1200" err="1">
              <a:latin typeface=".VnArial" pitchFamily="34" charset="0"/>
            </a:rPr>
            <a:t>phï</a:t>
          </a:r>
          <a:r>
            <a:rPr lang="en-US" sz="2200" kern="1200">
              <a:latin typeface=".VnArial" pitchFamily="34" charset="0"/>
            </a:rPr>
            <a:t> </a:t>
          </a:r>
          <a:r>
            <a:rPr lang="en-US" sz="2200" kern="1200" err="1">
              <a:latin typeface=".VnArial" pitchFamily="34" charset="0"/>
            </a:rPr>
            <a:t>hîp</a:t>
          </a:r>
          <a:r>
            <a:rPr lang="en-US" sz="2200" kern="1200">
              <a:latin typeface=".VnArial" pitchFamily="34" charset="0"/>
            </a:rPr>
            <a:t> </a:t>
          </a:r>
          <a:r>
            <a:rPr lang="en-US" sz="2200" kern="1200" err="1">
              <a:latin typeface=".VnArial" pitchFamily="34" charset="0"/>
            </a:rPr>
            <a:t>víi</a:t>
          </a:r>
          <a:r>
            <a:rPr lang="en-US" sz="2200" kern="1200">
              <a:latin typeface=".VnArial" pitchFamily="34" charset="0"/>
            </a:rPr>
            <a:t> ®</a:t>
          </a:r>
          <a:r>
            <a:rPr lang="en-US" sz="2200" kern="1200" err="1">
              <a:latin typeface=".VnArial" pitchFamily="34" charset="0"/>
            </a:rPr>
            <a:t>iÒu</a:t>
          </a:r>
          <a:r>
            <a:rPr lang="en-US" sz="2200" kern="1200">
              <a:latin typeface=".VnArial" pitchFamily="34" charset="0"/>
            </a:rPr>
            <a:t> </a:t>
          </a:r>
          <a:r>
            <a:rPr lang="en-US" sz="2200" kern="1200" err="1">
              <a:latin typeface=".VnArial" pitchFamily="34" charset="0"/>
            </a:rPr>
            <a:t>kiÖn</a:t>
          </a:r>
          <a:r>
            <a:rPr lang="en-US" sz="2200" kern="1200">
              <a:latin typeface=".VnArial" pitchFamily="34" charset="0"/>
            </a:rPr>
            <a:t> </a:t>
          </a:r>
          <a:r>
            <a:rPr lang="en-US" sz="2200" kern="1200" err="1">
              <a:latin typeface=".VnArial" pitchFamily="34" charset="0"/>
            </a:rPr>
            <a:t>kinh</a:t>
          </a:r>
          <a:r>
            <a:rPr lang="en-US" sz="2200" kern="1200">
              <a:latin typeface=".VnArial" pitchFamily="34" charset="0"/>
            </a:rPr>
            <a:t> </a:t>
          </a:r>
          <a:r>
            <a:rPr lang="en-US" sz="2200" kern="1200" err="1">
              <a:latin typeface=".VnArial" pitchFamily="34" charset="0"/>
            </a:rPr>
            <a:t>tÕ</a:t>
          </a:r>
          <a:r>
            <a:rPr lang="en-US" sz="2200" kern="1200">
              <a:latin typeface=".VnArial" pitchFamily="34" charset="0"/>
            </a:rPr>
            <a:t>-x· </a:t>
          </a:r>
          <a:r>
            <a:rPr lang="en-US" sz="2200" kern="1200" err="1">
              <a:latin typeface=".VnArial" pitchFamily="34" charset="0"/>
            </a:rPr>
            <a:t>héi</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a:t>
          </a:r>
          <a:r>
            <a:rPr lang="en-US" sz="2200" kern="1200" err="1">
              <a:latin typeface=".VnArial" pitchFamily="34" charset="0"/>
            </a:rPr>
            <a:t>Êt</a:t>
          </a:r>
          <a:r>
            <a:rPr lang="en-US" sz="2200" kern="1200">
              <a:latin typeface=".VnArial" pitchFamily="34" charset="0"/>
            </a:rPr>
            <a:t> n­íc</a:t>
          </a:r>
        </a:p>
      </dsp:txBody>
      <dsp:txXfrm>
        <a:off x="4445078" y="2872980"/>
        <a:ext cx="2904878" cy="142569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35F3F-3DDB-41F7-BFF2-BB91835AEB59}">
      <dsp:nvSpPr>
        <dsp:cNvPr id="0" name=""/>
        <dsp:cNvSpPr/>
      </dsp:nvSpPr>
      <dsp:spPr>
        <a:xfrm>
          <a:off x="1004"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điều</a:t>
          </a:r>
          <a:r>
            <a:rPr lang="en-US" sz="2400" kern="1200"/>
            <a:t> </a:t>
          </a:r>
          <a:r>
            <a:rPr lang="en-US" sz="2400" kern="1200" err="1"/>
            <a:t>chỉnh</a:t>
          </a:r>
          <a:r>
            <a:rPr lang="en-US" sz="2400" kern="1200"/>
            <a:t> </a:t>
          </a:r>
          <a:r>
            <a:rPr lang="en-US" sz="2400" kern="1200" err="1"/>
            <a:t>các</a:t>
          </a:r>
          <a:r>
            <a:rPr lang="en-US" sz="2400" kern="1200"/>
            <a:t> QHXH</a:t>
          </a:r>
        </a:p>
      </dsp:txBody>
      <dsp:txXfrm>
        <a:off x="1004" y="0"/>
        <a:ext cx="2611933" cy="1478041"/>
      </dsp:txXfrm>
    </dsp:sp>
    <dsp:sp modelId="{1D291238-71D1-4926-A8E1-0E2635A30F08}">
      <dsp:nvSpPr>
        <dsp:cNvPr id="0" name=""/>
        <dsp:cNvSpPr/>
      </dsp:nvSpPr>
      <dsp:spPr>
        <a:xfrm>
          <a:off x="262197" y="1478041"/>
          <a:ext cx="2089546" cy="3202423"/>
        </a:xfrm>
        <a:prstGeom prst="roundRect">
          <a:avLst>
            <a:gd name="adj" fmla="val 10000"/>
          </a:avLst>
        </a:prstGeom>
        <a:solidFill>
          <a:schemeClr val="accent2">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en-US" sz="1800" kern="1200">
              <a:solidFill>
                <a:schemeClr val="bg1"/>
              </a:solidFill>
            </a:rPr>
            <a:t>- </a:t>
          </a:r>
          <a:r>
            <a:rPr lang="en-US" sz="2000" kern="1200" err="1">
              <a:solidFill>
                <a:schemeClr val="bg1"/>
              </a:solidFill>
            </a:rPr>
            <a:t>Ghi</a:t>
          </a:r>
          <a:r>
            <a:rPr lang="en-US" sz="2000" kern="1200">
              <a:solidFill>
                <a:schemeClr val="bg1"/>
              </a:solidFill>
            </a:rPr>
            <a:t> </a:t>
          </a:r>
          <a:r>
            <a:rPr lang="en-US" sz="2000" kern="1200" err="1">
              <a:solidFill>
                <a:schemeClr val="bg1"/>
              </a:solidFill>
            </a:rPr>
            <a:t>nhận</a:t>
          </a:r>
          <a:r>
            <a:rPr lang="en-US" sz="2000" kern="1200">
              <a:solidFill>
                <a:schemeClr val="bg1"/>
              </a:solidFill>
            </a:rPr>
            <a:t> </a:t>
          </a:r>
          <a:r>
            <a:rPr lang="en-US" sz="2000" kern="1200" err="1">
              <a:solidFill>
                <a:schemeClr val="bg1"/>
              </a:solidFill>
            </a:rPr>
            <a:t>các</a:t>
          </a:r>
          <a:r>
            <a:rPr lang="en-US" sz="2000" kern="1200">
              <a:solidFill>
                <a:schemeClr val="bg1"/>
              </a:solidFill>
            </a:rPr>
            <a:t> </a:t>
          </a:r>
          <a:r>
            <a:rPr lang="en-US" sz="2000" kern="1200" err="1">
              <a:solidFill>
                <a:schemeClr val="bg1"/>
              </a:solidFill>
            </a:rPr>
            <a:t>quan</a:t>
          </a:r>
          <a:r>
            <a:rPr lang="en-US" sz="2000" kern="1200">
              <a:solidFill>
                <a:schemeClr val="bg1"/>
              </a:solidFill>
            </a:rPr>
            <a:t> </a:t>
          </a:r>
          <a:r>
            <a:rPr lang="en-US" sz="2000" kern="1200" err="1">
              <a:solidFill>
                <a:schemeClr val="bg1"/>
              </a:solidFill>
            </a:rPr>
            <a:t>hệ</a:t>
          </a:r>
          <a:r>
            <a:rPr lang="en-US" sz="2000" kern="1200">
              <a:solidFill>
                <a:schemeClr val="bg1"/>
              </a:solidFill>
            </a:rPr>
            <a:t> </a:t>
          </a:r>
          <a:r>
            <a:rPr lang="en-US" sz="2000" kern="1200" err="1">
              <a:solidFill>
                <a:schemeClr val="bg1"/>
              </a:solidFill>
            </a:rPr>
            <a:t>xã</a:t>
          </a:r>
          <a:r>
            <a:rPr lang="en-US" sz="2000" kern="1200">
              <a:solidFill>
                <a:schemeClr val="bg1"/>
              </a:solidFill>
            </a:rPr>
            <a:t> </a:t>
          </a:r>
          <a:r>
            <a:rPr lang="en-US" sz="2000" kern="1200" err="1">
              <a:solidFill>
                <a:schemeClr val="bg1"/>
              </a:solidFill>
            </a:rPr>
            <a:t>hội</a:t>
          </a:r>
          <a:endParaRPr lang="en-US" sz="2000" kern="1200">
            <a:solidFill>
              <a:schemeClr val="bg1"/>
            </a:solidFill>
          </a:endParaRPr>
        </a:p>
        <a:p>
          <a:pPr marL="0" lvl="0" indent="0" algn="just" defTabSz="800100">
            <a:lnSpc>
              <a:spcPct val="90000"/>
            </a:lnSpc>
            <a:spcBef>
              <a:spcPct val="0"/>
            </a:spcBef>
            <a:spcAft>
              <a:spcPct val="35000"/>
            </a:spcAft>
            <a:buNone/>
          </a:pPr>
          <a:r>
            <a:rPr lang="en-US" sz="2000" kern="1200">
              <a:solidFill>
                <a:schemeClr val="bg1"/>
              </a:solidFill>
            </a:rPr>
            <a:t>- </a:t>
          </a:r>
          <a:r>
            <a:rPr lang="en-US" sz="2000" kern="1200" err="1">
              <a:solidFill>
                <a:schemeClr val="bg1"/>
              </a:solidFill>
            </a:rPr>
            <a:t>Bảo</a:t>
          </a:r>
          <a:r>
            <a:rPr lang="en-US" sz="2000" kern="1200">
              <a:solidFill>
                <a:schemeClr val="bg1"/>
              </a:solidFill>
            </a:rPr>
            <a:t> </a:t>
          </a:r>
          <a:r>
            <a:rPr lang="en-US" sz="2000" kern="1200" err="1">
              <a:solidFill>
                <a:schemeClr val="bg1"/>
              </a:solidFill>
            </a:rPr>
            <a:t>vệ</a:t>
          </a:r>
          <a:r>
            <a:rPr lang="en-US" sz="2000" kern="1200">
              <a:solidFill>
                <a:schemeClr val="bg1"/>
              </a:solidFill>
            </a:rPr>
            <a:t> </a:t>
          </a:r>
          <a:r>
            <a:rPr lang="en-US" sz="2000" kern="1200" err="1">
              <a:solidFill>
                <a:schemeClr val="bg1"/>
              </a:solidFill>
            </a:rPr>
            <a:t>các</a:t>
          </a:r>
          <a:r>
            <a:rPr lang="en-US" sz="2000" kern="1200">
              <a:solidFill>
                <a:schemeClr val="bg1"/>
              </a:solidFill>
            </a:rPr>
            <a:t> </a:t>
          </a:r>
          <a:r>
            <a:rPr lang="en-US" sz="2000" kern="1200" err="1">
              <a:solidFill>
                <a:schemeClr val="bg1"/>
              </a:solidFill>
            </a:rPr>
            <a:t>quan</a:t>
          </a:r>
          <a:r>
            <a:rPr lang="en-US" sz="2000" kern="1200">
              <a:solidFill>
                <a:schemeClr val="bg1"/>
              </a:solidFill>
            </a:rPr>
            <a:t> </a:t>
          </a:r>
          <a:r>
            <a:rPr lang="en-US" sz="2000" kern="1200" err="1">
              <a:solidFill>
                <a:schemeClr val="bg1"/>
              </a:solidFill>
            </a:rPr>
            <a:t>hệ</a:t>
          </a:r>
          <a:r>
            <a:rPr lang="en-US" sz="2000" kern="1200">
              <a:solidFill>
                <a:schemeClr val="bg1"/>
              </a:solidFill>
            </a:rPr>
            <a:t> </a:t>
          </a:r>
          <a:r>
            <a:rPr lang="en-US" sz="2000" kern="1200" err="1">
              <a:solidFill>
                <a:schemeClr val="bg1"/>
              </a:solidFill>
            </a:rPr>
            <a:t>xã</a:t>
          </a:r>
          <a:r>
            <a:rPr lang="en-US" sz="2000" kern="1200">
              <a:solidFill>
                <a:schemeClr val="bg1"/>
              </a:solidFill>
            </a:rPr>
            <a:t> </a:t>
          </a:r>
          <a:r>
            <a:rPr lang="en-US" sz="2000" kern="1200" err="1">
              <a:solidFill>
                <a:schemeClr val="bg1"/>
              </a:solidFill>
            </a:rPr>
            <a:t>hội</a:t>
          </a:r>
          <a:endParaRPr lang="en-US" sz="2000" kern="1200">
            <a:solidFill>
              <a:schemeClr val="bg1"/>
            </a:solidFill>
          </a:endParaRPr>
        </a:p>
        <a:p>
          <a:pPr marL="0" lvl="0" indent="0" algn="just" defTabSz="800100">
            <a:lnSpc>
              <a:spcPct val="90000"/>
            </a:lnSpc>
            <a:spcBef>
              <a:spcPct val="0"/>
            </a:spcBef>
            <a:spcAft>
              <a:spcPct val="35000"/>
            </a:spcAft>
            <a:buNone/>
          </a:pPr>
          <a:r>
            <a:rPr lang="en-US" sz="2000" kern="1200">
              <a:solidFill>
                <a:schemeClr val="bg1"/>
              </a:solidFill>
            </a:rPr>
            <a:t>VD: Cho </a:t>
          </a:r>
          <a:r>
            <a:rPr lang="en-US" sz="2000" kern="1200" err="1">
              <a:solidFill>
                <a:schemeClr val="bg1"/>
              </a:solidFill>
            </a:rPr>
            <a:t>phép</a:t>
          </a:r>
          <a:r>
            <a:rPr lang="en-US" sz="2000" kern="1200">
              <a:solidFill>
                <a:schemeClr val="bg1"/>
              </a:solidFill>
            </a:rPr>
            <a:t>, </a:t>
          </a:r>
          <a:r>
            <a:rPr lang="en-US" sz="2000" kern="1200" err="1">
              <a:solidFill>
                <a:schemeClr val="bg1"/>
              </a:solidFill>
            </a:rPr>
            <a:t>ngăn</a:t>
          </a:r>
          <a:r>
            <a:rPr lang="en-US" sz="2000" kern="1200">
              <a:solidFill>
                <a:schemeClr val="bg1"/>
              </a:solidFill>
            </a:rPr>
            <a:t> </a:t>
          </a:r>
          <a:r>
            <a:rPr lang="en-US" sz="2000" kern="1200" err="1">
              <a:solidFill>
                <a:schemeClr val="bg1"/>
              </a:solidFill>
            </a:rPr>
            <a:t>cấm</a:t>
          </a:r>
          <a:r>
            <a:rPr lang="en-US" sz="2000" kern="1200">
              <a:solidFill>
                <a:schemeClr val="bg1"/>
              </a:solidFill>
            </a:rPr>
            <a:t>, </a:t>
          </a:r>
          <a:r>
            <a:rPr lang="en-US" sz="2000" kern="1200" err="1">
              <a:solidFill>
                <a:schemeClr val="bg1"/>
              </a:solidFill>
            </a:rPr>
            <a:t>phải</a:t>
          </a:r>
          <a:r>
            <a:rPr lang="en-US" sz="2000" kern="1200">
              <a:solidFill>
                <a:schemeClr val="bg1"/>
              </a:solidFill>
            </a:rPr>
            <a:t> làm</a:t>
          </a:r>
        </a:p>
        <a:p>
          <a:pPr marL="0" lvl="0" indent="0" algn="ctr" defTabSz="800100">
            <a:lnSpc>
              <a:spcPct val="90000"/>
            </a:lnSpc>
            <a:spcBef>
              <a:spcPct val="0"/>
            </a:spcBef>
            <a:spcAft>
              <a:spcPct val="35000"/>
            </a:spcAft>
            <a:buNone/>
          </a:pPr>
          <a:endParaRPr lang="en-US" sz="1800" kern="1200"/>
        </a:p>
      </dsp:txBody>
      <dsp:txXfrm>
        <a:off x="323398" y="1539242"/>
        <a:ext cx="1967144" cy="3080021"/>
      </dsp:txXfrm>
    </dsp:sp>
    <dsp:sp modelId="{75B12747-9A70-476A-9B66-CE3FAA86729E}">
      <dsp:nvSpPr>
        <dsp:cNvPr id="0" name=""/>
        <dsp:cNvSpPr/>
      </dsp:nvSpPr>
      <dsp:spPr>
        <a:xfrm>
          <a:off x="2808833"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bảo</a:t>
          </a:r>
          <a:r>
            <a:rPr lang="en-US" sz="2400" kern="1200"/>
            <a:t> </a:t>
          </a:r>
          <a:r>
            <a:rPr lang="en-US" sz="2400" kern="1200" err="1"/>
            <a:t>vệ</a:t>
          </a:r>
          <a:r>
            <a:rPr lang="en-US" sz="2400" kern="1200"/>
            <a:t> </a:t>
          </a:r>
          <a:r>
            <a:rPr lang="en-US" sz="2400" kern="1200" err="1"/>
            <a:t>các</a:t>
          </a:r>
          <a:r>
            <a:rPr lang="en-US" sz="2400" kern="1200"/>
            <a:t> QHXH</a:t>
          </a:r>
        </a:p>
      </dsp:txBody>
      <dsp:txXfrm>
        <a:off x="2808833" y="0"/>
        <a:ext cx="2611933" cy="1478041"/>
      </dsp:txXfrm>
    </dsp:sp>
    <dsp:sp modelId="{E87F1EB7-5CCE-4037-888C-C5DFC7E3C395}">
      <dsp:nvSpPr>
        <dsp:cNvPr id="0" name=""/>
        <dsp:cNvSpPr/>
      </dsp:nvSpPr>
      <dsp:spPr>
        <a:xfrm>
          <a:off x="3070026" y="1478041"/>
          <a:ext cx="2089546" cy="3202423"/>
        </a:xfrm>
        <a:prstGeom prst="roundRect">
          <a:avLst>
            <a:gd name="adj" fmla="val 10000"/>
          </a:avLst>
        </a:prstGeom>
        <a:solidFill>
          <a:schemeClr val="accent2">
            <a:hueOff val="-10081593"/>
            <a:satOff val="4384"/>
            <a:lumOff val="1275"/>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40005" rIns="53340" bIns="40005" numCol="1" spcCol="1270" anchor="ctr" anchorCtr="0">
          <a:noAutofit/>
        </a:bodyPr>
        <a:lstStyle/>
        <a:p>
          <a:pPr marL="0" lvl="0" indent="0" algn="just" defTabSz="933450">
            <a:lnSpc>
              <a:spcPct val="90000"/>
            </a:lnSpc>
            <a:spcBef>
              <a:spcPct val="0"/>
            </a:spcBef>
            <a:spcAft>
              <a:spcPct val="35000"/>
            </a:spcAft>
            <a:buNone/>
          </a:pPr>
          <a:r>
            <a:rPr lang="en-US" sz="2100" kern="1200" err="1">
              <a:solidFill>
                <a:schemeClr val="tx1"/>
              </a:solidFill>
            </a:rPr>
            <a:t>Áp</a:t>
          </a:r>
          <a:r>
            <a:rPr lang="en-US" sz="2100" kern="1200">
              <a:solidFill>
                <a:schemeClr val="tx1"/>
              </a:solidFill>
            </a:rPr>
            <a:t> </a:t>
          </a:r>
          <a:r>
            <a:rPr lang="en-US" sz="2100" kern="1200" err="1">
              <a:solidFill>
                <a:schemeClr val="tx1"/>
              </a:solidFill>
            </a:rPr>
            <a:t>dụng</a:t>
          </a:r>
          <a:r>
            <a:rPr lang="en-US" sz="2100" kern="1200">
              <a:solidFill>
                <a:schemeClr val="tx1"/>
              </a:solidFill>
            </a:rPr>
            <a:t> </a:t>
          </a:r>
          <a:r>
            <a:rPr lang="en-US" sz="2100" kern="1200" err="1">
              <a:solidFill>
                <a:schemeClr val="tx1"/>
              </a:solidFill>
            </a:rPr>
            <a:t>các</a:t>
          </a:r>
          <a:r>
            <a:rPr lang="en-US" sz="2100" kern="1200">
              <a:solidFill>
                <a:schemeClr val="tx1"/>
              </a:solidFill>
            </a:rPr>
            <a:t> </a:t>
          </a:r>
          <a:r>
            <a:rPr lang="en-US" sz="2100" kern="1200" err="1">
              <a:solidFill>
                <a:schemeClr val="tx1"/>
              </a:solidFill>
            </a:rPr>
            <a:t>biện</a:t>
          </a:r>
          <a:r>
            <a:rPr lang="en-US" sz="2100" kern="1200">
              <a:solidFill>
                <a:schemeClr val="tx1"/>
              </a:solidFill>
            </a:rPr>
            <a:t> </a:t>
          </a:r>
          <a:r>
            <a:rPr lang="en-US" sz="2100" kern="1200" err="1">
              <a:solidFill>
                <a:schemeClr val="tx1"/>
              </a:solidFill>
            </a:rPr>
            <a:t>pháp</a:t>
          </a:r>
          <a:r>
            <a:rPr lang="en-US" sz="2100" kern="1200">
              <a:solidFill>
                <a:schemeClr val="tx1"/>
              </a:solidFill>
            </a:rPr>
            <a:t> </a:t>
          </a:r>
          <a:r>
            <a:rPr lang="en-US" sz="2100" kern="1200" err="1">
              <a:solidFill>
                <a:schemeClr val="tx1"/>
              </a:solidFill>
            </a:rPr>
            <a:t>cưỡng</a:t>
          </a:r>
          <a:r>
            <a:rPr lang="en-US" sz="2100" kern="1200">
              <a:solidFill>
                <a:schemeClr val="tx1"/>
              </a:solidFill>
            </a:rPr>
            <a:t> </a:t>
          </a:r>
          <a:r>
            <a:rPr lang="en-US" sz="2100" kern="1200" err="1">
              <a:solidFill>
                <a:schemeClr val="tx1"/>
              </a:solidFill>
            </a:rPr>
            <a:t>chế</a:t>
          </a:r>
          <a:r>
            <a:rPr lang="en-US" sz="2100" kern="1200">
              <a:solidFill>
                <a:schemeClr val="tx1"/>
              </a:solidFill>
            </a:rPr>
            <a:t> </a:t>
          </a:r>
          <a:r>
            <a:rPr lang="en-US" sz="2100" kern="1200" err="1">
              <a:solidFill>
                <a:schemeClr val="tx1"/>
              </a:solidFill>
            </a:rPr>
            <a:t>đối</a:t>
          </a:r>
          <a:r>
            <a:rPr lang="en-US" sz="2100" kern="1200">
              <a:solidFill>
                <a:schemeClr val="tx1"/>
              </a:solidFill>
            </a:rPr>
            <a:t> </a:t>
          </a:r>
          <a:r>
            <a:rPr lang="en-US" sz="2100" kern="1200" err="1">
              <a:solidFill>
                <a:schemeClr val="tx1"/>
              </a:solidFill>
            </a:rPr>
            <a:t>với</a:t>
          </a:r>
          <a:r>
            <a:rPr lang="en-US" sz="2100" kern="1200">
              <a:solidFill>
                <a:schemeClr val="tx1"/>
              </a:solidFill>
            </a:rPr>
            <a:t> </a:t>
          </a:r>
          <a:r>
            <a:rPr lang="en-US" sz="2100" kern="1200" err="1">
              <a:solidFill>
                <a:schemeClr val="tx1"/>
              </a:solidFill>
            </a:rPr>
            <a:t>người</a:t>
          </a:r>
          <a:r>
            <a:rPr lang="en-US" sz="2100" kern="1200">
              <a:solidFill>
                <a:schemeClr val="tx1"/>
              </a:solidFill>
            </a:rPr>
            <a:t> </a:t>
          </a:r>
          <a:r>
            <a:rPr lang="en-US" sz="2100" kern="1200" err="1">
              <a:solidFill>
                <a:schemeClr val="tx1"/>
              </a:solidFill>
            </a:rPr>
            <a:t>có</a:t>
          </a:r>
          <a:r>
            <a:rPr lang="en-US" sz="2100" kern="1200">
              <a:solidFill>
                <a:schemeClr val="tx1"/>
              </a:solidFill>
            </a:rPr>
            <a:t> </a:t>
          </a:r>
          <a:r>
            <a:rPr lang="en-US" sz="2100" kern="1200" err="1">
              <a:solidFill>
                <a:schemeClr val="tx1"/>
              </a:solidFill>
            </a:rPr>
            <a:t>hành</a:t>
          </a:r>
          <a:r>
            <a:rPr lang="en-US" sz="2100" kern="1200">
              <a:solidFill>
                <a:schemeClr val="tx1"/>
              </a:solidFill>
            </a:rPr>
            <a:t> vi </a:t>
          </a:r>
          <a:r>
            <a:rPr lang="en-US" sz="2100" kern="1200" err="1">
              <a:solidFill>
                <a:schemeClr val="tx1"/>
              </a:solidFill>
            </a:rPr>
            <a:t>xâm</a:t>
          </a:r>
          <a:r>
            <a:rPr lang="en-US" sz="2100" kern="1200">
              <a:solidFill>
                <a:schemeClr val="tx1"/>
              </a:solidFill>
            </a:rPr>
            <a:t> </a:t>
          </a:r>
          <a:r>
            <a:rPr lang="en-US" sz="2100" kern="1200" err="1">
              <a:solidFill>
                <a:schemeClr val="tx1"/>
              </a:solidFill>
            </a:rPr>
            <a:t>phạm</a:t>
          </a:r>
          <a:r>
            <a:rPr lang="en-US" sz="2100" kern="1200">
              <a:solidFill>
                <a:schemeClr val="tx1"/>
              </a:solidFill>
            </a:rPr>
            <a:t> </a:t>
          </a:r>
          <a:r>
            <a:rPr lang="en-US" sz="2100" kern="1200" err="1">
              <a:solidFill>
                <a:schemeClr val="tx1"/>
              </a:solidFill>
            </a:rPr>
            <a:t>các</a:t>
          </a:r>
          <a:r>
            <a:rPr lang="en-US" sz="2100" kern="1200">
              <a:solidFill>
                <a:schemeClr val="tx1"/>
              </a:solidFill>
            </a:rPr>
            <a:t> QHXH </a:t>
          </a:r>
          <a:r>
            <a:rPr lang="en-US" sz="2100" kern="1200" err="1">
              <a:solidFill>
                <a:schemeClr val="tx1"/>
              </a:solidFill>
            </a:rPr>
            <a:t>được</a:t>
          </a:r>
          <a:r>
            <a:rPr lang="en-US" sz="2100" kern="1200">
              <a:solidFill>
                <a:schemeClr val="tx1"/>
              </a:solidFill>
            </a:rPr>
            <a:t> </a:t>
          </a:r>
          <a:r>
            <a:rPr lang="en-US" sz="2100" kern="1200" err="1">
              <a:solidFill>
                <a:schemeClr val="tx1"/>
              </a:solidFill>
            </a:rPr>
            <a:t>điều</a:t>
          </a:r>
          <a:r>
            <a:rPr lang="en-US" sz="2100" kern="1200">
              <a:solidFill>
                <a:schemeClr val="tx1"/>
              </a:solidFill>
            </a:rPr>
            <a:t> </a:t>
          </a:r>
          <a:r>
            <a:rPr lang="en-US" sz="2100" kern="1200" err="1">
              <a:solidFill>
                <a:schemeClr val="tx1"/>
              </a:solidFill>
            </a:rPr>
            <a:t>chỉnh</a:t>
          </a:r>
          <a:endParaRPr lang="en-US" sz="2100" kern="1200">
            <a:solidFill>
              <a:schemeClr val="tx1"/>
            </a:solidFill>
          </a:endParaRPr>
        </a:p>
      </dsp:txBody>
      <dsp:txXfrm>
        <a:off x="3131227" y="1539242"/>
        <a:ext cx="1967144" cy="3080021"/>
      </dsp:txXfrm>
    </dsp:sp>
    <dsp:sp modelId="{3D1DFC54-C6CA-42E7-9376-C8DA41666747}">
      <dsp:nvSpPr>
        <dsp:cNvPr id="0" name=""/>
        <dsp:cNvSpPr/>
      </dsp:nvSpPr>
      <dsp:spPr>
        <a:xfrm>
          <a:off x="5617666"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giáo</a:t>
          </a:r>
          <a:r>
            <a:rPr lang="en-US" sz="2400" kern="1200"/>
            <a:t> </a:t>
          </a:r>
          <a:r>
            <a:rPr lang="en-US" sz="2400" kern="1200" err="1"/>
            <a:t>dục</a:t>
          </a:r>
          <a:r>
            <a:rPr lang="en-US" sz="2400" kern="1200"/>
            <a:t> </a:t>
          </a:r>
          <a:r>
            <a:rPr lang="en-US" sz="2400" kern="1200" err="1"/>
            <a:t>của</a:t>
          </a:r>
          <a:r>
            <a:rPr lang="en-US" sz="2400" kern="1200"/>
            <a:t> PL</a:t>
          </a:r>
        </a:p>
      </dsp:txBody>
      <dsp:txXfrm>
        <a:off x="5617666" y="0"/>
        <a:ext cx="2611933" cy="1478041"/>
      </dsp:txXfrm>
    </dsp:sp>
    <dsp:sp modelId="{7672375F-67D8-4C44-925E-75D257A78D79}">
      <dsp:nvSpPr>
        <dsp:cNvPr id="0" name=""/>
        <dsp:cNvSpPr/>
      </dsp:nvSpPr>
      <dsp:spPr>
        <a:xfrm>
          <a:off x="5877855" y="1478041"/>
          <a:ext cx="2089546" cy="3202423"/>
        </a:xfrm>
        <a:prstGeom prst="roundRect">
          <a:avLst>
            <a:gd name="adj" fmla="val 10000"/>
          </a:avLst>
        </a:prstGeom>
        <a:solidFill>
          <a:schemeClr val="accent2">
            <a:hueOff val="-20163186"/>
            <a:satOff val="8769"/>
            <a:lumOff val="255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40005" rIns="53340" bIns="40005" numCol="1" spcCol="1270" anchor="ctr" anchorCtr="0">
          <a:noAutofit/>
        </a:bodyPr>
        <a:lstStyle/>
        <a:p>
          <a:pPr marL="0" lvl="0" indent="0" algn="just" defTabSz="933450">
            <a:lnSpc>
              <a:spcPct val="90000"/>
            </a:lnSpc>
            <a:spcBef>
              <a:spcPct val="0"/>
            </a:spcBef>
            <a:spcAft>
              <a:spcPct val="35000"/>
            </a:spcAft>
            <a:buNone/>
          </a:pPr>
          <a:r>
            <a:rPr lang="en-US" sz="2100" kern="1200" err="1">
              <a:solidFill>
                <a:schemeClr val="bg1"/>
              </a:solidFill>
            </a:rPr>
            <a:t>Tác</a:t>
          </a:r>
          <a:r>
            <a:rPr lang="en-US" sz="2100" kern="1200">
              <a:solidFill>
                <a:schemeClr val="bg1"/>
              </a:solidFill>
            </a:rPr>
            <a:t> </a:t>
          </a:r>
          <a:r>
            <a:rPr lang="en-US" sz="2100" kern="1200" err="1">
              <a:solidFill>
                <a:schemeClr val="bg1"/>
              </a:solidFill>
            </a:rPr>
            <a:t>động</a:t>
          </a:r>
          <a:r>
            <a:rPr lang="en-US" sz="2100" kern="1200">
              <a:solidFill>
                <a:schemeClr val="bg1"/>
              </a:solidFill>
            </a:rPr>
            <a:t> </a:t>
          </a:r>
          <a:r>
            <a:rPr lang="en-US" sz="2100" kern="1200" err="1">
              <a:solidFill>
                <a:schemeClr val="bg1"/>
              </a:solidFill>
            </a:rPr>
            <a:t>vào</a:t>
          </a:r>
          <a:r>
            <a:rPr lang="en-US" sz="2100" kern="1200">
              <a:solidFill>
                <a:schemeClr val="bg1"/>
              </a:solidFill>
            </a:rPr>
            <a:t> ý </a:t>
          </a:r>
          <a:r>
            <a:rPr lang="en-US" sz="2100" kern="1200" err="1">
              <a:solidFill>
                <a:schemeClr val="bg1"/>
              </a:solidFill>
            </a:rPr>
            <a:t>thức</a:t>
          </a:r>
          <a:r>
            <a:rPr lang="en-US" sz="2100" kern="1200">
              <a:solidFill>
                <a:schemeClr val="bg1"/>
              </a:solidFill>
            </a:rPr>
            <a:t> </a:t>
          </a:r>
          <a:r>
            <a:rPr lang="en-US" sz="2100" kern="1200" err="1">
              <a:solidFill>
                <a:schemeClr val="bg1"/>
              </a:solidFill>
            </a:rPr>
            <a:t>của</a:t>
          </a:r>
          <a:r>
            <a:rPr lang="en-US" sz="2100" kern="1200">
              <a:solidFill>
                <a:schemeClr val="bg1"/>
              </a:solidFill>
            </a:rPr>
            <a:t> con </a:t>
          </a:r>
          <a:r>
            <a:rPr lang="en-US" sz="2100" kern="1200" err="1">
              <a:solidFill>
                <a:schemeClr val="bg1"/>
              </a:solidFill>
            </a:rPr>
            <a:t>người</a:t>
          </a:r>
          <a:r>
            <a:rPr lang="en-US" sz="2100" kern="1200">
              <a:solidFill>
                <a:schemeClr val="bg1"/>
              </a:solidFill>
            </a:rPr>
            <a:t> </a:t>
          </a:r>
          <a:r>
            <a:rPr lang="en-US" sz="2100" kern="1200" err="1">
              <a:solidFill>
                <a:schemeClr val="bg1"/>
              </a:solidFill>
            </a:rPr>
            <a:t>hình</a:t>
          </a:r>
          <a:r>
            <a:rPr lang="en-US" sz="2100" kern="1200">
              <a:solidFill>
                <a:schemeClr val="bg1"/>
              </a:solidFill>
            </a:rPr>
            <a:t> </a:t>
          </a:r>
          <a:r>
            <a:rPr lang="en-US" sz="2100" kern="1200" err="1">
              <a:solidFill>
                <a:schemeClr val="bg1"/>
              </a:solidFill>
            </a:rPr>
            <a:t>thành</a:t>
          </a:r>
          <a:r>
            <a:rPr lang="en-US" sz="2100" kern="1200">
              <a:solidFill>
                <a:schemeClr val="bg1"/>
              </a:solidFill>
            </a:rPr>
            <a:t> ý </a:t>
          </a:r>
          <a:r>
            <a:rPr lang="en-US" sz="2100" kern="1200" err="1">
              <a:solidFill>
                <a:schemeClr val="bg1"/>
              </a:solidFill>
            </a:rPr>
            <a:t>thức</a:t>
          </a:r>
          <a:r>
            <a:rPr lang="en-US" sz="2100" kern="1200">
              <a:solidFill>
                <a:schemeClr val="bg1"/>
              </a:solidFill>
            </a:rPr>
            <a:t> </a:t>
          </a:r>
          <a:r>
            <a:rPr lang="en-US" sz="2100" kern="1200" err="1">
              <a:solidFill>
                <a:schemeClr val="bg1"/>
              </a:solidFill>
            </a:rPr>
            <a:t>pháp</a:t>
          </a:r>
          <a:r>
            <a:rPr lang="en-US" sz="2100" kern="1200">
              <a:solidFill>
                <a:schemeClr val="bg1"/>
              </a:solidFill>
            </a:rPr>
            <a:t> </a:t>
          </a:r>
          <a:r>
            <a:rPr lang="en-US" sz="2100" kern="1200" err="1">
              <a:solidFill>
                <a:schemeClr val="bg1"/>
              </a:solidFill>
            </a:rPr>
            <a:t>luật</a:t>
          </a:r>
          <a:r>
            <a:rPr lang="en-US" sz="2100" kern="1200">
              <a:solidFill>
                <a:schemeClr val="bg1"/>
              </a:solidFill>
            </a:rPr>
            <a:t>.</a:t>
          </a:r>
        </a:p>
      </dsp:txBody>
      <dsp:txXfrm>
        <a:off x="5939056" y="1539242"/>
        <a:ext cx="1967144" cy="308002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5B1E6-D274-4BD0-B9D3-20483792ED33}">
      <dsp:nvSpPr>
        <dsp:cNvPr id="0" name=""/>
        <dsp:cNvSpPr/>
      </dsp:nvSpPr>
      <dsp:spPr>
        <a:xfrm rot="5400000">
          <a:off x="4982706" y="-1783206"/>
          <a:ext cx="1434107"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a:t>Pháp luật do trình độ nền kinh tế quyết định</a:t>
          </a:r>
        </a:p>
        <a:p>
          <a:pPr marL="228600" lvl="1" indent="-228600" algn="l" defTabSz="977900">
            <a:lnSpc>
              <a:spcPct val="90000"/>
            </a:lnSpc>
            <a:spcBef>
              <a:spcPct val="0"/>
            </a:spcBef>
            <a:spcAft>
              <a:spcPct val="15000"/>
            </a:spcAft>
            <a:buChar char="•"/>
          </a:pPr>
          <a:r>
            <a:rPr lang="en-US" sz="2200" kern="1200"/>
            <a:t>Sự tác động trở lại của pháp luật đối với kinh tế</a:t>
          </a:r>
        </a:p>
      </dsp:txBody>
      <dsp:txXfrm rot="-5400000">
        <a:off x="3017520" y="251987"/>
        <a:ext cx="5294473" cy="1294093"/>
      </dsp:txXfrm>
    </dsp:sp>
    <dsp:sp modelId="{5B501A1F-8237-4E49-B4AC-3B90B388E097}">
      <dsp:nvSpPr>
        <dsp:cNvPr id="0" name=""/>
        <dsp:cNvSpPr/>
      </dsp:nvSpPr>
      <dsp:spPr>
        <a:xfrm>
          <a:off x="0" y="2716"/>
          <a:ext cx="3017520" cy="1792634"/>
        </a:xfrm>
        <a:prstGeom prst="roundRect">
          <a:avLst/>
        </a:prstGeom>
        <a:gradFill rotWithShape="0">
          <a:gsLst>
            <a:gs pos="0">
              <a:schemeClr val="accent3">
                <a:shade val="80000"/>
                <a:hueOff val="0"/>
                <a:satOff val="0"/>
                <a:lumOff val="0"/>
                <a:alphaOff val="0"/>
                <a:shade val="15000"/>
                <a:satMod val="180000"/>
              </a:schemeClr>
            </a:gs>
            <a:gs pos="50000">
              <a:schemeClr val="accent3">
                <a:shade val="80000"/>
                <a:hueOff val="0"/>
                <a:satOff val="0"/>
                <a:lumOff val="0"/>
                <a:alphaOff val="0"/>
                <a:shade val="45000"/>
                <a:satMod val="170000"/>
              </a:schemeClr>
            </a:gs>
            <a:gs pos="70000">
              <a:schemeClr val="accent3">
                <a:shade val="80000"/>
                <a:hueOff val="0"/>
                <a:satOff val="0"/>
                <a:lumOff val="0"/>
                <a:alphaOff val="0"/>
                <a:tint val="99000"/>
                <a:shade val="65000"/>
                <a:satMod val="155000"/>
              </a:schemeClr>
            </a:gs>
            <a:gs pos="100000">
              <a:schemeClr val="accent3">
                <a:shade val="80000"/>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Pháp luật với kinh tế</a:t>
          </a:r>
        </a:p>
      </dsp:txBody>
      <dsp:txXfrm>
        <a:off x="87509" y="90225"/>
        <a:ext cx="2842502" cy="1617616"/>
      </dsp:txXfrm>
    </dsp:sp>
    <dsp:sp modelId="{166A563E-22C1-4045-BD09-CC206774534E}">
      <dsp:nvSpPr>
        <dsp:cNvPr id="0" name=""/>
        <dsp:cNvSpPr/>
      </dsp:nvSpPr>
      <dsp:spPr>
        <a:xfrm rot="5400000">
          <a:off x="4828589" y="99059"/>
          <a:ext cx="1742340"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a:t>Pháp luật chịu sự tác động của đạo đức</a:t>
          </a:r>
        </a:p>
        <a:p>
          <a:pPr marL="228600" lvl="1" indent="-228600" algn="l" defTabSz="1066800">
            <a:lnSpc>
              <a:spcPct val="90000"/>
            </a:lnSpc>
            <a:spcBef>
              <a:spcPct val="0"/>
            </a:spcBef>
            <a:spcAft>
              <a:spcPct val="15000"/>
            </a:spcAft>
            <a:buChar char="•"/>
          </a:pPr>
          <a:r>
            <a:rPr lang="en-US" sz="2400" kern="1200"/>
            <a:t>Sự khác biệt giữa pháp luật và đạo đức</a:t>
          </a:r>
        </a:p>
      </dsp:txBody>
      <dsp:txXfrm rot="-5400000">
        <a:off x="3017519" y="1995183"/>
        <a:ext cx="5279426" cy="1572232"/>
      </dsp:txXfrm>
    </dsp:sp>
    <dsp:sp modelId="{2415B5C2-C9F3-42B3-8697-3C7C9388084D}">
      <dsp:nvSpPr>
        <dsp:cNvPr id="0" name=""/>
        <dsp:cNvSpPr/>
      </dsp:nvSpPr>
      <dsp:spPr>
        <a:xfrm>
          <a:off x="0" y="1884982"/>
          <a:ext cx="3017520" cy="1792634"/>
        </a:xfrm>
        <a:prstGeom prst="roundRect">
          <a:avLst/>
        </a:prstGeom>
        <a:gradFill rotWithShape="0">
          <a:gsLst>
            <a:gs pos="0">
              <a:schemeClr val="accent3">
                <a:shade val="80000"/>
                <a:hueOff val="-295230"/>
                <a:satOff val="-1764"/>
                <a:lumOff val="15253"/>
                <a:alphaOff val="0"/>
                <a:shade val="15000"/>
                <a:satMod val="180000"/>
              </a:schemeClr>
            </a:gs>
            <a:gs pos="50000">
              <a:schemeClr val="accent3">
                <a:shade val="80000"/>
                <a:hueOff val="-295230"/>
                <a:satOff val="-1764"/>
                <a:lumOff val="15253"/>
                <a:alphaOff val="0"/>
                <a:shade val="45000"/>
                <a:satMod val="170000"/>
              </a:schemeClr>
            </a:gs>
            <a:gs pos="70000">
              <a:schemeClr val="accent3">
                <a:shade val="80000"/>
                <a:hueOff val="-295230"/>
                <a:satOff val="-1764"/>
                <a:lumOff val="15253"/>
                <a:alphaOff val="0"/>
                <a:tint val="99000"/>
                <a:shade val="65000"/>
                <a:satMod val="155000"/>
              </a:schemeClr>
            </a:gs>
            <a:gs pos="100000">
              <a:schemeClr val="accent3">
                <a:shade val="80000"/>
                <a:hueOff val="-295230"/>
                <a:satOff val="-1764"/>
                <a:lumOff val="15253"/>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Pháp luật với đạo đức</a:t>
          </a:r>
        </a:p>
      </dsp:txBody>
      <dsp:txXfrm>
        <a:off x="87509" y="1972491"/>
        <a:ext cx="2842502" cy="1617616"/>
      </dsp:txXfrm>
    </dsp:sp>
    <dsp:sp modelId="{D4EE1BC1-4E78-4AE9-8BCA-B3F595B17EDE}">
      <dsp:nvSpPr>
        <dsp:cNvPr id="0" name=""/>
        <dsp:cNvSpPr/>
      </dsp:nvSpPr>
      <dsp:spPr>
        <a:xfrm rot="5400000">
          <a:off x="4982706" y="1981326"/>
          <a:ext cx="1434107"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n-US" sz="2200" kern="1200"/>
            <a:t>Pháp luật và nhà nước là hai hiện tượng không thể tách rời</a:t>
          </a:r>
        </a:p>
        <a:p>
          <a:pPr marL="228600" lvl="1" indent="-228600" algn="just" defTabSz="977900">
            <a:lnSpc>
              <a:spcPct val="90000"/>
            </a:lnSpc>
            <a:spcBef>
              <a:spcPct val="0"/>
            </a:spcBef>
            <a:spcAft>
              <a:spcPct val="15000"/>
            </a:spcAft>
            <a:buChar char="•"/>
          </a:pPr>
          <a:r>
            <a:rPr lang="en-US" sz="2200" kern="1200"/>
            <a:t>Nhà nước sử dụng pháp luật để quản lí xã hội, đông thời bị giới hạn bởi pháp luật.</a:t>
          </a:r>
        </a:p>
      </dsp:txBody>
      <dsp:txXfrm rot="-5400000">
        <a:off x="3017520" y="4016520"/>
        <a:ext cx="5294473" cy="1294093"/>
      </dsp:txXfrm>
    </dsp:sp>
    <dsp:sp modelId="{BBC7C8D8-0281-4DB7-8B99-056E6D38EA30}">
      <dsp:nvSpPr>
        <dsp:cNvPr id="0" name=""/>
        <dsp:cNvSpPr/>
      </dsp:nvSpPr>
      <dsp:spPr>
        <a:xfrm>
          <a:off x="0" y="3767249"/>
          <a:ext cx="3017520" cy="1792634"/>
        </a:xfrm>
        <a:prstGeom prst="roundRect">
          <a:avLst/>
        </a:prstGeom>
        <a:gradFill rotWithShape="0">
          <a:gsLst>
            <a:gs pos="0">
              <a:schemeClr val="accent3">
                <a:shade val="80000"/>
                <a:hueOff val="-590460"/>
                <a:satOff val="-3527"/>
                <a:lumOff val="30506"/>
                <a:alphaOff val="0"/>
                <a:shade val="15000"/>
                <a:satMod val="180000"/>
              </a:schemeClr>
            </a:gs>
            <a:gs pos="50000">
              <a:schemeClr val="accent3">
                <a:shade val="80000"/>
                <a:hueOff val="-590460"/>
                <a:satOff val="-3527"/>
                <a:lumOff val="30506"/>
                <a:alphaOff val="0"/>
                <a:shade val="45000"/>
                <a:satMod val="170000"/>
              </a:schemeClr>
            </a:gs>
            <a:gs pos="70000">
              <a:schemeClr val="accent3">
                <a:shade val="80000"/>
                <a:hueOff val="-590460"/>
                <a:satOff val="-3527"/>
                <a:lumOff val="30506"/>
                <a:alphaOff val="0"/>
                <a:tint val="99000"/>
                <a:shade val="65000"/>
                <a:satMod val="155000"/>
              </a:schemeClr>
            </a:gs>
            <a:gs pos="100000">
              <a:schemeClr val="accent3">
                <a:shade val="80000"/>
                <a:hueOff val="-590460"/>
                <a:satOff val="-3527"/>
                <a:lumOff val="30506"/>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solidFill>
                <a:schemeClr val="tx1"/>
              </a:solidFill>
            </a:rPr>
            <a:t>Pháp luật với Nhà nước</a:t>
          </a:r>
        </a:p>
      </dsp:txBody>
      <dsp:txXfrm>
        <a:off x="87509" y="3854758"/>
        <a:ext cx="2842502" cy="16176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F144F-5447-4B8E-85EB-5DD78AD9B25E}">
      <dsp:nvSpPr>
        <dsp:cNvPr id="0" name=""/>
        <dsp:cNvSpPr/>
      </dsp:nvSpPr>
      <dsp:spPr>
        <a:xfrm>
          <a:off x="3889" y="0"/>
          <a:ext cx="3741985" cy="4572000"/>
        </a:xfrm>
        <a:prstGeom prst="roundRect">
          <a:avLst>
            <a:gd name="adj" fmla="val 10000"/>
          </a:avLst>
        </a:prstGeom>
        <a:solidFill>
          <a:schemeClr val="dk2">
            <a:tint val="40000"/>
            <a:hueOff val="0"/>
            <a:satOff val="0"/>
            <a:lumOff val="0"/>
            <a:alphaOff val="0"/>
          </a:schemeClr>
        </a:solidFill>
        <a:ln>
          <a:noFill/>
        </a:ln>
        <a:effectLst>
          <a:outerShdw blurRad="50800" dist="38100" dir="5400000" rotWithShape="0">
            <a:srgbClr val="000000">
              <a:alpha val="35000"/>
            </a:srgbClr>
          </a:outerShdw>
        </a:effectLst>
      </dsp:spPr>
      <dsp:style>
        <a:lnRef idx="0">
          <a:scrgbClr r="0" g="0" b="0"/>
        </a:lnRef>
        <a:fillRef idx="1">
          <a:scrgbClr r="0" g="0" b="0"/>
        </a:fillRef>
        <a:effectRef idx="1">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latin typeface=".VnArial" pitchFamily="34" charset="0"/>
            </a:rPr>
            <a:t>B¶n</a:t>
          </a:r>
          <a:r>
            <a:rPr lang="en-US" sz="2400" kern="1200">
              <a:latin typeface=".VnArial" pitchFamily="34" charset="0"/>
            </a:rPr>
            <a:t> </a:t>
          </a:r>
          <a:r>
            <a:rPr lang="en-US" sz="2400" kern="1200" err="1">
              <a:latin typeface=".VnArial" pitchFamily="34" charset="0"/>
            </a:rPr>
            <a:t>chÊt</a:t>
          </a:r>
          <a:r>
            <a:rPr lang="en-US" sz="2400" kern="1200">
              <a:latin typeface=".VnArial" pitchFamily="34" charset="0"/>
            </a:rPr>
            <a:t> </a:t>
          </a:r>
          <a:r>
            <a:rPr lang="en-US" sz="2400" kern="1200" err="1">
              <a:latin typeface=".VnArial" pitchFamily="34" charset="0"/>
            </a:rPr>
            <a:t>giai</a:t>
          </a:r>
          <a:r>
            <a:rPr lang="en-US" sz="2400" kern="1200">
              <a:latin typeface=".VnArial" pitchFamily="34" charset="0"/>
            </a:rPr>
            <a:t> </a:t>
          </a:r>
          <a:r>
            <a:rPr lang="en-US" sz="2400" kern="1200" err="1">
              <a:latin typeface=".VnArial" pitchFamily="34" charset="0"/>
            </a:rPr>
            <a:t>cÊp</a:t>
          </a:r>
          <a:r>
            <a:rPr lang="en-US" sz="2400" kern="1200">
              <a:latin typeface=".VnArial" pitchFamily="34" charset="0"/>
            </a:rPr>
            <a:t> </a:t>
          </a:r>
          <a:r>
            <a:rPr lang="en-US" sz="2400" kern="1200" err="1">
              <a:latin typeface=".VnArial" pitchFamily="34" charset="0"/>
            </a:rPr>
            <a:t>cña</a:t>
          </a:r>
          <a:r>
            <a:rPr lang="en-US" sz="2400" kern="1200">
              <a:latin typeface=".VnArial" pitchFamily="34" charset="0"/>
            </a:rPr>
            <a:t> </a:t>
          </a:r>
          <a:r>
            <a:rPr lang="en-US" sz="2400" kern="1200" err="1">
              <a:latin typeface=".VnArial" pitchFamily="34" charset="0"/>
            </a:rPr>
            <a:t>ph¸p</a:t>
          </a:r>
          <a:r>
            <a:rPr lang="en-US" sz="2400" kern="1200">
              <a:latin typeface=".VnArial" pitchFamily="34" charset="0"/>
            </a:rPr>
            <a:t> </a:t>
          </a:r>
          <a:r>
            <a:rPr lang="en-US" sz="2400" kern="1200" err="1">
              <a:latin typeface=".VnArial" pitchFamily="34" charset="0"/>
            </a:rPr>
            <a:t>luËt</a:t>
          </a:r>
          <a:endParaRPr lang="en-US" sz="2400" kern="1200">
            <a:latin typeface=".VnArial" pitchFamily="34" charset="0"/>
          </a:endParaRPr>
        </a:p>
      </dsp:txBody>
      <dsp:txXfrm>
        <a:off x="3889" y="0"/>
        <a:ext cx="3741985" cy="1371600"/>
      </dsp:txXfrm>
    </dsp:sp>
    <dsp:sp modelId="{56E97E38-DD6A-4090-8C41-1781D60B9E51}">
      <dsp:nvSpPr>
        <dsp:cNvPr id="0" name=""/>
        <dsp:cNvSpPr/>
      </dsp:nvSpPr>
      <dsp:spPr>
        <a:xfrm>
          <a:off x="378088" y="1372939"/>
          <a:ext cx="2993588" cy="1378520"/>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Ph¸p</a:t>
          </a:r>
          <a:r>
            <a:rPr lang="en-US" sz="2200" kern="1200">
              <a:latin typeface=".VnArial" pitchFamily="34" charset="0"/>
            </a:rPr>
            <a:t> </a:t>
          </a:r>
          <a:r>
            <a:rPr lang="en-US" sz="2200" kern="1200" err="1">
              <a:latin typeface=".VnArial" pitchFamily="34" charset="0"/>
            </a:rPr>
            <a:t>luËt</a:t>
          </a:r>
          <a:r>
            <a:rPr lang="en-US" sz="2200" kern="1200">
              <a:latin typeface=".VnArial" pitchFamily="34" charset="0"/>
            </a:rPr>
            <a:t> </a:t>
          </a:r>
          <a:r>
            <a:rPr lang="en-US" sz="2200" kern="1200" err="1">
              <a:latin typeface=".VnArial" pitchFamily="34" charset="0"/>
            </a:rPr>
            <a:t>ph¶n</a:t>
          </a:r>
          <a:r>
            <a:rPr lang="en-US" sz="2200" kern="1200">
              <a:latin typeface=".VnArial" pitchFamily="34" charset="0"/>
            </a:rPr>
            <a:t> ¸</a:t>
          </a:r>
          <a:r>
            <a:rPr lang="en-US" sz="2200" kern="1200" err="1">
              <a:latin typeface=".VnArial" pitchFamily="34" charset="0"/>
            </a:rPr>
            <a:t>nh</a:t>
          </a:r>
          <a:r>
            <a:rPr lang="en-US" sz="2200" kern="1200">
              <a:latin typeface=".VnArial" pitchFamily="34" charset="0"/>
            </a:rPr>
            <a:t> ý </a:t>
          </a:r>
          <a:r>
            <a:rPr lang="en-US" sz="2200" kern="1200" err="1">
              <a:latin typeface=".VnArial" pitchFamily="34" charset="0"/>
            </a:rPr>
            <a:t>chÝ</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a:t>
          </a:r>
          <a:r>
            <a:rPr lang="en-US" sz="2200" kern="1200" err="1">
              <a:latin typeface=".VnArial" pitchFamily="34" charset="0"/>
            </a:rPr>
            <a:t>giai</a:t>
          </a:r>
          <a:r>
            <a:rPr lang="en-US" sz="2200" kern="1200">
              <a:latin typeface=".VnArial" pitchFamily="34" charset="0"/>
            </a:rPr>
            <a:t> </a:t>
          </a:r>
          <a:r>
            <a:rPr lang="en-US" sz="2200" kern="1200" err="1">
              <a:latin typeface=".VnArial" pitchFamily="34" charset="0"/>
            </a:rPr>
            <a:t>cÊp</a:t>
          </a:r>
          <a:r>
            <a:rPr lang="en-US" sz="2200" kern="1200">
              <a:latin typeface=".VnArial" pitchFamily="34" charset="0"/>
            </a:rPr>
            <a:t> </a:t>
          </a:r>
          <a:r>
            <a:rPr lang="en-US" sz="2200" kern="1200" err="1">
              <a:latin typeface=".VnArial" pitchFamily="34" charset="0"/>
            </a:rPr>
            <a:t>thèng</a:t>
          </a:r>
          <a:r>
            <a:rPr lang="en-US" sz="2200" kern="1200">
              <a:latin typeface=".VnArial" pitchFamily="34" charset="0"/>
            </a:rPr>
            <a:t> </a:t>
          </a:r>
          <a:r>
            <a:rPr lang="en-US" sz="2200" kern="1200" err="1">
              <a:latin typeface=".VnArial" pitchFamily="34" charset="0"/>
            </a:rPr>
            <a:t>trÞ</a:t>
          </a:r>
          <a:endParaRPr lang="en-US" sz="2200" kern="1200">
            <a:latin typeface=".VnArial" pitchFamily="34" charset="0"/>
          </a:endParaRPr>
        </a:p>
      </dsp:txBody>
      <dsp:txXfrm>
        <a:off x="418463" y="1413314"/>
        <a:ext cx="2912838" cy="1297770"/>
      </dsp:txXfrm>
    </dsp:sp>
    <dsp:sp modelId="{E9A5AA0A-BC62-45B8-83F8-D192F135A59D}">
      <dsp:nvSpPr>
        <dsp:cNvPr id="0" name=""/>
        <dsp:cNvSpPr/>
      </dsp:nvSpPr>
      <dsp:spPr>
        <a:xfrm>
          <a:off x="378088" y="2963540"/>
          <a:ext cx="2993588" cy="1378520"/>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Môc</a:t>
          </a:r>
          <a:r>
            <a:rPr lang="en-US" sz="2200" kern="1200">
              <a:latin typeface=".VnArial" pitchFamily="34" charset="0"/>
            </a:rPr>
            <a:t> ®</a:t>
          </a:r>
          <a:r>
            <a:rPr lang="en-US" sz="2200" kern="1200" err="1">
              <a:latin typeface=".VnArial" pitchFamily="34" charset="0"/>
            </a:rPr>
            <a:t>Ých</a:t>
          </a:r>
          <a:r>
            <a:rPr lang="en-US" sz="2200" kern="1200">
              <a:latin typeface=".VnArial" pitchFamily="34" charset="0"/>
            </a:rPr>
            <a:t> ®</a:t>
          </a:r>
          <a:r>
            <a:rPr lang="en-US" sz="2200" kern="1200" err="1">
              <a:latin typeface=".VnArial" pitchFamily="34" charset="0"/>
            </a:rPr>
            <a:t>iÒu</a:t>
          </a:r>
          <a:r>
            <a:rPr lang="en-US" sz="2200" kern="1200">
              <a:latin typeface=".VnArial" pitchFamily="34" charset="0"/>
            </a:rPr>
            <a:t> </a:t>
          </a:r>
          <a:r>
            <a:rPr lang="en-US" sz="2200" kern="1200" err="1">
              <a:latin typeface=".VnArial" pitchFamily="34" charset="0"/>
            </a:rPr>
            <a:t>chØnh</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PL </a:t>
          </a:r>
          <a:r>
            <a:rPr lang="en-US" sz="2200" kern="1200" err="1">
              <a:latin typeface=".VnArial" pitchFamily="34" charset="0"/>
            </a:rPr>
            <a:t>nh»m</a:t>
          </a:r>
          <a:r>
            <a:rPr lang="en-US" sz="2200" kern="1200">
              <a:latin typeface=".VnArial" pitchFamily="34" charset="0"/>
            </a:rPr>
            <a:t> </a:t>
          </a:r>
          <a:r>
            <a:rPr lang="en-US" sz="2200" kern="1200" err="1">
              <a:latin typeface=".VnArial" pitchFamily="34" charset="0"/>
            </a:rPr>
            <a:t>hưíng</a:t>
          </a:r>
          <a:r>
            <a:rPr lang="en-US" sz="2200" kern="1200">
              <a:latin typeface=".VnArial" pitchFamily="34" charset="0"/>
            </a:rPr>
            <a:t> </a:t>
          </a:r>
          <a:r>
            <a:rPr lang="en-US" sz="2200" kern="1200" err="1">
              <a:latin typeface=".VnArial" pitchFamily="34" charset="0"/>
            </a:rPr>
            <a:t>c¸c</a:t>
          </a:r>
          <a:r>
            <a:rPr lang="en-US" sz="2200" kern="1200">
              <a:latin typeface=".VnArial" pitchFamily="34" charset="0"/>
            </a:rPr>
            <a:t> </a:t>
          </a:r>
          <a:r>
            <a:rPr lang="en-US" sz="2200" kern="1200" err="1">
              <a:latin typeface=".VnArial" pitchFamily="34" charset="0"/>
            </a:rPr>
            <a:t>quan</a:t>
          </a:r>
          <a:r>
            <a:rPr lang="en-US" sz="2200" kern="1200">
              <a:latin typeface=".VnArial" pitchFamily="34" charset="0"/>
            </a:rPr>
            <a:t> </a:t>
          </a:r>
          <a:r>
            <a:rPr lang="en-US" sz="2200" kern="1200" err="1">
              <a:latin typeface=".VnArial" pitchFamily="34" charset="0"/>
            </a:rPr>
            <a:t>hÖ</a:t>
          </a:r>
          <a:r>
            <a:rPr lang="en-US" sz="2200" kern="1200">
              <a:latin typeface=".VnArial" pitchFamily="34" charset="0"/>
            </a:rPr>
            <a:t> x· </a:t>
          </a:r>
          <a:r>
            <a:rPr lang="en-US" sz="2200" kern="1200" err="1">
              <a:latin typeface=".VnArial" pitchFamily="34" charset="0"/>
            </a:rPr>
            <a:t>héi</a:t>
          </a:r>
          <a:r>
            <a:rPr lang="en-US" sz="2200" kern="1200">
              <a:latin typeface=".VnArial" pitchFamily="34" charset="0"/>
            </a:rPr>
            <a:t> </a:t>
          </a:r>
          <a:r>
            <a:rPr lang="en-US" sz="2200" kern="1200" err="1">
              <a:latin typeface=".VnArial" pitchFamily="34" charset="0"/>
            </a:rPr>
            <a:t>theo</a:t>
          </a:r>
          <a:r>
            <a:rPr lang="en-US" sz="2200" kern="1200">
              <a:latin typeface=".VnArial" pitchFamily="34" charset="0"/>
            </a:rPr>
            <a:t> </a:t>
          </a:r>
          <a:r>
            <a:rPr lang="en-US" sz="2200" kern="1200" err="1">
              <a:latin typeface=".VnArial" pitchFamily="34" charset="0"/>
            </a:rPr>
            <a:t>trËt</a:t>
          </a:r>
          <a:r>
            <a:rPr lang="en-US" sz="2200" kern="1200">
              <a:latin typeface=".VnArial" pitchFamily="34" charset="0"/>
            </a:rPr>
            <a:t> </a:t>
          </a:r>
          <a:r>
            <a:rPr lang="en-US" sz="2200" kern="1200" err="1">
              <a:latin typeface=".VnArial" pitchFamily="34" charset="0"/>
            </a:rPr>
            <a:t>tù</a:t>
          </a:r>
          <a:r>
            <a:rPr lang="en-US" sz="2200" kern="1200">
              <a:latin typeface=".VnArial" pitchFamily="34" charset="0"/>
            </a:rPr>
            <a:t> </a:t>
          </a:r>
          <a:r>
            <a:rPr lang="en-US" sz="2200" kern="1200" err="1">
              <a:latin typeface=".VnArial" pitchFamily="34" charset="0"/>
            </a:rPr>
            <a:t>phï</a:t>
          </a:r>
          <a:r>
            <a:rPr lang="en-US" sz="2200" kern="1200">
              <a:latin typeface=".VnArial" pitchFamily="34" charset="0"/>
            </a:rPr>
            <a:t> </a:t>
          </a:r>
          <a:r>
            <a:rPr lang="en-US" sz="2200" kern="1200" err="1">
              <a:latin typeface=".VnArial" pitchFamily="34" charset="0"/>
            </a:rPr>
            <a:t>hîp</a:t>
          </a:r>
          <a:r>
            <a:rPr lang="en-US" sz="2200" kern="1200">
              <a:latin typeface=".VnArial" pitchFamily="34" charset="0"/>
            </a:rPr>
            <a:t> </a:t>
          </a:r>
        </a:p>
      </dsp:txBody>
      <dsp:txXfrm>
        <a:off x="418463" y="3003915"/>
        <a:ext cx="2912838" cy="1297770"/>
      </dsp:txXfrm>
    </dsp:sp>
    <dsp:sp modelId="{BA5CED27-C4EE-4A58-9F19-A4C20517A53E}">
      <dsp:nvSpPr>
        <dsp:cNvPr id="0" name=""/>
        <dsp:cNvSpPr/>
      </dsp:nvSpPr>
      <dsp:spPr>
        <a:xfrm>
          <a:off x="4026524" y="0"/>
          <a:ext cx="3741985" cy="4572000"/>
        </a:xfrm>
        <a:prstGeom prst="roundRect">
          <a:avLst>
            <a:gd name="adj" fmla="val 10000"/>
          </a:avLst>
        </a:prstGeom>
        <a:solidFill>
          <a:schemeClr val="dk2">
            <a:tint val="40000"/>
            <a:hueOff val="0"/>
            <a:satOff val="0"/>
            <a:lumOff val="0"/>
            <a:alphaOff val="0"/>
          </a:schemeClr>
        </a:solidFill>
        <a:ln>
          <a:noFill/>
        </a:ln>
        <a:effectLst>
          <a:outerShdw blurRad="50800" dist="38100" dir="5400000" rotWithShape="0">
            <a:srgbClr val="000000">
              <a:alpha val="35000"/>
            </a:srgbClr>
          </a:outerShdw>
        </a:effectLst>
      </dsp:spPr>
      <dsp:style>
        <a:lnRef idx="0">
          <a:scrgbClr r="0" g="0" b="0"/>
        </a:lnRef>
        <a:fillRef idx="1">
          <a:scrgbClr r="0" g="0" b="0"/>
        </a:fillRef>
        <a:effectRef idx="1">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err="1">
              <a:latin typeface=".VnArial" pitchFamily="34" charset="0"/>
            </a:rPr>
            <a:t>B¶n</a:t>
          </a:r>
          <a:r>
            <a:rPr lang="en-US" sz="2800" kern="1200">
              <a:latin typeface=".VnArial" pitchFamily="34" charset="0"/>
            </a:rPr>
            <a:t> </a:t>
          </a:r>
          <a:r>
            <a:rPr lang="en-US" sz="2800" kern="1200" err="1">
              <a:latin typeface=".VnArial" pitchFamily="34" charset="0"/>
            </a:rPr>
            <a:t>chÊt</a:t>
          </a:r>
          <a:r>
            <a:rPr lang="en-US" sz="2800" kern="1200">
              <a:latin typeface=".VnArial" pitchFamily="34" charset="0"/>
            </a:rPr>
            <a:t> x· </a:t>
          </a:r>
          <a:r>
            <a:rPr lang="en-US" sz="2800" kern="1200" err="1">
              <a:latin typeface=".VnArial" pitchFamily="34" charset="0"/>
            </a:rPr>
            <a:t>héi</a:t>
          </a:r>
          <a:endParaRPr lang="en-US" sz="2800" kern="1200">
            <a:latin typeface=".VnArial" pitchFamily="34" charset="0"/>
          </a:endParaRPr>
        </a:p>
      </dsp:txBody>
      <dsp:txXfrm>
        <a:off x="4026524" y="0"/>
        <a:ext cx="3741985" cy="1371600"/>
      </dsp:txXfrm>
    </dsp:sp>
    <dsp:sp modelId="{5DDDB0D2-ECAF-4D49-B392-D29509D293B3}">
      <dsp:nvSpPr>
        <dsp:cNvPr id="0" name=""/>
        <dsp:cNvSpPr/>
      </dsp:nvSpPr>
      <dsp:spPr>
        <a:xfrm>
          <a:off x="4400723" y="1371970"/>
          <a:ext cx="2993588" cy="1262434"/>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Ph¸p</a:t>
          </a:r>
          <a:r>
            <a:rPr lang="en-US" sz="2200" kern="1200">
              <a:latin typeface=".VnArial" pitchFamily="34" charset="0"/>
            </a:rPr>
            <a:t> </a:t>
          </a:r>
          <a:r>
            <a:rPr lang="en-US" sz="2200" kern="1200" err="1">
              <a:latin typeface=".VnArial" pitchFamily="34" charset="0"/>
            </a:rPr>
            <a:t>luËt</a:t>
          </a:r>
          <a:r>
            <a:rPr lang="en-US" sz="2200" kern="1200">
              <a:latin typeface=".VnArial" pitchFamily="34" charset="0"/>
            </a:rPr>
            <a:t> </a:t>
          </a:r>
          <a:r>
            <a:rPr lang="en-US" sz="2200" kern="1200" err="1">
              <a:latin typeface=".VnArial" pitchFamily="34" charset="0"/>
            </a:rPr>
            <a:t>ph¶n</a:t>
          </a:r>
          <a:r>
            <a:rPr lang="en-US" sz="2200" kern="1200">
              <a:latin typeface=".VnArial" pitchFamily="34" charset="0"/>
            </a:rPr>
            <a:t> ¸</a:t>
          </a:r>
          <a:r>
            <a:rPr lang="en-US" sz="2200" kern="1200" err="1">
              <a:latin typeface=".VnArial" pitchFamily="34" charset="0"/>
            </a:rPr>
            <a:t>nh</a:t>
          </a:r>
          <a:r>
            <a:rPr lang="en-US" sz="2200" kern="1200">
              <a:latin typeface=".VnArial" pitchFamily="34" charset="0"/>
            </a:rPr>
            <a:t> ý </a:t>
          </a:r>
          <a:r>
            <a:rPr lang="en-US" sz="2200" kern="1200" err="1">
              <a:latin typeface=".VnArial" pitchFamily="34" charset="0"/>
            </a:rPr>
            <a:t>chÝ</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a:t>
          </a:r>
          <a:r>
            <a:rPr lang="en-US" sz="2200" kern="1200" err="1">
              <a:latin typeface=".VnArial" pitchFamily="34" charset="0"/>
            </a:rPr>
            <a:t>c¸c</a:t>
          </a:r>
          <a:r>
            <a:rPr lang="en-US" sz="2200" kern="1200">
              <a:latin typeface=".VnArial" pitchFamily="34" charset="0"/>
            </a:rPr>
            <a:t> </a:t>
          </a:r>
          <a:r>
            <a:rPr lang="en-US" sz="2200" kern="1200" err="1">
              <a:latin typeface=".VnArial" pitchFamily="34" charset="0"/>
            </a:rPr>
            <a:t>giai</a:t>
          </a:r>
          <a:r>
            <a:rPr lang="en-US" sz="2200" kern="1200">
              <a:latin typeface=".VnArial" pitchFamily="34" charset="0"/>
            </a:rPr>
            <a:t> </a:t>
          </a:r>
          <a:r>
            <a:rPr lang="en-US" sz="2200" kern="1200" err="1">
              <a:latin typeface=".VnArial" pitchFamily="34" charset="0"/>
            </a:rPr>
            <a:t>cÊp</a:t>
          </a:r>
          <a:r>
            <a:rPr lang="en-US" sz="2200" kern="1200">
              <a:latin typeface=".VnArial" pitchFamily="34" charset="0"/>
            </a:rPr>
            <a:t> </a:t>
          </a:r>
          <a:r>
            <a:rPr lang="en-US" sz="2200" kern="1200" err="1">
              <a:latin typeface=".VnArial" pitchFamily="34" charset="0"/>
            </a:rPr>
            <a:t>kh¸c</a:t>
          </a:r>
          <a:r>
            <a:rPr lang="en-US" sz="2200" kern="1200">
              <a:latin typeface=".VnArial" pitchFamily="34" charset="0"/>
            </a:rPr>
            <a:t> </a:t>
          </a:r>
          <a:r>
            <a:rPr lang="en-US" sz="2200" kern="1200" err="1">
              <a:latin typeface=".VnArial" pitchFamily="34" charset="0"/>
            </a:rPr>
            <a:t>trong</a:t>
          </a:r>
          <a:r>
            <a:rPr lang="en-US" sz="2200" kern="1200">
              <a:latin typeface=".VnArial" pitchFamily="34" charset="0"/>
            </a:rPr>
            <a:t> x· </a:t>
          </a:r>
          <a:r>
            <a:rPr lang="en-US" sz="2200" kern="1200" err="1">
              <a:latin typeface=".VnArial" pitchFamily="34" charset="0"/>
            </a:rPr>
            <a:t>héi</a:t>
          </a:r>
          <a:endParaRPr lang="en-US" sz="2200" kern="1200">
            <a:latin typeface=".VnArial" pitchFamily="34" charset="0"/>
          </a:endParaRPr>
        </a:p>
      </dsp:txBody>
      <dsp:txXfrm>
        <a:off x="4437698" y="1408945"/>
        <a:ext cx="2919638" cy="1188484"/>
      </dsp:txXfrm>
    </dsp:sp>
    <dsp:sp modelId="{4D08E7D9-3C47-4F99-AFAD-AA78CEF4C46A}">
      <dsp:nvSpPr>
        <dsp:cNvPr id="0" name=""/>
        <dsp:cNvSpPr/>
      </dsp:nvSpPr>
      <dsp:spPr>
        <a:xfrm>
          <a:off x="4400723" y="2828625"/>
          <a:ext cx="2993588" cy="1514403"/>
        </a:xfrm>
        <a:prstGeom prst="roundRect">
          <a:avLst>
            <a:gd name="adj" fmla="val 10000"/>
          </a:avLst>
        </a:prstGeom>
        <a:gradFill rotWithShape="0">
          <a:gsLst>
            <a:gs pos="0">
              <a:schemeClr val="dk2">
                <a:hueOff val="0"/>
                <a:satOff val="0"/>
                <a:lumOff val="0"/>
                <a:alphaOff val="0"/>
                <a:tint val="62000"/>
                <a:satMod val="180000"/>
              </a:schemeClr>
            </a:gs>
            <a:gs pos="65000">
              <a:schemeClr val="dk2">
                <a:hueOff val="0"/>
                <a:satOff val="0"/>
                <a:lumOff val="0"/>
                <a:alphaOff val="0"/>
                <a:tint val="32000"/>
                <a:satMod val="250000"/>
              </a:schemeClr>
            </a:gs>
            <a:gs pos="100000">
              <a:schemeClr val="dk2">
                <a:hueOff val="0"/>
                <a:satOff val="0"/>
                <a:lumOff val="0"/>
                <a:alphaOff val="0"/>
                <a:tint val="23000"/>
                <a:satMod val="300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5880" tIns="41910" rIns="55880" bIns="41910" numCol="1" spcCol="1270" anchor="ctr" anchorCtr="0">
          <a:noAutofit/>
        </a:bodyPr>
        <a:lstStyle/>
        <a:p>
          <a:pPr marL="0" lvl="0" indent="0" algn="just" defTabSz="977900">
            <a:lnSpc>
              <a:spcPct val="90000"/>
            </a:lnSpc>
            <a:spcBef>
              <a:spcPct val="0"/>
            </a:spcBef>
            <a:spcAft>
              <a:spcPct val="35000"/>
            </a:spcAft>
            <a:buNone/>
          </a:pPr>
          <a:r>
            <a:rPr lang="en-US" sz="2200" kern="1200" err="1">
              <a:latin typeface=".VnArial" pitchFamily="34" charset="0"/>
            </a:rPr>
            <a:t>Ph¸p</a:t>
          </a:r>
          <a:r>
            <a:rPr lang="en-US" sz="2200" kern="1200">
              <a:latin typeface=".VnArial" pitchFamily="34" charset="0"/>
            </a:rPr>
            <a:t> </a:t>
          </a:r>
          <a:r>
            <a:rPr lang="en-US" sz="2200" kern="1200" err="1">
              <a:latin typeface=".VnArial" pitchFamily="34" charset="0"/>
            </a:rPr>
            <a:t>luËt</a:t>
          </a:r>
          <a:r>
            <a:rPr lang="en-US" sz="2200" kern="1200">
              <a:latin typeface=".VnArial" pitchFamily="34" charset="0"/>
            </a:rPr>
            <a:t> </a:t>
          </a:r>
          <a:r>
            <a:rPr lang="en-US" sz="2200" kern="1200" err="1">
              <a:latin typeface=".VnArial" pitchFamily="34" charset="0"/>
            </a:rPr>
            <a:t>mang</a:t>
          </a:r>
          <a:r>
            <a:rPr lang="en-US" sz="2200" kern="1200">
              <a:latin typeface=".VnArial" pitchFamily="34" charset="0"/>
            </a:rPr>
            <a:t> </a:t>
          </a:r>
          <a:r>
            <a:rPr lang="en-US" sz="2200" kern="1200" err="1">
              <a:latin typeface=".VnArial" pitchFamily="34" charset="0"/>
            </a:rPr>
            <a:t>tÝnh</a:t>
          </a:r>
          <a:r>
            <a:rPr lang="en-US" sz="2200" kern="1200">
              <a:latin typeface=".VnArial" pitchFamily="34" charset="0"/>
            </a:rPr>
            <a:t> </a:t>
          </a:r>
          <a:r>
            <a:rPr lang="en-US" sz="2200" kern="1200" err="1">
              <a:latin typeface=".VnArial" pitchFamily="34" charset="0"/>
            </a:rPr>
            <a:t>kh¸ch</a:t>
          </a:r>
          <a:r>
            <a:rPr lang="en-US" sz="2200" kern="1200">
              <a:latin typeface=".VnArial" pitchFamily="34" charset="0"/>
            </a:rPr>
            <a:t> </a:t>
          </a:r>
          <a:r>
            <a:rPr lang="en-US" sz="2200" kern="1200" err="1">
              <a:latin typeface=".VnArial" pitchFamily="34" charset="0"/>
            </a:rPr>
            <a:t>quan</a:t>
          </a:r>
          <a:r>
            <a:rPr lang="en-US" sz="2200" kern="1200">
              <a:latin typeface=".VnArial" pitchFamily="34" charset="0"/>
            </a:rPr>
            <a:t>, </a:t>
          </a:r>
          <a:r>
            <a:rPr lang="en-US" sz="2200" kern="1200" err="1">
              <a:latin typeface=".VnArial" pitchFamily="34" charset="0"/>
            </a:rPr>
            <a:t>phï</a:t>
          </a:r>
          <a:r>
            <a:rPr lang="en-US" sz="2200" kern="1200">
              <a:latin typeface=".VnArial" pitchFamily="34" charset="0"/>
            </a:rPr>
            <a:t> </a:t>
          </a:r>
          <a:r>
            <a:rPr lang="en-US" sz="2200" kern="1200" err="1">
              <a:latin typeface=".VnArial" pitchFamily="34" charset="0"/>
            </a:rPr>
            <a:t>hîp</a:t>
          </a:r>
          <a:r>
            <a:rPr lang="en-US" sz="2200" kern="1200">
              <a:latin typeface=".VnArial" pitchFamily="34" charset="0"/>
            </a:rPr>
            <a:t> </a:t>
          </a:r>
          <a:r>
            <a:rPr lang="en-US" sz="2200" kern="1200" err="1">
              <a:latin typeface=".VnArial" pitchFamily="34" charset="0"/>
            </a:rPr>
            <a:t>víi</a:t>
          </a:r>
          <a:r>
            <a:rPr lang="en-US" sz="2200" kern="1200">
              <a:latin typeface=".VnArial" pitchFamily="34" charset="0"/>
            </a:rPr>
            <a:t> ®</a:t>
          </a:r>
          <a:r>
            <a:rPr lang="en-US" sz="2200" kern="1200" err="1">
              <a:latin typeface=".VnArial" pitchFamily="34" charset="0"/>
            </a:rPr>
            <a:t>iÒu</a:t>
          </a:r>
          <a:r>
            <a:rPr lang="en-US" sz="2200" kern="1200">
              <a:latin typeface=".VnArial" pitchFamily="34" charset="0"/>
            </a:rPr>
            <a:t> </a:t>
          </a:r>
          <a:r>
            <a:rPr lang="en-US" sz="2200" kern="1200" err="1">
              <a:latin typeface=".VnArial" pitchFamily="34" charset="0"/>
            </a:rPr>
            <a:t>kiÖn</a:t>
          </a:r>
          <a:r>
            <a:rPr lang="en-US" sz="2200" kern="1200">
              <a:latin typeface=".VnArial" pitchFamily="34" charset="0"/>
            </a:rPr>
            <a:t> </a:t>
          </a:r>
          <a:r>
            <a:rPr lang="en-US" sz="2200" kern="1200" err="1">
              <a:latin typeface=".VnArial" pitchFamily="34" charset="0"/>
            </a:rPr>
            <a:t>kinh</a:t>
          </a:r>
          <a:r>
            <a:rPr lang="en-US" sz="2200" kern="1200">
              <a:latin typeface=".VnArial" pitchFamily="34" charset="0"/>
            </a:rPr>
            <a:t> </a:t>
          </a:r>
          <a:r>
            <a:rPr lang="en-US" sz="2200" kern="1200" err="1">
              <a:latin typeface=".VnArial" pitchFamily="34" charset="0"/>
            </a:rPr>
            <a:t>tÕ</a:t>
          </a:r>
          <a:r>
            <a:rPr lang="en-US" sz="2200" kern="1200">
              <a:latin typeface=".VnArial" pitchFamily="34" charset="0"/>
            </a:rPr>
            <a:t>-x· </a:t>
          </a:r>
          <a:r>
            <a:rPr lang="en-US" sz="2200" kern="1200" err="1">
              <a:latin typeface=".VnArial" pitchFamily="34" charset="0"/>
            </a:rPr>
            <a:t>héi</a:t>
          </a:r>
          <a:r>
            <a:rPr lang="en-US" sz="2200" kern="1200">
              <a:latin typeface=".VnArial" pitchFamily="34" charset="0"/>
            </a:rPr>
            <a:t> </a:t>
          </a:r>
          <a:r>
            <a:rPr lang="en-US" sz="2200" kern="1200" err="1">
              <a:latin typeface=".VnArial" pitchFamily="34" charset="0"/>
            </a:rPr>
            <a:t>cña</a:t>
          </a:r>
          <a:r>
            <a:rPr lang="en-US" sz="2200" kern="1200">
              <a:latin typeface=".VnArial" pitchFamily="34" charset="0"/>
            </a:rPr>
            <a:t> ®</a:t>
          </a:r>
          <a:r>
            <a:rPr lang="en-US" sz="2200" kern="1200" err="1">
              <a:latin typeface=".VnArial" pitchFamily="34" charset="0"/>
            </a:rPr>
            <a:t>Êt</a:t>
          </a:r>
          <a:r>
            <a:rPr lang="en-US" sz="2200" kern="1200">
              <a:latin typeface=".VnArial" pitchFamily="34" charset="0"/>
            </a:rPr>
            <a:t> </a:t>
          </a:r>
          <a:r>
            <a:rPr lang="en-US" sz="2200" kern="1200" err="1">
              <a:latin typeface=".VnArial" pitchFamily="34" charset="0"/>
            </a:rPr>
            <a:t>n­íc</a:t>
          </a:r>
          <a:endParaRPr lang="en-US" sz="2200" kern="1200">
            <a:latin typeface=".VnArial" pitchFamily="34" charset="0"/>
          </a:endParaRPr>
        </a:p>
      </dsp:txBody>
      <dsp:txXfrm>
        <a:off x="4445078" y="2872980"/>
        <a:ext cx="2904878" cy="142569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E35F3F-3DDB-41F7-BFF2-BB91835AEB59}">
      <dsp:nvSpPr>
        <dsp:cNvPr id="0" name=""/>
        <dsp:cNvSpPr/>
      </dsp:nvSpPr>
      <dsp:spPr>
        <a:xfrm>
          <a:off x="1004"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điều</a:t>
          </a:r>
          <a:r>
            <a:rPr lang="en-US" sz="2400" kern="1200"/>
            <a:t> </a:t>
          </a:r>
          <a:r>
            <a:rPr lang="en-US" sz="2400" kern="1200" err="1"/>
            <a:t>chỉnh</a:t>
          </a:r>
          <a:r>
            <a:rPr lang="en-US" sz="2400" kern="1200"/>
            <a:t> </a:t>
          </a:r>
          <a:r>
            <a:rPr lang="en-US" sz="2400" kern="1200" err="1"/>
            <a:t>các</a:t>
          </a:r>
          <a:r>
            <a:rPr lang="en-US" sz="2400" kern="1200"/>
            <a:t> QHXH</a:t>
          </a:r>
        </a:p>
      </dsp:txBody>
      <dsp:txXfrm>
        <a:off x="1004" y="0"/>
        <a:ext cx="2611933" cy="1478041"/>
      </dsp:txXfrm>
    </dsp:sp>
    <dsp:sp modelId="{1D291238-71D1-4926-A8E1-0E2635A30F08}">
      <dsp:nvSpPr>
        <dsp:cNvPr id="0" name=""/>
        <dsp:cNvSpPr/>
      </dsp:nvSpPr>
      <dsp:spPr>
        <a:xfrm>
          <a:off x="262197" y="1478041"/>
          <a:ext cx="2089546" cy="3202423"/>
        </a:xfrm>
        <a:prstGeom prst="roundRect">
          <a:avLst>
            <a:gd name="adj" fmla="val 10000"/>
          </a:avLst>
        </a:prstGeom>
        <a:solidFill>
          <a:schemeClr val="accent2">
            <a:hueOff val="0"/>
            <a:satOff val="0"/>
            <a:lumOff val="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just" defTabSz="800100">
            <a:lnSpc>
              <a:spcPct val="90000"/>
            </a:lnSpc>
            <a:spcBef>
              <a:spcPct val="0"/>
            </a:spcBef>
            <a:spcAft>
              <a:spcPct val="35000"/>
            </a:spcAft>
            <a:buNone/>
          </a:pPr>
          <a:r>
            <a:rPr lang="en-US" sz="1800" kern="1200">
              <a:solidFill>
                <a:schemeClr val="bg1"/>
              </a:solidFill>
            </a:rPr>
            <a:t>- </a:t>
          </a:r>
          <a:r>
            <a:rPr lang="en-US" sz="2000" kern="1200" err="1">
              <a:solidFill>
                <a:schemeClr val="bg1"/>
              </a:solidFill>
            </a:rPr>
            <a:t>Ghi</a:t>
          </a:r>
          <a:r>
            <a:rPr lang="en-US" sz="2000" kern="1200">
              <a:solidFill>
                <a:schemeClr val="bg1"/>
              </a:solidFill>
            </a:rPr>
            <a:t> </a:t>
          </a:r>
          <a:r>
            <a:rPr lang="en-US" sz="2000" kern="1200" err="1">
              <a:solidFill>
                <a:schemeClr val="bg1"/>
              </a:solidFill>
            </a:rPr>
            <a:t>nhận</a:t>
          </a:r>
          <a:r>
            <a:rPr lang="en-US" sz="2000" kern="1200">
              <a:solidFill>
                <a:schemeClr val="bg1"/>
              </a:solidFill>
            </a:rPr>
            <a:t> </a:t>
          </a:r>
          <a:r>
            <a:rPr lang="en-US" sz="2000" kern="1200" err="1">
              <a:solidFill>
                <a:schemeClr val="bg1"/>
              </a:solidFill>
            </a:rPr>
            <a:t>các</a:t>
          </a:r>
          <a:r>
            <a:rPr lang="en-US" sz="2000" kern="1200">
              <a:solidFill>
                <a:schemeClr val="bg1"/>
              </a:solidFill>
            </a:rPr>
            <a:t> </a:t>
          </a:r>
          <a:r>
            <a:rPr lang="en-US" sz="2000" kern="1200" err="1">
              <a:solidFill>
                <a:schemeClr val="bg1"/>
              </a:solidFill>
            </a:rPr>
            <a:t>quan</a:t>
          </a:r>
          <a:r>
            <a:rPr lang="en-US" sz="2000" kern="1200">
              <a:solidFill>
                <a:schemeClr val="bg1"/>
              </a:solidFill>
            </a:rPr>
            <a:t> </a:t>
          </a:r>
          <a:r>
            <a:rPr lang="en-US" sz="2000" kern="1200" err="1">
              <a:solidFill>
                <a:schemeClr val="bg1"/>
              </a:solidFill>
            </a:rPr>
            <a:t>hệ</a:t>
          </a:r>
          <a:r>
            <a:rPr lang="en-US" sz="2000" kern="1200">
              <a:solidFill>
                <a:schemeClr val="bg1"/>
              </a:solidFill>
            </a:rPr>
            <a:t> </a:t>
          </a:r>
          <a:r>
            <a:rPr lang="en-US" sz="2000" kern="1200" err="1">
              <a:solidFill>
                <a:schemeClr val="bg1"/>
              </a:solidFill>
            </a:rPr>
            <a:t>xã</a:t>
          </a:r>
          <a:r>
            <a:rPr lang="en-US" sz="2000" kern="1200">
              <a:solidFill>
                <a:schemeClr val="bg1"/>
              </a:solidFill>
            </a:rPr>
            <a:t> </a:t>
          </a:r>
          <a:r>
            <a:rPr lang="en-US" sz="2000" kern="1200" err="1">
              <a:solidFill>
                <a:schemeClr val="bg1"/>
              </a:solidFill>
            </a:rPr>
            <a:t>hội</a:t>
          </a:r>
          <a:endParaRPr lang="en-US" sz="2000" kern="1200">
            <a:solidFill>
              <a:schemeClr val="bg1"/>
            </a:solidFill>
          </a:endParaRPr>
        </a:p>
        <a:p>
          <a:pPr marL="0" lvl="0" indent="0" algn="just" defTabSz="800100">
            <a:lnSpc>
              <a:spcPct val="90000"/>
            </a:lnSpc>
            <a:spcBef>
              <a:spcPct val="0"/>
            </a:spcBef>
            <a:spcAft>
              <a:spcPct val="35000"/>
            </a:spcAft>
            <a:buNone/>
          </a:pPr>
          <a:r>
            <a:rPr lang="en-US" sz="2000" kern="1200">
              <a:solidFill>
                <a:schemeClr val="bg1"/>
              </a:solidFill>
            </a:rPr>
            <a:t>- </a:t>
          </a:r>
          <a:r>
            <a:rPr lang="en-US" sz="2000" kern="1200" err="1">
              <a:solidFill>
                <a:schemeClr val="bg1"/>
              </a:solidFill>
            </a:rPr>
            <a:t>Bảo</a:t>
          </a:r>
          <a:r>
            <a:rPr lang="en-US" sz="2000" kern="1200">
              <a:solidFill>
                <a:schemeClr val="bg1"/>
              </a:solidFill>
            </a:rPr>
            <a:t> </a:t>
          </a:r>
          <a:r>
            <a:rPr lang="en-US" sz="2000" kern="1200" err="1">
              <a:solidFill>
                <a:schemeClr val="bg1"/>
              </a:solidFill>
            </a:rPr>
            <a:t>vệ</a:t>
          </a:r>
          <a:r>
            <a:rPr lang="en-US" sz="2000" kern="1200">
              <a:solidFill>
                <a:schemeClr val="bg1"/>
              </a:solidFill>
            </a:rPr>
            <a:t> </a:t>
          </a:r>
          <a:r>
            <a:rPr lang="en-US" sz="2000" kern="1200" err="1">
              <a:solidFill>
                <a:schemeClr val="bg1"/>
              </a:solidFill>
            </a:rPr>
            <a:t>các</a:t>
          </a:r>
          <a:r>
            <a:rPr lang="en-US" sz="2000" kern="1200">
              <a:solidFill>
                <a:schemeClr val="bg1"/>
              </a:solidFill>
            </a:rPr>
            <a:t> </a:t>
          </a:r>
          <a:r>
            <a:rPr lang="en-US" sz="2000" kern="1200" err="1">
              <a:solidFill>
                <a:schemeClr val="bg1"/>
              </a:solidFill>
            </a:rPr>
            <a:t>quan</a:t>
          </a:r>
          <a:r>
            <a:rPr lang="en-US" sz="2000" kern="1200">
              <a:solidFill>
                <a:schemeClr val="bg1"/>
              </a:solidFill>
            </a:rPr>
            <a:t> </a:t>
          </a:r>
          <a:r>
            <a:rPr lang="en-US" sz="2000" kern="1200" err="1">
              <a:solidFill>
                <a:schemeClr val="bg1"/>
              </a:solidFill>
            </a:rPr>
            <a:t>hệ</a:t>
          </a:r>
          <a:r>
            <a:rPr lang="en-US" sz="2000" kern="1200">
              <a:solidFill>
                <a:schemeClr val="bg1"/>
              </a:solidFill>
            </a:rPr>
            <a:t> </a:t>
          </a:r>
          <a:r>
            <a:rPr lang="en-US" sz="2000" kern="1200" err="1">
              <a:solidFill>
                <a:schemeClr val="bg1"/>
              </a:solidFill>
            </a:rPr>
            <a:t>xã</a:t>
          </a:r>
          <a:r>
            <a:rPr lang="en-US" sz="2000" kern="1200">
              <a:solidFill>
                <a:schemeClr val="bg1"/>
              </a:solidFill>
            </a:rPr>
            <a:t> </a:t>
          </a:r>
          <a:r>
            <a:rPr lang="en-US" sz="2000" kern="1200" err="1">
              <a:solidFill>
                <a:schemeClr val="bg1"/>
              </a:solidFill>
            </a:rPr>
            <a:t>hội</a:t>
          </a:r>
          <a:endParaRPr lang="en-US" sz="2000" kern="1200">
            <a:solidFill>
              <a:schemeClr val="bg1"/>
            </a:solidFill>
          </a:endParaRPr>
        </a:p>
        <a:p>
          <a:pPr marL="0" lvl="0" indent="0" algn="just" defTabSz="800100">
            <a:lnSpc>
              <a:spcPct val="90000"/>
            </a:lnSpc>
            <a:spcBef>
              <a:spcPct val="0"/>
            </a:spcBef>
            <a:spcAft>
              <a:spcPct val="35000"/>
            </a:spcAft>
            <a:buNone/>
          </a:pPr>
          <a:r>
            <a:rPr lang="en-US" sz="2000" kern="1200">
              <a:solidFill>
                <a:schemeClr val="bg1"/>
              </a:solidFill>
            </a:rPr>
            <a:t>VD: Cho </a:t>
          </a:r>
          <a:r>
            <a:rPr lang="en-US" sz="2000" kern="1200" err="1">
              <a:solidFill>
                <a:schemeClr val="bg1"/>
              </a:solidFill>
            </a:rPr>
            <a:t>phép</a:t>
          </a:r>
          <a:r>
            <a:rPr lang="en-US" sz="2000" kern="1200">
              <a:solidFill>
                <a:schemeClr val="bg1"/>
              </a:solidFill>
            </a:rPr>
            <a:t>, </a:t>
          </a:r>
          <a:r>
            <a:rPr lang="en-US" sz="2000" kern="1200" err="1">
              <a:solidFill>
                <a:schemeClr val="bg1"/>
              </a:solidFill>
            </a:rPr>
            <a:t>ngăn</a:t>
          </a:r>
          <a:r>
            <a:rPr lang="en-US" sz="2000" kern="1200">
              <a:solidFill>
                <a:schemeClr val="bg1"/>
              </a:solidFill>
            </a:rPr>
            <a:t> </a:t>
          </a:r>
          <a:r>
            <a:rPr lang="en-US" sz="2000" kern="1200" err="1">
              <a:solidFill>
                <a:schemeClr val="bg1"/>
              </a:solidFill>
            </a:rPr>
            <a:t>cấm</a:t>
          </a:r>
          <a:r>
            <a:rPr lang="en-US" sz="2000" kern="1200">
              <a:solidFill>
                <a:schemeClr val="bg1"/>
              </a:solidFill>
            </a:rPr>
            <a:t>, </a:t>
          </a:r>
          <a:r>
            <a:rPr lang="en-US" sz="2000" kern="1200" err="1">
              <a:solidFill>
                <a:schemeClr val="bg1"/>
              </a:solidFill>
            </a:rPr>
            <a:t>được</a:t>
          </a:r>
          <a:r>
            <a:rPr lang="en-US" sz="2000" kern="1200">
              <a:solidFill>
                <a:schemeClr val="bg1"/>
              </a:solidFill>
            </a:rPr>
            <a:t> </a:t>
          </a:r>
          <a:r>
            <a:rPr lang="en-US" sz="2000" kern="1200" err="1">
              <a:solidFill>
                <a:schemeClr val="bg1"/>
              </a:solidFill>
            </a:rPr>
            <a:t>làm</a:t>
          </a:r>
          <a:endParaRPr lang="en-US" sz="2000" kern="1200">
            <a:solidFill>
              <a:schemeClr val="bg1"/>
            </a:solidFill>
          </a:endParaRPr>
        </a:p>
        <a:p>
          <a:pPr marL="0" lvl="0" indent="0" algn="ctr" defTabSz="800100">
            <a:lnSpc>
              <a:spcPct val="90000"/>
            </a:lnSpc>
            <a:spcBef>
              <a:spcPct val="0"/>
            </a:spcBef>
            <a:spcAft>
              <a:spcPct val="35000"/>
            </a:spcAft>
            <a:buNone/>
          </a:pPr>
          <a:endParaRPr lang="en-US" sz="1800" kern="1200"/>
        </a:p>
      </dsp:txBody>
      <dsp:txXfrm>
        <a:off x="323398" y="1539242"/>
        <a:ext cx="1967144" cy="3080021"/>
      </dsp:txXfrm>
    </dsp:sp>
    <dsp:sp modelId="{75B12747-9A70-476A-9B66-CE3FAA86729E}">
      <dsp:nvSpPr>
        <dsp:cNvPr id="0" name=""/>
        <dsp:cNvSpPr/>
      </dsp:nvSpPr>
      <dsp:spPr>
        <a:xfrm>
          <a:off x="2808833"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bảo</a:t>
          </a:r>
          <a:r>
            <a:rPr lang="en-US" sz="2400" kern="1200"/>
            <a:t> </a:t>
          </a:r>
          <a:r>
            <a:rPr lang="en-US" sz="2400" kern="1200" err="1"/>
            <a:t>vệ</a:t>
          </a:r>
          <a:r>
            <a:rPr lang="en-US" sz="2400" kern="1200"/>
            <a:t> </a:t>
          </a:r>
          <a:r>
            <a:rPr lang="en-US" sz="2400" kern="1200" err="1"/>
            <a:t>các</a:t>
          </a:r>
          <a:r>
            <a:rPr lang="en-US" sz="2400" kern="1200"/>
            <a:t> QHXH</a:t>
          </a:r>
        </a:p>
      </dsp:txBody>
      <dsp:txXfrm>
        <a:off x="2808833" y="0"/>
        <a:ext cx="2611933" cy="1478041"/>
      </dsp:txXfrm>
    </dsp:sp>
    <dsp:sp modelId="{E87F1EB7-5CCE-4037-888C-C5DFC7E3C395}">
      <dsp:nvSpPr>
        <dsp:cNvPr id="0" name=""/>
        <dsp:cNvSpPr/>
      </dsp:nvSpPr>
      <dsp:spPr>
        <a:xfrm>
          <a:off x="3070026" y="1478041"/>
          <a:ext cx="2089546" cy="3202423"/>
        </a:xfrm>
        <a:prstGeom prst="roundRect">
          <a:avLst>
            <a:gd name="adj" fmla="val 10000"/>
          </a:avLst>
        </a:prstGeom>
        <a:solidFill>
          <a:schemeClr val="accent2">
            <a:hueOff val="-10081593"/>
            <a:satOff val="4384"/>
            <a:lumOff val="1275"/>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40005" rIns="53340" bIns="40005" numCol="1" spcCol="1270" anchor="ctr" anchorCtr="0">
          <a:noAutofit/>
        </a:bodyPr>
        <a:lstStyle/>
        <a:p>
          <a:pPr marL="0" lvl="0" indent="0" algn="just" defTabSz="933450">
            <a:lnSpc>
              <a:spcPct val="90000"/>
            </a:lnSpc>
            <a:spcBef>
              <a:spcPct val="0"/>
            </a:spcBef>
            <a:spcAft>
              <a:spcPct val="35000"/>
            </a:spcAft>
            <a:buNone/>
          </a:pPr>
          <a:r>
            <a:rPr lang="en-US" sz="2100" kern="1200" err="1">
              <a:solidFill>
                <a:schemeClr val="tx1"/>
              </a:solidFill>
            </a:rPr>
            <a:t>Áp</a:t>
          </a:r>
          <a:r>
            <a:rPr lang="en-US" sz="2100" kern="1200">
              <a:solidFill>
                <a:schemeClr val="tx1"/>
              </a:solidFill>
            </a:rPr>
            <a:t> </a:t>
          </a:r>
          <a:r>
            <a:rPr lang="en-US" sz="2100" kern="1200" err="1">
              <a:solidFill>
                <a:schemeClr val="tx1"/>
              </a:solidFill>
            </a:rPr>
            <a:t>dụng</a:t>
          </a:r>
          <a:r>
            <a:rPr lang="en-US" sz="2100" kern="1200">
              <a:solidFill>
                <a:schemeClr val="tx1"/>
              </a:solidFill>
            </a:rPr>
            <a:t> </a:t>
          </a:r>
          <a:r>
            <a:rPr lang="en-US" sz="2100" kern="1200" err="1">
              <a:solidFill>
                <a:schemeClr val="tx1"/>
              </a:solidFill>
            </a:rPr>
            <a:t>các</a:t>
          </a:r>
          <a:r>
            <a:rPr lang="en-US" sz="2100" kern="1200">
              <a:solidFill>
                <a:schemeClr val="tx1"/>
              </a:solidFill>
            </a:rPr>
            <a:t> </a:t>
          </a:r>
          <a:r>
            <a:rPr lang="en-US" sz="2100" kern="1200" err="1">
              <a:solidFill>
                <a:schemeClr val="tx1"/>
              </a:solidFill>
            </a:rPr>
            <a:t>biện</a:t>
          </a:r>
          <a:r>
            <a:rPr lang="en-US" sz="2100" kern="1200">
              <a:solidFill>
                <a:schemeClr val="tx1"/>
              </a:solidFill>
            </a:rPr>
            <a:t> </a:t>
          </a:r>
          <a:r>
            <a:rPr lang="en-US" sz="2100" kern="1200" err="1">
              <a:solidFill>
                <a:schemeClr val="tx1"/>
              </a:solidFill>
            </a:rPr>
            <a:t>pháp</a:t>
          </a:r>
          <a:r>
            <a:rPr lang="en-US" sz="2100" kern="1200">
              <a:solidFill>
                <a:schemeClr val="tx1"/>
              </a:solidFill>
            </a:rPr>
            <a:t> </a:t>
          </a:r>
          <a:r>
            <a:rPr lang="en-US" sz="2100" kern="1200" err="1">
              <a:solidFill>
                <a:schemeClr val="tx1"/>
              </a:solidFill>
            </a:rPr>
            <a:t>cưỡng</a:t>
          </a:r>
          <a:r>
            <a:rPr lang="en-US" sz="2100" kern="1200">
              <a:solidFill>
                <a:schemeClr val="tx1"/>
              </a:solidFill>
            </a:rPr>
            <a:t> </a:t>
          </a:r>
          <a:r>
            <a:rPr lang="en-US" sz="2100" kern="1200" err="1">
              <a:solidFill>
                <a:schemeClr val="tx1"/>
              </a:solidFill>
            </a:rPr>
            <a:t>chế</a:t>
          </a:r>
          <a:r>
            <a:rPr lang="en-US" sz="2100" kern="1200">
              <a:solidFill>
                <a:schemeClr val="tx1"/>
              </a:solidFill>
            </a:rPr>
            <a:t> </a:t>
          </a:r>
          <a:r>
            <a:rPr lang="en-US" sz="2100" kern="1200" err="1">
              <a:solidFill>
                <a:schemeClr val="tx1"/>
              </a:solidFill>
            </a:rPr>
            <a:t>đối</a:t>
          </a:r>
          <a:r>
            <a:rPr lang="en-US" sz="2100" kern="1200">
              <a:solidFill>
                <a:schemeClr val="tx1"/>
              </a:solidFill>
            </a:rPr>
            <a:t> </a:t>
          </a:r>
          <a:r>
            <a:rPr lang="en-US" sz="2100" kern="1200" err="1">
              <a:solidFill>
                <a:schemeClr val="tx1"/>
              </a:solidFill>
            </a:rPr>
            <a:t>với</a:t>
          </a:r>
          <a:r>
            <a:rPr lang="en-US" sz="2100" kern="1200">
              <a:solidFill>
                <a:schemeClr val="tx1"/>
              </a:solidFill>
            </a:rPr>
            <a:t> </a:t>
          </a:r>
          <a:r>
            <a:rPr lang="en-US" sz="2100" kern="1200" err="1">
              <a:solidFill>
                <a:schemeClr val="tx1"/>
              </a:solidFill>
            </a:rPr>
            <a:t>người</a:t>
          </a:r>
          <a:r>
            <a:rPr lang="en-US" sz="2100" kern="1200">
              <a:solidFill>
                <a:schemeClr val="tx1"/>
              </a:solidFill>
            </a:rPr>
            <a:t> </a:t>
          </a:r>
          <a:r>
            <a:rPr lang="en-US" sz="2100" kern="1200" err="1">
              <a:solidFill>
                <a:schemeClr val="tx1"/>
              </a:solidFill>
            </a:rPr>
            <a:t>có</a:t>
          </a:r>
          <a:r>
            <a:rPr lang="en-US" sz="2100" kern="1200">
              <a:solidFill>
                <a:schemeClr val="tx1"/>
              </a:solidFill>
            </a:rPr>
            <a:t> </a:t>
          </a:r>
          <a:r>
            <a:rPr lang="en-US" sz="2100" kern="1200" err="1">
              <a:solidFill>
                <a:schemeClr val="tx1"/>
              </a:solidFill>
            </a:rPr>
            <a:t>hành</a:t>
          </a:r>
          <a:r>
            <a:rPr lang="en-US" sz="2100" kern="1200">
              <a:solidFill>
                <a:schemeClr val="tx1"/>
              </a:solidFill>
            </a:rPr>
            <a:t> vi </a:t>
          </a:r>
          <a:r>
            <a:rPr lang="en-US" sz="2100" kern="1200" err="1">
              <a:solidFill>
                <a:schemeClr val="tx1"/>
              </a:solidFill>
            </a:rPr>
            <a:t>xâm</a:t>
          </a:r>
          <a:r>
            <a:rPr lang="en-US" sz="2100" kern="1200">
              <a:solidFill>
                <a:schemeClr val="tx1"/>
              </a:solidFill>
            </a:rPr>
            <a:t> </a:t>
          </a:r>
          <a:r>
            <a:rPr lang="en-US" sz="2100" kern="1200" err="1">
              <a:solidFill>
                <a:schemeClr val="tx1"/>
              </a:solidFill>
            </a:rPr>
            <a:t>phạm</a:t>
          </a:r>
          <a:r>
            <a:rPr lang="en-US" sz="2100" kern="1200">
              <a:solidFill>
                <a:schemeClr val="tx1"/>
              </a:solidFill>
            </a:rPr>
            <a:t> </a:t>
          </a:r>
          <a:r>
            <a:rPr lang="en-US" sz="2100" kern="1200" err="1">
              <a:solidFill>
                <a:schemeClr val="tx1"/>
              </a:solidFill>
            </a:rPr>
            <a:t>các</a:t>
          </a:r>
          <a:r>
            <a:rPr lang="en-US" sz="2100" kern="1200">
              <a:solidFill>
                <a:schemeClr val="tx1"/>
              </a:solidFill>
            </a:rPr>
            <a:t> QHXH </a:t>
          </a:r>
          <a:r>
            <a:rPr lang="en-US" sz="2100" kern="1200" err="1">
              <a:solidFill>
                <a:schemeClr val="tx1"/>
              </a:solidFill>
            </a:rPr>
            <a:t>được</a:t>
          </a:r>
          <a:r>
            <a:rPr lang="en-US" sz="2100" kern="1200">
              <a:solidFill>
                <a:schemeClr val="tx1"/>
              </a:solidFill>
            </a:rPr>
            <a:t> </a:t>
          </a:r>
          <a:r>
            <a:rPr lang="en-US" sz="2100" kern="1200" err="1">
              <a:solidFill>
                <a:schemeClr val="tx1"/>
              </a:solidFill>
            </a:rPr>
            <a:t>điều</a:t>
          </a:r>
          <a:r>
            <a:rPr lang="en-US" sz="2100" kern="1200">
              <a:solidFill>
                <a:schemeClr val="tx1"/>
              </a:solidFill>
            </a:rPr>
            <a:t> </a:t>
          </a:r>
          <a:r>
            <a:rPr lang="en-US" sz="2100" kern="1200" err="1">
              <a:solidFill>
                <a:schemeClr val="tx1"/>
              </a:solidFill>
            </a:rPr>
            <a:t>chỉnh</a:t>
          </a:r>
          <a:endParaRPr lang="en-US" sz="2100" kern="1200">
            <a:solidFill>
              <a:schemeClr val="tx1"/>
            </a:solidFill>
          </a:endParaRPr>
        </a:p>
      </dsp:txBody>
      <dsp:txXfrm>
        <a:off x="3131227" y="1539242"/>
        <a:ext cx="1967144" cy="3080021"/>
      </dsp:txXfrm>
    </dsp:sp>
    <dsp:sp modelId="{3D1DFC54-C6CA-42E7-9376-C8DA41666747}">
      <dsp:nvSpPr>
        <dsp:cNvPr id="0" name=""/>
        <dsp:cNvSpPr/>
      </dsp:nvSpPr>
      <dsp:spPr>
        <a:xfrm>
          <a:off x="5617666" y="0"/>
          <a:ext cx="2611933" cy="49268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err="1"/>
            <a:t>Chức</a:t>
          </a:r>
          <a:r>
            <a:rPr lang="en-US" sz="2400" kern="1200"/>
            <a:t> </a:t>
          </a:r>
          <a:r>
            <a:rPr lang="en-US" sz="2400" kern="1200" err="1"/>
            <a:t>năng</a:t>
          </a:r>
          <a:r>
            <a:rPr lang="en-US" sz="2400" kern="1200"/>
            <a:t> </a:t>
          </a:r>
          <a:r>
            <a:rPr lang="en-US" sz="2400" kern="1200" err="1"/>
            <a:t>giáo</a:t>
          </a:r>
          <a:r>
            <a:rPr lang="en-US" sz="2400" kern="1200"/>
            <a:t> </a:t>
          </a:r>
          <a:r>
            <a:rPr lang="en-US" sz="2400" kern="1200" err="1"/>
            <a:t>dục</a:t>
          </a:r>
          <a:r>
            <a:rPr lang="en-US" sz="2400" kern="1200"/>
            <a:t> </a:t>
          </a:r>
          <a:r>
            <a:rPr lang="en-US" sz="2400" kern="1200" err="1"/>
            <a:t>của</a:t>
          </a:r>
          <a:r>
            <a:rPr lang="en-US" sz="2400" kern="1200"/>
            <a:t> PL</a:t>
          </a:r>
        </a:p>
      </dsp:txBody>
      <dsp:txXfrm>
        <a:off x="5617666" y="0"/>
        <a:ext cx="2611933" cy="1478041"/>
      </dsp:txXfrm>
    </dsp:sp>
    <dsp:sp modelId="{7672375F-67D8-4C44-925E-75D257A78D79}">
      <dsp:nvSpPr>
        <dsp:cNvPr id="0" name=""/>
        <dsp:cNvSpPr/>
      </dsp:nvSpPr>
      <dsp:spPr>
        <a:xfrm>
          <a:off x="5877855" y="1478041"/>
          <a:ext cx="2089546" cy="3202423"/>
        </a:xfrm>
        <a:prstGeom prst="roundRect">
          <a:avLst>
            <a:gd name="adj" fmla="val 10000"/>
          </a:avLst>
        </a:prstGeom>
        <a:solidFill>
          <a:schemeClr val="accent2">
            <a:hueOff val="-20163186"/>
            <a:satOff val="8769"/>
            <a:lumOff val="2550"/>
            <a:alphaOff val="0"/>
          </a:schemeClr>
        </a:solidFill>
        <a:ln w="55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40005" rIns="53340" bIns="40005" numCol="1" spcCol="1270" anchor="ctr" anchorCtr="0">
          <a:noAutofit/>
        </a:bodyPr>
        <a:lstStyle/>
        <a:p>
          <a:pPr marL="0" lvl="0" indent="0" algn="just" defTabSz="933450">
            <a:lnSpc>
              <a:spcPct val="90000"/>
            </a:lnSpc>
            <a:spcBef>
              <a:spcPct val="0"/>
            </a:spcBef>
            <a:spcAft>
              <a:spcPct val="35000"/>
            </a:spcAft>
            <a:buNone/>
          </a:pPr>
          <a:r>
            <a:rPr lang="en-US" sz="2100" kern="1200" err="1">
              <a:solidFill>
                <a:schemeClr val="bg1"/>
              </a:solidFill>
            </a:rPr>
            <a:t>Tác</a:t>
          </a:r>
          <a:r>
            <a:rPr lang="en-US" sz="2100" kern="1200">
              <a:solidFill>
                <a:schemeClr val="bg1"/>
              </a:solidFill>
            </a:rPr>
            <a:t> </a:t>
          </a:r>
          <a:r>
            <a:rPr lang="en-US" sz="2100" kern="1200" err="1">
              <a:solidFill>
                <a:schemeClr val="bg1"/>
              </a:solidFill>
            </a:rPr>
            <a:t>động</a:t>
          </a:r>
          <a:r>
            <a:rPr lang="en-US" sz="2100" kern="1200">
              <a:solidFill>
                <a:schemeClr val="bg1"/>
              </a:solidFill>
            </a:rPr>
            <a:t> </a:t>
          </a:r>
          <a:r>
            <a:rPr lang="en-US" sz="2100" kern="1200" err="1">
              <a:solidFill>
                <a:schemeClr val="bg1"/>
              </a:solidFill>
            </a:rPr>
            <a:t>vào</a:t>
          </a:r>
          <a:r>
            <a:rPr lang="en-US" sz="2100" kern="1200">
              <a:solidFill>
                <a:schemeClr val="bg1"/>
              </a:solidFill>
            </a:rPr>
            <a:t> ý </a:t>
          </a:r>
          <a:r>
            <a:rPr lang="en-US" sz="2100" kern="1200" err="1">
              <a:solidFill>
                <a:schemeClr val="bg1"/>
              </a:solidFill>
            </a:rPr>
            <a:t>thức</a:t>
          </a:r>
          <a:r>
            <a:rPr lang="en-US" sz="2100" kern="1200">
              <a:solidFill>
                <a:schemeClr val="bg1"/>
              </a:solidFill>
            </a:rPr>
            <a:t> </a:t>
          </a:r>
          <a:r>
            <a:rPr lang="en-US" sz="2100" kern="1200" err="1">
              <a:solidFill>
                <a:schemeClr val="bg1"/>
              </a:solidFill>
            </a:rPr>
            <a:t>của</a:t>
          </a:r>
          <a:r>
            <a:rPr lang="en-US" sz="2100" kern="1200">
              <a:solidFill>
                <a:schemeClr val="bg1"/>
              </a:solidFill>
            </a:rPr>
            <a:t> con </a:t>
          </a:r>
          <a:r>
            <a:rPr lang="en-US" sz="2100" kern="1200" err="1">
              <a:solidFill>
                <a:schemeClr val="bg1"/>
              </a:solidFill>
            </a:rPr>
            <a:t>người</a:t>
          </a:r>
          <a:r>
            <a:rPr lang="en-US" sz="2100" kern="1200">
              <a:solidFill>
                <a:schemeClr val="bg1"/>
              </a:solidFill>
            </a:rPr>
            <a:t> </a:t>
          </a:r>
          <a:r>
            <a:rPr lang="en-US" sz="2100" kern="1200" err="1">
              <a:solidFill>
                <a:schemeClr val="bg1"/>
              </a:solidFill>
            </a:rPr>
            <a:t>hình</a:t>
          </a:r>
          <a:r>
            <a:rPr lang="en-US" sz="2100" kern="1200">
              <a:solidFill>
                <a:schemeClr val="bg1"/>
              </a:solidFill>
            </a:rPr>
            <a:t> </a:t>
          </a:r>
          <a:r>
            <a:rPr lang="en-US" sz="2100" kern="1200" err="1">
              <a:solidFill>
                <a:schemeClr val="bg1"/>
              </a:solidFill>
            </a:rPr>
            <a:t>thành</a:t>
          </a:r>
          <a:r>
            <a:rPr lang="en-US" sz="2100" kern="1200">
              <a:solidFill>
                <a:schemeClr val="bg1"/>
              </a:solidFill>
            </a:rPr>
            <a:t> ý </a:t>
          </a:r>
          <a:r>
            <a:rPr lang="en-US" sz="2100" kern="1200" err="1">
              <a:solidFill>
                <a:schemeClr val="bg1"/>
              </a:solidFill>
            </a:rPr>
            <a:t>thức</a:t>
          </a:r>
          <a:r>
            <a:rPr lang="en-US" sz="2100" kern="1200">
              <a:solidFill>
                <a:schemeClr val="bg1"/>
              </a:solidFill>
            </a:rPr>
            <a:t> </a:t>
          </a:r>
          <a:r>
            <a:rPr lang="en-US" sz="2100" kern="1200" err="1">
              <a:solidFill>
                <a:schemeClr val="bg1"/>
              </a:solidFill>
            </a:rPr>
            <a:t>pháp</a:t>
          </a:r>
          <a:r>
            <a:rPr lang="en-US" sz="2100" kern="1200">
              <a:solidFill>
                <a:schemeClr val="bg1"/>
              </a:solidFill>
            </a:rPr>
            <a:t> </a:t>
          </a:r>
          <a:r>
            <a:rPr lang="en-US" sz="2100" kern="1200" err="1">
              <a:solidFill>
                <a:schemeClr val="bg1"/>
              </a:solidFill>
            </a:rPr>
            <a:t>luật</a:t>
          </a:r>
          <a:r>
            <a:rPr lang="en-US" sz="2100" kern="1200">
              <a:solidFill>
                <a:schemeClr val="bg1"/>
              </a:solidFill>
            </a:rPr>
            <a:t>.</a:t>
          </a:r>
        </a:p>
      </dsp:txBody>
      <dsp:txXfrm>
        <a:off x="5939056" y="1539242"/>
        <a:ext cx="1967144" cy="308002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5B1E6-D274-4BD0-B9D3-20483792ED33}">
      <dsp:nvSpPr>
        <dsp:cNvPr id="0" name=""/>
        <dsp:cNvSpPr/>
      </dsp:nvSpPr>
      <dsp:spPr>
        <a:xfrm rot="5400000">
          <a:off x="4982706" y="-1783206"/>
          <a:ext cx="1434107"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err="1"/>
            <a:t>Pháp</a:t>
          </a:r>
          <a:r>
            <a:rPr lang="en-US" sz="2200" kern="1200"/>
            <a:t> </a:t>
          </a:r>
          <a:r>
            <a:rPr lang="en-US" sz="2200" kern="1200" err="1"/>
            <a:t>luật</a:t>
          </a:r>
          <a:r>
            <a:rPr lang="en-US" sz="2200" kern="1200"/>
            <a:t> do </a:t>
          </a:r>
          <a:r>
            <a:rPr lang="en-US" sz="2200" kern="1200" err="1"/>
            <a:t>trình</a:t>
          </a:r>
          <a:r>
            <a:rPr lang="en-US" sz="2200" kern="1200"/>
            <a:t> </a:t>
          </a:r>
          <a:r>
            <a:rPr lang="en-US" sz="2200" kern="1200" err="1"/>
            <a:t>độ</a:t>
          </a:r>
          <a:r>
            <a:rPr lang="en-US" sz="2200" kern="1200"/>
            <a:t> </a:t>
          </a:r>
          <a:r>
            <a:rPr lang="en-US" sz="2200" kern="1200" err="1"/>
            <a:t>nền</a:t>
          </a:r>
          <a:r>
            <a:rPr lang="en-US" sz="2200" kern="1200"/>
            <a:t> </a:t>
          </a:r>
          <a:r>
            <a:rPr lang="en-US" sz="2200" kern="1200" err="1"/>
            <a:t>kinh</a:t>
          </a:r>
          <a:r>
            <a:rPr lang="en-US" sz="2200" kern="1200"/>
            <a:t> </a:t>
          </a:r>
          <a:r>
            <a:rPr lang="en-US" sz="2200" kern="1200" err="1"/>
            <a:t>tế</a:t>
          </a:r>
          <a:r>
            <a:rPr lang="en-US" sz="2200" kern="1200"/>
            <a:t> </a:t>
          </a:r>
          <a:r>
            <a:rPr lang="en-US" sz="2200" kern="1200" err="1"/>
            <a:t>quyết</a:t>
          </a:r>
          <a:r>
            <a:rPr lang="en-US" sz="2200" kern="1200"/>
            <a:t> </a:t>
          </a:r>
          <a:r>
            <a:rPr lang="en-US" sz="2200" kern="1200" err="1"/>
            <a:t>định</a:t>
          </a:r>
          <a:endParaRPr lang="en-US" sz="2200" kern="1200"/>
        </a:p>
        <a:p>
          <a:pPr marL="228600" lvl="1" indent="-228600" algn="l" defTabSz="977900">
            <a:lnSpc>
              <a:spcPct val="90000"/>
            </a:lnSpc>
            <a:spcBef>
              <a:spcPct val="0"/>
            </a:spcBef>
            <a:spcAft>
              <a:spcPct val="15000"/>
            </a:spcAft>
            <a:buChar char="•"/>
          </a:pPr>
          <a:r>
            <a:rPr lang="en-US" sz="2200" kern="1200" err="1"/>
            <a:t>Sự</a:t>
          </a:r>
          <a:r>
            <a:rPr lang="en-US" sz="2200" kern="1200"/>
            <a:t> </a:t>
          </a:r>
          <a:r>
            <a:rPr lang="en-US" sz="2200" kern="1200" err="1"/>
            <a:t>tác</a:t>
          </a:r>
          <a:r>
            <a:rPr lang="en-US" sz="2200" kern="1200"/>
            <a:t> </a:t>
          </a:r>
          <a:r>
            <a:rPr lang="en-US" sz="2200" kern="1200" err="1"/>
            <a:t>động</a:t>
          </a:r>
          <a:r>
            <a:rPr lang="en-US" sz="2200" kern="1200"/>
            <a:t> </a:t>
          </a:r>
          <a:r>
            <a:rPr lang="en-US" sz="2200" kern="1200" err="1"/>
            <a:t>trở</a:t>
          </a:r>
          <a:r>
            <a:rPr lang="en-US" sz="2200" kern="1200"/>
            <a:t> </a:t>
          </a:r>
          <a:r>
            <a:rPr lang="en-US" sz="2200" kern="1200" err="1"/>
            <a:t>lại</a:t>
          </a:r>
          <a:r>
            <a:rPr lang="en-US" sz="2200" kern="1200"/>
            <a:t> </a:t>
          </a:r>
          <a:r>
            <a:rPr lang="en-US" sz="2200" kern="1200" err="1"/>
            <a:t>của</a:t>
          </a:r>
          <a:r>
            <a:rPr lang="en-US" sz="2200" kern="1200"/>
            <a:t> </a:t>
          </a:r>
          <a:r>
            <a:rPr lang="en-US" sz="2200" kern="1200" err="1"/>
            <a:t>pháp</a:t>
          </a:r>
          <a:r>
            <a:rPr lang="en-US" sz="2200" kern="1200"/>
            <a:t> </a:t>
          </a:r>
          <a:r>
            <a:rPr lang="en-US" sz="2200" kern="1200" err="1"/>
            <a:t>luật</a:t>
          </a:r>
          <a:r>
            <a:rPr lang="en-US" sz="2200" kern="1200"/>
            <a:t> </a:t>
          </a:r>
          <a:r>
            <a:rPr lang="en-US" sz="2200" kern="1200" err="1"/>
            <a:t>đối</a:t>
          </a:r>
          <a:r>
            <a:rPr lang="en-US" sz="2200" kern="1200"/>
            <a:t> </a:t>
          </a:r>
          <a:r>
            <a:rPr lang="en-US" sz="2200" kern="1200" err="1"/>
            <a:t>với</a:t>
          </a:r>
          <a:r>
            <a:rPr lang="en-US" sz="2200" kern="1200"/>
            <a:t> </a:t>
          </a:r>
          <a:r>
            <a:rPr lang="en-US" sz="2200" kern="1200" err="1"/>
            <a:t>kinh</a:t>
          </a:r>
          <a:r>
            <a:rPr lang="en-US" sz="2200" kern="1200"/>
            <a:t> </a:t>
          </a:r>
          <a:r>
            <a:rPr lang="en-US" sz="2200" kern="1200" err="1"/>
            <a:t>tế</a:t>
          </a:r>
          <a:endParaRPr lang="en-US" sz="2200" kern="1200"/>
        </a:p>
      </dsp:txBody>
      <dsp:txXfrm rot="-5400000">
        <a:off x="3017520" y="251987"/>
        <a:ext cx="5294473" cy="1294093"/>
      </dsp:txXfrm>
    </dsp:sp>
    <dsp:sp modelId="{5B501A1F-8237-4E49-B4AC-3B90B388E097}">
      <dsp:nvSpPr>
        <dsp:cNvPr id="0" name=""/>
        <dsp:cNvSpPr/>
      </dsp:nvSpPr>
      <dsp:spPr>
        <a:xfrm>
          <a:off x="0" y="2716"/>
          <a:ext cx="3017520" cy="1792634"/>
        </a:xfrm>
        <a:prstGeom prst="roundRect">
          <a:avLst/>
        </a:prstGeom>
        <a:gradFill rotWithShape="0">
          <a:gsLst>
            <a:gs pos="0">
              <a:schemeClr val="accent3">
                <a:shade val="80000"/>
                <a:hueOff val="0"/>
                <a:satOff val="0"/>
                <a:lumOff val="0"/>
                <a:alphaOff val="0"/>
                <a:shade val="15000"/>
                <a:satMod val="180000"/>
              </a:schemeClr>
            </a:gs>
            <a:gs pos="50000">
              <a:schemeClr val="accent3">
                <a:shade val="80000"/>
                <a:hueOff val="0"/>
                <a:satOff val="0"/>
                <a:lumOff val="0"/>
                <a:alphaOff val="0"/>
                <a:shade val="45000"/>
                <a:satMod val="170000"/>
              </a:schemeClr>
            </a:gs>
            <a:gs pos="70000">
              <a:schemeClr val="accent3">
                <a:shade val="80000"/>
                <a:hueOff val="0"/>
                <a:satOff val="0"/>
                <a:lumOff val="0"/>
                <a:alphaOff val="0"/>
                <a:tint val="99000"/>
                <a:shade val="65000"/>
                <a:satMod val="155000"/>
              </a:schemeClr>
            </a:gs>
            <a:gs pos="100000">
              <a:schemeClr val="accent3">
                <a:shade val="80000"/>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err="1"/>
            <a:t>Pháp</a:t>
          </a:r>
          <a:r>
            <a:rPr lang="en-US" sz="3200" kern="1200"/>
            <a:t> </a:t>
          </a:r>
          <a:r>
            <a:rPr lang="en-US" sz="3200" kern="1200" err="1"/>
            <a:t>luật</a:t>
          </a:r>
          <a:r>
            <a:rPr lang="en-US" sz="3200" kern="1200"/>
            <a:t> </a:t>
          </a:r>
          <a:r>
            <a:rPr lang="en-US" sz="3200" kern="1200" err="1"/>
            <a:t>với</a:t>
          </a:r>
          <a:r>
            <a:rPr lang="en-US" sz="3200" kern="1200"/>
            <a:t> </a:t>
          </a:r>
          <a:r>
            <a:rPr lang="en-US" sz="3200" kern="1200" err="1"/>
            <a:t>kinh</a:t>
          </a:r>
          <a:r>
            <a:rPr lang="en-US" sz="3200" kern="1200"/>
            <a:t> </a:t>
          </a:r>
          <a:r>
            <a:rPr lang="en-US" sz="3200" kern="1200" err="1"/>
            <a:t>tế</a:t>
          </a:r>
          <a:endParaRPr lang="en-US" sz="3200" kern="1200"/>
        </a:p>
      </dsp:txBody>
      <dsp:txXfrm>
        <a:off x="87509" y="90225"/>
        <a:ext cx="2842502" cy="1617616"/>
      </dsp:txXfrm>
    </dsp:sp>
    <dsp:sp modelId="{166A563E-22C1-4045-BD09-CC206774534E}">
      <dsp:nvSpPr>
        <dsp:cNvPr id="0" name=""/>
        <dsp:cNvSpPr/>
      </dsp:nvSpPr>
      <dsp:spPr>
        <a:xfrm rot="5400000">
          <a:off x="4828589" y="99059"/>
          <a:ext cx="1742340"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err="1"/>
            <a:t>Pháp</a:t>
          </a:r>
          <a:r>
            <a:rPr lang="en-US" sz="2400" kern="1200"/>
            <a:t> </a:t>
          </a:r>
          <a:r>
            <a:rPr lang="en-US" sz="2400" kern="1200" err="1"/>
            <a:t>luật</a:t>
          </a:r>
          <a:r>
            <a:rPr lang="en-US" sz="2400" kern="1200"/>
            <a:t> </a:t>
          </a:r>
          <a:r>
            <a:rPr lang="en-US" sz="2400" kern="1200" err="1"/>
            <a:t>chịu</a:t>
          </a:r>
          <a:r>
            <a:rPr lang="en-US" sz="2400" kern="1200"/>
            <a:t> </a:t>
          </a:r>
          <a:r>
            <a:rPr lang="en-US" sz="2400" kern="1200" err="1"/>
            <a:t>sự</a:t>
          </a:r>
          <a:r>
            <a:rPr lang="en-US" sz="2400" kern="1200"/>
            <a:t> </a:t>
          </a:r>
          <a:r>
            <a:rPr lang="en-US" sz="2400" kern="1200" err="1"/>
            <a:t>tác</a:t>
          </a:r>
          <a:r>
            <a:rPr lang="en-US" sz="2400" kern="1200"/>
            <a:t> </a:t>
          </a:r>
          <a:r>
            <a:rPr lang="en-US" sz="2400" kern="1200" err="1"/>
            <a:t>động</a:t>
          </a:r>
          <a:r>
            <a:rPr lang="en-US" sz="2400" kern="1200"/>
            <a:t> </a:t>
          </a:r>
          <a:r>
            <a:rPr lang="en-US" sz="2400" kern="1200" err="1"/>
            <a:t>của</a:t>
          </a:r>
          <a:r>
            <a:rPr lang="en-US" sz="2400" kern="1200"/>
            <a:t> </a:t>
          </a:r>
          <a:r>
            <a:rPr lang="en-US" sz="2400" kern="1200" err="1"/>
            <a:t>đạo</a:t>
          </a:r>
          <a:r>
            <a:rPr lang="en-US" sz="2400" kern="1200"/>
            <a:t> </a:t>
          </a:r>
          <a:r>
            <a:rPr lang="en-US" sz="2400" kern="1200" err="1"/>
            <a:t>đức</a:t>
          </a:r>
          <a:endParaRPr lang="en-US" sz="2400" kern="1200"/>
        </a:p>
        <a:p>
          <a:pPr marL="228600" lvl="1" indent="-228600" algn="l" defTabSz="1066800">
            <a:lnSpc>
              <a:spcPct val="90000"/>
            </a:lnSpc>
            <a:spcBef>
              <a:spcPct val="0"/>
            </a:spcBef>
            <a:spcAft>
              <a:spcPct val="15000"/>
            </a:spcAft>
            <a:buChar char="•"/>
          </a:pPr>
          <a:r>
            <a:rPr lang="en-US" sz="2400" kern="1200" err="1"/>
            <a:t>Sự</a:t>
          </a:r>
          <a:r>
            <a:rPr lang="en-US" sz="2400" kern="1200"/>
            <a:t> </a:t>
          </a:r>
          <a:r>
            <a:rPr lang="en-US" sz="2400" kern="1200" err="1"/>
            <a:t>khác</a:t>
          </a:r>
          <a:r>
            <a:rPr lang="en-US" sz="2400" kern="1200"/>
            <a:t> </a:t>
          </a:r>
          <a:r>
            <a:rPr lang="en-US" sz="2400" kern="1200" err="1"/>
            <a:t>biệt</a:t>
          </a:r>
          <a:r>
            <a:rPr lang="en-US" sz="2400" kern="1200"/>
            <a:t> </a:t>
          </a:r>
          <a:r>
            <a:rPr lang="en-US" sz="2400" kern="1200" err="1"/>
            <a:t>giữa</a:t>
          </a:r>
          <a:r>
            <a:rPr lang="en-US" sz="2400" kern="1200"/>
            <a:t> </a:t>
          </a:r>
          <a:r>
            <a:rPr lang="en-US" sz="2400" kern="1200" err="1"/>
            <a:t>pháp</a:t>
          </a:r>
          <a:r>
            <a:rPr lang="en-US" sz="2400" kern="1200"/>
            <a:t> </a:t>
          </a:r>
          <a:r>
            <a:rPr lang="en-US" sz="2400" kern="1200" err="1"/>
            <a:t>luật</a:t>
          </a:r>
          <a:r>
            <a:rPr lang="en-US" sz="2400" kern="1200"/>
            <a:t> </a:t>
          </a:r>
          <a:r>
            <a:rPr lang="en-US" sz="2400" kern="1200" err="1"/>
            <a:t>và</a:t>
          </a:r>
          <a:r>
            <a:rPr lang="en-US" sz="2400" kern="1200"/>
            <a:t> </a:t>
          </a:r>
          <a:r>
            <a:rPr lang="en-US" sz="2400" kern="1200" err="1"/>
            <a:t>đạo</a:t>
          </a:r>
          <a:r>
            <a:rPr lang="en-US" sz="2400" kern="1200"/>
            <a:t> </a:t>
          </a:r>
          <a:r>
            <a:rPr lang="en-US" sz="2400" kern="1200" err="1"/>
            <a:t>đức</a:t>
          </a:r>
          <a:endParaRPr lang="en-US" sz="2400" kern="1200"/>
        </a:p>
      </dsp:txBody>
      <dsp:txXfrm rot="-5400000">
        <a:off x="3017519" y="1995183"/>
        <a:ext cx="5279426" cy="1572232"/>
      </dsp:txXfrm>
    </dsp:sp>
    <dsp:sp modelId="{2415B5C2-C9F3-42B3-8697-3C7C9388084D}">
      <dsp:nvSpPr>
        <dsp:cNvPr id="0" name=""/>
        <dsp:cNvSpPr/>
      </dsp:nvSpPr>
      <dsp:spPr>
        <a:xfrm>
          <a:off x="0" y="1884982"/>
          <a:ext cx="3017520" cy="1792634"/>
        </a:xfrm>
        <a:prstGeom prst="roundRect">
          <a:avLst/>
        </a:prstGeom>
        <a:gradFill rotWithShape="0">
          <a:gsLst>
            <a:gs pos="0">
              <a:schemeClr val="accent3">
                <a:shade val="80000"/>
                <a:hueOff val="-295230"/>
                <a:satOff val="-1764"/>
                <a:lumOff val="15253"/>
                <a:alphaOff val="0"/>
                <a:shade val="15000"/>
                <a:satMod val="180000"/>
              </a:schemeClr>
            </a:gs>
            <a:gs pos="50000">
              <a:schemeClr val="accent3">
                <a:shade val="80000"/>
                <a:hueOff val="-295230"/>
                <a:satOff val="-1764"/>
                <a:lumOff val="15253"/>
                <a:alphaOff val="0"/>
                <a:shade val="45000"/>
                <a:satMod val="170000"/>
              </a:schemeClr>
            </a:gs>
            <a:gs pos="70000">
              <a:schemeClr val="accent3">
                <a:shade val="80000"/>
                <a:hueOff val="-295230"/>
                <a:satOff val="-1764"/>
                <a:lumOff val="15253"/>
                <a:alphaOff val="0"/>
                <a:tint val="99000"/>
                <a:shade val="65000"/>
                <a:satMod val="155000"/>
              </a:schemeClr>
            </a:gs>
            <a:gs pos="100000">
              <a:schemeClr val="accent3">
                <a:shade val="80000"/>
                <a:hueOff val="-295230"/>
                <a:satOff val="-1764"/>
                <a:lumOff val="15253"/>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err="1"/>
            <a:t>Pháp</a:t>
          </a:r>
          <a:r>
            <a:rPr lang="en-US" sz="3200" kern="1200"/>
            <a:t> </a:t>
          </a:r>
          <a:r>
            <a:rPr lang="en-US" sz="3200" kern="1200" err="1"/>
            <a:t>luật</a:t>
          </a:r>
          <a:r>
            <a:rPr lang="en-US" sz="3200" kern="1200"/>
            <a:t> </a:t>
          </a:r>
          <a:r>
            <a:rPr lang="en-US" sz="3200" kern="1200" err="1"/>
            <a:t>với</a:t>
          </a:r>
          <a:r>
            <a:rPr lang="en-US" sz="3200" kern="1200"/>
            <a:t> </a:t>
          </a:r>
          <a:r>
            <a:rPr lang="en-US" sz="3200" kern="1200" err="1"/>
            <a:t>đạo</a:t>
          </a:r>
          <a:r>
            <a:rPr lang="en-US" sz="3200" kern="1200"/>
            <a:t> </a:t>
          </a:r>
          <a:r>
            <a:rPr lang="en-US" sz="3200" kern="1200" err="1"/>
            <a:t>đức</a:t>
          </a:r>
          <a:endParaRPr lang="en-US" sz="3200" kern="1200"/>
        </a:p>
      </dsp:txBody>
      <dsp:txXfrm>
        <a:off x="87509" y="1972491"/>
        <a:ext cx="2842502" cy="1617616"/>
      </dsp:txXfrm>
    </dsp:sp>
    <dsp:sp modelId="{D4EE1BC1-4E78-4AE9-8BCA-B3F595B17EDE}">
      <dsp:nvSpPr>
        <dsp:cNvPr id="0" name=""/>
        <dsp:cNvSpPr/>
      </dsp:nvSpPr>
      <dsp:spPr>
        <a:xfrm rot="5400000">
          <a:off x="4982706" y="1981326"/>
          <a:ext cx="1434107" cy="5364480"/>
        </a:xfrm>
        <a:prstGeom prst="round2SameRect">
          <a:avLst/>
        </a:prstGeom>
        <a:solidFill>
          <a:schemeClr val="accent3">
            <a:alpha val="90000"/>
            <a:tint val="40000"/>
            <a:hueOff val="0"/>
            <a:satOff val="0"/>
            <a:lumOff val="0"/>
            <a:alphaOff val="0"/>
          </a:schemeClr>
        </a:solidFill>
        <a:ln w="9525" cap="flat" cmpd="sng" algn="ctr">
          <a:solidFill>
            <a:schemeClr val="accent3">
              <a:alpha val="90000"/>
              <a:tint val="40000"/>
              <a:hueOff val="0"/>
              <a:satOff val="0"/>
              <a:lumOff val="0"/>
              <a:alphaOff val="0"/>
            </a:schemeClr>
          </a:solidFill>
          <a:prstDash val="solid"/>
        </a:ln>
        <a:effectLst>
          <a:outerShdw blurRad="50800" dist="381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just" defTabSz="977900">
            <a:lnSpc>
              <a:spcPct val="90000"/>
            </a:lnSpc>
            <a:spcBef>
              <a:spcPct val="0"/>
            </a:spcBef>
            <a:spcAft>
              <a:spcPct val="15000"/>
            </a:spcAft>
            <a:buChar char="•"/>
          </a:pPr>
          <a:r>
            <a:rPr lang="en-US" sz="2200" kern="1200" err="1"/>
            <a:t>Pháp</a:t>
          </a:r>
          <a:r>
            <a:rPr lang="en-US" sz="2200" kern="1200"/>
            <a:t> </a:t>
          </a:r>
          <a:r>
            <a:rPr lang="en-US" sz="2200" kern="1200" err="1"/>
            <a:t>luật</a:t>
          </a:r>
          <a:r>
            <a:rPr lang="en-US" sz="2200" kern="1200"/>
            <a:t> </a:t>
          </a:r>
          <a:r>
            <a:rPr lang="en-US" sz="2200" kern="1200" err="1"/>
            <a:t>và</a:t>
          </a:r>
          <a:r>
            <a:rPr lang="en-US" sz="2200" kern="1200"/>
            <a:t> </a:t>
          </a:r>
          <a:r>
            <a:rPr lang="en-US" sz="2200" kern="1200" err="1"/>
            <a:t>nhà</a:t>
          </a:r>
          <a:r>
            <a:rPr lang="en-US" sz="2200" kern="1200"/>
            <a:t> </a:t>
          </a:r>
          <a:r>
            <a:rPr lang="en-US" sz="2200" kern="1200" err="1"/>
            <a:t>nước</a:t>
          </a:r>
          <a:r>
            <a:rPr lang="en-US" sz="2200" kern="1200"/>
            <a:t> </a:t>
          </a:r>
          <a:r>
            <a:rPr lang="en-US" sz="2200" kern="1200" err="1"/>
            <a:t>là</a:t>
          </a:r>
          <a:r>
            <a:rPr lang="en-US" sz="2200" kern="1200"/>
            <a:t> </a:t>
          </a:r>
          <a:r>
            <a:rPr lang="en-US" sz="2200" kern="1200" err="1"/>
            <a:t>hai</a:t>
          </a:r>
          <a:r>
            <a:rPr lang="en-US" sz="2200" kern="1200"/>
            <a:t> </a:t>
          </a:r>
          <a:r>
            <a:rPr lang="en-US" sz="2200" kern="1200" err="1"/>
            <a:t>hiện</a:t>
          </a:r>
          <a:r>
            <a:rPr lang="en-US" sz="2200" kern="1200"/>
            <a:t> </a:t>
          </a:r>
          <a:r>
            <a:rPr lang="en-US" sz="2200" kern="1200" err="1"/>
            <a:t>tượng</a:t>
          </a:r>
          <a:r>
            <a:rPr lang="en-US" sz="2200" kern="1200"/>
            <a:t> </a:t>
          </a:r>
          <a:r>
            <a:rPr lang="en-US" sz="2200" kern="1200" err="1"/>
            <a:t>không</a:t>
          </a:r>
          <a:r>
            <a:rPr lang="en-US" sz="2200" kern="1200"/>
            <a:t> </a:t>
          </a:r>
          <a:r>
            <a:rPr lang="en-US" sz="2200" kern="1200" err="1"/>
            <a:t>thể</a:t>
          </a:r>
          <a:r>
            <a:rPr lang="en-US" sz="2200" kern="1200"/>
            <a:t> </a:t>
          </a:r>
          <a:r>
            <a:rPr lang="en-US" sz="2200" kern="1200" err="1"/>
            <a:t>tách</a:t>
          </a:r>
          <a:r>
            <a:rPr lang="en-US" sz="2200" kern="1200"/>
            <a:t> </a:t>
          </a:r>
          <a:r>
            <a:rPr lang="en-US" sz="2200" kern="1200" err="1"/>
            <a:t>rời</a:t>
          </a:r>
          <a:endParaRPr lang="en-US" sz="2200" kern="1200"/>
        </a:p>
        <a:p>
          <a:pPr marL="228600" lvl="1" indent="-228600" algn="just" defTabSz="977900">
            <a:lnSpc>
              <a:spcPct val="90000"/>
            </a:lnSpc>
            <a:spcBef>
              <a:spcPct val="0"/>
            </a:spcBef>
            <a:spcAft>
              <a:spcPct val="15000"/>
            </a:spcAft>
            <a:buChar char="•"/>
          </a:pPr>
          <a:r>
            <a:rPr lang="en-US" sz="2200" kern="1200" err="1"/>
            <a:t>Nhà</a:t>
          </a:r>
          <a:r>
            <a:rPr lang="en-US" sz="2200" kern="1200"/>
            <a:t> </a:t>
          </a:r>
          <a:r>
            <a:rPr lang="en-US" sz="2200" kern="1200" err="1"/>
            <a:t>nước</a:t>
          </a:r>
          <a:r>
            <a:rPr lang="en-US" sz="2200" kern="1200"/>
            <a:t> </a:t>
          </a:r>
          <a:r>
            <a:rPr lang="en-US" sz="2200" kern="1200" err="1"/>
            <a:t>sử</a:t>
          </a:r>
          <a:r>
            <a:rPr lang="en-US" sz="2200" kern="1200"/>
            <a:t> </a:t>
          </a:r>
          <a:r>
            <a:rPr lang="en-US" sz="2200" kern="1200" err="1"/>
            <a:t>dụng</a:t>
          </a:r>
          <a:r>
            <a:rPr lang="en-US" sz="2200" kern="1200"/>
            <a:t> </a:t>
          </a:r>
          <a:r>
            <a:rPr lang="en-US" sz="2200" kern="1200" err="1"/>
            <a:t>pháp</a:t>
          </a:r>
          <a:r>
            <a:rPr lang="en-US" sz="2200" kern="1200"/>
            <a:t> </a:t>
          </a:r>
          <a:r>
            <a:rPr lang="en-US" sz="2200" kern="1200" err="1"/>
            <a:t>luật</a:t>
          </a:r>
          <a:r>
            <a:rPr lang="en-US" sz="2200" kern="1200"/>
            <a:t> </a:t>
          </a:r>
          <a:r>
            <a:rPr lang="en-US" sz="2200" kern="1200" err="1"/>
            <a:t>để</a:t>
          </a:r>
          <a:r>
            <a:rPr lang="en-US" sz="2200" kern="1200"/>
            <a:t> </a:t>
          </a:r>
          <a:r>
            <a:rPr lang="en-US" sz="2200" kern="1200" err="1"/>
            <a:t>quản</a:t>
          </a:r>
          <a:r>
            <a:rPr lang="en-US" sz="2200" kern="1200"/>
            <a:t> </a:t>
          </a:r>
          <a:r>
            <a:rPr lang="en-US" sz="2200" kern="1200" err="1"/>
            <a:t>lí</a:t>
          </a:r>
          <a:r>
            <a:rPr lang="en-US" sz="2200" kern="1200"/>
            <a:t> </a:t>
          </a:r>
          <a:r>
            <a:rPr lang="en-US" sz="2200" kern="1200" err="1"/>
            <a:t>xã</a:t>
          </a:r>
          <a:r>
            <a:rPr lang="en-US" sz="2200" kern="1200"/>
            <a:t> </a:t>
          </a:r>
          <a:r>
            <a:rPr lang="en-US" sz="2200" kern="1200" err="1"/>
            <a:t>hội</a:t>
          </a:r>
          <a:r>
            <a:rPr lang="en-US" sz="2200" kern="1200"/>
            <a:t>, </a:t>
          </a:r>
          <a:r>
            <a:rPr lang="en-US" sz="2200" kern="1200" err="1"/>
            <a:t>đông</a:t>
          </a:r>
          <a:r>
            <a:rPr lang="en-US" sz="2200" kern="1200"/>
            <a:t> </a:t>
          </a:r>
          <a:r>
            <a:rPr lang="en-US" sz="2200" kern="1200" err="1"/>
            <a:t>thời</a:t>
          </a:r>
          <a:r>
            <a:rPr lang="en-US" sz="2200" kern="1200"/>
            <a:t> </a:t>
          </a:r>
          <a:r>
            <a:rPr lang="en-US" sz="2200" kern="1200" err="1"/>
            <a:t>bị</a:t>
          </a:r>
          <a:r>
            <a:rPr lang="en-US" sz="2200" kern="1200"/>
            <a:t> </a:t>
          </a:r>
          <a:r>
            <a:rPr lang="en-US" sz="2200" kern="1200" err="1"/>
            <a:t>giới</a:t>
          </a:r>
          <a:r>
            <a:rPr lang="en-US" sz="2200" kern="1200"/>
            <a:t> </a:t>
          </a:r>
          <a:r>
            <a:rPr lang="en-US" sz="2200" kern="1200" err="1"/>
            <a:t>hạn</a:t>
          </a:r>
          <a:r>
            <a:rPr lang="en-US" sz="2200" kern="1200"/>
            <a:t> </a:t>
          </a:r>
          <a:r>
            <a:rPr lang="en-US" sz="2200" kern="1200" err="1"/>
            <a:t>bởi</a:t>
          </a:r>
          <a:r>
            <a:rPr lang="en-US" sz="2200" kern="1200"/>
            <a:t> </a:t>
          </a:r>
          <a:r>
            <a:rPr lang="en-US" sz="2200" kern="1200" err="1"/>
            <a:t>pháp</a:t>
          </a:r>
          <a:r>
            <a:rPr lang="en-US" sz="2200" kern="1200"/>
            <a:t> </a:t>
          </a:r>
          <a:r>
            <a:rPr lang="en-US" sz="2200" kern="1200" err="1"/>
            <a:t>luật</a:t>
          </a:r>
          <a:r>
            <a:rPr lang="en-US" sz="2200" kern="1200"/>
            <a:t>.</a:t>
          </a:r>
        </a:p>
      </dsp:txBody>
      <dsp:txXfrm rot="-5400000">
        <a:off x="3017520" y="4016520"/>
        <a:ext cx="5294473" cy="1294093"/>
      </dsp:txXfrm>
    </dsp:sp>
    <dsp:sp modelId="{BBC7C8D8-0281-4DB7-8B99-056E6D38EA30}">
      <dsp:nvSpPr>
        <dsp:cNvPr id="0" name=""/>
        <dsp:cNvSpPr/>
      </dsp:nvSpPr>
      <dsp:spPr>
        <a:xfrm>
          <a:off x="0" y="3767249"/>
          <a:ext cx="3017520" cy="1792634"/>
        </a:xfrm>
        <a:prstGeom prst="roundRect">
          <a:avLst/>
        </a:prstGeom>
        <a:gradFill rotWithShape="0">
          <a:gsLst>
            <a:gs pos="0">
              <a:schemeClr val="accent3">
                <a:shade val="80000"/>
                <a:hueOff val="-590460"/>
                <a:satOff val="-3527"/>
                <a:lumOff val="30506"/>
                <a:alphaOff val="0"/>
                <a:shade val="15000"/>
                <a:satMod val="180000"/>
              </a:schemeClr>
            </a:gs>
            <a:gs pos="50000">
              <a:schemeClr val="accent3">
                <a:shade val="80000"/>
                <a:hueOff val="-590460"/>
                <a:satOff val="-3527"/>
                <a:lumOff val="30506"/>
                <a:alphaOff val="0"/>
                <a:shade val="45000"/>
                <a:satMod val="170000"/>
              </a:schemeClr>
            </a:gs>
            <a:gs pos="70000">
              <a:schemeClr val="accent3">
                <a:shade val="80000"/>
                <a:hueOff val="-590460"/>
                <a:satOff val="-3527"/>
                <a:lumOff val="30506"/>
                <a:alphaOff val="0"/>
                <a:tint val="99000"/>
                <a:shade val="65000"/>
                <a:satMod val="155000"/>
              </a:schemeClr>
            </a:gs>
            <a:gs pos="100000">
              <a:schemeClr val="accent3">
                <a:shade val="80000"/>
                <a:hueOff val="-590460"/>
                <a:satOff val="-3527"/>
                <a:lumOff val="30506"/>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err="1">
              <a:solidFill>
                <a:schemeClr val="tx1"/>
              </a:solidFill>
            </a:rPr>
            <a:t>Pháp</a:t>
          </a:r>
          <a:r>
            <a:rPr lang="en-US" sz="3200" kern="1200">
              <a:solidFill>
                <a:schemeClr val="tx1"/>
              </a:solidFill>
            </a:rPr>
            <a:t> </a:t>
          </a:r>
          <a:r>
            <a:rPr lang="en-US" sz="3200" kern="1200" err="1">
              <a:solidFill>
                <a:schemeClr val="tx1"/>
              </a:solidFill>
            </a:rPr>
            <a:t>luật</a:t>
          </a:r>
          <a:r>
            <a:rPr lang="en-US" sz="3200" kern="1200">
              <a:solidFill>
                <a:schemeClr val="tx1"/>
              </a:solidFill>
            </a:rPr>
            <a:t> </a:t>
          </a:r>
          <a:r>
            <a:rPr lang="en-US" sz="3200" kern="1200" err="1">
              <a:solidFill>
                <a:schemeClr val="tx1"/>
              </a:solidFill>
            </a:rPr>
            <a:t>với</a:t>
          </a:r>
          <a:r>
            <a:rPr lang="en-US" sz="3200" kern="1200">
              <a:solidFill>
                <a:schemeClr val="tx1"/>
              </a:solidFill>
            </a:rPr>
            <a:t> </a:t>
          </a:r>
          <a:r>
            <a:rPr lang="en-US" sz="3200" kern="1200" err="1">
              <a:solidFill>
                <a:schemeClr val="tx1"/>
              </a:solidFill>
            </a:rPr>
            <a:t>Nhà</a:t>
          </a:r>
          <a:r>
            <a:rPr lang="en-US" sz="3200" kern="1200">
              <a:solidFill>
                <a:schemeClr val="tx1"/>
              </a:solidFill>
            </a:rPr>
            <a:t> </a:t>
          </a:r>
          <a:r>
            <a:rPr lang="en-US" sz="3200" kern="1200" err="1">
              <a:solidFill>
                <a:schemeClr val="tx1"/>
              </a:solidFill>
            </a:rPr>
            <a:t>nước</a:t>
          </a:r>
          <a:endParaRPr lang="en-US" sz="3200" kern="1200">
            <a:solidFill>
              <a:schemeClr val="tx1"/>
            </a:solidFill>
          </a:endParaRPr>
        </a:p>
      </dsp:txBody>
      <dsp:txXfrm>
        <a:off x="87509" y="3854758"/>
        <a:ext cx="2842502" cy="1617616"/>
      </dsp:txXfrm>
    </dsp:sp>
  </dsp:spTree>
</dsp:drawing>
</file>

<file path=ppt/diagrams/layout1.xml><?xml version="1.0" encoding="utf-8"?>
<dgm:layoutDef xmlns:dgm="http://schemas.openxmlformats.org/drawingml/2006/diagram" xmlns:a="http://schemas.openxmlformats.org/drawingml/2006/main" uniqueId="urn:microsoft.com/office/officeart/2005/8/layout/hList2#1">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5">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6">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a:t>Chương 2. Những vấn đề chung về nhà nước, pháp luật</a:t>
            </a: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1FA5F3-C2F5-4D05-80B3-D12ED7E531BE}" type="datetimeFigureOut">
              <a:rPr lang="en-US" smtClean="0"/>
              <a:pPr/>
              <a:t>5/26/2026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601223-ED3E-439F-B262-A22530FE6996}"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vi-VN"/>
              <a:t>Chương 2. Những vấn đề chung về nhà nước, pháp luật</a:t>
            </a: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E1E2FC-2B99-4BAE-965C-459BCFB7CF25}" type="datetimeFigureOut">
              <a:rPr lang="en-US" smtClean="0"/>
              <a:pPr/>
              <a:t>5/26/2026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F8B725-8812-4AA1-B7DD-D6C92F3474CC}" type="slidenum">
              <a:rPr lang="en-US" smtClean="0"/>
              <a:pPr/>
              <a:t>‹#›</a:t>
            </a:fld>
            <a:endParaRPr lang="en-US"/>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192188B-C27B-473C-B48F-F666A3B3B9DB}" type="slidenum">
              <a:rPr lang="en-US" smtClean="0"/>
              <a:pPr>
                <a:defRPr/>
              </a:pPr>
              <a:t>27</a:t>
            </a:fld>
            <a:endParaRPr lang="en-US"/>
          </a:p>
        </p:txBody>
      </p:sp>
      <p:sp>
        <p:nvSpPr>
          <p:cNvPr id="5" name="Header Placeholder 4"/>
          <p:cNvSpPr>
            <a:spLocks noGrp="1"/>
          </p:cNvSpPr>
          <p:nvPr>
            <p:ph type="hdr" sz="quarter" idx="10"/>
          </p:nvPr>
        </p:nvSpPr>
        <p:spPr/>
        <p:txBody>
          <a:bodyPr/>
          <a:lstStyle/>
          <a:p>
            <a:r>
              <a:rPr lang="vi-VN"/>
              <a:t>Chương 2. Những vấn đề chung về nhà nước, pháp luật</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EF8B725-8812-4AA1-B7DD-D6C92F3474CC}" type="slidenum">
              <a:rPr lang="en-US" smtClean="0"/>
              <a:pPr/>
              <a:t>52</a:t>
            </a:fld>
            <a:endParaRPr lang="en-US"/>
          </a:p>
        </p:txBody>
      </p:sp>
      <p:sp>
        <p:nvSpPr>
          <p:cNvPr id="5" name="Header Placeholder 4"/>
          <p:cNvSpPr>
            <a:spLocks noGrp="1"/>
          </p:cNvSpPr>
          <p:nvPr>
            <p:ph type="hdr" sz="quarter" idx="11"/>
          </p:nvPr>
        </p:nvSpPr>
        <p:spPr/>
        <p:txBody>
          <a:bodyPr/>
          <a:lstStyle/>
          <a:p>
            <a:r>
              <a:rPr lang="vi-VN"/>
              <a:t>Chương 2. Những vấn đề chung về nhà nước, pháp luật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EF8B725-8812-4AA1-B7DD-D6C92F3474CC}" type="slidenum">
              <a:rPr lang="en-US" smtClean="0"/>
              <a:pPr/>
              <a:t>60</a:t>
            </a:fld>
            <a:endParaRPr lang="en-US"/>
          </a:p>
        </p:txBody>
      </p:sp>
      <p:sp>
        <p:nvSpPr>
          <p:cNvPr id="5" name="Header Placeholder 4"/>
          <p:cNvSpPr>
            <a:spLocks noGrp="1"/>
          </p:cNvSpPr>
          <p:nvPr>
            <p:ph type="hdr" sz="quarter" idx="11"/>
          </p:nvPr>
        </p:nvSpPr>
        <p:spPr/>
        <p:txBody>
          <a:bodyPr/>
          <a:lstStyle/>
          <a:p>
            <a:r>
              <a:rPr lang="vi-VN"/>
              <a:t>Chương 2. Những vấn đề chung về nhà nước, pháp luật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6A04618-FC3B-4394-A16E-71C7956CC17C}" type="datetime1">
              <a:rPr lang="en-US" smtClean="0"/>
              <a:pPr/>
              <a:t>5/26/2026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a:t>Nguyễn Thị Yến</a:t>
            </a: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700A7F4-E0AA-4BCB-9880-DD9265D58A0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F9B049F-0E42-421B-8A7B-AC266B6C43F1}" type="datetime1">
              <a:rPr lang="en-US" smtClean="0"/>
              <a:pPr/>
              <a:t>5/26/2026</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700A7F4-E0AA-4BCB-9880-DD9265D58A00}"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33A71CC-4CF2-414B-87C5-9057D2C20D12}" type="datetime1">
              <a:rPr lang="en-US" smtClean="0"/>
              <a:pPr/>
              <a:t>5/26/2026</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700A7F4-E0AA-4BCB-9880-DD9265D58A00}"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56E461E-A9B9-4168-85F6-261EFDC740B5}" type="datetime1">
              <a:rPr lang="en-US" smtClean="0"/>
              <a:pPr/>
              <a:t>5/26/2026</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C700A7F4-E0AA-4BCB-9880-DD9265D58A00}"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A2AADF2-181D-408E-8DFB-EB3FDB7E3421}" type="datetime1">
              <a:rPr lang="en-US" smtClean="0"/>
              <a:pPr/>
              <a:t>5/26/2026</a:t>
            </a:fld>
            <a:endParaRPr lang="en-US"/>
          </a:p>
        </p:txBody>
      </p:sp>
      <p:sp>
        <p:nvSpPr>
          <p:cNvPr id="8" name="Footer Placeholder 7"/>
          <p:cNvSpPr>
            <a:spLocks noGrp="1"/>
          </p:cNvSpPr>
          <p:nvPr>
            <p:ph type="ftr" sz="quarter" idx="11"/>
          </p:nvPr>
        </p:nvSpPr>
        <p:spPr/>
        <p:txBody>
          <a:bodyPr/>
          <a:lstStyle/>
          <a:p>
            <a:r>
              <a:rPr lang="en-US"/>
              <a:t>Nguyễn Thị Yến</a:t>
            </a:r>
          </a:p>
        </p:txBody>
      </p:sp>
      <p:sp>
        <p:nvSpPr>
          <p:cNvPr id="9" name="Slide Number Placeholder 8"/>
          <p:cNvSpPr>
            <a:spLocks noGrp="1"/>
          </p:cNvSpPr>
          <p:nvPr>
            <p:ph type="sldNum" sz="quarter" idx="12"/>
          </p:nvPr>
        </p:nvSpPr>
        <p:spPr/>
        <p:txBody>
          <a:bodyPr/>
          <a:lstStyle/>
          <a:p>
            <a:fld id="{C700A7F4-E0AA-4BCB-9880-DD9265D58A0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9DF1863-E7AF-476D-9D22-7A765A2D7932}" type="datetime1">
              <a:rPr lang="en-US" smtClean="0"/>
              <a:pPr/>
              <a:t>5/26/2026</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A0BE76-E94B-4CC9-8A4C-1A9C25968B7C}" type="datetime1">
              <a:rPr lang="en-US" smtClean="0"/>
              <a:pPr/>
              <a:t>5/26/2026</a:t>
            </a:fld>
            <a:endParaRPr lang="en-US"/>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700A7F4-E0AA-4BCB-9880-DD9265D58A0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E264FD70-9CD8-49A9-B0E0-2FD6D2F23715}" type="datetime1">
              <a:rPr lang="en-US" smtClean="0"/>
              <a:pPr/>
              <a:t>5/26/2026</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C700A7F4-E0AA-4BCB-9880-DD9265D58A0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A9E3CA06-4AA9-44E0-A607-B6C58AFE4C97}" type="datetime1">
              <a:rPr lang="en-US" smtClean="0"/>
              <a:pPr/>
              <a:t>5/26/2026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a:t>Nguyễn Thị Yến</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700A7F4-E0AA-4BCB-9880-DD9265D58A00}"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C63593-54CD-407C-A14C-3B182281E7F9}" type="datetime1">
              <a:rPr lang="en-US" smtClean="0"/>
              <a:pPr/>
              <a:t>5/26/2026</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700A7F4-E0AA-4BCB-9880-DD9265D58A0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24E097F-CEB6-486E-B0D4-327DD59C9E18}" type="datetime1">
              <a:rPr lang="en-US" smtClean="0"/>
              <a:pPr/>
              <a:t>5/26/2026</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700A7F4-E0AA-4BCB-9880-DD9265D58A0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a:defRPr/>
            </a:pPr>
            <a:fld id="{BDC617FA-B53D-456E-A980-BB1B8E03E720}" type="datetime1">
              <a:rPr lang="en-US" smtClean="0"/>
              <a:pPr>
                <a:defRPr/>
              </a:pPr>
              <a:t>5/26/2026</a:t>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Nguyễn Thị Yến</a:t>
            </a:r>
          </a:p>
        </p:txBody>
      </p:sp>
      <p:sp>
        <p:nvSpPr>
          <p:cNvPr id="6" name="Rectangle 6"/>
          <p:cNvSpPr>
            <a:spLocks noGrp="1" noChangeArrowheads="1"/>
          </p:cNvSpPr>
          <p:nvPr>
            <p:ph type="sldNum" sz="quarter" idx="12"/>
          </p:nvPr>
        </p:nvSpPr>
        <p:spPr/>
        <p:txBody>
          <a:bodyPr/>
          <a:lstStyle>
            <a:lvl1pPr>
              <a:defRPr/>
            </a:lvl1pPr>
          </a:lstStyle>
          <a:p>
            <a:pPr>
              <a:defRPr/>
            </a:pPr>
            <a:fld id="{57FEA418-14D7-4403-A385-89318D87329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6AC438F-AF87-44E7-95AF-AFA9B4AA98BF}" type="datetime1">
              <a:rPr lang="en-US" smtClean="0"/>
              <a:pPr/>
              <a:t>5/26/2026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a:t>Nguyễn Thị Yến</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700A7F4-E0AA-4BCB-9880-DD9265D58A0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8.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gif"/><Relationship Id="rId1" Type="http://schemas.openxmlformats.org/officeDocument/2006/relationships/slideLayout" Target="../slideLayouts/slideLayout2.xml"/><Relationship Id="rId6" Type="http://schemas.openxmlformats.org/officeDocument/2006/relationships/image" Target="../media/image19.gif"/><Relationship Id="rId5" Type="http://schemas.openxmlformats.org/officeDocument/2006/relationships/image" Target="../media/image18.gif"/><Relationship Id="rId4" Type="http://schemas.openxmlformats.org/officeDocument/2006/relationships/image" Target="../media/image17.gif"/></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gif"/><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gif"/><Relationship Id="rId4" Type="http://schemas.openxmlformats.org/officeDocument/2006/relationships/image" Target="../media/image27.gif"/></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jpeg"/><Relationship Id="rId2" Type="http://schemas.openxmlformats.org/officeDocument/2006/relationships/image" Target="../media/image26.gif"/><Relationship Id="rId1" Type="http://schemas.openxmlformats.org/officeDocument/2006/relationships/slideLayout" Target="../slideLayouts/slideLayout2.xml"/><Relationship Id="rId6" Type="http://schemas.openxmlformats.org/officeDocument/2006/relationships/image" Target="../media/image33.gif"/><Relationship Id="rId5" Type="http://schemas.openxmlformats.org/officeDocument/2006/relationships/image" Target="../media/image32.jpeg"/><Relationship Id="rId4" Type="http://schemas.openxmlformats.org/officeDocument/2006/relationships/image" Target="../media/image31.gif"/></Relationships>
</file>

<file path=ppt/slides/_rels/slide13.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28.gif"/><Relationship Id="rId1" Type="http://schemas.openxmlformats.org/officeDocument/2006/relationships/slideLayout" Target="../slideLayouts/slideLayout2.xml"/><Relationship Id="rId4" Type="http://schemas.openxmlformats.org/officeDocument/2006/relationships/image" Target="../media/image25.gif"/></Relationships>
</file>

<file path=ppt/slides/_rels/slide1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diagramLayout" Target="../diagrams/layout1.xml"/><Relationship Id="rId7" Type="http://schemas.openxmlformats.org/officeDocument/2006/relationships/image" Target="../media/image37.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40.jpe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8" Type="http://schemas.openxmlformats.org/officeDocument/2006/relationships/hyperlink" Target="https://vi.wikipedia.org/wiki/Vi%E1%BB%87n_H%C3%A0n_l%C3%A2m_Khoa_h%E1%BB%8Dc_v%C3%A0_C%C3%B4ng_ngh%E1%BB%87_Vi%E1%BB%87t_Nam" TargetMode="External"/><Relationship Id="rId13" Type="http://schemas.openxmlformats.org/officeDocument/2006/relationships/hyperlink" Target="https://vi.wikipedia.org/wiki/%E1%BB%A6y_ban_Qu%E1%BA%A3n_l%C3%BD_v%E1%BB%91n_Nh%C3%A0_n%C6%B0%E1%BB%9Bc_t%E1%BA%A1i_doanh_nghi%E1%BB%87p" TargetMode="External"/><Relationship Id="rId3" Type="http://schemas.openxmlformats.org/officeDocument/2006/relationships/hyperlink" Target="https://vi.wikipedia.org/wiki/%C4%90%C3%A0i_Ti%E1%BA%BFng_n%C3%B3i_Vi%E1%BB%87t_Nam" TargetMode="External"/><Relationship Id="rId7" Type="http://schemas.openxmlformats.org/officeDocument/2006/relationships/hyperlink" Target="https://vi.wikipedia.org/wiki/Vi%E1%BB%87n_H%C3%A0n_l%C3%A2m_Khoa_h%E1%BB%8Dc_x%C3%A3_h%E1%BB%99i_Vi%E1%BB%87t_Nam" TargetMode="External"/><Relationship Id="rId12" Type="http://schemas.openxmlformats.org/officeDocument/2006/relationships/hyperlink" Target="https://vi.wikipedia.org/wiki/Ban_Qu%E1%BA%A3n_l%C3%BD_L%C4%83ng_Ch%E1%BB%A7_t%E1%BB%8Bch_H%E1%BB%93_Ch%C3%AD_Minh" TargetMode="External"/><Relationship Id="rId2" Type="http://schemas.openxmlformats.org/officeDocument/2006/relationships/hyperlink" Target="https://vi.wikipedia.org/wiki/%C4%90%C3%A0i_Truy%E1%BB%81n_h%C3%ACnh_Vi%E1%BB%87t_Nam" TargetMode="External"/><Relationship Id="rId1" Type="http://schemas.openxmlformats.org/officeDocument/2006/relationships/slideLayout" Target="../slideLayouts/slideLayout5.xml"/><Relationship Id="rId6" Type="http://schemas.openxmlformats.org/officeDocument/2006/relationships/hyperlink" Target="https://vi.wikipedia.org/wiki/Ban_Ch%E1%BA%A5p_h%C3%A0nh_Trung_%C6%B0%C6%A1ng_%C4%90%E1%BA%A3ng_C%E1%BB%99ng_s%E1%BA%A3n_Vi%E1%BB%87t_Nam" TargetMode="External"/><Relationship Id="rId11" Type="http://schemas.openxmlformats.org/officeDocument/2006/relationships/hyperlink" Target="https://vi.wikipedia.org/wiki/B%E1%BA%A3o_hi%E1%BB%83m_X%C3%A3_h%E1%BB%99i_Vi%E1%BB%87t_Nam" TargetMode="External"/><Relationship Id="rId5" Type="http://schemas.openxmlformats.org/officeDocument/2006/relationships/hyperlink" Target="https://vi.wikipedia.org/wiki/H%E1%BB%8Dc_vi%E1%BB%87n_Ch%C3%ADnh_tr%E1%BB%8B_Qu%E1%BB%91c_gia_H%E1%BB%93_Ch%C3%AD_Minh" TargetMode="External"/><Relationship Id="rId10" Type="http://schemas.openxmlformats.org/officeDocument/2006/relationships/hyperlink" Target="https://vi.wikipedia.org/w/index.php?title=%C4%90%E1%BA%A1i_h%E1%BB%8Dc_Qu%E1%BB%91c_gia_TP_H%E1%BB%93_Ch%C3%AD_Minh&amp;action=edit&amp;redlink=1" TargetMode="External"/><Relationship Id="rId4" Type="http://schemas.openxmlformats.org/officeDocument/2006/relationships/hyperlink" Target="https://vi.wikipedia.org/wiki/Th%C3%B4ng_t%E1%BA%A5n_x%C3%A3_Vi%E1%BB%87t_Nam" TargetMode="External"/><Relationship Id="rId9" Type="http://schemas.openxmlformats.org/officeDocument/2006/relationships/hyperlink" Target="https://vi.wikipedia.org/wiki/%C4%90%E1%BA%A1i_h%E1%BB%8Dc_Qu%E1%BB%91c_gia_H%C3%A0_N%E1%BB%99i"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6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Content Placeholder 3"/>
          <p:cNvSpPr>
            <a:spLocks noGrp="1"/>
          </p:cNvSpPr>
          <p:nvPr>
            <p:ph idx="1"/>
          </p:nvPr>
        </p:nvSpPr>
        <p:spPr/>
        <p:txBody>
          <a:bodyPr/>
          <a:lstStyle/>
          <a:p>
            <a:r>
              <a:rPr lang="vi-VN"/>
              <a:t>2.1 Tổng quan về nhà nước</a:t>
            </a:r>
          </a:p>
          <a:p>
            <a:r>
              <a:rPr lang="en-US"/>
              <a:t>2.2 </a:t>
            </a:r>
            <a:r>
              <a:rPr lang="en-US" err="1"/>
              <a:t>Tổng</a:t>
            </a:r>
            <a:r>
              <a:rPr lang="en-US"/>
              <a:t> </a:t>
            </a:r>
            <a:r>
              <a:rPr lang="en-US" err="1"/>
              <a:t>quan</a:t>
            </a:r>
            <a:r>
              <a:rPr lang="en-US"/>
              <a:t> </a:t>
            </a:r>
            <a:r>
              <a:rPr lang="en-US" err="1"/>
              <a:t>về</a:t>
            </a:r>
            <a:r>
              <a:rPr lang="en-US"/>
              <a:t> </a:t>
            </a:r>
            <a:r>
              <a:rPr lang="en-US" err="1"/>
              <a:t>pháp</a:t>
            </a:r>
            <a:r>
              <a:rPr lang="en-US"/>
              <a:t> </a:t>
            </a:r>
            <a:r>
              <a:rPr lang="en-US" err="1"/>
              <a:t>luật</a:t>
            </a:r>
            <a:endParaRPr lang="en-US"/>
          </a:p>
          <a:p>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72305B1D-57B8-4AC6-BD83-B9F157AF053A}" type="slidenum">
              <a:rPr lang="en-US" smtClean="0"/>
              <a:pPr/>
              <a:t>1</a:t>
            </a:fld>
            <a:endParaRPr lang="en-US"/>
          </a:p>
        </p:txBody>
      </p:sp>
      <p:sp>
        <p:nvSpPr>
          <p:cNvPr id="7170" name="Title 1"/>
          <p:cNvSpPr>
            <a:spLocks noGrp="1"/>
          </p:cNvSpPr>
          <p:nvPr>
            <p:ph type="title"/>
          </p:nvPr>
        </p:nvSpPr>
        <p:spPr>
          <a:xfrm>
            <a:off x="609600" y="228600"/>
            <a:ext cx="8229600" cy="1143000"/>
          </a:xfrm>
        </p:spPr>
        <p:txBody>
          <a:bodyPr>
            <a:normAutofit fontScale="90000"/>
          </a:bodyPr>
          <a:lstStyle/>
          <a:p>
            <a:r>
              <a:rPr lang="vi-VN"/>
              <a:t>Chương 2. Tổng quan về Nhà nước và Pháp luật</a:t>
            </a:r>
            <a:endParaRPr lang="en-US"/>
          </a:p>
        </p:txBody>
      </p:sp>
      <p:pic>
        <p:nvPicPr>
          <p:cNvPr id="43010" name="Picture 2" descr="https://encrypted-tbn1.gstatic.com/images?q=tbn:ANd9GcQIkSgf6WJUXoP_-gpato72C5tC7aujhXIR_2lS6NaS5wFqyUpevsAs0nI"/>
          <p:cNvPicPr>
            <a:picLocks noChangeAspect="1" noChangeArrowheads="1"/>
          </p:cNvPicPr>
          <p:nvPr/>
        </p:nvPicPr>
        <p:blipFill>
          <a:blip r:embed="rId2"/>
          <a:srcRect/>
          <a:stretch>
            <a:fillRect/>
          </a:stretch>
        </p:blipFill>
        <p:spPr bwMode="auto">
          <a:xfrm>
            <a:off x="1447800" y="2895600"/>
            <a:ext cx="7162800" cy="35814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Content Placeholder 3"/>
          <p:cNvSpPr>
            <a:spLocks noGrp="1"/>
          </p:cNvSpPr>
          <p:nvPr>
            <p:ph idx="1"/>
          </p:nvPr>
        </p:nvSpPr>
        <p:spPr/>
        <p:txBody>
          <a:bodyPr/>
          <a:lstStyle/>
          <a:p>
            <a:r>
              <a:rPr lang="vi-VN"/>
              <a:t>2.1.1. Nguồn gốc và bản chất của nhà nước</a:t>
            </a:r>
          </a:p>
          <a:p>
            <a:r>
              <a:rPr lang="vi-VN"/>
              <a:t>2.1.2 Hình thức, kiểu nhà nước</a:t>
            </a:r>
          </a:p>
          <a:p>
            <a:r>
              <a:rPr lang="vi-VN"/>
              <a:t>2.1.3 Bộ máy nhà nước</a:t>
            </a:r>
          </a:p>
          <a:p>
            <a:r>
              <a:rPr lang="vi-VN"/>
              <a:t>2.1.4 Tổ chức bộ </a:t>
            </a:r>
            <a:r>
              <a:rPr lang="vi-VN">
                <a:latin typeface="Arial" pitchFamily="34" charset="0"/>
                <a:cs typeface="Arial" pitchFamily="34" charset="0"/>
              </a:rPr>
              <a:t>m</a:t>
            </a:r>
            <a:r>
              <a:rPr lang="en-US">
                <a:latin typeface="Arial" pitchFamily="34" charset="0"/>
                <a:cs typeface="Arial" pitchFamily="34" charset="0"/>
              </a:rPr>
              <a:t>á</a:t>
            </a:r>
            <a:r>
              <a:rPr lang="vi-VN">
                <a:latin typeface="Arial" pitchFamily="34" charset="0"/>
                <a:cs typeface="Arial" pitchFamily="34" charset="0"/>
              </a:rPr>
              <a:t>y</a:t>
            </a:r>
            <a:r>
              <a:rPr lang="vi-VN"/>
              <a:t> nhà nước cộng h</a:t>
            </a:r>
            <a:r>
              <a:rPr lang="en-US">
                <a:latin typeface="Arial" pitchFamily="34" charset="0"/>
                <a:cs typeface="Arial" pitchFamily="34" charset="0"/>
              </a:rPr>
              <a:t>òa</a:t>
            </a:r>
            <a:r>
              <a:rPr lang="vi-VN"/>
              <a:t> XHCN Việt Nam</a:t>
            </a:r>
          </a:p>
        </p:txBody>
      </p:sp>
      <p:sp>
        <p:nvSpPr>
          <p:cNvPr id="6" name="Footer Placeholder 5"/>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pPr>
              <a:defRPr/>
            </a:pPr>
            <a:fld id="{642D2BF0-DC34-4055-8CFA-53497AE7F783}" type="slidenum">
              <a:rPr lang="en-US"/>
              <a:pPr>
                <a:defRPr/>
              </a:pPr>
              <a:t>2</a:t>
            </a:fld>
            <a:endParaRPr lang="en-US"/>
          </a:p>
        </p:txBody>
      </p:sp>
      <p:sp>
        <p:nvSpPr>
          <p:cNvPr id="8194" name="Title 1"/>
          <p:cNvSpPr>
            <a:spLocks noGrp="1"/>
          </p:cNvSpPr>
          <p:nvPr>
            <p:ph type="title"/>
          </p:nvPr>
        </p:nvSpPr>
        <p:spPr/>
        <p:txBody>
          <a:bodyPr>
            <a:normAutofit/>
          </a:bodyPr>
          <a:lstStyle/>
          <a:p>
            <a:r>
              <a:rPr lang="vi-VN" sz="3600">
                <a:latin typeface="+mn-lt"/>
              </a:rPr>
              <a:t>2.1 Tổng quan về Nhà Nước </a:t>
            </a:r>
            <a:endParaRPr lang="en-US" sz="3600">
              <a:latin typeface="+mn-lt"/>
            </a:endParaRPr>
          </a:p>
        </p:txBody>
      </p:sp>
      <p:pic>
        <p:nvPicPr>
          <p:cNvPr id="8197" name="Picture 4" descr="imagesCAY8CX2S.jpg"/>
          <p:cNvPicPr>
            <a:picLocks noChangeAspect="1"/>
          </p:cNvPicPr>
          <p:nvPr/>
        </p:nvPicPr>
        <p:blipFill>
          <a:blip r:embed="rId2"/>
          <a:srcRect/>
          <a:stretch>
            <a:fillRect/>
          </a:stretch>
        </p:blipFill>
        <p:spPr bwMode="auto">
          <a:xfrm>
            <a:off x="5943600" y="4343400"/>
            <a:ext cx="3200400" cy="25146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228600" y="1219200"/>
            <a:ext cx="8540750" cy="4191000"/>
          </a:xfrm>
        </p:spPr>
        <p:txBody>
          <a:bodyPr/>
          <a:lstStyle/>
          <a:p>
            <a:pPr algn="ctr" eaLnBrk="1" hangingPunct="1">
              <a:buFont typeface="Wingdings" pitchFamily="2" charset="2"/>
              <a:buNone/>
            </a:pPr>
            <a:r>
              <a:rPr lang="en-US"/>
              <a:t>QUAN ĐIỂM</a:t>
            </a:r>
          </a:p>
          <a:p>
            <a:pPr eaLnBrk="1" hangingPunct="1">
              <a:buFont typeface="Wingdings" pitchFamily="2" charset="2"/>
              <a:buNone/>
            </a:pPr>
            <a:endParaRPr lang="en-US"/>
          </a:p>
          <a:p>
            <a:pPr eaLnBrk="1" hangingPunct="1">
              <a:buFont typeface="Wingdings" pitchFamily="2" charset="2"/>
              <a:buNone/>
            </a:pPr>
            <a:endParaRPr lang="en-US"/>
          </a:p>
          <a:p>
            <a:pPr eaLnBrk="1" hangingPunct="1">
              <a:buFont typeface="Wingdings" pitchFamily="2" charset="2"/>
              <a:buNone/>
            </a:pPr>
            <a:endParaRPr lang="en-US"/>
          </a:p>
          <a:p>
            <a:pPr eaLnBrk="1" hangingPunct="1">
              <a:buFont typeface="Wingdings" pitchFamily="2" charset="2"/>
              <a:buNone/>
            </a:pPr>
            <a:r>
              <a:rPr lang="en-US"/>
              <a:t>    </a:t>
            </a:r>
          </a:p>
          <a:p>
            <a:pPr eaLnBrk="1" hangingPunct="1">
              <a:buFont typeface="Wingdings" pitchFamily="2" charset="2"/>
              <a:buNone/>
            </a:pPr>
            <a:r>
              <a:rPr lang="en-US"/>
              <a:t>         Phi </a:t>
            </a:r>
            <a:r>
              <a:rPr lang="en-US" err="1"/>
              <a:t>Mácxít</a:t>
            </a:r>
            <a:r>
              <a:rPr lang="en-US"/>
              <a:t>                           </a:t>
            </a:r>
            <a:r>
              <a:rPr lang="en-US" err="1"/>
              <a:t>Mác</a:t>
            </a:r>
            <a:r>
              <a:rPr lang="en-US"/>
              <a:t> -</a:t>
            </a:r>
            <a:r>
              <a:rPr lang="en-US" err="1"/>
              <a:t>Lênin</a:t>
            </a:r>
            <a:r>
              <a:rPr lang="en-US"/>
              <a:t>                                            							(</a:t>
            </a:r>
            <a:r>
              <a:rPr lang="en-US" err="1"/>
              <a:t>Mácxít</a:t>
            </a:r>
            <a:r>
              <a:rPr lang="en-US"/>
              <a:t>)</a:t>
            </a:r>
          </a:p>
        </p:txBody>
      </p:sp>
      <p:sp>
        <p:nvSpPr>
          <p:cNvPr id="54274" name="Rectangle 2"/>
          <p:cNvSpPr>
            <a:spLocks noGrp="1" noChangeArrowheads="1"/>
          </p:cNvSpPr>
          <p:nvPr>
            <p:ph type="title"/>
          </p:nvPr>
        </p:nvSpPr>
        <p:spPr>
          <a:xfrm>
            <a:off x="76200" y="244475"/>
            <a:ext cx="9067800" cy="822325"/>
          </a:xfrm>
        </p:spPr>
        <p:txBody>
          <a:bodyPr/>
          <a:lstStyle/>
          <a:p>
            <a:pPr eaLnBrk="1" hangingPunct="1"/>
            <a:r>
              <a:rPr lang="en-US" sz="3400" b="1">
                <a:solidFill>
                  <a:schemeClr val="folHlink"/>
                </a:solidFill>
              </a:rPr>
              <a:t>2.1.1. NGUỒN GỐC NHÀ NƯỚC</a:t>
            </a:r>
          </a:p>
        </p:txBody>
      </p:sp>
      <p:sp>
        <p:nvSpPr>
          <p:cNvPr id="4100" name="Line 4"/>
          <p:cNvSpPr>
            <a:spLocks noChangeShapeType="1"/>
          </p:cNvSpPr>
          <p:nvPr/>
        </p:nvSpPr>
        <p:spPr bwMode="auto">
          <a:xfrm>
            <a:off x="4541517" y="1752600"/>
            <a:ext cx="45719" cy="1447800"/>
          </a:xfrm>
          <a:prstGeom prst="line">
            <a:avLst/>
          </a:prstGeom>
          <a:noFill/>
          <a:ln w="9525">
            <a:solidFill>
              <a:schemeClr val="tx1"/>
            </a:solidFill>
            <a:round/>
            <a:headEnd/>
            <a:tailEnd/>
          </a:ln>
        </p:spPr>
        <p:txBody>
          <a:bodyPr/>
          <a:lstStyle/>
          <a:p>
            <a:endParaRPr lang="en-US"/>
          </a:p>
        </p:txBody>
      </p:sp>
      <p:sp>
        <p:nvSpPr>
          <p:cNvPr id="4101" name="Line 5"/>
          <p:cNvSpPr>
            <a:spLocks noChangeShapeType="1"/>
          </p:cNvSpPr>
          <p:nvPr/>
        </p:nvSpPr>
        <p:spPr bwMode="auto">
          <a:xfrm>
            <a:off x="2043113" y="3200400"/>
            <a:ext cx="5105400" cy="0"/>
          </a:xfrm>
          <a:prstGeom prst="line">
            <a:avLst/>
          </a:prstGeom>
          <a:noFill/>
          <a:ln w="9525">
            <a:solidFill>
              <a:schemeClr val="tx1"/>
            </a:solidFill>
            <a:round/>
            <a:headEnd/>
            <a:tailEnd/>
          </a:ln>
        </p:spPr>
        <p:txBody>
          <a:bodyPr/>
          <a:lstStyle/>
          <a:p>
            <a:endParaRPr lang="en-US"/>
          </a:p>
        </p:txBody>
      </p:sp>
      <p:sp>
        <p:nvSpPr>
          <p:cNvPr id="4102" name="Line 6"/>
          <p:cNvSpPr>
            <a:spLocks noChangeShapeType="1"/>
          </p:cNvSpPr>
          <p:nvPr/>
        </p:nvSpPr>
        <p:spPr bwMode="auto">
          <a:xfrm flipH="1">
            <a:off x="2043113" y="3200400"/>
            <a:ext cx="0" cy="533400"/>
          </a:xfrm>
          <a:prstGeom prst="line">
            <a:avLst/>
          </a:prstGeom>
          <a:noFill/>
          <a:ln w="9525">
            <a:solidFill>
              <a:schemeClr val="tx1"/>
            </a:solidFill>
            <a:round/>
            <a:headEnd/>
            <a:tailEnd type="triangle" w="med" len="med"/>
          </a:ln>
        </p:spPr>
        <p:txBody>
          <a:bodyPr/>
          <a:lstStyle/>
          <a:p>
            <a:endParaRPr lang="en-US"/>
          </a:p>
        </p:txBody>
      </p:sp>
      <p:sp>
        <p:nvSpPr>
          <p:cNvPr id="4103" name="Line 7"/>
          <p:cNvSpPr>
            <a:spLocks noChangeShapeType="1"/>
          </p:cNvSpPr>
          <p:nvPr/>
        </p:nvSpPr>
        <p:spPr bwMode="auto">
          <a:xfrm>
            <a:off x="7148513" y="3200400"/>
            <a:ext cx="0" cy="609600"/>
          </a:xfrm>
          <a:prstGeom prst="line">
            <a:avLst/>
          </a:prstGeom>
          <a:noFill/>
          <a:ln w="9525">
            <a:solidFill>
              <a:schemeClr val="tx1"/>
            </a:solidFill>
            <a:round/>
            <a:headEnd/>
            <a:tailEnd type="triangle" w="med" len="med"/>
          </a:ln>
        </p:spPr>
        <p:txBody>
          <a:bodyPr/>
          <a:lstStyle/>
          <a:p>
            <a:endParaRPr lang="en-US"/>
          </a:p>
        </p:txBody>
      </p:sp>
      <p:pic>
        <p:nvPicPr>
          <p:cNvPr id="4104" name="Picture 8" descr="marx"/>
          <p:cNvPicPr>
            <a:picLocks noChangeAspect="1" noChangeArrowheads="1"/>
          </p:cNvPicPr>
          <p:nvPr/>
        </p:nvPicPr>
        <p:blipFill>
          <a:blip r:embed="rId2"/>
          <a:srcRect/>
          <a:stretch>
            <a:fillRect/>
          </a:stretch>
        </p:blipFill>
        <p:spPr bwMode="auto">
          <a:xfrm>
            <a:off x="7324725" y="4800600"/>
            <a:ext cx="1819275" cy="2133600"/>
          </a:xfrm>
          <a:prstGeom prst="rect">
            <a:avLst/>
          </a:prstGeom>
          <a:noFill/>
          <a:ln w="9525">
            <a:noFill/>
            <a:miter lim="800000"/>
            <a:headEnd/>
            <a:tailEnd/>
          </a:ln>
        </p:spPr>
      </p:pic>
      <p:pic>
        <p:nvPicPr>
          <p:cNvPr id="54281" name="Picture 9" descr="lenin1"/>
          <p:cNvPicPr>
            <a:picLocks noChangeAspect="1" noChangeArrowheads="1"/>
          </p:cNvPicPr>
          <p:nvPr/>
        </p:nvPicPr>
        <p:blipFill>
          <a:blip r:embed="rId3"/>
          <a:srcRect/>
          <a:stretch>
            <a:fillRect/>
          </a:stretch>
        </p:blipFill>
        <p:spPr bwMode="auto">
          <a:xfrm>
            <a:off x="5668963" y="4800600"/>
            <a:ext cx="1646237" cy="2057400"/>
          </a:xfrm>
          <a:prstGeom prst="rect">
            <a:avLst/>
          </a:prstGeom>
          <a:noFill/>
          <a:ln w="9525">
            <a:noFill/>
            <a:miter lim="800000"/>
            <a:headEnd/>
            <a:tailEnd/>
          </a:ln>
        </p:spPr>
      </p:pic>
      <p:pic>
        <p:nvPicPr>
          <p:cNvPr id="54283" name="Picture 11" descr="hume"/>
          <p:cNvPicPr>
            <a:picLocks noChangeAspect="1" noChangeArrowheads="1"/>
          </p:cNvPicPr>
          <p:nvPr/>
        </p:nvPicPr>
        <p:blipFill>
          <a:blip r:embed="rId4"/>
          <a:srcRect/>
          <a:stretch>
            <a:fillRect/>
          </a:stretch>
        </p:blipFill>
        <p:spPr bwMode="auto">
          <a:xfrm>
            <a:off x="1847850" y="4572000"/>
            <a:ext cx="1905000" cy="2286000"/>
          </a:xfrm>
          <a:prstGeom prst="rect">
            <a:avLst/>
          </a:prstGeom>
          <a:noFill/>
          <a:ln w="9525">
            <a:noFill/>
            <a:miter lim="800000"/>
            <a:headEnd/>
            <a:tailEnd/>
          </a:ln>
        </p:spPr>
      </p:pic>
      <p:pic>
        <p:nvPicPr>
          <p:cNvPr id="54284" name="Picture 12" descr="kant1"/>
          <p:cNvPicPr>
            <a:picLocks noChangeAspect="1" noChangeArrowheads="1"/>
          </p:cNvPicPr>
          <p:nvPr/>
        </p:nvPicPr>
        <p:blipFill>
          <a:blip r:embed="rId5"/>
          <a:srcRect/>
          <a:stretch>
            <a:fillRect/>
          </a:stretch>
        </p:blipFill>
        <p:spPr bwMode="auto">
          <a:xfrm>
            <a:off x="0" y="4572000"/>
            <a:ext cx="1828800" cy="2286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dissolve">
                                      <p:cBhvr>
                                        <p:cTn id="7" dur="500"/>
                                        <p:tgtEl>
                                          <p:spTgt spid="5427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4275">
                                            <p:txEl>
                                              <p:pRg st="0" end="0"/>
                                            </p:txEl>
                                          </p:spTgt>
                                        </p:tgtEl>
                                        <p:attrNameLst>
                                          <p:attrName>style.visibility</p:attrName>
                                        </p:attrNameLst>
                                      </p:cBhvr>
                                      <p:to>
                                        <p:strVal val="visible"/>
                                      </p:to>
                                    </p:set>
                                    <p:animEffect transition="in" filter="dissolve">
                                      <p:cBhvr>
                                        <p:cTn id="12" dur="500"/>
                                        <p:tgtEl>
                                          <p:spTgt spid="542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4275">
                                            <p:txEl>
                                              <p:pRg st="4" end="4"/>
                                            </p:txEl>
                                          </p:spTgt>
                                        </p:tgtEl>
                                        <p:attrNameLst>
                                          <p:attrName>style.visibility</p:attrName>
                                        </p:attrNameLst>
                                      </p:cBhvr>
                                      <p:to>
                                        <p:strVal val="visible"/>
                                      </p:to>
                                    </p:set>
                                    <p:animEffect transition="in" filter="dissolve">
                                      <p:cBhvr>
                                        <p:cTn id="17" dur="500"/>
                                        <p:tgtEl>
                                          <p:spTgt spid="5427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4275">
                                            <p:txEl>
                                              <p:pRg st="5" end="5"/>
                                            </p:txEl>
                                          </p:spTgt>
                                        </p:tgtEl>
                                        <p:attrNameLst>
                                          <p:attrName>style.visibility</p:attrName>
                                        </p:attrNameLst>
                                      </p:cBhvr>
                                      <p:to>
                                        <p:strVal val="visible"/>
                                      </p:to>
                                    </p:set>
                                    <p:animEffect transition="in" filter="dissolve">
                                      <p:cBhvr>
                                        <p:cTn id="22" dur="500"/>
                                        <p:tgtEl>
                                          <p:spTgt spid="5427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4281">
                                            <p:bg/>
                                          </p:spTgt>
                                        </p:tgtEl>
                                        <p:attrNameLst>
                                          <p:attrName>style.visibility</p:attrName>
                                        </p:attrNameLst>
                                      </p:cBhvr>
                                      <p:to>
                                        <p:strVal val="visible"/>
                                      </p:to>
                                    </p:set>
                                    <p:anim calcmode="lin" valueType="num">
                                      <p:cBhvr additive="base">
                                        <p:cTn id="27" dur="500" fill="hold"/>
                                        <p:tgtEl>
                                          <p:spTgt spid="54281">
                                            <p:bg/>
                                          </p:spTgt>
                                        </p:tgtEl>
                                        <p:attrNameLst>
                                          <p:attrName>ppt_x</p:attrName>
                                        </p:attrNameLst>
                                      </p:cBhvr>
                                      <p:tavLst>
                                        <p:tav tm="0">
                                          <p:val>
                                            <p:strVal val="#ppt_x"/>
                                          </p:val>
                                        </p:tav>
                                        <p:tav tm="100000">
                                          <p:val>
                                            <p:strVal val="#ppt_x"/>
                                          </p:val>
                                        </p:tav>
                                      </p:tavLst>
                                    </p:anim>
                                    <p:anim calcmode="lin" valueType="num">
                                      <p:cBhvr additive="base">
                                        <p:cTn id="28" dur="500" fill="hold"/>
                                        <p:tgtEl>
                                          <p:spTgt spid="54281">
                                            <p:bg/>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4283">
                                            <p:bg/>
                                          </p:spTgt>
                                        </p:tgtEl>
                                        <p:attrNameLst>
                                          <p:attrName>style.visibility</p:attrName>
                                        </p:attrNameLst>
                                      </p:cBhvr>
                                      <p:to>
                                        <p:strVal val="visible"/>
                                      </p:to>
                                    </p:set>
                                    <p:anim calcmode="lin" valueType="num">
                                      <p:cBhvr additive="base">
                                        <p:cTn id="33" dur="500" fill="hold"/>
                                        <p:tgtEl>
                                          <p:spTgt spid="54283">
                                            <p:bg/>
                                          </p:spTgt>
                                        </p:tgtEl>
                                        <p:attrNameLst>
                                          <p:attrName>ppt_x</p:attrName>
                                        </p:attrNameLst>
                                      </p:cBhvr>
                                      <p:tavLst>
                                        <p:tav tm="0">
                                          <p:val>
                                            <p:strVal val="#ppt_x"/>
                                          </p:val>
                                        </p:tav>
                                        <p:tav tm="100000">
                                          <p:val>
                                            <p:strVal val="#ppt_x"/>
                                          </p:val>
                                        </p:tav>
                                      </p:tavLst>
                                    </p:anim>
                                    <p:anim calcmode="lin" valueType="num">
                                      <p:cBhvr additive="base">
                                        <p:cTn id="34" dur="500" fill="hold"/>
                                        <p:tgtEl>
                                          <p:spTgt spid="54283">
                                            <p:bg/>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54284">
                                            <p:bg/>
                                          </p:spTgt>
                                        </p:tgtEl>
                                        <p:attrNameLst>
                                          <p:attrName>style.visibility</p:attrName>
                                        </p:attrNameLst>
                                      </p:cBhvr>
                                      <p:to>
                                        <p:strVal val="visible"/>
                                      </p:to>
                                    </p:set>
                                    <p:anim calcmode="lin" valueType="num">
                                      <p:cBhvr additive="base">
                                        <p:cTn id="39" dur="500" fill="hold"/>
                                        <p:tgtEl>
                                          <p:spTgt spid="54284">
                                            <p:bg/>
                                          </p:spTgt>
                                        </p:tgtEl>
                                        <p:attrNameLst>
                                          <p:attrName>ppt_x</p:attrName>
                                        </p:attrNameLst>
                                      </p:cBhvr>
                                      <p:tavLst>
                                        <p:tav tm="0">
                                          <p:val>
                                            <p:strVal val="#ppt_x"/>
                                          </p:val>
                                        </p:tav>
                                        <p:tav tm="100000">
                                          <p:val>
                                            <p:strVal val="#ppt_x"/>
                                          </p:val>
                                        </p:tav>
                                      </p:tavLst>
                                    </p:anim>
                                    <p:anim calcmode="lin" valueType="num">
                                      <p:cBhvr additive="base">
                                        <p:cTn id="40" dur="500" fill="hold"/>
                                        <p:tgtEl>
                                          <p:spTgt spid="54284">
                                            <p:bg/>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P spid="54274" grpId="0"/>
      <p:bldP spid="54281" grpId="0" build="p"/>
      <p:bldP spid="54283" grpId="0" build="p"/>
      <p:bldP spid="5428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1. Quan điểm phi mác xít về nguồn gốc của nhà nước</a:t>
            </a:r>
          </a:p>
          <a:p>
            <a:pPr>
              <a:buFont typeface="Wingdings" pitchFamily="2" charset="2"/>
              <a:buChar char="ü"/>
            </a:pPr>
            <a:r>
              <a:rPr lang="en-US"/>
              <a:t>Thuyết thần học</a:t>
            </a:r>
          </a:p>
          <a:p>
            <a:pPr>
              <a:buFont typeface="Wingdings" pitchFamily="2" charset="2"/>
              <a:buChar char="ü"/>
            </a:pPr>
            <a:r>
              <a:rPr lang="en-US"/>
              <a:t>Thuyết gia trưởng</a:t>
            </a:r>
          </a:p>
          <a:p>
            <a:pPr>
              <a:buFont typeface="Wingdings" pitchFamily="2" charset="2"/>
              <a:buChar char="ü"/>
            </a:pPr>
            <a:r>
              <a:rPr lang="en-US"/>
              <a:t>Thuyết bạo lực</a:t>
            </a:r>
          </a:p>
          <a:p>
            <a:pPr>
              <a:buFont typeface="Wingdings" pitchFamily="2" charset="2"/>
              <a:buChar char="ü"/>
            </a:pPr>
            <a:r>
              <a:rPr lang="en-US"/>
              <a:t>Thuyết khế ước xã hội</a:t>
            </a:r>
          </a:p>
          <a:p>
            <a:pPr>
              <a:buFont typeface="Wingdings" pitchFamily="2" charset="2"/>
              <a:buChar char="ü"/>
            </a:pPr>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4</a:t>
            </a:fld>
            <a:endParaRPr lang="en-US"/>
          </a:p>
        </p:txBody>
      </p:sp>
      <p:sp>
        <p:nvSpPr>
          <p:cNvPr id="2" name="Title 1"/>
          <p:cNvSpPr>
            <a:spLocks noGrp="1"/>
          </p:cNvSpPr>
          <p:nvPr>
            <p:ph type="title"/>
          </p:nvPr>
        </p:nvSpPr>
        <p:spPr/>
        <p:txBody>
          <a:bodyPr>
            <a:normAutofit/>
          </a:bodyPr>
          <a:lstStyle/>
          <a:p>
            <a:r>
              <a:rPr lang="vi-VN" sz="3200">
                <a:latin typeface="Arial" pitchFamily="34" charset="0"/>
                <a:cs typeface="Arial" pitchFamily="34" charset="0"/>
              </a:rPr>
              <a:t>2.1.1  Nguồn gốc ra đời và bản chất </a:t>
            </a:r>
            <a:br>
              <a:rPr lang="vi-VN" sz="3200">
                <a:latin typeface="Arial" pitchFamily="34" charset="0"/>
                <a:cs typeface="Arial" pitchFamily="34" charset="0"/>
              </a:rPr>
            </a:br>
            <a:r>
              <a:rPr lang="vi-VN" sz="3200">
                <a:latin typeface="Arial" pitchFamily="34" charset="0"/>
                <a:cs typeface="Arial" pitchFamily="34" charset="0"/>
              </a:rPr>
              <a:t>của nhà nước</a:t>
            </a:r>
            <a:endParaRPr lang="en-US" sz="3200">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0" y="1828800"/>
            <a:ext cx="9144000" cy="5029200"/>
          </a:xfrm>
        </p:spPr>
        <p:txBody>
          <a:bodyPr/>
          <a:lstStyle/>
          <a:p>
            <a:pPr algn="just" eaLnBrk="1" hangingPunct="1">
              <a:lnSpc>
                <a:spcPct val="90000"/>
              </a:lnSpc>
              <a:buFont typeface="Wingdings" pitchFamily="2" charset="2"/>
              <a:buNone/>
            </a:pPr>
            <a:r>
              <a:rPr lang="en-US" b="1" i="1">
                <a:solidFill>
                  <a:srgbClr val="FF3399"/>
                </a:solidFill>
              </a:rPr>
              <a:t>          </a:t>
            </a:r>
            <a:r>
              <a:rPr lang="en-US" sz="3200" b="1" i="1">
                <a:solidFill>
                  <a:srgbClr val="FF3399"/>
                </a:solidFill>
              </a:rPr>
              <a:t>1.1.1.1. Thuyết thần học</a:t>
            </a:r>
          </a:p>
          <a:p>
            <a:pPr algn="ctr" eaLnBrk="1" hangingPunct="1">
              <a:lnSpc>
                <a:spcPct val="90000"/>
              </a:lnSpc>
              <a:buFont typeface="Wingdings" pitchFamily="2" charset="2"/>
              <a:buNone/>
            </a:pPr>
            <a:r>
              <a:rPr lang="en-US"/>
              <a:t>Thượng đế</a:t>
            </a:r>
          </a:p>
          <a:p>
            <a:pPr eaLnBrk="1" hangingPunct="1">
              <a:lnSpc>
                <a:spcPct val="90000"/>
              </a:lnSpc>
              <a:buFont typeface="Wingdings" pitchFamily="2" charset="2"/>
              <a:buNone/>
            </a:pPr>
            <a:endParaRPr lang="en-US"/>
          </a:p>
          <a:p>
            <a:pPr algn="ctr" eaLnBrk="1" hangingPunct="1">
              <a:lnSpc>
                <a:spcPct val="90000"/>
              </a:lnSpc>
              <a:buFont typeface="Wingdings" pitchFamily="2" charset="2"/>
              <a:buNone/>
            </a:pPr>
            <a:endParaRPr lang="en-US"/>
          </a:p>
          <a:p>
            <a:pPr algn="ctr" eaLnBrk="1" hangingPunct="1">
              <a:lnSpc>
                <a:spcPct val="90000"/>
              </a:lnSpc>
              <a:buFont typeface="Wingdings" pitchFamily="2" charset="2"/>
              <a:buNone/>
            </a:pPr>
            <a:r>
              <a:rPr lang="en-US"/>
              <a:t>Nhà nước</a:t>
            </a:r>
          </a:p>
          <a:p>
            <a:pPr eaLnBrk="1" hangingPunct="1">
              <a:lnSpc>
                <a:spcPct val="90000"/>
              </a:lnSpc>
              <a:buFont typeface="Wingdings" pitchFamily="2" charset="2"/>
              <a:buNone/>
            </a:pPr>
            <a:endParaRPr lang="en-US"/>
          </a:p>
          <a:p>
            <a:pPr eaLnBrk="1" hangingPunct="1">
              <a:lnSpc>
                <a:spcPct val="90000"/>
              </a:lnSpc>
              <a:buFont typeface="Wingdings" pitchFamily="2" charset="2"/>
              <a:buNone/>
            </a:pPr>
            <a:endParaRPr lang="en-US" sz="1800"/>
          </a:p>
          <a:p>
            <a:pPr algn="ctr" eaLnBrk="1" hangingPunct="1">
              <a:lnSpc>
                <a:spcPct val="90000"/>
              </a:lnSpc>
              <a:buFont typeface="Wingdings" pitchFamily="2" charset="2"/>
              <a:buNone/>
            </a:pPr>
            <a:r>
              <a:rPr lang="en-US"/>
              <a:t>Vĩnh cữu - bất biến</a:t>
            </a:r>
          </a:p>
          <a:p>
            <a:pPr algn="ctr" eaLnBrk="1" hangingPunct="1">
              <a:lnSpc>
                <a:spcPct val="90000"/>
              </a:lnSpc>
              <a:buFont typeface="Wingdings" pitchFamily="2" charset="2"/>
              <a:buNone/>
            </a:pPr>
            <a:r>
              <a:rPr lang="en-US"/>
              <a:t>Nhưng có các phái quan niệm khác nhau: Giáo quyền, dân quyền, quân chủ </a:t>
            </a:r>
          </a:p>
        </p:txBody>
      </p:sp>
      <p:sp>
        <p:nvSpPr>
          <p:cNvPr id="55298" name="Rectangle 2"/>
          <p:cNvSpPr>
            <a:spLocks noGrp="1" noChangeArrowheads="1"/>
          </p:cNvSpPr>
          <p:nvPr>
            <p:ph type="title"/>
          </p:nvPr>
        </p:nvSpPr>
        <p:spPr/>
        <p:txBody>
          <a:bodyPr/>
          <a:lstStyle/>
          <a:p>
            <a:pPr algn="just" eaLnBrk="1" hangingPunct="1"/>
            <a:r>
              <a:rPr lang="en-US" sz="3200" b="1">
                <a:solidFill>
                  <a:schemeClr val="folHlink"/>
                </a:solidFill>
              </a:rPr>
              <a:t>1.1.1. Những quan điểm phi Mácxít về nguồn gốc Nhà nước</a:t>
            </a:r>
          </a:p>
        </p:txBody>
      </p:sp>
      <p:sp>
        <p:nvSpPr>
          <p:cNvPr id="5124" name="Line 4"/>
          <p:cNvSpPr>
            <a:spLocks noChangeShapeType="1"/>
          </p:cNvSpPr>
          <p:nvPr/>
        </p:nvSpPr>
        <p:spPr bwMode="auto">
          <a:xfrm>
            <a:off x="4643438" y="2790825"/>
            <a:ext cx="0" cy="762000"/>
          </a:xfrm>
          <a:prstGeom prst="line">
            <a:avLst/>
          </a:prstGeom>
          <a:noFill/>
          <a:ln w="9525">
            <a:solidFill>
              <a:schemeClr val="tx1"/>
            </a:solidFill>
            <a:round/>
            <a:headEnd/>
            <a:tailEnd type="triangle" w="med" len="med"/>
          </a:ln>
        </p:spPr>
        <p:txBody>
          <a:bodyPr/>
          <a:lstStyle/>
          <a:p>
            <a:endParaRPr lang="en-US"/>
          </a:p>
        </p:txBody>
      </p:sp>
      <p:sp>
        <p:nvSpPr>
          <p:cNvPr id="5125" name="Line 5"/>
          <p:cNvSpPr>
            <a:spLocks noChangeShapeType="1"/>
          </p:cNvSpPr>
          <p:nvPr/>
        </p:nvSpPr>
        <p:spPr bwMode="auto">
          <a:xfrm>
            <a:off x="4643438" y="3933825"/>
            <a:ext cx="0" cy="838200"/>
          </a:xfrm>
          <a:prstGeom prst="line">
            <a:avLst/>
          </a:prstGeom>
          <a:noFill/>
          <a:ln w="9525">
            <a:solidFill>
              <a:schemeClr val="tx1"/>
            </a:solidFill>
            <a:round/>
            <a:headEnd/>
            <a:tailEnd type="triangle" w="med" len="med"/>
          </a:ln>
        </p:spPr>
        <p:txBody>
          <a:bodyPr/>
          <a:lstStyle/>
          <a:p>
            <a:endParaRPr lang="en-US"/>
          </a:p>
        </p:txBody>
      </p:sp>
      <p:pic>
        <p:nvPicPr>
          <p:cNvPr id="5126" name="Picture 7" descr="go%20mo[1]"/>
          <p:cNvPicPr>
            <a:picLocks noChangeAspect="1" noChangeArrowheads="1" noCrop="1"/>
          </p:cNvPicPr>
          <p:nvPr/>
        </p:nvPicPr>
        <p:blipFill>
          <a:blip r:embed="rId2"/>
          <a:srcRect/>
          <a:stretch>
            <a:fillRect/>
          </a:stretch>
        </p:blipFill>
        <p:spPr bwMode="auto">
          <a:xfrm rot="345410">
            <a:off x="6421438" y="2720975"/>
            <a:ext cx="2019300" cy="1774825"/>
          </a:xfrm>
          <a:prstGeom prst="rect">
            <a:avLst/>
          </a:prstGeom>
          <a:noFill/>
          <a:ln w="9525">
            <a:noFill/>
            <a:miter lim="800000"/>
            <a:headEnd/>
            <a:tailEnd/>
          </a:ln>
        </p:spPr>
      </p:pic>
      <p:pic>
        <p:nvPicPr>
          <p:cNvPr id="5127" name="Picture 8" descr="croix-ye-s"/>
          <p:cNvPicPr>
            <a:picLocks noChangeAspect="1" noChangeArrowheads="1" noCrop="1"/>
          </p:cNvPicPr>
          <p:nvPr/>
        </p:nvPicPr>
        <p:blipFill>
          <a:blip r:embed="rId3"/>
          <a:srcRect/>
          <a:stretch>
            <a:fillRect/>
          </a:stretch>
        </p:blipFill>
        <p:spPr bwMode="auto">
          <a:xfrm>
            <a:off x="1600200" y="2590800"/>
            <a:ext cx="1344613" cy="2133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5298"/>
                                        </p:tgtEl>
                                        <p:attrNameLst>
                                          <p:attrName>style.visibility</p:attrName>
                                        </p:attrNameLst>
                                      </p:cBhvr>
                                      <p:to>
                                        <p:strVal val="visible"/>
                                      </p:to>
                                    </p:set>
                                    <p:anim calcmode="lin" valueType="num">
                                      <p:cBhvr>
                                        <p:cTn id="7" dur="500" fill="hold"/>
                                        <p:tgtEl>
                                          <p:spTgt spid="55298"/>
                                        </p:tgtEl>
                                        <p:attrNameLst>
                                          <p:attrName>ppt_w</p:attrName>
                                        </p:attrNameLst>
                                      </p:cBhvr>
                                      <p:tavLst>
                                        <p:tav tm="0">
                                          <p:val>
                                            <p:fltVal val="0"/>
                                          </p:val>
                                        </p:tav>
                                        <p:tav tm="100000">
                                          <p:val>
                                            <p:strVal val="#ppt_w"/>
                                          </p:val>
                                        </p:tav>
                                      </p:tavLst>
                                    </p:anim>
                                    <p:anim calcmode="lin" valueType="num">
                                      <p:cBhvr>
                                        <p:cTn id="8" dur="500" fill="hold"/>
                                        <p:tgtEl>
                                          <p:spTgt spid="55298"/>
                                        </p:tgtEl>
                                        <p:attrNameLst>
                                          <p:attrName>ppt_h</p:attrName>
                                        </p:attrNameLst>
                                      </p:cBhvr>
                                      <p:tavLst>
                                        <p:tav tm="0">
                                          <p:val>
                                            <p:fltVal val="0"/>
                                          </p:val>
                                        </p:tav>
                                        <p:tav tm="100000">
                                          <p:val>
                                            <p:strVal val="#ppt_h"/>
                                          </p:val>
                                        </p:tav>
                                      </p:tavLst>
                                    </p:anim>
                                    <p:animEffect transition="in" filter="fade">
                                      <p:cBhvr>
                                        <p:cTn id="9" dur="500"/>
                                        <p:tgtEl>
                                          <p:spTgt spid="55298"/>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5299">
                                            <p:txEl>
                                              <p:pRg st="0" end="0"/>
                                            </p:txEl>
                                          </p:spTgt>
                                        </p:tgtEl>
                                        <p:attrNameLst>
                                          <p:attrName>style.visibility</p:attrName>
                                        </p:attrNameLst>
                                      </p:cBhvr>
                                      <p:to>
                                        <p:strVal val="visible"/>
                                      </p:to>
                                    </p:set>
                                    <p:animEffect transition="in" filter="fade">
                                      <p:cBhvr>
                                        <p:cTn id="14" dur="1000">
                                          <p:stCondLst>
                                            <p:cond delay="0"/>
                                          </p:stCondLst>
                                        </p:cTn>
                                        <p:tgtEl>
                                          <p:spTgt spid="5529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5299">
                                            <p:txEl>
                                              <p:pRg st="1" end="1"/>
                                            </p:txEl>
                                          </p:spTgt>
                                        </p:tgtEl>
                                        <p:attrNameLst>
                                          <p:attrName>style.visibility</p:attrName>
                                        </p:attrNameLst>
                                      </p:cBhvr>
                                      <p:to>
                                        <p:strVal val="visible"/>
                                      </p:to>
                                    </p:set>
                                    <p:animEffect transition="in" filter="fade">
                                      <p:cBhvr>
                                        <p:cTn id="19" dur="1000">
                                          <p:stCondLst>
                                            <p:cond delay="0"/>
                                          </p:stCondLst>
                                        </p:cTn>
                                        <p:tgtEl>
                                          <p:spTgt spid="5529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5299">
                                            <p:txEl>
                                              <p:pRg st="4" end="4"/>
                                            </p:txEl>
                                          </p:spTgt>
                                        </p:tgtEl>
                                        <p:attrNameLst>
                                          <p:attrName>style.visibility</p:attrName>
                                        </p:attrNameLst>
                                      </p:cBhvr>
                                      <p:to>
                                        <p:strVal val="visible"/>
                                      </p:to>
                                    </p:set>
                                    <p:animEffect transition="in" filter="fade">
                                      <p:cBhvr>
                                        <p:cTn id="24" dur="1000">
                                          <p:stCondLst>
                                            <p:cond delay="0"/>
                                          </p:stCondLst>
                                        </p:cTn>
                                        <p:tgtEl>
                                          <p:spTgt spid="55299">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5299">
                                            <p:txEl>
                                              <p:pRg st="7" end="7"/>
                                            </p:txEl>
                                          </p:spTgt>
                                        </p:tgtEl>
                                        <p:attrNameLst>
                                          <p:attrName>style.visibility</p:attrName>
                                        </p:attrNameLst>
                                      </p:cBhvr>
                                      <p:to>
                                        <p:strVal val="visible"/>
                                      </p:to>
                                    </p:set>
                                    <p:animEffect transition="in" filter="fade">
                                      <p:cBhvr>
                                        <p:cTn id="29" dur="1000">
                                          <p:stCondLst>
                                            <p:cond delay="0"/>
                                          </p:stCondLst>
                                        </p:cTn>
                                        <p:tgtEl>
                                          <p:spTgt spid="55299">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5299">
                                            <p:txEl>
                                              <p:pRg st="8" end="8"/>
                                            </p:txEl>
                                          </p:spTgt>
                                        </p:tgtEl>
                                        <p:attrNameLst>
                                          <p:attrName>style.visibility</p:attrName>
                                        </p:attrNameLst>
                                      </p:cBhvr>
                                      <p:to>
                                        <p:strVal val="visible"/>
                                      </p:to>
                                    </p:set>
                                    <p:animEffect transition="in" filter="fade">
                                      <p:cBhvr>
                                        <p:cTn id="34" dur="1000">
                                          <p:stCondLst>
                                            <p:cond delay="0"/>
                                          </p:stCondLst>
                                        </p:cTn>
                                        <p:tgtEl>
                                          <p:spTgt spid="552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55298"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normAutofit/>
          </a:bodyPr>
          <a:lstStyle/>
          <a:p>
            <a:pPr algn="ctr" eaLnBrk="1" hangingPunct="1">
              <a:lnSpc>
                <a:spcPct val="90000"/>
              </a:lnSpc>
              <a:buFont typeface="Wingdings" pitchFamily="2" charset="2"/>
              <a:buNone/>
            </a:pPr>
            <a:r>
              <a:rPr lang="en-US"/>
              <a:t>   Thượng đế</a:t>
            </a:r>
          </a:p>
          <a:p>
            <a:pPr eaLnBrk="1" hangingPunct="1">
              <a:lnSpc>
                <a:spcPct val="90000"/>
              </a:lnSpc>
              <a:buFont typeface="Wingdings" pitchFamily="2" charset="2"/>
              <a:buNone/>
            </a:pPr>
            <a:endParaRPr lang="en-US"/>
          </a:p>
          <a:p>
            <a:pPr eaLnBrk="1" hangingPunct="1">
              <a:lnSpc>
                <a:spcPct val="90000"/>
              </a:lnSpc>
              <a:buFont typeface="Wingdings" pitchFamily="2" charset="2"/>
              <a:buNone/>
            </a:pPr>
            <a:endParaRPr lang="en-US"/>
          </a:p>
          <a:p>
            <a:pPr algn="ctr" eaLnBrk="1" hangingPunct="1">
              <a:lnSpc>
                <a:spcPct val="90000"/>
              </a:lnSpc>
              <a:buFont typeface="Wingdings" pitchFamily="2" charset="2"/>
              <a:buNone/>
            </a:pPr>
            <a:endParaRPr lang="en-US"/>
          </a:p>
          <a:p>
            <a:pPr algn="ctr" eaLnBrk="1" hangingPunct="1">
              <a:lnSpc>
                <a:spcPct val="90000"/>
              </a:lnSpc>
              <a:buFont typeface="Wingdings" pitchFamily="2" charset="2"/>
              <a:buNone/>
            </a:pPr>
            <a:r>
              <a:rPr lang="en-US"/>
              <a:t>   </a:t>
            </a:r>
          </a:p>
          <a:p>
            <a:pPr algn="ctr" eaLnBrk="1" hangingPunct="1">
              <a:lnSpc>
                <a:spcPct val="90000"/>
              </a:lnSpc>
              <a:buFont typeface="Wingdings" pitchFamily="2" charset="2"/>
              <a:buNone/>
            </a:pPr>
            <a:r>
              <a:rPr lang="en-US"/>
              <a:t> Nhân dân</a:t>
            </a:r>
          </a:p>
          <a:p>
            <a:pPr eaLnBrk="1" hangingPunct="1">
              <a:lnSpc>
                <a:spcPct val="90000"/>
              </a:lnSpc>
              <a:buFont typeface="Wingdings" pitchFamily="2" charset="2"/>
              <a:buNone/>
            </a:pPr>
            <a:endParaRPr lang="en-US"/>
          </a:p>
          <a:p>
            <a:pPr eaLnBrk="1" hangingPunct="1">
              <a:lnSpc>
                <a:spcPct val="90000"/>
              </a:lnSpc>
              <a:buFont typeface="Wingdings" pitchFamily="2" charset="2"/>
              <a:buNone/>
            </a:pPr>
            <a:endParaRPr lang="en-US"/>
          </a:p>
          <a:p>
            <a:pPr algn="ctr" eaLnBrk="1" hangingPunct="1">
              <a:lnSpc>
                <a:spcPct val="90000"/>
              </a:lnSpc>
              <a:buFont typeface="Wingdings" pitchFamily="2" charset="2"/>
              <a:buNone/>
            </a:pPr>
            <a:endParaRPr lang="en-US" sz="2000"/>
          </a:p>
          <a:p>
            <a:pPr algn="ctr" eaLnBrk="1" hangingPunct="1">
              <a:lnSpc>
                <a:spcPct val="90000"/>
              </a:lnSpc>
              <a:buFont typeface="Wingdings" pitchFamily="2" charset="2"/>
              <a:buNone/>
            </a:pPr>
            <a:r>
              <a:rPr lang="en-US"/>
              <a:t>  Vua</a:t>
            </a:r>
          </a:p>
        </p:txBody>
      </p:sp>
      <p:sp>
        <p:nvSpPr>
          <p:cNvPr id="57346" name="Rectangle 2"/>
          <p:cNvSpPr>
            <a:spLocks noGrp="1" noChangeArrowheads="1"/>
          </p:cNvSpPr>
          <p:nvPr>
            <p:ph type="title"/>
          </p:nvPr>
        </p:nvSpPr>
        <p:spPr/>
        <p:txBody>
          <a:bodyPr/>
          <a:lstStyle/>
          <a:p>
            <a:pPr eaLnBrk="1" hangingPunct="1"/>
            <a:r>
              <a:rPr lang="en-US">
                <a:solidFill>
                  <a:schemeClr val="accent2"/>
                </a:solidFill>
              </a:rPr>
              <a:t>Phái dân quyền</a:t>
            </a:r>
          </a:p>
        </p:txBody>
      </p:sp>
      <p:sp>
        <p:nvSpPr>
          <p:cNvPr id="6148" name="Line 4"/>
          <p:cNvSpPr>
            <a:spLocks noChangeShapeType="1"/>
          </p:cNvSpPr>
          <p:nvPr/>
        </p:nvSpPr>
        <p:spPr bwMode="auto">
          <a:xfrm>
            <a:off x="4800600" y="1981200"/>
            <a:ext cx="0" cy="1295400"/>
          </a:xfrm>
          <a:prstGeom prst="line">
            <a:avLst/>
          </a:prstGeom>
          <a:noFill/>
          <a:ln w="9525">
            <a:solidFill>
              <a:schemeClr val="tx1"/>
            </a:solidFill>
            <a:round/>
            <a:headEnd/>
            <a:tailEnd type="triangle" w="med" len="med"/>
          </a:ln>
        </p:spPr>
        <p:txBody>
          <a:bodyPr/>
          <a:lstStyle/>
          <a:p>
            <a:endParaRPr lang="en-US"/>
          </a:p>
        </p:txBody>
      </p:sp>
      <p:sp>
        <p:nvSpPr>
          <p:cNvPr id="6149" name="Line 5"/>
          <p:cNvSpPr>
            <a:spLocks noChangeShapeType="1"/>
          </p:cNvSpPr>
          <p:nvPr/>
        </p:nvSpPr>
        <p:spPr bwMode="auto">
          <a:xfrm>
            <a:off x="4800600" y="3886200"/>
            <a:ext cx="0" cy="1295400"/>
          </a:xfrm>
          <a:prstGeom prst="line">
            <a:avLst/>
          </a:prstGeom>
          <a:noFill/>
          <a:ln w="9525">
            <a:solidFill>
              <a:schemeClr val="tx1"/>
            </a:solidFill>
            <a:round/>
            <a:headEnd/>
            <a:tailEnd type="triangle" w="med" len="med"/>
          </a:ln>
        </p:spPr>
        <p:txBody>
          <a:bodyPr/>
          <a:lstStyle/>
          <a:p>
            <a:endParaRPr lang="en-US"/>
          </a:p>
        </p:txBody>
      </p:sp>
      <p:sp>
        <p:nvSpPr>
          <p:cNvPr id="6150" name="Rectangle 6"/>
          <p:cNvSpPr>
            <a:spLocks noChangeArrowheads="1"/>
          </p:cNvSpPr>
          <p:nvPr/>
        </p:nvSpPr>
        <p:spPr bwMode="auto">
          <a:xfrm>
            <a:off x="609600" y="228600"/>
            <a:ext cx="6629400" cy="530225"/>
          </a:xfrm>
          <a:prstGeom prst="rect">
            <a:avLst/>
          </a:prstGeom>
          <a:noFill/>
          <a:ln w="9525">
            <a:noFill/>
            <a:miter lim="800000"/>
            <a:headEnd/>
            <a:tailEnd/>
          </a:ln>
        </p:spPr>
        <p:txBody>
          <a:bodyPr>
            <a:spAutoFit/>
          </a:bodyPr>
          <a:lstStyle/>
          <a:p>
            <a:pPr eaLnBrk="1" hangingPunct="1">
              <a:lnSpc>
                <a:spcPct val="90000"/>
              </a:lnSpc>
              <a:spcBef>
                <a:spcPct val="20000"/>
              </a:spcBef>
              <a:buClr>
                <a:schemeClr val="accent2"/>
              </a:buClr>
              <a:buFont typeface="Wingdings" pitchFamily="2" charset="2"/>
              <a:buNone/>
            </a:pPr>
            <a:r>
              <a:rPr lang="en-US" sz="3200" b="1" i="1"/>
              <a:t>1.1.1.1. Thuyết thần học</a:t>
            </a:r>
          </a:p>
        </p:txBody>
      </p:sp>
      <p:pic>
        <p:nvPicPr>
          <p:cNvPr id="6151" name="Picture 7" descr="A_YNOT~1"/>
          <p:cNvPicPr>
            <a:picLocks noChangeAspect="1" noChangeArrowheads="1" noCrop="1"/>
          </p:cNvPicPr>
          <p:nvPr/>
        </p:nvPicPr>
        <p:blipFill>
          <a:blip r:embed="rId2"/>
          <a:srcRect/>
          <a:stretch>
            <a:fillRect/>
          </a:stretch>
        </p:blipFill>
        <p:spPr bwMode="auto">
          <a:xfrm>
            <a:off x="6286500" y="0"/>
            <a:ext cx="2857500" cy="1905000"/>
          </a:xfrm>
          <a:prstGeom prst="rect">
            <a:avLst/>
          </a:prstGeom>
          <a:noFill/>
          <a:ln w="9525">
            <a:noFill/>
            <a:miter lim="800000"/>
            <a:headEnd/>
            <a:tailEnd/>
          </a:ln>
        </p:spPr>
      </p:pic>
      <p:pic>
        <p:nvPicPr>
          <p:cNvPr id="6152" name="Picture 8" descr="valentines15"/>
          <p:cNvPicPr>
            <a:picLocks noChangeAspect="1" noChangeArrowheads="1"/>
          </p:cNvPicPr>
          <p:nvPr/>
        </p:nvPicPr>
        <p:blipFill>
          <a:blip r:embed="rId3"/>
          <a:srcRect/>
          <a:stretch>
            <a:fillRect/>
          </a:stretch>
        </p:blipFill>
        <p:spPr bwMode="auto">
          <a:xfrm>
            <a:off x="685800" y="4114800"/>
            <a:ext cx="2925763" cy="19510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7346"/>
                                        </p:tgtEl>
                                        <p:attrNameLst>
                                          <p:attrName>style.visibility</p:attrName>
                                        </p:attrNameLst>
                                      </p:cBhvr>
                                      <p:to>
                                        <p:strVal val="visible"/>
                                      </p:to>
                                    </p:set>
                                    <p:anim calcmode="lin" valueType="num">
                                      <p:cBhvr>
                                        <p:cTn id="7" dur="500" fill="hold"/>
                                        <p:tgtEl>
                                          <p:spTgt spid="57346"/>
                                        </p:tgtEl>
                                        <p:attrNameLst>
                                          <p:attrName>ppt_w</p:attrName>
                                        </p:attrNameLst>
                                      </p:cBhvr>
                                      <p:tavLst>
                                        <p:tav tm="0">
                                          <p:val>
                                            <p:fltVal val="0"/>
                                          </p:val>
                                        </p:tav>
                                        <p:tav tm="100000">
                                          <p:val>
                                            <p:strVal val="#ppt_w"/>
                                          </p:val>
                                        </p:tav>
                                      </p:tavLst>
                                    </p:anim>
                                    <p:anim calcmode="lin" valueType="num">
                                      <p:cBhvr>
                                        <p:cTn id="8" dur="500" fill="hold"/>
                                        <p:tgtEl>
                                          <p:spTgt spid="57346"/>
                                        </p:tgtEl>
                                        <p:attrNameLst>
                                          <p:attrName>ppt_h</p:attrName>
                                        </p:attrNameLst>
                                      </p:cBhvr>
                                      <p:tavLst>
                                        <p:tav tm="0">
                                          <p:val>
                                            <p:fltVal val="0"/>
                                          </p:val>
                                        </p:tav>
                                        <p:tav tm="100000">
                                          <p:val>
                                            <p:strVal val="#ppt_h"/>
                                          </p:val>
                                        </p:tav>
                                      </p:tavLst>
                                    </p:anim>
                                    <p:animEffect transition="in" filter="fade">
                                      <p:cBhvr>
                                        <p:cTn id="9" dur="500"/>
                                        <p:tgtEl>
                                          <p:spTgt spid="57346"/>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7347">
                                            <p:txEl>
                                              <p:pRg st="0" end="0"/>
                                            </p:txEl>
                                          </p:spTgt>
                                        </p:tgtEl>
                                        <p:attrNameLst>
                                          <p:attrName>style.visibility</p:attrName>
                                        </p:attrNameLst>
                                      </p:cBhvr>
                                      <p:to>
                                        <p:strVal val="visible"/>
                                      </p:to>
                                    </p:set>
                                    <p:animEffect transition="in" filter="fade">
                                      <p:cBhvr>
                                        <p:cTn id="14" dur="1000">
                                          <p:stCondLst>
                                            <p:cond delay="0"/>
                                          </p:stCondLst>
                                        </p:cTn>
                                        <p:tgtEl>
                                          <p:spTgt spid="5734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7347">
                                            <p:txEl>
                                              <p:pRg st="4" end="4"/>
                                            </p:txEl>
                                          </p:spTgt>
                                        </p:tgtEl>
                                        <p:attrNameLst>
                                          <p:attrName>style.visibility</p:attrName>
                                        </p:attrNameLst>
                                      </p:cBhvr>
                                      <p:to>
                                        <p:strVal val="visible"/>
                                      </p:to>
                                    </p:set>
                                    <p:animEffect transition="in" filter="fade">
                                      <p:cBhvr>
                                        <p:cTn id="19" dur="1000">
                                          <p:stCondLst>
                                            <p:cond delay="0"/>
                                          </p:stCondLst>
                                        </p:cTn>
                                        <p:tgtEl>
                                          <p:spTgt spid="5734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7347">
                                            <p:txEl>
                                              <p:pRg st="5" end="5"/>
                                            </p:txEl>
                                          </p:spTgt>
                                        </p:tgtEl>
                                        <p:attrNameLst>
                                          <p:attrName>style.visibility</p:attrName>
                                        </p:attrNameLst>
                                      </p:cBhvr>
                                      <p:to>
                                        <p:strVal val="visible"/>
                                      </p:to>
                                    </p:set>
                                    <p:animEffect transition="in" filter="fade">
                                      <p:cBhvr>
                                        <p:cTn id="24" dur="1000">
                                          <p:stCondLst>
                                            <p:cond delay="0"/>
                                          </p:stCondLst>
                                        </p:cTn>
                                        <p:tgtEl>
                                          <p:spTgt spid="57347">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7347">
                                            <p:txEl>
                                              <p:pRg st="9" end="9"/>
                                            </p:txEl>
                                          </p:spTgt>
                                        </p:tgtEl>
                                        <p:attrNameLst>
                                          <p:attrName>style.visibility</p:attrName>
                                        </p:attrNameLst>
                                      </p:cBhvr>
                                      <p:to>
                                        <p:strVal val="visible"/>
                                      </p:to>
                                    </p:set>
                                    <p:animEffect transition="in" filter="fade">
                                      <p:cBhvr>
                                        <p:cTn id="29" dur="1000">
                                          <p:stCondLst>
                                            <p:cond delay="0"/>
                                          </p:stCondLst>
                                        </p:cTn>
                                        <p:tgtEl>
                                          <p:spTgt spid="5734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46" grpId="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838200" y="1447800"/>
            <a:ext cx="8007350" cy="5181600"/>
          </a:xfrm>
        </p:spPr>
        <p:txBody>
          <a:bodyPr>
            <a:normAutofit/>
          </a:bodyPr>
          <a:lstStyle/>
          <a:p>
            <a:pPr algn="ctr" eaLnBrk="1" hangingPunct="1">
              <a:buFont typeface="Wingdings" pitchFamily="2" charset="2"/>
              <a:buNone/>
            </a:pPr>
            <a:endParaRPr lang="en-US" sz="300"/>
          </a:p>
          <a:p>
            <a:pPr algn="ctr" eaLnBrk="1" hangingPunct="1">
              <a:buFont typeface="Wingdings" pitchFamily="2" charset="2"/>
              <a:buNone/>
            </a:pPr>
            <a:r>
              <a:rPr lang="en-US" sz="2600"/>
              <a:t>Thượng đế</a:t>
            </a:r>
          </a:p>
          <a:p>
            <a:pPr eaLnBrk="1" hangingPunct="1">
              <a:buFont typeface="Wingdings" pitchFamily="2" charset="2"/>
              <a:buNone/>
            </a:pPr>
            <a:endParaRPr lang="en-US" sz="2600"/>
          </a:p>
          <a:p>
            <a:pPr eaLnBrk="1" hangingPunct="1">
              <a:buFont typeface="Wingdings" pitchFamily="2" charset="2"/>
              <a:buNone/>
            </a:pPr>
            <a:endParaRPr lang="en-US" sz="2600"/>
          </a:p>
          <a:p>
            <a:pPr algn="ctr" eaLnBrk="1" hangingPunct="1">
              <a:buFont typeface="Wingdings" pitchFamily="2" charset="2"/>
              <a:buNone/>
            </a:pPr>
            <a:r>
              <a:rPr lang="en-US" sz="2600"/>
              <a:t>Nhân loại</a:t>
            </a:r>
          </a:p>
          <a:p>
            <a:pPr eaLnBrk="1" hangingPunct="1">
              <a:buFont typeface="Wingdings" pitchFamily="2" charset="2"/>
              <a:buNone/>
            </a:pPr>
            <a:endParaRPr lang="en-US" sz="2600"/>
          </a:p>
          <a:p>
            <a:pPr eaLnBrk="1" hangingPunct="1">
              <a:buFont typeface="Wingdings" pitchFamily="2" charset="2"/>
              <a:buNone/>
            </a:pPr>
            <a:endParaRPr lang="en-US" sz="2600"/>
          </a:p>
          <a:p>
            <a:pPr eaLnBrk="1" hangingPunct="1">
              <a:buFont typeface="Wingdings" pitchFamily="2" charset="2"/>
              <a:buNone/>
            </a:pPr>
            <a:endParaRPr lang="en-US" sz="2600"/>
          </a:p>
          <a:p>
            <a:pPr eaLnBrk="1" hangingPunct="1">
              <a:buFont typeface="Wingdings" pitchFamily="2" charset="2"/>
              <a:buNone/>
            </a:pPr>
            <a:r>
              <a:rPr lang="en-US" sz="2000"/>
              <a:t>Tinh thần                                                              Thể xác</a:t>
            </a:r>
          </a:p>
          <a:p>
            <a:pPr eaLnBrk="1" hangingPunct="1">
              <a:buFont typeface="Wingdings" pitchFamily="2" charset="2"/>
              <a:buNone/>
            </a:pPr>
            <a:endParaRPr lang="en-US" sz="1800"/>
          </a:p>
          <a:p>
            <a:pPr eaLnBrk="1" hangingPunct="1">
              <a:buFont typeface="Wingdings" pitchFamily="2" charset="2"/>
              <a:buNone/>
            </a:pPr>
            <a:endParaRPr lang="en-US" sz="2000"/>
          </a:p>
          <a:p>
            <a:pPr eaLnBrk="1" hangingPunct="1">
              <a:buFont typeface="Wingdings" pitchFamily="2" charset="2"/>
              <a:buNone/>
            </a:pPr>
            <a:endParaRPr lang="en-US" sz="2000"/>
          </a:p>
          <a:p>
            <a:pPr eaLnBrk="1" hangingPunct="1">
              <a:buFont typeface="Wingdings" pitchFamily="2" charset="2"/>
              <a:buNone/>
            </a:pPr>
            <a:r>
              <a:rPr lang="en-US" sz="2000"/>
              <a:t>Giáo hoàng                                                              Vua</a:t>
            </a:r>
          </a:p>
        </p:txBody>
      </p:sp>
      <p:sp>
        <p:nvSpPr>
          <p:cNvPr id="56322" name="Rectangle 2"/>
          <p:cNvSpPr>
            <a:spLocks noGrp="1" noChangeArrowheads="1"/>
          </p:cNvSpPr>
          <p:nvPr>
            <p:ph type="title"/>
          </p:nvPr>
        </p:nvSpPr>
        <p:spPr/>
        <p:txBody>
          <a:bodyPr/>
          <a:lstStyle/>
          <a:p>
            <a:pPr eaLnBrk="1" hangingPunct="1"/>
            <a:r>
              <a:rPr lang="en-US" sz="3200">
                <a:solidFill>
                  <a:schemeClr val="accent2"/>
                </a:solidFill>
              </a:rPr>
              <a:t>Phái giáo quyền</a:t>
            </a:r>
          </a:p>
        </p:txBody>
      </p:sp>
      <p:sp>
        <p:nvSpPr>
          <p:cNvPr id="7172" name="Line 4"/>
          <p:cNvSpPr>
            <a:spLocks noChangeShapeType="1"/>
          </p:cNvSpPr>
          <p:nvPr/>
        </p:nvSpPr>
        <p:spPr bwMode="auto">
          <a:xfrm>
            <a:off x="4800600" y="1828800"/>
            <a:ext cx="0" cy="1066800"/>
          </a:xfrm>
          <a:prstGeom prst="line">
            <a:avLst/>
          </a:prstGeom>
          <a:noFill/>
          <a:ln w="9525">
            <a:solidFill>
              <a:schemeClr val="tx1"/>
            </a:solidFill>
            <a:round/>
            <a:headEnd/>
            <a:tailEnd type="triangle" w="med" len="med"/>
          </a:ln>
        </p:spPr>
        <p:txBody>
          <a:bodyPr/>
          <a:lstStyle/>
          <a:p>
            <a:endParaRPr lang="en-US"/>
          </a:p>
        </p:txBody>
      </p:sp>
      <p:sp>
        <p:nvSpPr>
          <p:cNvPr id="7173" name="Line 5"/>
          <p:cNvSpPr>
            <a:spLocks noChangeShapeType="1"/>
          </p:cNvSpPr>
          <p:nvPr/>
        </p:nvSpPr>
        <p:spPr bwMode="auto">
          <a:xfrm>
            <a:off x="4800600" y="3200400"/>
            <a:ext cx="0" cy="533400"/>
          </a:xfrm>
          <a:prstGeom prst="line">
            <a:avLst/>
          </a:prstGeom>
          <a:noFill/>
          <a:ln w="9525">
            <a:solidFill>
              <a:schemeClr val="tx1"/>
            </a:solidFill>
            <a:round/>
            <a:headEnd/>
            <a:tailEnd/>
          </a:ln>
        </p:spPr>
        <p:txBody>
          <a:bodyPr/>
          <a:lstStyle/>
          <a:p>
            <a:endParaRPr lang="en-US"/>
          </a:p>
        </p:txBody>
      </p:sp>
      <p:sp>
        <p:nvSpPr>
          <p:cNvPr id="7174" name="Line 6"/>
          <p:cNvSpPr>
            <a:spLocks noChangeShapeType="1"/>
          </p:cNvSpPr>
          <p:nvPr/>
        </p:nvSpPr>
        <p:spPr bwMode="auto">
          <a:xfrm>
            <a:off x="1676400" y="3733800"/>
            <a:ext cx="5943600" cy="0"/>
          </a:xfrm>
          <a:prstGeom prst="line">
            <a:avLst/>
          </a:prstGeom>
          <a:noFill/>
          <a:ln w="9525">
            <a:solidFill>
              <a:schemeClr val="tx1"/>
            </a:solidFill>
            <a:round/>
            <a:headEnd/>
            <a:tailEnd/>
          </a:ln>
        </p:spPr>
        <p:txBody>
          <a:bodyPr/>
          <a:lstStyle/>
          <a:p>
            <a:endParaRPr lang="en-US"/>
          </a:p>
        </p:txBody>
      </p:sp>
      <p:sp>
        <p:nvSpPr>
          <p:cNvPr id="7175" name="Line 7"/>
          <p:cNvSpPr>
            <a:spLocks noChangeShapeType="1"/>
          </p:cNvSpPr>
          <p:nvPr/>
        </p:nvSpPr>
        <p:spPr bwMode="auto">
          <a:xfrm>
            <a:off x="1676400" y="3962400"/>
            <a:ext cx="0" cy="609600"/>
          </a:xfrm>
          <a:prstGeom prst="line">
            <a:avLst/>
          </a:prstGeom>
          <a:noFill/>
          <a:ln w="9525">
            <a:solidFill>
              <a:schemeClr val="tx1"/>
            </a:solidFill>
            <a:round/>
            <a:headEnd/>
            <a:tailEnd type="triangle" w="med" len="med"/>
          </a:ln>
        </p:spPr>
        <p:txBody>
          <a:bodyPr/>
          <a:lstStyle/>
          <a:p>
            <a:endParaRPr lang="en-US"/>
          </a:p>
        </p:txBody>
      </p:sp>
      <p:sp>
        <p:nvSpPr>
          <p:cNvPr id="7176" name="Line 8"/>
          <p:cNvSpPr>
            <a:spLocks noChangeShapeType="1"/>
          </p:cNvSpPr>
          <p:nvPr/>
        </p:nvSpPr>
        <p:spPr bwMode="auto">
          <a:xfrm>
            <a:off x="7620000" y="3962400"/>
            <a:ext cx="0" cy="609600"/>
          </a:xfrm>
          <a:prstGeom prst="line">
            <a:avLst/>
          </a:prstGeom>
          <a:noFill/>
          <a:ln w="9525">
            <a:solidFill>
              <a:schemeClr val="tx1"/>
            </a:solidFill>
            <a:round/>
            <a:headEnd/>
            <a:tailEnd type="triangle" w="med" len="med"/>
          </a:ln>
        </p:spPr>
        <p:txBody>
          <a:bodyPr/>
          <a:lstStyle/>
          <a:p>
            <a:endParaRPr lang="en-US"/>
          </a:p>
        </p:txBody>
      </p:sp>
      <p:sp>
        <p:nvSpPr>
          <p:cNvPr id="7177" name="Line 9"/>
          <p:cNvSpPr>
            <a:spLocks noChangeShapeType="1"/>
          </p:cNvSpPr>
          <p:nvPr/>
        </p:nvSpPr>
        <p:spPr bwMode="auto">
          <a:xfrm>
            <a:off x="1676400" y="4953000"/>
            <a:ext cx="0" cy="1143000"/>
          </a:xfrm>
          <a:prstGeom prst="line">
            <a:avLst/>
          </a:prstGeom>
          <a:noFill/>
          <a:ln w="9525">
            <a:solidFill>
              <a:schemeClr val="tx1"/>
            </a:solidFill>
            <a:round/>
            <a:headEnd/>
            <a:tailEnd type="triangle" w="med" len="med"/>
          </a:ln>
        </p:spPr>
        <p:txBody>
          <a:bodyPr/>
          <a:lstStyle/>
          <a:p>
            <a:endParaRPr lang="en-US"/>
          </a:p>
        </p:txBody>
      </p:sp>
      <p:sp>
        <p:nvSpPr>
          <p:cNvPr id="7178" name="Line 10"/>
          <p:cNvSpPr>
            <a:spLocks noChangeShapeType="1"/>
          </p:cNvSpPr>
          <p:nvPr/>
        </p:nvSpPr>
        <p:spPr bwMode="auto">
          <a:xfrm>
            <a:off x="7696200" y="5029200"/>
            <a:ext cx="0" cy="1066800"/>
          </a:xfrm>
          <a:prstGeom prst="line">
            <a:avLst/>
          </a:prstGeom>
          <a:noFill/>
          <a:ln w="9525">
            <a:solidFill>
              <a:schemeClr val="tx1"/>
            </a:solidFill>
            <a:round/>
            <a:headEnd/>
            <a:tailEnd type="triangle" w="med" len="med"/>
          </a:ln>
        </p:spPr>
        <p:txBody>
          <a:bodyPr/>
          <a:lstStyle/>
          <a:p>
            <a:endParaRPr lang="en-US"/>
          </a:p>
        </p:txBody>
      </p:sp>
      <p:sp>
        <p:nvSpPr>
          <p:cNvPr id="7179" name="Line 11"/>
          <p:cNvSpPr>
            <a:spLocks noChangeShapeType="1"/>
          </p:cNvSpPr>
          <p:nvPr/>
        </p:nvSpPr>
        <p:spPr bwMode="auto">
          <a:xfrm>
            <a:off x="2514600" y="4800600"/>
            <a:ext cx="4419600" cy="0"/>
          </a:xfrm>
          <a:prstGeom prst="line">
            <a:avLst/>
          </a:prstGeom>
          <a:noFill/>
          <a:ln w="9525">
            <a:solidFill>
              <a:schemeClr val="tx1"/>
            </a:solidFill>
            <a:round/>
            <a:headEnd/>
            <a:tailEnd type="triangle" w="med" len="med"/>
          </a:ln>
        </p:spPr>
        <p:txBody>
          <a:bodyPr/>
          <a:lstStyle/>
          <a:p>
            <a:endParaRPr lang="en-US"/>
          </a:p>
        </p:txBody>
      </p:sp>
      <p:sp>
        <p:nvSpPr>
          <p:cNvPr id="7180" name="Line 12"/>
          <p:cNvSpPr>
            <a:spLocks noChangeShapeType="1"/>
          </p:cNvSpPr>
          <p:nvPr/>
        </p:nvSpPr>
        <p:spPr bwMode="auto">
          <a:xfrm>
            <a:off x="2895600" y="6324600"/>
            <a:ext cx="4419600" cy="0"/>
          </a:xfrm>
          <a:prstGeom prst="line">
            <a:avLst/>
          </a:prstGeom>
          <a:noFill/>
          <a:ln w="9525">
            <a:solidFill>
              <a:schemeClr val="tx1"/>
            </a:solidFill>
            <a:round/>
            <a:headEnd/>
            <a:tailEnd type="triangle" w="med" len="med"/>
          </a:ln>
        </p:spPr>
        <p:txBody>
          <a:bodyPr/>
          <a:lstStyle/>
          <a:p>
            <a:endParaRPr lang="en-US"/>
          </a:p>
        </p:txBody>
      </p:sp>
      <p:sp>
        <p:nvSpPr>
          <p:cNvPr id="7181" name="Rectangle 13"/>
          <p:cNvSpPr>
            <a:spLocks noChangeArrowheads="1"/>
          </p:cNvSpPr>
          <p:nvPr/>
        </p:nvSpPr>
        <p:spPr bwMode="auto">
          <a:xfrm>
            <a:off x="304800" y="228600"/>
            <a:ext cx="6629400" cy="530225"/>
          </a:xfrm>
          <a:prstGeom prst="rect">
            <a:avLst/>
          </a:prstGeom>
          <a:noFill/>
          <a:ln w="9525">
            <a:noFill/>
            <a:miter lim="800000"/>
            <a:headEnd/>
            <a:tailEnd/>
          </a:ln>
        </p:spPr>
        <p:txBody>
          <a:bodyPr>
            <a:spAutoFit/>
          </a:bodyPr>
          <a:lstStyle/>
          <a:p>
            <a:pPr eaLnBrk="1" hangingPunct="1">
              <a:lnSpc>
                <a:spcPct val="90000"/>
              </a:lnSpc>
              <a:spcBef>
                <a:spcPct val="20000"/>
              </a:spcBef>
              <a:buClr>
                <a:schemeClr val="accent2"/>
              </a:buClr>
              <a:buFont typeface="Wingdings" pitchFamily="2" charset="2"/>
              <a:buNone/>
            </a:pPr>
            <a:r>
              <a:rPr lang="en-US" sz="3200" b="1" i="1"/>
              <a:t>1.1.1.1. Thuyết thần học</a:t>
            </a:r>
          </a:p>
        </p:txBody>
      </p:sp>
      <p:pic>
        <p:nvPicPr>
          <p:cNvPr id="7182" name="Picture 14" descr="f68e4880[1]"/>
          <p:cNvPicPr>
            <a:picLocks noChangeAspect="1" noChangeArrowheads="1"/>
          </p:cNvPicPr>
          <p:nvPr/>
        </p:nvPicPr>
        <p:blipFill>
          <a:blip r:embed="rId2"/>
          <a:srcRect/>
          <a:stretch>
            <a:fillRect/>
          </a:stretch>
        </p:blipFill>
        <p:spPr bwMode="auto">
          <a:xfrm>
            <a:off x="6091238" y="152400"/>
            <a:ext cx="3128962" cy="3657600"/>
          </a:xfrm>
          <a:prstGeom prst="rect">
            <a:avLst/>
          </a:prstGeom>
          <a:noFill/>
          <a:ln w="9525">
            <a:noFill/>
            <a:miter lim="800000"/>
            <a:headEnd/>
            <a:tailEnd/>
          </a:ln>
        </p:spPr>
      </p:pic>
      <p:pic>
        <p:nvPicPr>
          <p:cNvPr id="7183" name="Picture 15" descr="CROIX-RE"/>
          <p:cNvPicPr>
            <a:picLocks noChangeAspect="1" noChangeArrowheads="1" noCrop="1"/>
          </p:cNvPicPr>
          <p:nvPr/>
        </p:nvPicPr>
        <p:blipFill>
          <a:blip r:embed="rId3"/>
          <a:srcRect/>
          <a:stretch>
            <a:fillRect/>
          </a:stretch>
        </p:blipFill>
        <p:spPr bwMode="auto">
          <a:xfrm>
            <a:off x="4495800" y="457200"/>
            <a:ext cx="779463" cy="1143000"/>
          </a:xfrm>
          <a:prstGeom prst="rect">
            <a:avLst/>
          </a:prstGeom>
          <a:noFill/>
          <a:ln w="9525">
            <a:noFill/>
            <a:miter lim="800000"/>
            <a:headEnd/>
            <a:tailEnd/>
          </a:ln>
        </p:spPr>
      </p:pic>
      <p:pic>
        <p:nvPicPr>
          <p:cNvPr id="7184" name="Picture 16" descr="goldcross"/>
          <p:cNvPicPr>
            <a:picLocks noChangeAspect="1" noChangeArrowheads="1" noCrop="1"/>
          </p:cNvPicPr>
          <p:nvPr/>
        </p:nvPicPr>
        <p:blipFill>
          <a:blip r:embed="rId4"/>
          <a:srcRect/>
          <a:stretch>
            <a:fillRect/>
          </a:stretch>
        </p:blipFill>
        <p:spPr bwMode="auto">
          <a:xfrm>
            <a:off x="4267200" y="4876800"/>
            <a:ext cx="1062038" cy="1447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p:cTn id="7" dur="500" fill="hold"/>
                                        <p:tgtEl>
                                          <p:spTgt spid="56322"/>
                                        </p:tgtEl>
                                        <p:attrNameLst>
                                          <p:attrName>ppt_w</p:attrName>
                                        </p:attrNameLst>
                                      </p:cBhvr>
                                      <p:tavLst>
                                        <p:tav tm="0">
                                          <p:val>
                                            <p:fltVal val="0"/>
                                          </p:val>
                                        </p:tav>
                                        <p:tav tm="100000">
                                          <p:val>
                                            <p:strVal val="#ppt_w"/>
                                          </p:val>
                                        </p:tav>
                                      </p:tavLst>
                                    </p:anim>
                                    <p:anim calcmode="lin" valueType="num">
                                      <p:cBhvr>
                                        <p:cTn id="8" dur="500" fill="hold"/>
                                        <p:tgtEl>
                                          <p:spTgt spid="56322"/>
                                        </p:tgtEl>
                                        <p:attrNameLst>
                                          <p:attrName>ppt_h</p:attrName>
                                        </p:attrNameLst>
                                      </p:cBhvr>
                                      <p:tavLst>
                                        <p:tav tm="0">
                                          <p:val>
                                            <p:fltVal val="0"/>
                                          </p:val>
                                        </p:tav>
                                        <p:tav tm="100000">
                                          <p:val>
                                            <p:strVal val="#ppt_h"/>
                                          </p:val>
                                        </p:tav>
                                      </p:tavLst>
                                    </p:anim>
                                    <p:animEffect transition="in" filter="fade">
                                      <p:cBhvr>
                                        <p:cTn id="9" dur="500"/>
                                        <p:tgtEl>
                                          <p:spTgt spid="5632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6323">
                                            <p:txEl>
                                              <p:pRg st="1" end="1"/>
                                            </p:txEl>
                                          </p:spTgt>
                                        </p:tgtEl>
                                        <p:attrNameLst>
                                          <p:attrName>style.visibility</p:attrName>
                                        </p:attrNameLst>
                                      </p:cBhvr>
                                      <p:to>
                                        <p:strVal val="visible"/>
                                      </p:to>
                                    </p:set>
                                    <p:animEffect transition="in" filter="fade">
                                      <p:cBhvr>
                                        <p:cTn id="14" dur="1000">
                                          <p:stCondLst>
                                            <p:cond delay="0"/>
                                          </p:stCondLst>
                                        </p:cTn>
                                        <p:tgtEl>
                                          <p:spTgt spid="5632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animEffect transition="in" filter="fade">
                                      <p:cBhvr>
                                        <p:cTn id="19" dur="1000">
                                          <p:stCondLst>
                                            <p:cond delay="0"/>
                                          </p:stCondLst>
                                        </p:cTn>
                                        <p:tgtEl>
                                          <p:spTgt spid="5632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6323">
                                            <p:txEl>
                                              <p:pRg st="8" end="8"/>
                                            </p:txEl>
                                          </p:spTgt>
                                        </p:tgtEl>
                                        <p:attrNameLst>
                                          <p:attrName>style.visibility</p:attrName>
                                        </p:attrNameLst>
                                      </p:cBhvr>
                                      <p:to>
                                        <p:strVal val="visible"/>
                                      </p:to>
                                    </p:set>
                                    <p:animEffect transition="in" filter="fade">
                                      <p:cBhvr>
                                        <p:cTn id="24" dur="1000">
                                          <p:stCondLst>
                                            <p:cond delay="0"/>
                                          </p:stCondLst>
                                        </p:cTn>
                                        <p:tgtEl>
                                          <p:spTgt spid="5632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6323">
                                            <p:txEl>
                                              <p:pRg st="12" end="12"/>
                                            </p:txEl>
                                          </p:spTgt>
                                        </p:tgtEl>
                                        <p:attrNameLst>
                                          <p:attrName>style.visibility</p:attrName>
                                        </p:attrNameLst>
                                      </p:cBhvr>
                                      <p:to>
                                        <p:strVal val="visible"/>
                                      </p:to>
                                    </p:set>
                                    <p:animEffect transition="in" filter="fade">
                                      <p:cBhvr>
                                        <p:cTn id="29" dur="1000">
                                          <p:stCondLst>
                                            <p:cond delay="0"/>
                                          </p:stCondLst>
                                        </p:cTn>
                                        <p:tgtEl>
                                          <p:spTgt spid="563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P spid="563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idx="1"/>
          </p:nvPr>
        </p:nvSpPr>
        <p:spPr/>
        <p:txBody>
          <a:bodyPr/>
          <a:lstStyle/>
          <a:p>
            <a:pPr algn="ctr" eaLnBrk="1" hangingPunct="1">
              <a:buFont typeface="Wingdings" pitchFamily="2" charset="2"/>
              <a:buNone/>
            </a:pPr>
            <a:r>
              <a:rPr lang="en-US"/>
              <a:t>  Thượng đế</a:t>
            </a:r>
          </a:p>
          <a:p>
            <a:pPr eaLnBrk="1" hangingPunct="1">
              <a:buFont typeface="Wingdings" pitchFamily="2" charset="2"/>
              <a:buNone/>
            </a:pPr>
            <a:endParaRPr lang="en-US"/>
          </a:p>
          <a:p>
            <a:pPr eaLnBrk="1" hangingPunct="1">
              <a:buFont typeface="Wingdings" pitchFamily="2" charset="2"/>
              <a:buNone/>
            </a:pPr>
            <a:endParaRPr lang="en-US"/>
          </a:p>
          <a:p>
            <a:pPr algn="ctr" eaLnBrk="1" hangingPunct="1">
              <a:buFont typeface="Wingdings" pitchFamily="2" charset="2"/>
              <a:buNone/>
            </a:pPr>
            <a:r>
              <a:rPr lang="en-US"/>
              <a:t>  </a:t>
            </a:r>
          </a:p>
          <a:p>
            <a:pPr algn="ctr" eaLnBrk="1" hangingPunct="1">
              <a:buFont typeface="Wingdings" pitchFamily="2" charset="2"/>
              <a:buNone/>
            </a:pPr>
            <a:r>
              <a:rPr lang="en-US"/>
              <a:t>  Vua</a:t>
            </a:r>
          </a:p>
        </p:txBody>
      </p:sp>
      <p:sp>
        <p:nvSpPr>
          <p:cNvPr id="8194" name="Rectangle 2"/>
          <p:cNvSpPr>
            <a:spLocks noGrp="1" noChangeArrowheads="1"/>
          </p:cNvSpPr>
          <p:nvPr>
            <p:ph type="title"/>
          </p:nvPr>
        </p:nvSpPr>
        <p:spPr/>
        <p:txBody>
          <a:bodyPr/>
          <a:lstStyle/>
          <a:p>
            <a:pPr eaLnBrk="1" hangingPunct="1"/>
            <a:r>
              <a:rPr lang="en-US" sz="3200">
                <a:solidFill>
                  <a:schemeClr val="accent2"/>
                </a:solidFill>
              </a:rPr>
              <a:t>Phái quân chủ</a:t>
            </a:r>
          </a:p>
        </p:txBody>
      </p:sp>
      <p:sp>
        <p:nvSpPr>
          <p:cNvPr id="8196" name="Line 4"/>
          <p:cNvSpPr>
            <a:spLocks noChangeShapeType="1"/>
          </p:cNvSpPr>
          <p:nvPr/>
        </p:nvSpPr>
        <p:spPr bwMode="auto">
          <a:xfrm>
            <a:off x="4648200" y="2057400"/>
            <a:ext cx="0" cy="1371600"/>
          </a:xfrm>
          <a:prstGeom prst="line">
            <a:avLst/>
          </a:prstGeom>
          <a:noFill/>
          <a:ln w="38100">
            <a:solidFill>
              <a:srgbClr val="0000CC"/>
            </a:solidFill>
            <a:round/>
            <a:headEnd/>
            <a:tailEnd type="triangle" w="med" len="med"/>
          </a:ln>
        </p:spPr>
        <p:txBody>
          <a:bodyPr/>
          <a:lstStyle/>
          <a:p>
            <a:endParaRPr lang="en-US"/>
          </a:p>
        </p:txBody>
      </p:sp>
      <p:sp>
        <p:nvSpPr>
          <p:cNvPr id="8197" name="Rectangle 5"/>
          <p:cNvSpPr>
            <a:spLocks noChangeArrowheads="1"/>
          </p:cNvSpPr>
          <p:nvPr/>
        </p:nvSpPr>
        <p:spPr bwMode="auto">
          <a:xfrm>
            <a:off x="457200" y="0"/>
            <a:ext cx="6629400" cy="530225"/>
          </a:xfrm>
          <a:prstGeom prst="rect">
            <a:avLst/>
          </a:prstGeom>
          <a:noFill/>
          <a:ln w="9525">
            <a:noFill/>
            <a:miter lim="800000"/>
            <a:headEnd/>
            <a:tailEnd/>
          </a:ln>
        </p:spPr>
        <p:txBody>
          <a:bodyPr>
            <a:spAutoFit/>
          </a:bodyPr>
          <a:lstStyle/>
          <a:p>
            <a:pPr eaLnBrk="1" hangingPunct="1">
              <a:lnSpc>
                <a:spcPct val="90000"/>
              </a:lnSpc>
              <a:spcBef>
                <a:spcPct val="20000"/>
              </a:spcBef>
              <a:buClr>
                <a:schemeClr val="accent2"/>
              </a:buClr>
              <a:buFont typeface="Wingdings" pitchFamily="2" charset="2"/>
              <a:buNone/>
            </a:pPr>
            <a:r>
              <a:rPr lang="en-US" sz="3200" b="1" i="1"/>
              <a:t>1.1.1.1. Thuyết thần học</a:t>
            </a:r>
          </a:p>
        </p:txBody>
      </p:sp>
      <p:pic>
        <p:nvPicPr>
          <p:cNvPr id="8198" name="Picture 6" descr="tkwizard02"/>
          <p:cNvPicPr>
            <a:picLocks noChangeAspect="1" noChangeArrowheads="1" noCrop="1"/>
          </p:cNvPicPr>
          <p:nvPr/>
        </p:nvPicPr>
        <p:blipFill>
          <a:blip r:embed="rId2"/>
          <a:srcRect/>
          <a:stretch>
            <a:fillRect/>
          </a:stretch>
        </p:blipFill>
        <p:spPr bwMode="auto">
          <a:xfrm>
            <a:off x="2362200" y="3829050"/>
            <a:ext cx="985838" cy="2038350"/>
          </a:xfrm>
          <a:prstGeom prst="rect">
            <a:avLst/>
          </a:prstGeom>
          <a:noFill/>
          <a:ln w="9525">
            <a:noFill/>
            <a:miter lim="800000"/>
            <a:headEnd/>
            <a:tailEnd/>
          </a:ln>
        </p:spPr>
      </p:pic>
      <p:pic>
        <p:nvPicPr>
          <p:cNvPr id="8199" name="Picture 7" descr="tkingcaster2"/>
          <p:cNvPicPr>
            <a:picLocks noChangeAspect="1" noChangeArrowheads="1" noCrop="1"/>
          </p:cNvPicPr>
          <p:nvPr/>
        </p:nvPicPr>
        <p:blipFill>
          <a:blip r:embed="rId3"/>
          <a:srcRect/>
          <a:stretch>
            <a:fillRect/>
          </a:stretch>
        </p:blipFill>
        <p:spPr bwMode="auto">
          <a:xfrm>
            <a:off x="6019800" y="3733800"/>
            <a:ext cx="1066800" cy="2133600"/>
          </a:xfrm>
          <a:prstGeom prst="rect">
            <a:avLst/>
          </a:prstGeom>
          <a:noFill/>
          <a:ln w="9525">
            <a:noFill/>
            <a:miter lim="800000"/>
            <a:headEnd/>
            <a:tailEnd/>
          </a:ln>
        </p:spPr>
      </p:pic>
      <p:pic>
        <p:nvPicPr>
          <p:cNvPr id="8200" name="Picture 8" descr="IMAGE"/>
          <p:cNvPicPr>
            <a:picLocks noChangeAspect="1" noChangeArrowheads="1" noCrop="1"/>
          </p:cNvPicPr>
          <p:nvPr/>
        </p:nvPicPr>
        <p:blipFill>
          <a:blip r:embed="rId4"/>
          <a:srcRect/>
          <a:stretch>
            <a:fillRect/>
          </a:stretch>
        </p:blipFill>
        <p:spPr bwMode="auto">
          <a:xfrm>
            <a:off x="6248400" y="1676400"/>
            <a:ext cx="1752600" cy="1460500"/>
          </a:xfrm>
          <a:prstGeom prst="rect">
            <a:avLst/>
          </a:prstGeom>
          <a:noFill/>
          <a:ln w="9525">
            <a:noFill/>
            <a:miter lim="800000"/>
            <a:headEnd/>
            <a:tailEnd/>
          </a:ln>
        </p:spPr>
      </p:pic>
      <p:pic>
        <p:nvPicPr>
          <p:cNvPr id="8201" name="Picture 9" descr="lgcross3[1]"/>
          <p:cNvPicPr>
            <a:picLocks noChangeAspect="1" noChangeArrowheads="1" noCrop="1"/>
          </p:cNvPicPr>
          <p:nvPr/>
        </p:nvPicPr>
        <p:blipFill>
          <a:blip r:embed="rId5"/>
          <a:srcRect/>
          <a:stretch>
            <a:fillRect/>
          </a:stretch>
        </p:blipFill>
        <p:spPr bwMode="auto">
          <a:xfrm>
            <a:off x="7696200" y="157163"/>
            <a:ext cx="1209675" cy="1304925"/>
          </a:xfrm>
          <a:prstGeom prst="rect">
            <a:avLst/>
          </a:prstGeom>
          <a:noFill/>
          <a:ln w="9525">
            <a:noFill/>
            <a:miter lim="800000"/>
            <a:headEnd/>
            <a:tailEnd/>
          </a:ln>
        </p:spPr>
      </p:pic>
      <p:pic>
        <p:nvPicPr>
          <p:cNvPr id="8202" name="Picture 11" descr="ANGEL1"/>
          <p:cNvPicPr>
            <a:picLocks noChangeAspect="1" noChangeArrowheads="1" noCrop="1"/>
          </p:cNvPicPr>
          <p:nvPr/>
        </p:nvPicPr>
        <p:blipFill>
          <a:blip r:embed="rId6"/>
          <a:srcRect/>
          <a:stretch>
            <a:fillRect/>
          </a:stretch>
        </p:blipFill>
        <p:spPr bwMode="auto">
          <a:xfrm>
            <a:off x="1600200" y="1676400"/>
            <a:ext cx="1828800" cy="15240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3"/>
          <p:cNvSpPr>
            <a:spLocks noGrp="1" noChangeArrowheads="1"/>
          </p:cNvSpPr>
          <p:nvPr>
            <p:ph idx="1"/>
          </p:nvPr>
        </p:nvSpPr>
        <p:spPr>
          <a:xfrm>
            <a:off x="838200" y="1576388"/>
            <a:ext cx="7391400" cy="4724400"/>
          </a:xfrm>
        </p:spPr>
        <p:txBody>
          <a:bodyPr>
            <a:normAutofit/>
          </a:bodyPr>
          <a:lstStyle/>
          <a:p>
            <a:pPr eaLnBrk="1" hangingPunct="1">
              <a:lnSpc>
                <a:spcPct val="90000"/>
              </a:lnSpc>
              <a:buFont typeface="Wingdings" pitchFamily="2" charset="2"/>
              <a:buNone/>
            </a:pPr>
            <a:r>
              <a:rPr lang="en-US" sz="2600"/>
              <a:t> </a:t>
            </a:r>
            <a:r>
              <a:rPr lang="en-US"/>
              <a:t>Gia đình                            Gia trưởng</a:t>
            </a:r>
          </a:p>
          <a:p>
            <a:pPr eaLnBrk="1" hangingPunct="1">
              <a:lnSpc>
                <a:spcPct val="90000"/>
              </a:lnSpc>
              <a:buFont typeface="Wingdings" pitchFamily="2" charset="2"/>
              <a:buNone/>
            </a:pPr>
            <a:endParaRPr lang="en-US" sz="2600"/>
          </a:p>
          <a:p>
            <a:pPr eaLnBrk="1" hangingPunct="1">
              <a:lnSpc>
                <a:spcPct val="90000"/>
              </a:lnSpc>
              <a:buFont typeface="Wingdings" pitchFamily="2" charset="2"/>
              <a:buNone/>
            </a:pPr>
            <a:r>
              <a:rPr lang="en-US" sz="2600"/>
              <a:t> </a:t>
            </a:r>
          </a:p>
          <a:p>
            <a:pPr eaLnBrk="1" hangingPunct="1">
              <a:lnSpc>
                <a:spcPct val="90000"/>
              </a:lnSpc>
              <a:buFont typeface="Wingdings" pitchFamily="2" charset="2"/>
              <a:buNone/>
            </a:pPr>
            <a:r>
              <a:rPr lang="en-US" sz="2600"/>
              <a:t> </a:t>
            </a:r>
            <a:r>
              <a:rPr lang="en-US"/>
              <a:t>Gia tộc</a:t>
            </a:r>
          </a:p>
          <a:p>
            <a:pPr eaLnBrk="1" hangingPunct="1">
              <a:lnSpc>
                <a:spcPct val="90000"/>
              </a:lnSpc>
              <a:buFont typeface="Wingdings" pitchFamily="2" charset="2"/>
              <a:buNone/>
            </a:pPr>
            <a:endParaRPr lang="en-US" sz="2600"/>
          </a:p>
          <a:p>
            <a:pPr eaLnBrk="1" hangingPunct="1">
              <a:lnSpc>
                <a:spcPct val="90000"/>
              </a:lnSpc>
              <a:buFont typeface="Wingdings" pitchFamily="2" charset="2"/>
              <a:buNone/>
            </a:pPr>
            <a:r>
              <a:rPr lang="en-US" sz="2600"/>
              <a:t>  </a:t>
            </a:r>
            <a:r>
              <a:rPr lang="en-US"/>
              <a:t>Thị tộc</a:t>
            </a:r>
          </a:p>
          <a:p>
            <a:pPr eaLnBrk="1" hangingPunct="1">
              <a:lnSpc>
                <a:spcPct val="90000"/>
              </a:lnSpc>
              <a:buFont typeface="Wingdings" pitchFamily="2" charset="2"/>
              <a:buNone/>
            </a:pPr>
            <a:endParaRPr lang="en-US"/>
          </a:p>
          <a:p>
            <a:pPr eaLnBrk="1" hangingPunct="1">
              <a:lnSpc>
                <a:spcPct val="90000"/>
              </a:lnSpc>
              <a:buFont typeface="Wingdings" pitchFamily="2" charset="2"/>
              <a:buNone/>
            </a:pPr>
            <a:endParaRPr lang="en-US" sz="500"/>
          </a:p>
          <a:p>
            <a:pPr eaLnBrk="1" hangingPunct="1">
              <a:lnSpc>
                <a:spcPct val="90000"/>
              </a:lnSpc>
              <a:buFont typeface="Wingdings" pitchFamily="2" charset="2"/>
              <a:buNone/>
            </a:pPr>
            <a:r>
              <a:rPr lang="en-US"/>
              <a:t>Chủng tộc</a:t>
            </a:r>
          </a:p>
          <a:p>
            <a:pPr eaLnBrk="1" hangingPunct="1">
              <a:lnSpc>
                <a:spcPct val="90000"/>
              </a:lnSpc>
              <a:buFont typeface="Wingdings" pitchFamily="2" charset="2"/>
              <a:buNone/>
            </a:pPr>
            <a:endParaRPr lang="en-US"/>
          </a:p>
          <a:p>
            <a:pPr eaLnBrk="1" hangingPunct="1">
              <a:lnSpc>
                <a:spcPct val="90000"/>
              </a:lnSpc>
              <a:buFont typeface="Wingdings" pitchFamily="2" charset="2"/>
              <a:buNone/>
            </a:pPr>
            <a:endParaRPr lang="en-US" sz="1000"/>
          </a:p>
          <a:p>
            <a:pPr eaLnBrk="1" hangingPunct="1">
              <a:lnSpc>
                <a:spcPct val="90000"/>
              </a:lnSpc>
              <a:buFont typeface="Wingdings" pitchFamily="2" charset="2"/>
              <a:buNone/>
            </a:pPr>
            <a:r>
              <a:rPr lang="en-US"/>
              <a:t>Quốc gia                                  Nhà nước</a:t>
            </a:r>
          </a:p>
        </p:txBody>
      </p:sp>
      <p:sp>
        <p:nvSpPr>
          <p:cNvPr id="59394" name="Rectangle 2"/>
          <p:cNvSpPr>
            <a:spLocks noGrp="1" noChangeArrowheads="1"/>
          </p:cNvSpPr>
          <p:nvPr>
            <p:ph type="title"/>
          </p:nvPr>
        </p:nvSpPr>
        <p:spPr>
          <a:xfrm>
            <a:off x="381000" y="76200"/>
            <a:ext cx="8194675" cy="1216025"/>
          </a:xfrm>
        </p:spPr>
        <p:txBody>
          <a:bodyPr/>
          <a:lstStyle/>
          <a:p>
            <a:pPr eaLnBrk="1" hangingPunct="1"/>
            <a:r>
              <a:rPr lang="en-US" sz="3200" b="1" i="1">
                <a:solidFill>
                  <a:srgbClr val="FF3399"/>
                </a:solidFill>
              </a:rPr>
              <a:t>1.1.1.2. Thuyết gia trưởng</a:t>
            </a:r>
          </a:p>
        </p:txBody>
      </p:sp>
      <p:sp>
        <p:nvSpPr>
          <p:cNvPr id="9220" name="Line 4"/>
          <p:cNvSpPr>
            <a:spLocks noChangeShapeType="1"/>
          </p:cNvSpPr>
          <p:nvPr/>
        </p:nvSpPr>
        <p:spPr bwMode="auto">
          <a:xfrm>
            <a:off x="1828800" y="2119313"/>
            <a:ext cx="0" cy="609600"/>
          </a:xfrm>
          <a:prstGeom prst="line">
            <a:avLst/>
          </a:prstGeom>
          <a:noFill/>
          <a:ln w="38100">
            <a:solidFill>
              <a:srgbClr val="0000CC"/>
            </a:solidFill>
            <a:round/>
            <a:headEnd/>
            <a:tailEnd type="triangle" w="med" len="med"/>
          </a:ln>
        </p:spPr>
        <p:txBody>
          <a:bodyPr/>
          <a:lstStyle/>
          <a:p>
            <a:endParaRPr lang="en-US"/>
          </a:p>
        </p:txBody>
      </p:sp>
      <p:sp>
        <p:nvSpPr>
          <p:cNvPr id="9221" name="Line 5"/>
          <p:cNvSpPr>
            <a:spLocks noChangeShapeType="1"/>
          </p:cNvSpPr>
          <p:nvPr/>
        </p:nvSpPr>
        <p:spPr bwMode="auto">
          <a:xfrm>
            <a:off x="1828800" y="3071813"/>
            <a:ext cx="0" cy="609600"/>
          </a:xfrm>
          <a:prstGeom prst="line">
            <a:avLst/>
          </a:prstGeom>
          <a:noFill/>
          <a:ln w="38100">
            <a:solidFill>
              <a:srgbClr val="0000CC"/>
            </a:solidFill>
            <a:round/>
            <a:headEnd/>
            <a:tailEnd type="triangle" w="med" len="med"/>
          </a:ln>
        </p:spPr>
        <p:txBody>
          <a:bodyPr/>
          <a:lstStyle/>
          <a:p>
            <a:endParaRPr lang="en-US"/>
          </a:p>
        </p:txBody>
      </p:sp>
      <p:sp>
        <p:nvSpPr>
          <p:cNvPr id="9222" name="Line 6"/>
          <p:cNvSpPr>
            <a:spLocks noChangeShapeType="1"/>
          </p:cNvSpPr>
          <p:nvPr/>
        </p:nvSpPr>
        <p:spPr bwMode="auto">
          <a:xfrm>
            <a:off x="1828800" y="4048125"/>
            <a:ext cx="0" cy="685800"/>
          </a:xfrm>
          <a:prstGeom prst="line">
            <a:avLst/>
          </a:prstGeom>
          <a:noFill/>
          <a:ln w="38100">
            <a:solidFill>
              <a:srgbClr val="0000CC"/>
            </a:solidFill>
            <a:round/>
            <a:headEnd/>
            <a:tailEnd type="triangle" w="med" len="med"/>
          </a:ln>
        </p:spPr>
        <p:txBody>
          <a:bodyPr/>
          <a:lstStyle/>
          <a:p>
            <a:endParaRPr lang="en-US"/>
          </a:p>
        </p:txBody>
      </p:sp>
      <p:sp>
        <p:nvSpPr>
          <p:cNvPr id="9223" name="Line 7"/>
          <p:cNvSpPr>
            <a:spLocks noChangeShapeType="1"/>
          </p:cNvSpPr>
          <p:nvPr/>
        </p:nvSpPr>
        <p:spPr bwMode="auto">
          <a:xfrm>
            <a:off x="1828800" y="5181600"/>
            <a:ext cx="0" cy="609600"/>
          </a:xfrm>
          <a:prstGeom prst="line">
            <a:avLst/>
          </a:prstGeom>
          <a:noFill/>
          <a:ln w="38100">
            <a:solidFill>
              <a:srgbClr val="0000CC"/>
            </a:solidFill>
            <a:round/>
            <a:headEnd/>
            <a:tailEnd type="triangle" w="med" len="med"/>
          </a:ln>
        </p:spPr>
        <p:txBody>
          <a:bodyPr/>
          <a:lstStyle/>
          <a:p>
            <a:endParaRPr lang="en-US"/>
          </a:p>
        </p:txBody>
      </p:sp>
      <p:sp>
        <p:nvSpPr>
          <p:cNvPr id="9224" name="Line 8"/>
          <p:cNvSpPr>
            <a:spLocks noChangeShapeType="1"/>
          </p:cNvSpPr>
          <p:nvPr/>
        </p:nvSpPr>
        <p:spPr bwMode="auto">
          <a:xfrm>
            <a:off x="6934200" y="2152650"/>
            <a:ext cx="0" cy="3657600"/>
          </a:xfrm>
          <a:prstGeom prst="line">
            <a:avLst/>
          </a:prstGeom>
          <a:noFill/>
          <a:ln w="38100">
            <a:solidFill>
              <a:srgbClr val="0000CC"/>
            </a:solidFill>
            <a:round/>
            <a:headEnd/>
            <a:tailEnd type="triangle" w="med" len="med"/>
          </a:ln>
        </p:spPr>
        <p:txBody>
          <a:bodyPr/>
          <a:lstStyle/>
          <a:p>
            <a:endParaRPr lang="en-US"/>
          </a:p>
        </p:txBody>
      </p:sp>
      <p:sp>
        <p:nvSpPr>
          <p:cNvPr id="9225" name="Line 10"/>
          <p:cNvSpPr>
            <a:spLocks noChangeShapeType="1"/>
          </p:cNvSpPr>
          <p:nvPr/>
        </p:nvSpPr>
        <p:spPr bwMode="auto">
          <a:xfrm>
            <a:off x="2671763" y="6024563"/>
            <a:ext cx="3276600" cy="0"/>
          </a:xfrm>
          <a:prstGeom prst="line">
            <a:avLst/>
          </a:prstGeom>
          <a:noFill/>
          <a:ln w="38100">
            <a:solidFill>
              <a:srgbClr val="0000CC"/>
            </a:solidFill>
            <a:round/>
            <a:headEnd/>
            <a:tailEnd type="triangle" w="med" len="med"/>
          </a:ln>
        </p:spPr>
        <p:txBody>
          <a:bodyPr/>
          <a:lstStyle/>
          <a:p>
            <a:endParaRPr lang="en-US"/>
          </a:p>
        </p:txBody>
      </p:sp>
      <p:sp>
        <p:nvSpPr>
          <p:cNvPr id="9226" name="Line 11"/>
          <p:cNvSpPr>
            <a:spLocks noChangeShapeType="1"/>
          </p:cNvSpPr>
          <p:nvPr/>
        </p:nvSpPr>
        <p:spPr bwMode="auto">
          <a:xfrm>
            <a:off x="2786063" y="1828800"/>
            <a:ext cx="2590800" cy="0"/>
          </a:xfrm>
          <a:prstGeom prst="line">
            <a:avLst/>
          </a:prstGeom>
          <a:noFill/>
          <a:ln w="38100">
            <a:solidFill>
              <a:srgbClr val="0000CC"/>
            </a:solidFill>
            <a:round/>
            <a:headEnd/>
            <a:tailEnd type="triangle" w="med" len="med"/>
          </a:ln>
        </p:spPr>
        <p:txBody>
          <a:bodyPr/>
          <a:lstStyle/>
          <a:p>
            <a:endParaRPr lang="en-US"/>
          </a:p>
        </p:txBody>
      </p:sp>
      <p:pic>
        <p:nvPicPr>
          <p:cNvPr id="9227" name="Picture 12" descr="CLOSED_1_2"/>
          <p:cNvPicPr>
            <a:picLocks noChangeAspect="1" noChangeArrowheads="1" noCrop="1"/>
          </p:cNvPicPr>
          <p:nvPr/>
        </p:nvPicPr>
        <p:blipFill>
          <a:blip r:embed="rId2"/>
          <a:srcRect/>
          <a:stretch>
            <a:fillRect/>
          </a:stretch>
        </p:blipFill>
        <p:spPr bwMode="auto">
          <a:xfrm>
            <a:off x="7086600" y="2085975"/>
            <a:ext cx="2057400" cy="1724025"/>
          </a:xfrm>
          <a:prstGeom prst="rect">
            <a:avLst/>
          </a:prstGeom>
          <a:noFill/>
          <a:ln w="9525">
            <a:noFill/>
            <a:miter lim="800000"/>
            <a:headEnd/>
            <a:tailEnd/>
          </a:ln>
        </p:spPr>
      </p:pic>
      <p:pic>
        <p:nvPicPr>
          <p:cNvPr id="9228" name="Picture 53" descr="untitled"/>
          <p:cNvPicPr>
            <a:picLocks noChangeAspect="1" noChangeArrowheads="1"/>
          </p:cNvPicPr>
          <p:nvPr/>
        </p:nvPicPr>
        <p:blipFill>
          <a:blip r:embed="rId3"/>
          <a:srcRect l="7954" r="12500" b="8246"/>
          <a:stretch>
            <a:fillRect/>
          </a:stretch>
        </p:blipFill>
        <p:spPr bwMode="auto">
          <a:xfrm>
            <a:off x="4038600" y="3429000"/>
            <a:ext cx="2667000" cy="20923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p:cTn id="7" dur="500" fill="hold"/>
                                        <p:tgtEl>
                                          <p:spTgt spid="59394"/>
                                        </p:tgtEl>
                                        <p:attrNameLst>
                                          <p:attrName>ppt_w</p:attrName>
                                        </p:attrNameLst>
                                      </p:cBhvr>
                                      <p:tavLst>
                                        <p:tav tm="0">
                                          <p:val>
                                            <p:fltVal val="0"/>
                                          </p:val>
                                        </p:tav>
                                        <p:tav tm="100000">
                                          <p:val>
                                            <p:strVal val="#ppt_w"/>
                                          </p:val>
                                        </p:tav>
                                      </p:tavLst>
                                    </p:anim>
                                    <p:anim calcmode="lin" valueType="num">
                                      <p:cBhvr>
                                        <p:cTn id="8" dur="500" fill="hold"/>
                                        <p:tgtEl>
                                          <p:spTgt spid="59394"/>
                                        </p:tgtEl>
                                        <p:attrNameLst>
                                          <p:attrName>ppt_h</p:attrName>
                                        </p:attrNameLst>
                                      </p:cBhvr>
                                      <p:tavLst>
                                        <p:tav tm="0">
                                          <p:val>
                                            <p:fltVal val="0"/>
                                          </p:val>
                                        </p:tav>
                                        <p:tav tm="100000">
                                          <p:val>
                                            <p:strVal val="#ppt_h"/>
                                          </p:val>
                                        </p:tav>
                                      </p:tavLst>
                                    </p:anim>
                                    <p:animEffect transition="in" filter="fade">
                                      <p:cBhvr>
                                        <p:cTn id="9" dur="500"/>
                                        <p:tgtEl>
                                          <p:spTgt spid="59394"/>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9395">
                                            <p:txEl>
                                              <p:pRg st="0" end="0"/>
                                            </p:txEl>
                                          </p:spTgt>
                                        </p:tgtEl>
                                        <p:attrNameLst>
                                          <p:attrName>style.visibility</p:attrName>
                                        </p:attrNameLst>
                                      </p:cBhvr>
                                      <p:to>
                                        <p:strVal val="visible"/>
                                      </p:to>
                                    </p:set>
                                    <p:animEffect transition="in" filter="fade">
                                      <p:cBhvr>
                                        <p:cTn id="14" dur="1000">
                                          <p:stCondLst>
                                            <p:cond delay="0"/>
                                          </p:stCondLst>
                                        </p:cTn>
                                        <p:tgtEl>
                                          <p:spTgt spid="5939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9395">
                                            <p:txEl>
                                              <p:pRg st="2" end="2"/>
                                            </p:txEl>
                                          </p:spTgt>
                                        </p:tgtEl>
                                        <p:attrNameLst>
                                          <p:attrName>style.visibility</p:attrName>
                                        </p:attrNameLst>
                                      </p:cBhvr>
                                      <p:to>
                                        <p:strVal val="visible"/>
                                      </p:to>
                                    </p:set>
                                    <p:animEffect transition="in" filter="fade">
                                      <p:cBhvr>
                                        <p:cTn id="19" dur="1000">
                                          <p:stCondLst>
                                            <p:cond delay="0"/>
                                          </p:stCondLst>
                                        </p:cTn>
                                        <p:tgtEl>
                                          <p:spTgt spid="5939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9395">
                                            <p:txEl>
                                              <p:pRg st="3" end="3"/>
                                            </p:txEl>
                                          </p:spTgt>
                                        </p:tgtEl>
                                        <p:attrNameLst>
                                          <p:attrName>style.visibility</p:attrName>
                                        </p:attrNameLst>
                                      </p:cBhvr>
                                      <p:to>
                                        <p:strVal val="visible"/>
                                      </p:to>
                                    </p:set>
                                    <p:animEffect transition="in" filter="fade">
                                      <p:cBhvr>
                                        <p:cTn id="24" dur="1000">
                                          <p:stCondLst>
                                            <p:cond delay="0"/>
                                          </p:stCondLst>
                                        </p:cTn>
                                        <p:tgtEl>
                                          <p:spTgt spid="5939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9395">
                                            <p:txEl>
                                              <p:pRg st="5" end="5"/>
                                            </p:txEl>
                                          </p:spTgt>
                                        </p:tgtEl>
                                        <p:attrNameLst>
                                          <p:attrName>style.visibility</p:attrName>
                                        </p:attrNameLst>
                                      </p:cBhvr>
                                      <p:to>
                                        <p:strVal val="visible"/>
                                      </p:to>
                                    </p:set>
                                    <p:animEffect transition="in" filter="fade">
                                      <p:cBhvr>
                                        <p:cTn id="29" dur="1000">
                                          <p:stCondLst>
                                            <p:cond delay="0"/>
                                          </p:stCondLst>
                                        </p:cTn>
                                        <p:tgtEl>
                                          <p:spTgt spid="5939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9395">
                                            <p:txEl>
                                              <p:pRg st="8" end="8"/>
                                            </p:txEl>
                                          </p:spTgt>
                                        </p:tgtEl>
                                        <p:attrNameLst>
                                          <p:attrName>style.visibility</p:attrName>
                                        </p:attrNameLst>
                                      </p:cBhvr>
                                      <p:to>
                                        <p:strVal val="visible"/>
                                      </p:to>
                                    </p:set>
                                    <p:animEffect transition="in" filter="fade">
                                      <p:cBhvr>
                                        <p:cTn id="34" dur="1000">
                                          <p:stCondLst>
                                            <p:cond delay="0"/>
                                          </p:stCondLst>
                                        </p:cTn>
                                        <p:tgtEl>
                                          <p:spTgt spid="59395">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9395">
                                            <p:txEl>
                                              <p:pRg st="11" end="11"/>
                                            </p:txEl>
                                          </p:spTgt>
                                        </p:tgtEl>
                                        <p:attrNameLst>
                                          <p:attrName>style.visibility</p:attrName>
                                        </p:attrNameLst>
                                      </p:cBhvr>
                                      <p:to>
                                        <p:strVal val="visible"/>
                                      </p:to>
                                    </p:set>
                                    <p:animEffect transition="in" filter="fade">
                                      <p:cBhvr>
                                        <p:cTn id="39" dur="1000">
                                          <p:stCondLst>
                                            <p:cond delay="0"/>
                                          </p:stCondLst>
                                        </p:cTn>
                                        <p:tgtEl>
                                          <p:spTgt spid="5939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P spid="59394"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457200" y="1905000"/>
            <a:ext cx="8388350" cy="4191000"/>
          </a:xfrm>
        </p:spPr>
        <p:txBody>
          <a:bodyPr/>
          <a:lstStyle/>
          <a:p>
            <a:pPr algn="ctr" eaLnBrk="1" hangingPunct="1">
              <a:buFont typeface="Wingdings" pitchFamily="2" charset="2"/>
              <a:buNone/>
            </a:pPr>
            <a:r>
              <a:rPr lang="en-US"/>
              <a:t>Khế ước (Hợp đồng)</a:t>
            </a:r>
          </a:p>
          <a:p>
            <a:pPr eaLnBrk="1" hangingPunct="1">
              <a:buFont typeface="Wingdings" pitchFamily="2" charset="2"/>
              <a:buNone/>
            </a:pPr>
            <a:endParaRPr lang="en-US"/>
          </a:p>
          <a:p>
            <a:pPr eaLnBrk="1" hangingPunct="1">
              <a:buFont typeface="Wingdings" pitchFamily="2" charset="2"/>
              <a:buNone/>
            </a:pPr>
            <a:endParaRPr lang="en-US"/>
          </a:p>
          <a:p>
            <a:pPr eaLnBrk="1" hangingPunct="1">
              <a:buFont typeface="Wingdings" pitchFamily="2" charset="2"/>
              <a:buNone/>
            </a:pPr>
            <a:endParaRPr lang="en-US"/>
          </a:p>
          <a:p>
            <a:pPr algn="ctr" eaLnBrk="1" hangingPunct="1">
              <a:buFont typeface="Wingdings" pitchFamily="2" charset="2"/>
              <a:buNone/>
            </a:pPr>
            <a:endParaRPr lang="en-US" sz="1800"/>
          </a:p>
          <a:p>
            <a:pPr algn="ctr" eaLnBrk="1" hangingPunct="1">
              <a:buFont typeface="Wingdings" pitchFamily="2" charset="2"/>
              <a:buNone/>
            </a:pPr>
            <a:endParaRPr lang="en-US" sz="1800"/>
          </a:p>
          <a:p>
            <a:pPr algn="ctr" eaLnBrk="1" hangingPunct="1">
              <a:buFont typeface="Wingdings" pitchFamily="2" charset="2"/>
              <a:buNone/>
            </a:pPr>
            <a:r>
              <a:rPr lang="en-US"/>
              <a:t>Nhà nước</a:t>
            </a:r>
          </a:p>
        </p:txBody>
      </p:sp>
      <p:sp>
        <p:nvSpPr>
          <p:cNvPr id="60418" name="Rectangle 2"/>
          <p:cNvSpPr>
            <a:spLocks noGrp="1" noChangeArrowheads="1"/>
          </p:cNvSpPr>
          <p:nvPr>
            <p:ph type="title"/>
          </p:nvPr>
        </p:nvSpPr>
        <p:spPr>
          <a:xfrm>
            <a:off x="457200" y="0"/>
            <a:ext cx="8001000" cy="1216025"/>
          </a:xfrm>
        </p:spPr>
        <p:txBody>
          <a:bodyPr/>
          <a:lstStyle/>
          <a:p>
            <a:pPr eaLnBrk="1" hangingPunct="1"/>
            <a:r>
              <a:rPr lang="en-US" sz="3200" b="1" i="1">
                <a:solidFill>
                  <a:schemeClr val="accent2"/>
                </a:solidFill>
              </a:rPr>
              <a:t>1.1.1.3. Thuyết khế ước</a:t>
            </a:r>
          </a:p>
        </p:txBody>
      </p:sp>
      <p:sp>
        <p:nvSpPr>
          <p:cNvPr id="10244" name="Line 4"/>
          <p:cNvSpPr>
            <a:spLocks noChangeShapeType="1"/>
          </p:cNvSpPr>
          <p:nvPr/>
        </p:nvSpPr>
        <p:spPr bwMode="auto">
          <a:xfrm>
            <a:off x="4724400" y="2438400"/>
            <a:ext cx="0" cy="1905000"/>
          </a:xfrm>
          <a:prstGeom prst="line">
            <a:avLst/>
          </a:prstGeom>
          <a:noFill/>
          <a:ln w="9525">
            <a:solidFill>
              <a:schemeClr val="tx1"/>
            </a:solidFill>
            <a:round/>
            <a:headEnd/>
            <a:tailEnd type="triangle" w="med" len="med"/>
          </a:ln>
        </p:spPr>
        <p:txBody>
          <a:bodyPr/>
          <a:lstStyle/>
          <a:p>
            <a:endParaRPr lang="en-US"/>
          </a:p>
        </p:txBody>
      </p:sp>
      <p:pic>
        <p:nvPicPr>
          <p:cNvPr id="10245" name="Picture 5" descr="TY_251~2"/>
          <p:cNvPicPr>
            <a:picLocks noChangeAspect="1" noChangeArrowheads="1" noCrop="1"/>
          </p:cNvPicPr>
          <p:nvPr/>
        </p:nvPicPr>
        <p:blipFill>
          <a:blip r:embed="rId2"/>
          <a:srcRect/>
          <a:stretch>
            <a:fillRect/>
          </a:stretch>
        </p:blipFill>
        <p:spPr bwMode="auto">
          <a:xfrm>
            <a:off x="0" y="2057400"/>
            <a:ext cx="2703513" cy="2747963"/>
          </a:xfrm>
          <a:prstGeom prst="rect">
            <a:avLst/>
          </a:prstGeom>
          <a:noFill/>
          <a:ln w="9525">
            <a:noFill/>
            <a:miter lim="800000"/>
            <a:headEnd/>
            <a:tailEnd/>
          </a:ln>
        </p:spPr>
      </p:pic>
      <p:pic>
        <p:nvPicPr>
          <p:cNvPr id="10246" name="Picture 49" descr="dieu tra"/>
          <p:cNvPicPr>
            <a:picLocks noChangeAspect="1" noChangeArrowheads="1"/>
          </p:cNvPicPr>
          <p:nvPr/>
        </p:nvPicPr>
        <p:blipFill>
          <a:blip r:embed="rId3"/>
          <a:srcRect l="-5286" t="6897" b="6897"/>
          <a:stretch>
            <a:fillRect/>
          </a:stretch>
        </p:blipFill>
        <p:spPr bwMode="auto">
          <a:xfrm>
            <a:off x="7848600" y="0"/>
            <a:ext cx="1214438" cy="1524000"/>
          </a:xfrm>
          <a:prstGeom prst="rect">
            <a:avLst/>
          </a:prstGeom>
          <a:noFill/>
          <a:ln w="9525">
            <a:noFill/>
            <a:miter lim="800000"/>
            <a:headEnd/>
            <a:tailEnd/>
          </a:ln>
        </p:spPr>
      </p:pic>
      <p:pic>
        <p:nvPicPr>
          <p:cNvPr id="10247" name="Picture 7" descr="Audition"/>
          <p:cNvPicPr>
            <a:picLocks noChangeAspect="1" noChangeArrowheads="1"/>
          </p:cNvPicPr>
          <p:nvPr/>
        </p:nvPicPr>
        <p:blipFill>
          <a:blip r:embed="rId4"/>
          <a:srcRect/>
          <a:stretch>
            <a:fillRect/>
          </a:stretch>
        </p:blipFill>
        <p:spPr bwMode="auto">
          <a:xfrm>
            <a:off x="5248275" y="2819400"/>
            <a:ext cx="3362325" cy="1219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0418"/>
                                        </p:tgtEl>
                                        <p:attrNameLst>
                                          <p:attrName>style.visibility</p:attrName>
                                        </p:attrNameLst>
                                      </p:cBhvr>
                                      <p:to>
                                        <p:strVal val="visible"/>
                                      </p:to>
                                    </p:set>
                                    <p:anim calcmode="lin" valueType="num">
                                      <p:cBhvr>
                                        <p:cTn id="7" dur="500" fill="hold"/>
                                        <p:tgtEl>
                                          <p:spTgt spid="60418"/>
                                        </p:tgtEl>
                                        <p:attrNameLst>
                                          <p:attrName>ppt_w</p:attrName>
                                        </p:attrNameLst>
                                      </p:cBhvr>
                                      <p:tavLst>
                                        <p:tav tm="0">
                                          <p:val>
                                            <p:fltVal val="0"/>
                                          </p:val>
                                        </p:tav>
                                        <p:tav tm="100000">
                                          <p:val>
                                            <p:strVal val="#ppt_w"/>
                                          </p:val>
                                        </p:tav>
                                      </p:tavLst>
                                    </p:anim>
                                    <p:anim calcmode="lin" valueType="num">
                                      <p:cBhvr>
                                        <p:cTn id="8" dur="500" fill="hold"/>
                                        <p:tgtEl>
                                          <p:spTgt spid="60418"/>
                                        </p:tgtEl>
                                        <p:attrNameLst>
                                          <p:attrName>ppt_h</p:attrName>
                                        </p:attrNameLst>
                                      </p:cBhvr>
                                      <p:tavLst>
                                        <p:tav tm="0">
                                          <p:val>
                                            <p:fltVal val="0"/>
                                          </p:val>
                                        </p:tav>
                                        <p:tav tm="100000">
                                          <p:val>
                                            <p:strVal val="#ppt_h"/>
                                          </p:val>
                                        </p:tav>
                                      </p:tavLst>
                                    </p:anim>
                                    <p:animEffect transition="in" filter="fade">
                                      <p:cBhvr>
                                        <p:cTn id="9" dur="500"/>
                                        <p:tgtEl>
                                          <p:spTgt spid="60418"/>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0419">
                                            <p:txEl>
                                              <p:pRg st="0" end="0"/>
                                            </p:txEl>
                                          </p:spTgt>
                                        </p:tgtEl>
                                        <p:attrNameLst>
                                          <p:attrName>style.visibility</p:attrName>
                                        </p:attrNameLst>
                                      </p:cBhvr>
                                      <p:to>
                                        <p:strVal val="visible"/>
                                      </p:to>
                                    </p:set>
                                    <p:animEffect transition="in" filter="fade">
                                      <p:cBhvr>
                                        <p:cTn id="14" dur="1000">
                                          <p:stCondLst>
                                            <p:cond delay="0"/>
                                          </p:stCondLst>
                                        </p:cTn>
                                        <p:tgtEl>
                                          <p:spTgt spid="6041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0419">
                                            <p:txEl>
                                              <p:pRg st="6" end="6"/>
                                            </p:txEl>
                                          </p:spTgt>
                                        </p:tgtEl>
                                        <p:attrNameLst>
                                          <p:attrName>style.visibility</p:attrName>
                                        </p:attrNameLst>
                                      </p:cBhvr>
                                      <p:to>
                                        <p:strVal val="visible"/>
                                      </p:to>
                                    </p:set>
                                    <p:animEffect transition="in" filter="fade">
                                      <p:cBhvr>
                                        <p:cTn id="19" dur="1000">
                                          <p:stCondLst>
                                            <p:cond delay="0"/>
                                          </p:stCondLst>
                                        </p:cTn>
                                        <p:tgtEl>
                                          <p:spTgt spid="604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P spid="6041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a:xfrm>
            <a:off x="566738" y="1752600"/>
            <a:ext cx="8001000" cy="5105400"/>
          </a:xfrm>
        </p:spPr>
        <p:txBody>
          <a:bodyPr/>
          <a:lstStyle/>
          <a:p>
            <a:pPr algn="ctr" eaLnBrk="1" hangingPunct="1">
              <a:buFont typeface="Wingdings" pitchFamily="2" charset="2"/>
              <a:buNone/>
            </a:pPr>
            <a:r>
              <a:rPr lang="en-US"/>
              <a:t>     Bạo lực giữa Thị tộc A và Thị tộc B</a:t>
            </a:r>
          </a:p>
          <a:p>
            <a:pPr eaLnBrk="1" hangingPunct="1">
              <a:buFont typeface="Wingdings" pitchFamily="2" charset="2"/>
              <a:buNone/>
            </a:pPr>
            <a:endParaRPr lang="en-US"/>
          </a:p>
          <a:p>
            <a:pPr eaLnBrk="1" hangingPunct="1">
              <a:buFont typeface="Wingdings" pitchFamily="2" charset="2"/>
              <a:buNone/>
            </a:pPr>
            <a:endParaRPr lang="en-US"/>
          </a:p>
          <a:p>
            <a:pPr algn="ctr" eaLnBrk="1" hangingPunct="1">
              <a:buFont typeface="Wingdings" pitchFamily="2" charset="2"/>
              <a:buNone/>
            </a:pPr>
            <a:endParaRPr lang="en-US" sz="1200"/>
          </a:p>
          <a:p>
            <a:pPr algn="ctr" eaLnBrk="1" hangingPunct="1">
              <a:buFont typeface="Wingdings" pitchFamily="2" charset="2"/>
              <a:buNone/>
            </a:pPr>
            <a:r>
              <a:rPr lang="en-US"/>
              <a:t>  </a:t>
            </a:r>
          </a:p>
          <a:p>
            <a:pPr algn="ctr" eaLnBrk="1" hangingPunct="1">
              <a:buFont typeface="Wingdings" pitchFamily="2" charset="2"/>
              <a:buNone/>
            </a:pPr>
            <a:r>
              <a:rPr lang="en-US"/>
              <a:t> Thị tộc A chiến thắng</a:t>
            </a:r>
          </a:p>
          <a:p>
            <a:pPr eaLnBrk="1" hangingPunct="1">
              <a:buFont typeface="Wingdings" pitchFamily="2" charset="2"/>
              <a:buNone/>
            </a:pPr>
            <a:endParaRPr lang="en-US"/>
          </a:p>
          <a:p>
            <a:pPr eaLnBrk="1" hangingPunct="1">
              <a:buFont typeface="Wingdings" pitchFamily="2" charset="2"/>
              <a:buNone/>
            </a:pPr>
            <a:endParaRPr lang="en-US"/>
          </a:p>
          <a:p>
            <a:pPr algn="ctr" eaLnBrk="1" hangingPunct="1">
              <a:buFont typeface="Wingdings" pitchFamily="2" charset="2"/>
              <a:buNone/>
            </a:pPr>
            <a:endParaRPr lang="en-US" sz="1000"/>
          </a:p>
          <a:p>
            <a:pPr algn="ctr" eaLnBrk="1" hangingPunct="1">
              <a:buFont typeface="Wingdings" pitchFamily="2" charset="2"/>
              <a:buNone/>
            </a:pPr>
            <a:r>
              <a:rPr lang="en-US"/>
              <a:t>   Nhà nước</a:t>
            </a:r>
          </a:p>
        </p:txBody>
      </p:sp>
      <p:sp>
        <p:nvSpPr>
          <p:cNvPr id="61442" name="Rectangle 2"/>
          <p:cNvSpPr>
            <a:spLocks noGrp="1" noChangeArrowheads="1"/>
          </p:cNvSpPr>
          <p:nvPr>
            <p:ph type="title"/>
          </p:nvPr>
        </p:nvSpPr>
        <p:spPr>
          <a:xfrm>
            <a:off x="574675" y="457200"/>
            <a:ext cx="8001000" cy="835025"/>
          </a:xfrm>
        </p:spPr>
        <p:txBody>
          <a:bodyPr/>
          <a:lstStyle/>
          <a:p>
            <a:pPr eaLnBrk="1" hangingPunct="1"/>
            <a:r>
              <a:rPr lang="en-US" sz="3200" b="1" i="1">
                <a:solidFill>
                  <a:schemeClr val="accent2"/>
                </a:solidFill>
              </a:rPr>
              <a:t>1.1.1.4. Thuyết bạo lực</a:t>
            </a:r>
          </a:p>
        </p:txBody>
      </p:sp>
      <p:sp>
        <p:nvSpPr>
          <p:cNvPr id="11268" name="Line 4"/>
          <p:cNvSpPr>
            <a:spLocks noChangeShapeType="1"/>
          </p:cNvSpPr>
          <p:nvPr/>
        </p:nvSpPr>
        <p:spPr bwMode="auto">
          <a:xfrm>
            <a:off x="4876800" y="2438400"/>
            <a:ext cx="0" cy="1295400"/>
          </a:xfrm>
          <a:prstGeom prst="line">
            <a:avLst/>
          </a:prstGeom>
          <a:noFill/>
          <a:ln w="28575">
            <a:solidFill>
              <a:srgbClr val="0000CC"/>
            </a:solidFill>
            <a:round/>
            <a:headEnd/>
            <a:tailEnd type="triangle" w="med" len="med"/>
          </a:ln>
        </p:spPr>
        <p:txBody>
          <a:bodyPr/>
          <a:lstStyle/>
          <a:p>
            <a:endParaRPr lang="en-US"/>
          </a:p>
        </p:txBody>
      </p:sp>
      <p:sp>
        <p:nvSpPr>
          <p:cNvPr id="11269" name="Line 5"/>
          <p:cNvSpPr>
            <a:spLocks noChangeShapeType="1"/>
          </p:cNvSpPr>
          <p:nvPr/>
        </p:nvSpPr>
        <p:spPr bwMode="auto">
          <a:xfrm flipH="1">
            <a:off x="4876800" y="4191000"/>
            <a:ext cx="0" cy="1371600"/>
          </a:xfrm>
          <a:prstGeom prst="line">
            <a:avLst/>
          </a:prstGeom>
          <a:noFill/>
          <a:ln w="28575">
            <a:solidFill>
              <a:srgbClr val="0000CC"/>
            </a:solidFill>
            <a:round/>
            <a:headEnd/>
            <a:tailEnd type="triangle" w="med" len="med"/>
          </a:ln>
        </p:spPr>
        <p:txBody>
          <a:bodyPr/>
          <a:lstStyle/>
          <a:p>
            <a:endParaRPr lang="en-US"/>
          </a:p>
        </p:txBody>
      </p:sp>
      <p:pic>
        <p:nvPicPr>
          <p:cNvPr id="11270" name="Picture 6" descr="f9180cd5[1]"/>
          <p:cNvPicPr>
            <a:picLocks noChangeAspect="1" noChangeArrowheads="1" noCrop="1"/>
          </p:cNvPicPr>
          <p:nvPr/>
        </p:nvPicPr>
        <p:blipFill>
          <a:blip r:embed="rId2"/>
          <a:srcRect/>
          <a:stretch>
            <a:fillRect/>
          </a:stretch>
        </p:blipFill>
        <p:spPr bwMode="auto">
          <a:xfrm>
            <a:off x="5638800" y="2171700"/>
            <a:ext cx="2743200" cy="1714500"/>
          </a:xfrm>
          <a:prstGeom prst="rect">
            <a:avLst/>
          </a:prstGeom>
          <a:noFill/>
          <a:ln w="9525">
            <a:noFill/>
            <a:miter lim="800000"/>
            <a:headEnd/>
            <a:tailEnd/>
          </a:ln>
        </p:spPr>
      </p:pic>
      <p:pic>
        <p:nvPicPr>
          <p:cNvPr id="11271" name="Picture 7" descr="60[1]"/>
          <p:cNvPicPr>
            <a:picLocks noChangeAspect="1" noChangeArrowheads="1" noCrop="1"/>
          </p:cNvPicPr>
          <p:nvPr/>
        </p:nvPicPr>
        <p:blipFill>
          <a:blip r:embed="rId3"/>
          <a:srcRect/>
          <a:stretch>
            <a:fillRect/>
          </a:stretch>
        </p:blipFill>
        <p:spPr bwMode="auto">
          <a:xfrm>
            <a:off x="1652588" y="2319338"/>
            <a:ext cx="2157412" cy="1106487"/>
          </a:xfrm>
          <a:prstGeom prst="rect">
            <a:avLst/>
          </a:prstGeom>
          <a:noFill/>
          <a:ln w="9525">
            <a:noFill/>
            <a:miter lim="800000"/>
            <a:headEnd/>
            <a:tailEnd/>
          </a:ln>
        </p:spPr>
      </p:pic>
      <p:pic>
        <p:nvPicPr>
          <p:cNvPr id="11272" name="Picture 8" descr="79726347[1]"/>
          <p:cNvPicPr>
            <a:picLocks noChangeAspect="1" noChangeArrowheads="1" noCrop="1"/>
          </p:cNvPicPr>
          <p:nvPr/>
        </p:nvPicPr>
        <p:blipFill>
          <a:blip r:embed="rId4"/>
          <a:srcRect/>
          <a:stretch>
            <a:fillRect/>
          </a:stretch>
        </p:blipFill>
        <p:spPr bwMode="auto">
          <a:xfrm>
            <a:off x="7273925" y="3733800"/>
            <a:ext cx="1565275" cy="2286000"/>
          </a:xfrm>
          <a:prstGeom prst="rect">
            <a:avLst/>
          </a:prstGeom>
          <a:noFill/>
          <a:ln w="9525">
            <a:noFill/>
            <a:miter lim="800000"/>
            <a:headEnd/>
            <a:tailEnd/>
          </a:ln>
        </p:spPr>
      </p:pic>
      <p:pic>
        <p:nvPicPr>
          <p:cNvPr id="11273" name="Picture 9" descr="105bdec6[1]"/>
          <p:cNvPicPr>
            <a:picLocks noChangeAspect="1" noChangeArrowheads="1" noCrop="1"/>
          </p:cNvPicPr>
          <p:nvPr/>
        </p:nvPicPr>
        <p:blipFill>
          <a:blip r:embed="rId5"/>
          <a:srcRect/>
          <a:stretch>
            <a:fillRect/>
          </a:stretch>
        </p:blipFill>
        <p:spPr bwMode="auto">
          <a:xfrm>
            <a:off x="1524000" y="4332288"/>
            <a:ext cx="1371600" cy="1373187"/>
          </a:xfrm>
          <a:prstGeom prst="rect">
            <a:avLst/>
          </a:prstGeom>
          <a:noFill/>
          <a:ln w="9525">
            <a:noFill/>
            <a:miter lim="800000"/>
            <a:headEnd/>
            <a:tailEnd/>
          </a:ln>
        </p:spPr>
      </p:pic>
      <p:pic>
        <p:nvPicPr>
          <p:cNvPr id="11274" name="Picture 11" descr="post-60-1081251869"/>
          <p:cNvPicPr>
            <a:picLocks noChangeAspect="1" noChangeArrowheads="1"/>
          </p:cNvPicPr>
          <p:nvPr/>
        </p:nvPicPr>
        <p:blipFill>
          <a:blip r:embed="rId6"/>
          <a:srcRect/>
          <a:stretch>
            <a:fillRect/>
          </a:stretch>
        </p:blipFill>
        <p:spPr bwMode="auto">
          <a:xfrm>
            <a:off x="5867400" y="3200400"/>
            <a:ext cx="1365250" cy="2590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1442"/>
                                        </p:tgtEl>
                                        <p:attrNameLst>
                                          <p:attrName>style.visibility</p:attrName>
                                        </p:attrNameLst>
                                      </p:cBhvr>
                                      <p:to>
                                        <p:strVal val="visible"/>
                                      </p:to>
                                    </p:set>
                                    <p:anim calcmode="lin" valueType="num">
                                      <p:cBhvr>
                                        <p:cTn id="7" dur="500" fill="hold"/>
                                        <p:tgtEl>
                                          <p:spTgt spid="61442"/>
                                        </p:tgtEl>
                                        <p:attrNameLst>
                                          <p:attrName>ppt_w</p:attrName>
                                        </p:attrNameLst>
                                      </p:cBhvr>
                                      <p:tavLst>
                                        <p:tav tm="0">
                                          <p:val>
                                            <p:fltVal val="0"/>
                                          </p:val>
                                        </p:tav>
                                        <p:tav tm="100000">
                                          <p:val>
                                            <p:strVal val="#ppt_w"/>
                                          </p:val>
                                        </p:tav>
                                      </p:tavLst>
                                    </p:anim>
                                    <p:anim calcmode="lin" valueType="num">
                                      <p:cBhvr>
                                        <p:cTn id="8" dur="500" fill="hold"/>
                                        <p:tgtEl>
                                          <p:spTgt spid="61442"/>
                                        </p:tgtEl>
                                        <p:attrNameLst>
                                          <p:attrName>ppt_h</p:attrName>
                                        </p:attrNameLst>
                                      </p:cBhvr>
                                      <p:tavLst>
                                        <p:tav tm="0">
                                          <p:val>
                                            <p:fltVal val="0"/>
                                          </p:val>
                                        </p:tav>
                                        <p:tav tm="100000">
                                          <p:val>
                                            <p:strVal val="#ppt_h"/>
                                          </p:val>
                                        </p:tav>
                                      </p:tavLst>
                                    </p:anim>
                                    <p:animEffect transition="in" filter="fade">
                                      <p:cBhvr>
                                        <p:cTn id="9" dur="500"/>
                                        <p:tgtEl>
                                          <p:spTgt spid="6144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1443">
                                            <p:txEl>
                                              <p:pRg st="0" end="0"/>
                                            </p:txEl>
                                          </p:spTgt>
                                        </p:tgtEl>
                                        <p:attrNameLst>
                                          <p:attrName>style.visibility</p:attrName>
                                        </p:attrNameLst>
                                      </p:cBhvr>
                                      <p:to>
                                        <p:strVal val="visible"/>
                                      </p:to>
                                    </p:set>
                                    <p:animEffect transition="in" filter="fade">
                                      <p:cBhvr>
                                        <p:cTn id="14" dur="1000">
                                          <p:stCondLst>
                                            <p:cond delay="0"/>
                                          </p:stCondLst>
                                        </p:cTn>
                                        <p:tgtEl>
                                          <p:spTgt spid="6144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1443">
                                            <p:txEl>
                                              <p:pRg st="4" end="4"/>
                                            </p:txEl>
                                          </p:spTgt>
                                        </p:tgtEl>
                                        <p:attrNameLst>
                                          <p:attrName>style.visibility</p:attrName>
                                        </p:attrNameLst>
                                      </p:cBhvr>
                                      <p:to>
                                        <p:strVal val="visible"/>
                                      </p:to>
                                    </p:set>
                                    <p:animEffect transition="in" filter="fade">
                                      <p:cBhvr>
                                        <p:cTn id="19" dur="1000">
                                          <p:stCondLst>
                                            <p:cond delay="0"/>
                                          </p:stCondLst>
                                        </p:cTn>
                                        <p:tgtEl>
                                          <p:spTgt spid="6144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1443">
                                            <p:txEl>
                                              <p:pRg st="5" end="5"/>
                                            </p:txEl>
                                          </p:spTgt>
                                        </p:tgtEl>
                                        <p:attrNameLst>
                                          <p:attrName>style.visibility</p:attrName>
                                        </p:attrNameLst>
                                      </p:cBhvr>
                                      <p:to>
                                        <p:strVal val="visible"/>
                                      </p:to>
                                    </p:set>
                                    <p:animEffect transition="in" filter="fade">
                                      <p:cBhvr>
                                        <p:cTn id="24" dur="1000">
                                          <p:stCondLst>
                                            <p:cond delay="0"/>
                                          </p:stCondLst>
                                        </p:cTn>
                                        <p:tgtEl>
                                          <p:spTgt spid="6144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1443">
                                            <p:txEl>
                                              <p:pRg st="9" end="9"/>
                                            </p:txEl>
                                          </p:spTgt>
                                        </p:tgtEl>
                                        <p:attrNameLst>
                                          <p:attrName>style.visibility</p:attrName>
                                        </p:attrNameLst>
                                      </p:cBhvr>
                                      <p:to>
                                        <p:strVal val="visible"/>
                                      </p:to>
                                    </p:set>
                                    <p:animEffect transition="in" filter="fade">
                                      <p:cBhvr>
                                        <p:cTn id="29" dur="1000">
                                          <p:stCondLst>
                                            <p:cond delay="0"/>
                                          </p:stCondLst>
                                        </p:cTn>
                                        <p:tgtEl>
                                          <p:spTgt spid="614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6144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152400" y="1828800"/>
            <a:ext cx="8388350" cy="5105400"/>
          </a:xfrm>
        </p:spPr>
        <p:txBody>
          <a:bodyPr/>
          <a:lstStyle/>
          <a:p>
            <a:pPr algn="just" eaLnBrk="1" hangingPunct="1">
              <a:buFont typeface="Wingdings" pitchFamily="2" charset="2"/>
              <a:buNone/>
            </a:pPr>
            <a:r>
              <a:rPr lang="en-US"/>
              <a:t>  </a:t>
            </a:r>
            <a:r>
              <a:rPr lang="en-US" sz="2400"/>
              <a:t>Thị tộc                                                    Tộc trưởng</a:t>
            </a:r>
          </a:p>
          <a:p>
            <a:pPr eaLnBrk="1" hangingPunct="1">
              <a:buFont typeface="Wingdings" pitchFamily="2" charset="2"/>
              <a:buNone/>
            </a:pPr>
            <a:endParaRPr lang="en-US"/>
          </a:p>
          <a:p>
            <a:pPr eaLnBrk="1" hangingPunct="1">
              <a:buFont typeface="Wingdings" pitchFamily="2" charset="2"/>
              <a:buNone/>
            </a:pPr>
            <a:endParaRPr lang="en-US"/>
          </a:p>
          <a:p>
            <a:pPr eaLnBrk="1" hangingPunct="1">
              <a:buFont typeface="Wingdings" pitchFamily="2" charset="2"/>
              <a:buNone/>
            </a:pPr>
            <a:r>
              <a:rPr lang="en-US"/>
              <a:t>  Bào tộc</a:t>
            </a:r>
          </a:p>
          <a:p>
            <a:pPr eaLnBrk="1" hangingPunct="1">
              <a:buFont typeface="Wingdings" pitchFamily="2" charset="2"/>
              <a:buNone/>
            </a:pPr>
            <a:endParaRPr lang="en-US"/>
          </a:p>
          <a:p>
            <a:pPr eaLnBrk="1" hangingPunct="1">
              <a:buFont typeface="Wingdings" pitchFamily="2" charset="2"/>
              <a:buNone/>
            </a:pPr>
            <a:endParaRPr lang="en-US" sz="1600"/>
          </a:p>
          <a:p>
            <a:pPr eaLnBrk="1" hangingPunct="1">
              <a:buFont typeface="Wingdings" pitchFamily="2" charset="2"/>
              <a:buNone/>
            </a:pPr>
            <a:r>
              <a:rPr lang="en-US"/>
              <a:t>  </a:t>
            </a:r>
          </a:p>
          <a:p>
            <a:pPr eaLnBrk="1" hangingPunct="1">
              <a:buFont typeface="Wingdings" pitchFamily="2" charset="2"/>
              <a:buNone/>
            </a:pPr>
            <a:endParaRPr lang="en-US"/>
          </a:p>
          <a:p>
            <a:pPr eaLnBrk="1" hangingPunct="1">
              <a:buFont typeface="Wingdings" pitchFamily="2" charset="2"/>
              <a:buNone/>
            </a:pPr>
            <a:r>
              <a:rPr lang="en-US"/>
              <a:t>  </a:t>
            </a:r>
            <a:r>
              <a:rPr lang="en-US" sz="2400"/>
              <a:t>Bộ lạc                                                            Thủ lĩnh</a:t>
            </a:r>
          </a:p>
        </p:txBody>
      </p:sp>
      <p:sp>
        <p:nvSpPr>
          <p:cNvPr id="62466" name="Rectangle 2"/>
          <p:cNvSpPr>
            <a:spLocks noGrp="1" noChangeArrowheads="1"/>
          </p:cNvSpPr>
          <p:nvPr>
            <p:ph type="title"/>
          </p:nvPr>
        </p:nvSpPr>
        <p:spPr>
          <a:xfrm>
            <a:off x="304800" y="204788"/>
            <a:ext cx="8686800" cy="1828800"/>
          </a:xfrm>
        </p:spPr>
        <p:txBody>
          <a:bodyPr>
            <a:normAutofit fontScale="90000"/>
          </a:bodyPr>
          <a:lstStyle/>
          <a:p>
            <a:pPr eaLnBrk="1" hangingPunct="1"/>
            <a:r>
              <a:rPr lang="en-US" sz="3200" b="1">
                <a:solidFill>
                  <a:schemeClr val="accent2"/>
                </a:solidFill>
              </a:rPr>
              <a:t>1.1.2. Quan điểm Mác – Lênin</a:t>
            </a:r>
            <a:br>
              <a:rPr lang="en-US" sz="3200" b="1">
                <a:solidFill>
                  <a:schemeClr val="accent2"/>
                </a:solidFill>
              </a:rPr>
            </a:br>
            <a:r>
              <a:rPr lang="en-US" sz="3200" b="1" i="1">
                <a:solidFill>
                  <a:srgbClr val="0000CC"/>
                </a:solidFill>
              </a:rPr>
              <a:t>1.1.2.1. Xã hội nguyên thuỷ và tổ chức thị tộc, bộ lạc</a:t>
            </a:r>
            <a:br>
              <a:rPr lang="en-US" sz="3200" b="1" i="1">
                <a:solidFill>
                  <a:srgbClr val="0000CC"/>
                </a:solidFill>
              </a:rPr>
            </a:br>
            <a:endParaRPr lang="en-US" sz="3200" b="1" i="1">
              <a:solidFill>
                <a:srgbClr val="0000CC"/>
              </a:solidFill>
            </a:endParaRPr>
          </a:p>
        </p:txBody>
      </p:sp>
      <p:sp>
        <p:nvSpPr>
          <p:cNvPr id="12292" name="Line 4"/>
          <p:cNvSpPr>
            <a:spLocks noChangeShapeType="1"/>
          </p:cNvSpPr>
          <p:nvPr/>
        </p:nvSpPr>
        <p:spPr bwMode="auto">
          <a:xfrm>
            <a:off x="1295400" y="2438400"/>
            <a:ext cx="0" cy="1143000"/>
          </a:xfrm>
          <a:prstGeom prst="line">
            <a:avLst/>
          </a:prstGeom>
          <a:noFill/>
          <a:ln w="28575">
            <a:solidFill>
              <a:srgbClr val="0000FF"/>
            </a:solidFill>
            <a:round/>
            <a:headEnd/>
            <a:tailEnd type="triangle" w="med" len="med"/>
          </a:ln>
        </p:spPr>
        <p:txBody>
          <a:bodyPr/>
          <a:lstStyle/>
          <a:p>
            <a:endParaRPr lang="en-US"/>
          </a:p>
        </p:txBody>
      </p:sp>
      <p:sp>
        <p:nvSpPr>
          <p:cNvPr id="12293" name="Line 5"/>
          <p:cNvSpPr>
            <a:spLocks noChangeShapeType="1"/>
          </p:cNvSpPr>
          <p:nvPr/>
        </p:nvSpPr>
        <p:spPr bwMode="auto">
          <a:xfrm>
            <a:off x="1295400" y="4205288"/>
            <a:ext cx="0" cy="1143000"/>
          </a:xfrm>
          <a:prstGeom prst="line">
            <a:avLst/>
          </a:prstGeom>
          <a:noFill/>
          <a:ln w="28575">
            <a:solidFill>
              <a:srgbClr val="0000FF"/>
            </a:solidFill>
            <a:round/>
            <a:headEnd/>
            <a:tailEnd type="triangle" w="med" len="med"/>
          </a:ln>
        </p:spPr>
        <p:txBody>
          <a:bodyPr/>
          <a:lstStyle/>
          <a:p>
            <a:endParaRPr lang="en-US"/>
          </a:p>
        </p:txBody>
      </p:sp>
      <p:sp>
        <p:nvSpPr>
          <p:cNvPr id="12294" name="Line 6"/>
          <p:cNvSpPr>
            <a:spLocks noChangeShapeType="1"/>
          </p:cNvSpPr>
          <p:nvPr/>
        </p:nvSpPr>
        <p:spPr bwMode="auto">
          <a:xfrm>
            <a:off x="2209800" y="2133600"/>
            <a:ext cx="3733800" cy="0"/>
          </a:xfrm>
          <a:prstGeom prst="line">
            <a:avLst/>
          </a:prstGeom>
          <a:noFill/>
          <a:ln w="28575">
            <a:solidFill>
              <a:srgbClr val="0000FF"/>
            </a:solidFill>
            <a:round/>
            <a:headEnd/>
            <a:tailEnd type="triangle" w="med" len="med"/>
          </a:ln>
        </p:spPr>
        <p:txBody>
          <a:bodyPr/>
          <a:lstStyle/>
          <a:p>
            <a:endParaRPr lang="en-US"/>
          </a:p>
        </p:txBody>
      </p:sp>
      <p:sp>
        <p:nvSpPr>
          <p:cNvPr id="12295" name="Line 7"/>
          <p:cNvSpPr>
            <a:spLocks noChangeShapeType="1"/>
          </p:cNvSpPr>
          <p:nvPr/>
        </p:nvSpPr>
        <p:spPr bwMode="auto">
          <a:xfrm>
            <a:off x="1995488" y="5791200"/>
            <a:ext cx="4191000" cy="0"/>
          </a:xfrm>
          <a:prstGeom prst="line">
            <a:avLst/>
          </a:prstGeom>
          <a:noFill/>
          <a:ln w="28575">
            <a:solidFill>
              <a:srgbClr val="0000FF"/>
            </a:solidFill>
            <a:round/>
            <a:headEnd/>
            <a:tailEnd type="triangle" w="med" len="med"/>
          </a:ln>
        </p:spPr>
        <p:txBody>
          <a:bodyPr/>
          <a:lstStyle/>
          <a:p>
            <a:endParaRPr lang="en-US"/>
          </a:p>
        </p:txBody>
      </p:sp>
      <p:pic>
        <p:nvPicPr>
          <p:cNvPr id="12296" name="Picture 8" descr="60[1]"/>
          <p:cNvPicPr>
            <a:picLocks noChangeAspect="1" noChangeArrowheads="1" noCrop="1"/>
          </p:cNvPicPr>
          <p:nvPr/>
        </p:nvPicPr>
        <p:blipFill>
          <a:blip r:embed="rId2"/>
          <a:srcRect/>
          <a:stretch>
            <a:fillRect/>
          </a:stretch>
        </p:blipFill>
        <p:spPr bwMode="auto">
          <a:xfrm>
            <a:off x="4243388" y="3965575"/>
            <a:ext cx="1776412" cy="911225"/>
          </a:xfrm>
          <a:prstGeom prst="rect">
            <a:avLst/>
          </a:prstGeom>
          <a:noFill/>
          <a:ln w="9525">
            <a:noFill/>
            <a:miter lim="800000"/>
            <a:headEnd/>
            <a:tailEnd/>
          </a:ln>
        </p:spPr>
      </p:pic>
      <p:pic>
        <p:nvPicPr>
          <p:cNvPr id="12297" name="Picture 9" descr="hamvuiclub16[1]"/>
          <p:cNvPicPr>
            <a:picLocks noChangeAspect="1" noChangeArrowheads="1"/>
          </p:cNvPicPr>
          <p:nvPr/>
        </p:nvPicPr>
        <p:blipFill>
          <a:blip r:embed="rId3"/>
          <a:srcRect/>
          <a:stretch>
            <a:fillRect/>
          </a:stretch>
        </p:blipFill>
        <p:spPr bwMode="auto">
          <a:xfrm>
            <a:off x="6600825" y="2590800"/>
            <a:ext cx="1323975" cy="860425"/>
          </a:xfrm>
          <a:prstGeom prst="rect">
            <a:avLst/>
          </a:prstGeom>
          <a:noFill/>
          <a:ln w="9525">
            <a:noFill/>
            <a:miter lim="800000"/>
            <a:headEnd/>
            <a:tailEnd/>
          </a:ln>
        </p:spPr>
      </p:pic>
      <p:pic>
        <p:nvPicPr>
          <p:cNvPr id="12298" name="Picture 11" descr="ab13a63a[1]"/>
          <p:cNvPicPr>
            <a:picLocks noChangeAspect="1" noChangeArrowheads="1" noCrop="1"/>
          </p:cNvPicPr>
          <p:nvPr/>
        </p:nvPicPr>
        <p:blipFill>
          <a:blip r:embed="rId4"/>
          <a:srcRect/>
          <a:stretch>
            <a:fillRect/>
          </a:stretch>
        </p:blipFill>
        <p:spPr bwMode="auto">
          <a:xfrm>
            <a:off x="2057400" y="2233613"/>
            <a:ext cx="1752600" cy="1423987"/>
          </a:xfrm>
          <a:prstGeom prst="rect">
            <a:avLst/>
          </a:prstGeom>
          <a:noFill/>
          <a:ln w="9525">
            <a:noFill/>
            <a:miter lim="800000"/>
            <a:headEnd/>
            <a:tailEnd/>
          </a:ln>
        </p:spPr>
      </p:pic>
      <p:pic>
        <p:nvPicPr>
          <p:cNvPr id="12299" name="Picture 12" descr="Aero Woods"/>
          <p:cNvPicPr>
            <a:picLocks noChangeAspect="1" noChangeArrowheads="1"/>
          </p:cNvPicPr>
          <p:nvPr/>
        </p:nvPicPr>
        <p:blipFill>
          <a:blip r:embed="rId5"/>
          <a:srcRect/>
          <a:stretch>
            <a:fillRect/>
          </a:stretch>
        </p:blipFill>
        <p:spPr bwMode="auto">
          <a:xfrm>
            <a:off x="4038600" y="2286000"/>
            <a:ext cx="2093913" cy="1571625"/>
          </a:xfrm>
          <a:prstGeom prst="rect">
            <a:avLst/>
          </a:prstGeom>
          <a:noFill/>
          <a:ln w="9525">
            <a:noFill/>
            <a:miter lim="800000"/>
            <a:headEnd/>
            <a:tailEnd/>
          </a:ln>
        </p:spPr>
      </p:pic>
      <p:pic>
        <p:nvPicPr>
          <p:cNvPr id="12300" name="Picture 13" descr="XUONG"/>
          <p:cNvPicPr>
            <a:picLocks noChangeAspect="1" noChangeArrowheads="1" noCrop="1"/>
          </p:cNvPicPr>
          <p:nvPr/>
        </p:nvPicPr>
        <p:blipFill>
          <a:blip r:embed="rId6"/>
          <a:srcRect/>
          <a:stretch>
            <a:fillRect/>
          </a:stretch>
        </p:blipFill>
        <p:spPr bwMode="auto">
          <a:xfrm>
            <a:off x="7010400" y="3581400"/>
            <a:ext cx="923925" cy="1600200"/>
          </a:xfrm>
          <a:prstGeom prst="rect">
            <a:avLst/>
          </a:prstGeom>
          <a:noFill/>
          <a:ln w="9525">
            <a:noFill/>
            <a:miter lim="800000"/>
            <a:headEnd/>
            <a:tailEnd/>
          </a:ln>
        </p:spPr>
      </p:pic>
      <p:pic>
        <p:nvPicPr>
          <p:cNvPr id="12301" name="Picture 14" descr="pkm-life"/>
          <p:cNvPicPr>
            <a:picLocks noChangeAspect="1" noChangeArrowheads="1"/>
          </p:cNvPicPr>
          <p:nvPr/>
        </p:nvPicPr>
        <p:blipFill>
          <a:blip r:embed="rId7"/>
          <a:srcRect/>
          <a:stretch>
            <a:fillRect/>
          </a:stretch>
        </p:blipFill>
        <p:spPr bwMode="auto">
          <a:xfrm>
            <a:off x="2133600" y="3657600"/>
            <a:ext cx="1752600" cy="2057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p:cTn id="7" dur="500" fill="hold"/>
                                        <p:tgtEl>
                                          <p:spTgt spid="62466"/>
                                        </p:tgtEl>
                                        <p:attrNameLst>
                                          <p:attrName>ppt_w</p:attrName>
                                        </p:attrNameLst>
                                      </p:cBhvr>
                                      <p:tavLst>
                                        <p:tav tm="0">
                                          <p:val>
                                            <p:fltVal val="0"/>
                                          </p:val>
                                        </p:tav>
                                        <p:tav tm="100000">
                                          <p:val>
                                            <p:strVal val="#ppt_w"/>
                                          </p:val>
                                        </p:tav>
                                      </p:tavLst>
                                    </p:anim>
                                    <p:anim calcmode="lin" valueType="num">
                                      <p:cBhvr>
                                        <p:cTn id="8" dur="500" fill="hold"/>
                                        <p:tgtEl>
                                          <p:spTgt spid="62466"/>
                                        </p:tgtEl>
                                        <p:attrNameLst>
                                          <p:attrName>ppt_h</p:attrName>
                                        </p:attrNameLst>
                                      </p:cBhvr>
                                      <p:tavLst>
                                        <p:tav tm="0">
                                          <p:val>
                                            <p:fltVal val="0"/>
                                          </p:val>
                                        </p:tav>
                                        <p:tav tm="100000">
                                          <p:val>
                                            <p:strVal val="#ppt_h"/>
                                          </p:val>
                                        </p:tav>
                                      </p:tavLst>
                                    </p:anim>
                                    <p:animEffect transition="in" filter="fade">
                                      <p:cBhvr>
                                        <p:cTn id="9" dur="500"/>
                                        <p:tgtEl>
                                          <p:spTgt spid="62466"/>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2467">
                                            <p:txEl>
                                              <p:pRg st="0" end="0"/>
                                            </p:txEl>
                                          </p:spTgt>
                                        </p:tgtEl>
                                        <p:attrNameLst>
                                          <p:attrName>style.visibility</p:attrName>
                                        </p:attrNameLst>
                                      </p:cBhvr>
                                      <p:to>
                                        <p:strVal val="visible"/>
                                      </p:to>
                                    </p:set>
                                    <p:animEffect transition="in" filter="fade">
                                      <p:cBhvr>
                                        <p:cTn id="14" dur="1000">
                                          <p:stCondLst>
                                            <p:cond delay="0"/>
                                          </p:stCondLst>
                                        </p:cTn>
                                        <p:tgtEl>
                                          <p:spTgt spid="6246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2467">
                                            <p:txEl>
                                              <p:pRg st="3" end="3"/>
                                            </p:txEl>
                                          </p:spTgt>
                                        </p:tgtEl>
                                        <p:attrNameLst>
                                          <p:attrName>style.visibility</p:attrName>
                                        </p:attrNameLst>
                                      </p:cBhvr>
                                      <p:to>
                                        <p:strVal val="visible"/>
                                      </p:to>
                                    </p:set>
                                    <p:animEffect transition="in" filter="fade">
                                      <p:cBhvr>
                                        <p:cTn id="19" dur="1000">
                                          <p:stCondLst>
                                            <p:cond delay="0"/>
                                          </p:stCondLst>
                                        </p:cTn>
                                        <p:tgtEl>
                                          <p:spTgt spid="62467">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2467">
                                            <p:txEl>
                                              <p:pRg st="6" end="6"/>
                                            </p:txEl>
                                          </p:spTgt>
                                        </p:tgtEl>
                                        <p:attrNameLst>
                                          <p:attrName>style.visibility</p:attrName>
                                        </p:attrNameLst>
                                      </p:cBhvr>
                                      <p:to>
                                        <p:strVal val="visible"/>
                                      </p:to>
                                    </p:set>
                                    <p:animEffect transition="in" filter="fade">
                                      <p:cBhvr>
                                        <p:cTn id="24" dur="1000">
                                          <p:stCondLst>
                                            <p:cond delay="0"/>
                                          </p:stCondLst>
                                        </p:cTn>
                                        <p:tgtEl>
                                          <p:spTgt spid="62467">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2467">
                                            <p:txEl>
                                              <p:pRg st="8" end="8"/>
                                            </p:txEl>
                                          </p:spTgt>
                                        </p:tgtEl>
                                        <p:attrNameLst>
                                          <p:attrName>style.visibility</p:attrName>
                                        </p:attrNameLst>
                                      </p:cBhvr>
                                      <p:to>
                                        <p:strVal val="visible"/>
                                      </p:to>
                                    </p:set>
                                    <p:animEffect transition="in" filter="fade">
                                      <p:cBhvr>
                                        <p:cTn id="29" dur="1000">
                                          <p:stCondLst>
                                            <p:cond delay="0"/>
                                          </p:stCondLst>
                                        </p:cTn>
                                        <p:tgtEl>
                                          <p:spTgt spid="6246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P spid="62466"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152400" y="1676400"/>
            <a:ext cx="8839200" cy="4419600"/>
          </a:xfrm>
        </p:spPr>
        <p:txBody>
          <a:bodyPr/>
          <a:lstStyle/>
          <a:p>
            <a:pPr algn="just" eaLnBrk="1" hangingPunct="1">
              <a:lnSpc>
                <a:spcPct val="130000"/>
              </a:lnSpc>
              <a:spcBef>
                <a:spcPct val="0"/>
              </a:spcBef>
            </a:pPr>
            <a:r>
              <a:rPr lang="en-US"/>
              <a:t>Lần phân công lao động thứ nhất. </a:t>
            </a:r>
          </a:p>
          <a:p>
            <a:pPr algn="just" eaLnBrk="1" hangingPunct="1">
              <a:lnSpc>
                <a:spcPct val="130000"/>
              </a:lnSpc>
              <a:spcBef>
                <a:spcPct val="0"/>
              </a:spcBef>
            </a:pPr>
            <a:r>
              <a:rPr lang="en-US"/>
              <a:t>    =&gt; Chăn nuôi tách ra khỏi trồng trọt </a:t>
            </a:r>
          </a:p>
          <a:p>
            <a:pPr algn="just" eaLnBrk="1" hangingPunct="1">
              <a:lnSpc>
                <a:spcPct val="130000"/>
              </a:lnSpc>
              <a:spcBef>
                <a:spcPct val="0"/>
              </a:spcBef>
              <a:buFont typeface="Wingdings" pitchFamily="2" charset="2"/>
              <a:buNone/>
            </a:pPr>
            <a:r>
              <a:rPr lang="en-US"/>
              <a:t>      =&gt; Lần phân công LĐ thứ 2: ngành thủ công nghiệp ra đời, NSLĐ cao hơn: gốm, dệt, chế tạo công cụ </a:t>
            </a:r>
          </a:p>
          <a:p>
            <a:pPr algn="just" eaLnBrk="1" hangingPunct="1">
              <a:lnSpc>
                <a:spcPct val="130000"/>
              </a:lnSpc>
              <a:spcBef>
                <a:spcPct val="0"/>
              </a:spcBef>
              <a:buFont typeface="Wingdings" pitchFamily="2" charset="2"/>
              <a:buNone/>
            </a:pPr>
            <a:r>
              <a:rPr lang="en-US"/>
              <a:t>      =&gt;Lần phân công lao động thứ 3: Thương nghiệp ra đời</a:t>
            </a:r>
          </a:p>
        </p:txBody>
      </p:sp>
      <p:sp>
        <p:nvSpPr>
          <p:cNvPr id="63490" name="Rectangle 2"/>
          <p:cNvSpPr>
            <a:spLocks noGrp="1" noChangeArrowheads="1"/>
          </p:cNvSpPr>
          <p:nvPr>
            <p:ph type="title"/>
          </p:nvPr>
        </p:nvSpPr>
        <p:spPr>
          <a:xfrm>
            <a:off x="0" y="473075"/>
            <a:ext cx="9144000" cy="822325"/>
          </a:xfrm>
        </p:spPr>
        <p:txBody>
          <a:bodyPr>
            <a:normAutofit fontScale="90000"/>
          </a:bodyPr>
          <a:lstStyle/>
          <a:p>
            <a:pPr algn="just" eaLnBrk="1" hangingPunct="1"/>
            <a:r>
              <a:rPr lang="en-US" sz="3300" b="1" i="1">
                <a:solidFill>
                  <a:srgbClr val="0000CC"/>
                </a:solidFill>
              </a:rPr>
              <a:t>1.1.2.2. Sự phân hoá giai cấp trong xã hội và Nhà nước xuất hiện</a:t>
            </a:r>
          </a:p>
        </p:txBody>
      </p:sp>
      <p:pic>
        <p:nvPicPr>
          <p:cNvPr id="14340" name="Picture 4" descr="105bdec6[1]"/>
          <p:cNvPicPr>
            <a:picLocks noChangeAspect="1" noChangeArrowheads="1" noCrop="1"/>
          </p:cNvPicPr>
          <p:nvPr/>
        </p:nvPicPr>
        <p:blipFill>
          <a:blip r:embed="rId2"/>
          <a:srcRect/>
          <a:stretch>
            <a:fillRect/>
          </a:stretch>
        </p:blipFill>
        <p:spPr bwMode="auto">
          <a:xfrm>
            <a:off x="3619500" y="5724525"/>
            <a:ext cx="1409700" cy="1209675"/>
          </a:xfrm>
          <a:prstGeom prst="rect">
            <a:avLst/>
          </a:prstGeom>
          <a:noFill/>
          <a:ln w="9525">
            <a:noFill/>
            <a:miter lim="800000"/>
            <a:headEnd/>
            <a:tailEnd/>
          </a:ln>
        </p:spPr>
      </p:pic>
      <p:pic>
        <p:nvPicPr>
          <p:cNvPr id="14341" name="Picture 5" descr="89eb3ae0[1]"/>
          <p:cNvPicPr>
            <a:picLocks noChangeAspect="1" noChangeArrowheads="1" noCrop="1"/>
          </p:cNvPicPr>
          <p:nvPr/>
        </p:nvPicPr>
        <p:blipFill>
          <a:blip r:embed="rId3"/>
          <a:srcRect/>
          <a:stretch>
            <a:fillRect/>
          </a:stretch>
        </p:blipFill>
        <p:spPr bwMode="auto">
          <a:xfrm>
            <a:off x="-152400" y="1981200"/>
            <a:ext cx="1395413" cy="1619250"/>
          </a:xfrm>
          <a:prstGeom prst="rect">
            <a:avLst/>
          </a:prstGeom>
          <a:noFill/>
          <a:ln w="9525">
            <a:noFill/>
            <a:miter lim="800000"/>
            <a:headEnd/>
            <a:tailEnd/>
          </a:ln>
        </p:spPr>
      </p:pic>
      <p:pic>
        <p:nvPicPr>
          <p:cNvPr id="14342" name="Picture 6" descr="f9180cd5[1]"/>
          <p:cNvPicPr>
            <a:picLocks noChangeAspect="1" noChangeArrowheads="1" noCrop="1"/>
          </p:cNvPicPr>
          <p:nvPr/>
        </p:nvPicPr>
        <p:blipFill>
          <a:blip r:embed="rId4"/>
          <a:srcRect/>
          <a:stretch>
            <a:fillRect/>
          </a:stretch>
        </p:blipFill>
        <p:spPr bwMode="auto">
          <a:xfrm>
            <a:off x="6553200" y="1143000"/>
            <a:ext cx="2743200" cy="1714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3490"/>
                                        </p:tgtEl>
                                        <p:attrNameLst>
                                          <p:attrName>style.visibility</p:attrName>
                                        </p:attrNameLst>
                                      </p:cBhvr>
                                      <p:to>
                                        <p:strVal val="visible"/>
                                      </p:to>
                                    </p:set>
                                    <p:anim calcmode="lin" valueType="num">
                                      <p:cBhvr>
                                        <p:cTn id="7" dur="500" fill="hold"/>
                                        <p:tgtEl>
                                          <p:spTgt spid="63490"/>
                                        </p:tgtEl>
                                        <p:attrNameLst>
                                          <p:attrName>ppt_w</p:attrName>
                                        </p:attrNameLst>
                                      </p:cBhvr>
                                      <p:tavLst>
                                        <p:tav tm="0">
                                          <p:val>
                                            <p:fltVal val="0"/>
                                          </p:val>
                                        </p:tav>
                                        <p:tav tm="100000">
                                          <p:val>
                                            <p:strVal val="#ppt_w"/>
                                          </p:val>
                                        </p:tav>
                                      </p:tavLst>
                                    </p:anim>
                                    <p:anim calcmode="lin" valueType="num">
                                      <p:cBhvr>
                                        <p:cTn id="8" dur="500" fill="hold"/>
                                        <p:tgtEl>
                                          <p:spTgt spid="63490"/>
                                        </p:tgtEl>
                                        <p:attrNameLst>
                                          <p:attrName>ppt_h</p:attrName>
                                        </p:attrNameLst>
                                      </p:cBhvr>
                                      <p:tavLst>
                                        <p:tav tm="0">
                                          <p:val>
                                            <p:fltVal val="0"/>
                                          </p:val>
                                        </p:tav>
                                        <p:tav tm="100000">
                                          <p:val>
                                            <p:strVal val="#ppt_h"/>
                                          </p:val>
                                        </p:tav>
                                      </p:tavLst>
                                    </p:anim>
                                    <p:animEffect transition="in" filter="fade">
                                      <p:cBhvr>
                                        <p:cTn id="9" dur="500"/>
                                        <p:tgtEl>
                                          <p:spTgt spid="63490"/>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3491">
                                            <p:txEl>
                                              <p:pRg st="0" end="0"/>
                                            </p:txEl>
                                          </p:spTgt>
                                        </p:tgtEl>
                                        <p:attrNameLst>
                                          <p:attrName>style.visibility</p:attrName>
                                        </p:attrNameLst>
                                      </p:cBhvr>
                                      <p:to>
                                        <p:strVal val="visible"/>
                                      </p:to>
                                    </p:set>
                                    <p:animEffect transition="in" filter="fade">
                                      <p:cBhvr>
                                        <p:cTn id="14" dur="1000">
                                          <p:stCondLst>
                                            <p:cond delay="0"/>
                                          </p:stCondLst>
                                        </p:cTn>
                                        <p:tgtEl>
                                          <p:spTgt spid="6349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63491">
                                            <p:txEl>
                                              <p:pRg st="1" end="1"/>
                                            </p:txEl>
                                          </p:spTgt>
                                        </p:tgtEl>
                                        <p:attrNameLst>
                                          <p:attrName>style.visibility</p:attrName>
                                        </p:attrNameLst>
                                      </p:cBhvr>
                                      <p:to>
                                        <p:strVal val="visible"/>
                                      </p:to>
                                    </p:set>
                                    <p:animEffect transition="in" filter="fade">
                                      <p:cBhvr>
                                        <p:cTn id="19" dur="1000">
                                          <p:stCondLst>
                                            <p:cond delay="0"/>
                                          </p:stCondLst>
                                        </p:cTn>
                                        <p:tgtEl>
                                          <p:spTgt spid="63491">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3491">
                                            <p:txEl>
                                              <p:pRg st="2" end="2"/>
                                            </p:txEl>
                                          </p:spTgt>
                                        </p:tgtEl>
                                        <p:attrNameLst>
                                          <p:attrName>style.visibility</p:attrName>
                                        </p:attrNameLst>
                                      </p:cBhvr>
                                      <p:to>
                                        <p:strVal val="visible"/>
                                      </p:to>
                                    </p:set>
                                    <p:animEffect transition="in" filter="fade">
                                      <p:cBhvr>
                                        <p:cTn id="24" dur="1000">
                                          <p:stCondLst>
                                            <p:cond delay="0"/>
                                          </p:stCondLst>
                                        </p:cTn>
                                        <p:tgtEl>
                                          <p:spTgt spid="63491">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3491">
                                            <p:txEl>
                                              <p:pRg st="3" end="3"/>
                                            </p:txEl>
                                          </p:spTgt>
                                        </p:tgtEl>
                                        <p:attrNameLst>
                                          <p:attrName>style.visibility</p:attrName>
                                        </p:attrNameLst>
                                      </p:cBhvr>
                                      <p:to>
                                        <p:strVal val="visible"/>
                                      </p:to>
                                    </p:set>
                                    <p:animEffect transition="in" filter="fade">
                                      <p:cBhvr>
                                        <p:cTn id="29" dur="1000">
                                          <p:stCondLst>
                                            <p:cond delay="0"/>
                                          </p:stCondLst>
                                        </p:cTn>
                                        <p:tgtEl>
                                          <p:spTgt spid="63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P spid="6349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Content Placeholder 3"/>
          <p:cNvSpPr>
            <a:spLocks noGrp="1"/>
          </p:cNvSpPr>
          <p:nvPr>
            <p:ph idx="1"/>
          </p:nvPr>
        </p:nvSpPr>
        <p:spPr>
          <a:xfrm>
            <a:off x="457200" y="1143000"/>
            <a:ext cx="8229600" cy="4864291"/>
          </a:xfrm>
        </p:spPr>
        <p:txBody>
          <a:bodyPr>
            <a:normAutofit fontScale="92500"/>
          </a:bodyPr>
          <a:lstStyle/>
          <a:p>
            <a:r>
              <a:rPr lang="vi-VN" sz="2400">
                <a:latin typeface="Arial" pitchFamily="34" charset="0"/>
                <a:cs typeface="Arial" pitchFamily="34" charset="0"/>
              </a:rPr>
              <a:t>Quan điểm Mác-Lênin về nguồn gốc nhà nước và pháp luật</a:t>
            </a:r>
            <a:r>
              <a:rPr lang="en-US" sz="2400">
                <a:latin typeface="Arial" pitchFamily="34" charset="0"/>
                <a:cs typeface="Arial" pitchFamily="34" charset="0"/>
              </a:rPr>
              <a:t>. </a:t>
            </a:r>
            <a:r>
              <a:rPr lang="en-US" sz="2400" err="1">
                <a:latin typeface="Arial" pitchFamily="34" charset="0"/>
                <a:cs typeface="Arial" pitchFamily="34" charset="0"/>
              </a:rPr>
              <a:t>Nhà</a:t>
            </a:r>
            <a:r>
              <a:rPr lang="en-US" sz="2400">
                <a:latin typeface="Arial" pitchFamily="34" charset="0"/>
                <a:cs typeface="Arial" pitchFamily="34" charset="0"/>
              </a:rPr>
              <a:t> </a:t>
            </a:r>
            <a:r>
              <a:rPr lang="en-US" sz="2400" err="1">
                <a:latin typeface="Arial" pitchFamily="34" charset="0"/>
                <a:cs typeface="Arial" pitchFamily="34" charset="0"/>
              </a:rPr>
              <a:t>nước</a:t>
            </a:r>
            <a:r>
              <a:rPr lang="en-US" sz="2400">
                <a:latin typeface="Arial" pitchFamily="34" charset="0"/>
                <a:cs typeface="Arial" pitchFamily="34" charset="0"/>
              </a:rPr>
              <a:t> </a:t>
            </a:r>
            <a:r>
              <a:rPr lang="en-US" sz="2400" err="1">
                <a:latin typeface="Arial" pitchFamily="34" charset="0"/>
                <a:cs typeface="Arial" pitchFamily="34" charset="0"/>
              </a:rPr>
              <a:t>và</a:t>
            </a:r>
            <a:r>
              <a:rPr lang="en-US" sz="2400">
                <a:latin typeface="Arial" pitchFamily="34" charset="0"/>
                <a:cs typeface="Arial" pitchFamily="34" charset="0"/>
              </a:rPr>
              <a:t> </a:t>
            </a:r>
            <a:r>
              <a:rPr lang="en-US" sz="2400" err="1">
                <a:latin typeface="Arial" pitchFamily="34" charset="0"/>
                <a:cs typeface="Arial" pitchFamily="34" charset="0"/>
              </a:rPr>
              <a:t>pháp</a:t>
            </a:r>
            <a:r>
              <a:rPr lang="en-US" sz="2400">
                <a:latin typeface="Arial" pitchFamily="34" charset="0"/>
                <a:cs typeface="Arial" pitchFamily="34" charset="0"/>
              </a:rPr>
              <a:t> </a:t>
            </a:r>
            <a:r>
              <a:rPr lang="en-US" sz="2400" err="1">
                <a:latin typeface="Arial" pitchFamily="34" charset="0"/>
                <a:cs typeface="Arial" pitchFamily="34" charset="0"/>
              </a:rPr>
              <a:t>luật</a:t>
            </a:r>
            <a:r>
              <a:rPr lang="en-US" sz="2400">
                <a:latin typeface="Arial" pitchFamily="34" charset="0"/>
                <a:cs typeface="Arial" pitchFamily="34" charset="0"/>
              </a:rPr>
              <a:t> </a:t>
            </a:r>
            <a:r>
              <a:rPr lang="en-US" sz="2400" err="1">
                <a:latin typeface="Arial" pitchFamily="34" charset="0"/>
                <a:cs typeface="Arial" pitchFamily="34" charset="0"/>
              </a:rPr>
              <a:t>ra</a:t>
            </a:r>
            <a:r>
              <a:rPr lang="en-US" sz="2400">
                <a:latin typeface="Arial" pitchFamily="34" charset="0"/>
                <a:cs typeface="Arial" pitchFamily="34" charset="0"/>
              </a:rPr>
              <a:t> </a:t>
            </a:r>
            <a:r>
              <a:rPr lang="en-US" sz="2400" err="1">
                <a:latin typeface="Arial" pitchFamily="34" charset="0"/>
                <a:cs typeface="Arial" pitchFamily="34" charset="0"/>
              </a:rPr>
              <a:t>đời</a:t>
            </a:r>
            <a:r>
              <a:rPr lang="en-US" sz="2400">
                <a:latin typeface="Arial" pitchFamily="34" charset="0"/>
                <a:cs typeface="Arial" pitchFamily="34" charset="0"/>
              </a:rPr>
              <a:t> do </a:t>
            </a:r>
            <a:r>
              <a:rPr lang="en-US" sz="2400" err="1">
                <a:latin typeface="Arial" pitchFamily="34" charset="0"/>
                <a:cs typeface="Arial" pitchFamily="34" charset="0"/>
              </a:rPr>
              <a:t>hai</a:t>
            </a:r>
            <a:r>
              <a:rPr lang="en-US" sz="2400">
                <a:latin typeface="Arial" pitchFamily="34" charset="0"/>
                <a:cs typeface="Arial" pitchFamily="34" charset="0"/>
              </a:rPr>
              <a:t> </a:t>
            </a:r>
            <a:r>
              <a:rPr lang="en-US" sz="2400" err="1">
                <a:latin typeface="Arial" pitchFamily="34" charset="0"/>
                <a:cs typeface="Arial" pitchFamily="34" charset="0"/>
              </a:rPr>
              <a:t>nguyên</a:t>
            </a:r>
            <a:r>
              <a:rPr lang="en-US" sz="2400">
                <a:latin typeface="Arial" pitchFamily="34" charset="0"/>
                <a:cs typeface="Arial" pitchFamily="34" charset="0"/>
              </a:rPr>
              <a:t> </a:t>
            </a:r>
            <a:r>
              <a:rPr lang="en-US" sz="2400" err="1">
                <a:latin typeface="Arial" pitchFamily="34" charset="0"/>
                <a:cs typeface="Arial" pitchFamily="34" charset="0"/>
              </a:rPr>
              <a:t>nhân</a:t>
            </a:r>
            <a:r>
              <a:rPr lang="en-US" sz="2400">
                <a:latin typeface="Arial" pitchFamily="34" charset="0"/>
                <a:cs typeface="Arial" pitchFamily="34" charset="0"/>
              </a:rPr>
              <a:t> </a:t>
            </a:r>
            <a:r>
              <a:rPr lang="en-US" sz="2400" err="1">
                <a:latin typeface="Arial" pitchFamily="34" charset="0"/>
                <a:cs typeface="Arial" pitchFamily="34" charset="0"/>
              </a:rPr>
              <a:t>chính</a:t>
            </a:r>
            <a:r>
              <a:rPr lang="en-US" sz="2400">
                <a:latin typeface="Arial" pitchFamily="34" charset="0"/>
                <a:cs typeface="Arial" pitchFamily="34" charset="0"/>
              </a:rPr>
              <a:t> </a:t>
            </a:r>
            <a:r>
              <a:rPr lang="en-US" sz="2400" err="1">
                <a:latin typeface="Arial" pitchFamily="34" charset="0"/>
                <a:cs typeface="Arial" pitchFamily="34" charset="0"/>
              </a:rPr>
              <a:t>là</a:t>
            </a:r>
            <a:r>
              <a:rPr lang="en-US" sz="2400">
                <a:latin typeface="Arial" pitchFamily="34" charset="0"/>
                <a:cs typeface="Arial" pitchFamily="34" charset="0"/>
              </a:rPr>
              <a:t> </a:t>
            </a:r>
            <a:r>
              <a:rPr lang="en-US" sz="2400" err="1">
                <a:latin typeface="Arial" pitchFamily="34" charset="0"/>
                <a:cs typeface="Arial" pitchFamily="34" charset="0"/>
              </a:rPr>
              <a:t>kinh</a:t>
            </a:r>
            <a:r>
              <a:rPr lang="en-US" sz="2400">
                <a:latin typeface="Arial" pitchFamily="34" charset="0"/>
                <a:cs typeface="Arial" pitchFamily="34" charset="0"/>
              </a:rPr>
              <a:t> </a:t>
            </a:r>
            <a:r>
              <a:rPr lang="en-US" sz="2400" err="1">
                <a:latin typeface="Arial" pitchFamily="34" charset="0"/>
                <a:cs typeface="Arial" pitchFamily="34" charset="0"/>
              </a:rPr>
              <a:t>tế</a:t>
            </a:r>
            <a:r>
              <a:rPr lang="en-US" sz="2400">
                <a:latin typeface="Arial" pitchFamily="34" charset="0"/>
                <a:cs typeface="Arial" pitchFamily="34" charset="0"/>
              </a:rPr>
              <a:t> </a:t>
            </a:r>
            <a:r>
              <a:rPr lang="en-US" sz="2400" err="1">
                <a:latin typeface="Arial" pitchFamily="34" charset="0"/>
                <a:cs typeface="Arial" pitchFamily="34" charset="0"/>
              </a:rPr>
              <a:t>và</a:t>
            </a:r>
            <a:r>
              <a:rPr lang="en-US" sz="2400">
                <a:latin typeface="Arial" pitchFamily="34" charset="0"/>
                <a:cs typeface="Arial" pitchFamily="34" charset="0"/>
              </a:rPr>
              <a:t> </a:t>
            </a:r>
            <a:r>
              <a:rPr lang="en-US" sz="2400" err="1">
                <a:latin typeface="Arial" pitchFamily="34" charset="0"/>
                <a:cs typeface="Arial" pitchFamily="34" charset="0"/>
              </a:rPr>
              <a:t>xã</a:t>
            </a:r>
            <a:r>
              <a:rPr lang="en-US" sz="2400">
                <a:latin typeface="Arial" pitchFamily="34" charset="0"/>
                <a:cs typeface="Arial" pitchFamily="34" charset="0"/>
              </a:rPr>
              <a:t> </a:t>
            </a:r>
            <a:r>
              <a:rPr lang="en-US" sz="2400" err="1">
                <a:latin typeface="Arial" pitchFamily="34" charset="0"/>
                <a:cs typeface="Arial" pitchFamily="34" charset="0"/>
              </a:rPr>
              <a:t>hội</a:t>
            </a:r>
            <a:endParaRPr lang="en-US" sz="2400">
              <a:latin typeface="Arial" pitchFamily="34" charset="0"/>
              <a:cs typeface="Arial" pitchFamily="34" charset="0"/>
            </a:endParaRPr>
          </a:p>
          <a:p>
            <a:pPr marL="566928" indent="-457200">
              <a:buNone/>
            </a:pPr>
            <a:r>
              <a:rPr lang="en-US" sz="2400">
                <a:latin typeface="Arial" pitchFamily="34" charset="0"/>
                <a:cs typeface="Arial" pitchFamily="34" charset="0"/>
              </a:rPr>
              <a:t>1. </a:t>
            </a:r>
            <a:r>
              <a:rPr lang="en-US" sz="2400" err="1">
                <a:latin typeface="Arial" pitchFamily="34" charset="0"/>
                <a:cs typeface="Arial" pitchFamily="34" charset="0"/>
              </a:rPr>
              <a:t>Nguyên</a:t>
            </a:r>
            <a:r>
              <a:rPr lang="en-US" sz="2400">
                <a:latin typeface="Arial" pitchFamily="34" charset="0"/>
                <a:cs typeface="Arial" pitchFamily="34" charset="0"/>
              </a:rPr>
              <a:t> </a:t>
            </a:r>
            <a:r>
              <a:rPr lang="en-US" sz="2400" err="1">
                <a:latin typeface="Arial" pitchFamily="34" charset="0"/>
                <a:cs typeface="Arial" pitchFamily="34" charset="0"/>
              </a:rPr>
              <a:t>nhân</a:t>
            </a:r>
            <a:r>
              <a:rPr lang="en-US" sz="2400">
                <a:latin typeface="Arial" pitchFamily="34" charset="0"/>
                <a:cs typeface="Arial" pitchFamily="34" charset="0"/>
              </a:rPr>
              <a:t> </a:t>
            </a:r>
            <a:r>
              <a:rPr lang="en-US" sz="2400" err="1">
                <a:latin typeface="Arial" pitchFamily="34" charset="0"/>
                <a:cs typeface="Arial" pitchFamily="34" charset="0"/>
              </a:rPr>
              <a:t>kinh</a:t>
            </a:r>
            <a:r>
              <a:rPr lang="en-US" sz="2400">
                <a:latin typeface="Arial" pitchFamily="34" charset="0"/>
                <a:cs typeface="Arial" pitchFamily="34" charset="0"/>
              </a:rPr>
              <a:t> </a:t>
            </a:r>
            <a:r>
              <a:rPr lang="en-US" sz="2400" err="1">
                <a:latin typeface="Arial" pitchFamily="34" charset="0"/>
                <a:cs typeface="Arial" pitchFamily="34" charset="0"/>
              </a:rPr>
              <a:t>tế</a:t>
            </a:r>
            <a:r>
              <a:rPr lang="en-US" sz="2400">
                <a:latin typeface="Arial" pitchFamily="34" charset="0"/>
                <a:cs typeface="Arial" pitchFamily="34" charset="0"/>
              </a:rPr>
              <a:t>: </a:t>
            </a:r>
          </a:p>
          <a:p>
            <a:pPr marL="566928" indent="-457200">
              <a:buFont typeface="Arial" pitchFamily="34" charset="0"/>
              <a:buChar char="•"/>
            </a:pPr>
            <a:r>
              <a:rPr lang="en-US" sz="2400" err="1">
                <a:latin typeface="Arial" pitchFamily="34" charset="0"/>
                <a:cs typeface="Arial" pitchFamily="34" charset="0"/>
              </a:rPr>
              <a:t>Sự</a:t>
            </a:r>
            <a:r>
              <a:rPr lang="en-US" sz="2400">
                <a:latin typeface="Arial" pitchFamily="34" charset="0"/>
                <a:cs typeface="Arial" pitchFamily="34" charset="0"/>
              </a:rPr>
              <a:t> </a:t>
            </a:r>
            <a:r>
              <a:rPr lang="en-US" sz="2400" err="1">
                <a:latin typeface="Arial" pitchFamily="34" charset="0"/>
                <a:cs typeface="Arial" pitchFamily="34" charset="0"/>
              </a:rPr>
              <a:t>phát</a:t>
            </a:r>
            <a:r>
              <a:rPr lang="en-US" sz="2400">
                <a:latin typeface="Arial" pitchFamily="34" charset="0"/>
                <a:cs typeface="Arial" pitchFamily="34" charset="0"/>
              </a:rPr>
              <a:t> </a:t>
            </a:r>
            <a:r>
              <a:rPr lang="en-US" sz="2400" err="1">
                <a:latin typeface="Arial" pitchFamily="34" charset="0"/>
                <a:cs typeface="Arial" pitchFamily="34" charset="0"/>
              </a:rPr>
              <a:t>triển</a:t>
            </a:r>
            <a:r>
              <a:rPr lang="en-US" sz="2400">
                <a:latin typeface="Arial" pitchFamily="34" charset="0"/>
                <a:cs typeface="Arial" pitchFamily="34" charset="0"/>
              </a:rPr>
              <a:t> </a:t>
            </a:r>
            <a:r>
              <a:rPr lang="en-US" sz="2400" err="1">
                <a:latin typeface="Arial" pitchFamily="34" charset="0"/>
                <a:cs typeface="Arial" pitchFamily="34" charset="0"/>
              </a:rPr>
              <a:t>của</a:t>
            </a:r>
            <a:r>
              <a:rPr lang="en-US" sz="2400">
                <a:latin typeface="Arial" pitchFamily="34" charset="0"/>
                <a:cs typeface="Arial" pitchFamily="34" charset="0"/>
              </a:rPr>
              <a:t> </a:t>
            </a:r>
            <a:r>
              <a:rPr lang="en-US" sz="2400" err="1">
                <a:latin typeface="Arial" pitchFamily="34" charset="0"/>
                <a:cs typeface="Arial" pitchFamily="34" charset="0"/>
              </a:rPr>
              <a:t>lực</a:t>
            </a:r>
            <a:r>
              <a:rPr lang="en-US" sz="2400">
                <a:latin typeface="Arial" pitchFamily="34" charset="0"/>
                <a:cs typeface="Arial" pitchFamily="34" charset="0"/>
              </a:rPr>
              <a:t> </a:t>
            </a:r>
            <a:r>
              <a:rPr lang="en-US" sz="2400" err="1">
                <a:latin typeface="Arial" pitchFamily="34" charset="0"/>
                <a:cs typeface="Arial" pitchFamily="34" charset="0"/>
              </a:rPr>
              <a:t>lượng</a:t>
            </a:r>
            <a:r>
              <a:rPr lang="en-US" sz="2400">
                <a:latin typeface="Arial" pitchFamily="34" charset="0"/>
                <a:cs typeface="Arial" pitchFamily="34" charset="0"/>
              </a:rPr>
              <a:t> </a:t>
            </a:r>
            <a:r>
              <a:rPr lang="en-US" sz="2400" err="1">
                <a:latin typeface="Arial" pitchFamily="34" charset="0"/>
                <a:cs typeface="Arial" pitchFamily="34" charset="0"/>
              </a:rPr>
              <a:t>sản</a:t>
            </a:r>
            <a:r>
              <a:rPr lang="en-US" sz="2400">
                <a:latin typeface="Arial" pitchFamily="34" charset="0"/>
                <a:cs typeface="Arial" pitchFamily="34" charset="0"/>
              </a:rPr>
              <a:t> </a:t>
            </a:r>
            <a:r>
              <a:rPr lang="en-US" sz="2400" err="1">
                <a:latin typeface="Arial" pitchFamily="34" charset="0"/>
                <a:cs typeface="Arial" pitchFamily="34" charset="0"/>
              </a:rPr>
              <a:t>xuất</a:t>
            </a:r>
            <a:r>
              <a:rPr lang="en-US" sz="2400">
                <a:latin typeface="Arial" pitchFamily="34" charset="0"/>
                <a:cs typeface="Arial" pitchFamily="34" charset="0"/>
              </a:rPr>
              <a:t> </a:t>
            </a:r>
            <a:r>
              <a:rPr lang="en-US" sz="2400" err="1">
                <a:latin typeface="Arial" pitchFamily="34" charset="0"/>
                <a:cs typeface="Arial" pitchFamily="34" charset="0"/>
              </a:rPr>
              <a:t>dẫn</a:t>
            </a:r>
            <a:r>
              <a:rPr lang="en-US" sz="2400">
                <a:latin typeface="Arial" pitchFamily="34" charset="0"/>
                <a:cs typeface="Arial" pitchFamily="34" charset="0"/>
              </a:rPr>
              <a:t> </a:t>
            </a:r>
            <a:r>
              <a:rPr lang="en-US" sz="2400" err="1">
                <a:latin typeface="Arial" pitchFamily="34" charset="0"/>
                <a:cs typeface="Arial" pitchFamily="34" charset="0"/>
              </a:rPr>
              <a:t>đến</a:t>
            </a:r>
            <a:r>
              <a:rPr lang="en-US" sz="2400">
                <a:latin typeface="Arial" pitchFamily="34" charset="0"/>
                <a:cs typeface="Arial" pitchFamily="34" charset="0"/>
              </a:rPr>
              <a:t> </a:t>
            </a:r>
            <a:r>
              <a:rPr lang="en-US" sz="2400" err="1">
                <a:latin typeface="Arial" pitchFamily="34" charset="0"/>
                <a:cs typeface="Arial" pitchFamily="34" charset="0"/>
              </a:rPr>
              <a:t>sự</a:t>
            </a:r>
            <a:r>
              <a:rPr lang="en-US" sz="2400">
                <a:latin typeface="Arial" pitchFamily="34" charset="0"/>
                <a:cs typeface="Arial" pitchFamily="34" charset="0"/>
              </a:rPr>
              <a:t> </a:t>
            </a:r>
            <a:r>
              <a:rPr lang="en-US" sz="2400" err="1">
                <a:latin typeface="Arial" pitchFamily="34" charset="0"/>
                <a:cs typeface="Arial" pitchFamily="34" charset="0"/>
              </a:rPr>
              <a:t>phân</a:t>
            </a:r>
            <a:r>
              <a:rPr lang="en-US" sz="2400">
                <a:latin typeface="Arial" pitchFamily="34" charset="0"/>
                <a:cs typeface="Arial" pitchFamily="34" charset="0"/>
              </a:rPr>
              <a:t> </a:t>
            </a:r>
            <a:r>
              <a:rPr lang="en-US" sz="2400" err="1">
                <a:latin typeface="Arial" pitchFamily="34" charset="0"/>
                <a:cs typeface="Arial" pitchFamily="34" charset="0"/>
              </a:rPr>
              <a:t>công</a:t>
            </a:r>
            <a:r>
              <a:rPr lang="en-US" sz="2400">
                <a:latin typeface="Arial" pitchFamily="34" charset="0"/>
                <a:cs typeface="Arial" pitchFamily="34" charset="0"/>
              </a:rPr>
              <a:t> </a:t>
            </a:r>
            <a:r>
              <a:rPr lang="en-US" sz="2400" err="1">
                <a:latin typeface="Arial" pitchFamily="34" charset="0"/>
                <a:cs typeface="Arial" pitchFamily="34" charset="0"/>
              </a:rPr>
              <a:t>lao</a:t>
            </a:r>
            <a:r>
              <a:rPr lang="en-US" sz="2400">
                <a:latin typeface="Arial" pitchFamily="34" charset="0"/>
                <a:cs typeface="Arial" pitchFamily="34" charset="0"/>
              </a:rPr>
              <a:t> </a:t>
            </a:r>
            <a:r>
              <a:rPr lang="en-US" sz="2400" err="1">
                <a:latin typeface="Arial" pitchFamily="34" charset="0"/>
                <a:cs typeface="Arial" pitchFamily="34" charset="0"/>
              </a:rPr>
              <a:t>động</a:t>
            </a:r>
            <a:r>
              <a:rPr lang="en-US" sz="2400">
                <a:latin typeface="Arial" pitchFamily="34" charset="0"/>
                <a:cs typeface="Arial" pitchFamily="34" charset="0"/>
              </a:rPr>
              <a:t> </a:t>
            </a:r>
            <a:r>
              <a:rPr lang="en-US" sz="2400" err="1">
                <a:latin typeface="Arial" pitchFamily="34" charset="0"/>
                <a:cs typeface="Arial" pitchFamily="34" charset="0"/>
              </a:rPr>
              <a:t>xã</a:t>
            </a:r>
            <a:r>
              <a:rPr lang="en-US" sz="2400">
                <a:latin typeface="Arial" pitchFamily="34" charset="0"/>
                <a:cs typeface="Arial" pitchFamily="34" charset="0"/>
              </a:rPr>
              <a:t> </a:t>
            </a:r>
            <a:r>
              <a:rPr lang="en-US" sz="2400" err="1">
                <a:latin typeface="Arial" pitchFamily="34" charset="0"/>
                <a:cs typeface="Arial" pitchFamily="34" charset="0"/>
              </a:rPr>
              <a:t>hội</a:t>
            </a:r>
            <a:r>
              <a:rPr lang="en-US" sz="2400">
                <a:latin typeface="Arial" pitchFamily="34" charset="0"/>
                <a:cs typeface="Arial" pitchFamily="34" charset="0"/>
              </a:rPr>
              <a:t> </a:t>
            </a:r>
            <a:r>
              <a:rPr lang="en-US" sz="2400" err="1">
                <a:latin typeface="Arial" pitchFamily="34" charset="0"/>
                <a:cs typeface="Arial" pitchFamily="34" charset="0"/>
              </a:rPr>
              <a:t>và</a:t>
            </a:r>
            <a:r>
              <a:rPr lang="en-US" sz="2400">
                <a:latin typeface="Arial" pitchFamily="34" charset="0"/>
                <a:cs typeface="Arial" pitchFamily="34" charset="0"/>
              </a:rPr>
              <a:t> </a:t>
            </a:r>
            <a:r>
              <a:rPr lang="en-US" sz="2400" err="1">
                <a:latin typeface="Arial" pitchFamily="34" charset="0"/>
                <a:cs typeface="Arial" pitchFamily="34" charset="0"/>
              </a:rPr>
              <a:t>sự</a:t>
            </a:r>
            <a:r>
              <a:rPr lang="en-US" sz="2400">
                <a:latin typeface="Arial" pitchFamily="34" charset="0"/>
                <a:cs typeface="Arial" pitchFamily="34" charset="0"/>
              </a:rPr>
              <a:t> </a:t>
            </a:r>
            <a:r>
              <a:rPr lang="en-US" sz="2400" err="1">
                <a:latin typeface="Arial" pitchFamily="34" charset="0"/>
                <a:cs typeface="Arial" pitchFamily="34" charset="0"/>
              </a:rPr>
              <a:t>xuất</a:t>
            </a:r>
            <a:r>
              <a:rPr lang="en-US" sz="2400">
                <a:latin typeface="Arial" pitchFamily="34" charset="0"/>
                <a:cs typeface="Arial" pitchFamily="34" charset="0"/>
              </a:rPr>
              <a:t> </a:t>
            </a:r>
            <a:r>
              <a:rPr lang="en-US" sz="2400" err="1">
                <a:latin typeface="Arial" pitchFamily="34" charset="0"/>
                <a:cs typeface="Arial" pitchFamily="34" charset="0"/>
              </a:rPr>
              <a:t>hiện</a:t>
            </a:r>
            <a:r>
              <a:rPr lang="en-US" sz="2400">
                <a:latin typeface="Arial" pitchFamily="34" charset="0"/>
                <a:cs typeface="Arial" pitchFamily="34" charset="0"/>
              </a:rPr>
              <a:t> </a:t>
            </a:r>
            <a:r>
              <a:rPr lang="en-US" sz="2400" err="1">
                <a:latin typeface="Arial" pitchFamily="34" charset="0"/>
                <a:cs typeface="Arial" pitchFamily="34" charset="0"/>
              </a:rPr>
              <a:t>của</a:t>
            </a:r>
            <a:r>
              <a:rPr lang="en-US" sz="2400">
                <a:latin typeface="Arial" pitchFamily="34" charset="0"/>
                <a:cs typeface="Arial" pitchFamily="34" charset="0"/>
              </a:rPr>
              <a:t> </a:t>
            </a:r>
            <a:r>
              <a:rPr lang="en-US" sz="2400" err="1">
                <a:latin typeface="Arial" pitchFamily="34" charset="0"/>
                <a:cs typeface="Arial" pitchFamily="34" charset="0"/>
              </a:rPr>
              <a:t>nền</a:t>
            </a:r>
            <a:r>
              <a:rPr lang="en-US" sz="2400">
                <a:latin typeface="Arial" pitchFamily="34" charset="0"/>
                <a:cs typeface="Arial" pitchFamily="34" charset="0"/>
              </a:rPr>
              <a:t> </a:t>
            </a:r>
            <a:r>
              <a:rPr lang="en-US" sz="2400" err="1">
                <a:latin typeface="Arial" pitchFamily="34" charset="0"/>
                <a:cs typeface="Arial" pitchFamily="34" charset="0"/>
              </a:rPr>
              <a:t>kinh</a:t>
            </a:r>
            <a:r>
              <a:rPr lang="en-US" sz="2400">
                <a:latin typeface="Arial" pitchFamily="34" charset="0"/>
                <a:cs typeface="Arial" pitchFamily="34" charset="0"/>
              </a:rPr>
              <a:t> </a:t>
            </a:r>
            <a:r>
              <a:rPr lang="en-US" sz="2400" err="1">
                <a:latin typeface="Arial" pitchFamily="34" charset="0"/>
                <a:cs typeface="Arial" pitchFamily="34" charset="0"/>
              </a:rPr>
              <a:t>tế</a:t>
            </a:r>
            <a:r>
              <a:rPr lang="en-US" sz="2400">
                <a:latin typeface="Arial" pitchFamily="34" charset="0"/>
                <a:cs typeface="Arial" pitchFamily="34" charset="0"/>
              </a:rPr>
              <a:t> </a:t>
            </a:r>
            <a:r>
              <a:rPr lang="en-US" sz="2400" err="1">
                <a:latin typeface="Arial" pitchFamily="34" charset="0"/>
                <a:cs typeface="Arial" pitchFamily="34" charset="0"/>
              </a:rPr>
              <a:t>sản</a:t>
            </a:r>
            <a:r>
              <a:rPr lang="en-US" sz="2400">
                <a:latin typeface="Arial" pitchFamily="34" charset="0"/>
                <a:cs typeface="Arial" pitchFamily="34" charset="0"/>
              </a:rPr>
              <a:t> </a:t>
            </a:r>
            <a:r>
              <a:rPr lang="en-US" sz="2400" err="1">
                <a:latin typeface="Arial" pitchFamily="34" charset="0"/>
                <a:cs typeface="Arial" pitchFamily="34" charset="0"/>
              </a:rPr>
              <a:t>xuất</a:t>
            </a:r>
            <a:r>
              <a:rPr lang="en-US" sz="2400">
                <a:latin typeface="Arial" pitchFamily="34" charset="0"/>
                <a:cs typeface="Arial" pitchFamily="34" charset="0"/>
              </a:rPr>
              <a:t> </a:t>
            </a:r>
            <a:r>
              <a:rPr lang="en-US" sz="2400" err="1">
                <a:latin typeface="Arial" pitchFamily="34" charset="0"/>
                <a:cs typeface="Arial" pitchFamily="34" charset="0"/>
              </a:rPr>
              <a:t>và</a:t>
            </a:r>
            <a:r>
              <a:rPr lang="en-US" sz="2400">
                <a:latin typeface="Arial" pitchFamily="34" charset="0"/>
                <a:cs typeface="Arial" pitchFamily="34" charset="0"/>
              </a:rPr>
              <a:t> </a:t>
            </a:r>
            <a:r>
              <a:rPr lang="en-US" sz="2400" err="1">
                <a:latin typeface="Arial" pitchFamily="34" charset="0"/>
                <a:cs typeface="Arial" pitchFamily="34" charset="0"/>
              </a:rPr>
              <a:t>trao</a:t>
            </a:r>
            <a:r>
              <a:rPr lang="en-US" sz="2400">
                <a:latin typeface="Arial" pitchFamily="34" charset="0"/>
                <a:cs typeface="Arial" pitchFamily="34" charset="0"/>
              </a:rPr>
              <a:t> </a:t>
            </a:r>
            <a:r>
              <a:rPr lang="en-US" sz="2400" err="1">
                <a:latin typeface="Arial" pitchFamily="34" charset="0"/>
                <a:cs typeface="Arial" pitchFamily="34" charset="0"/>
              </a:rPr>
              <a:t>đổi</a:t>
            </a:r>
            <a:r>
              <a:rPr lang="en-US" sz="2400">
                <a:latin typeface="Arial" pitchFamily="34" charset="0"/>
                <a:cs typeface="Arial" pitchFamily="34" charset="0"/>
              </a:rPr>
              <a:t>; </a:t>
            </a:r>
            <a:r>
              <a:rPr lang="en-US" sz="2400" err="1">
                <a:latin typeface="Arial" pitchFamily="34" charset="0"/>
                <a:cs typeface="Arial" pitchFamily="34" charset="0"/>
              </a:rPr>
              <a:t>sở</a:t>
            </a:r>
            <a:r>
              <a:rPr lang="en-US" sz="2400">
                <a:latin typeface="Arial" pitchFamily="34" charset="0"/>
                <a:cs typeface="Arial" pitchFamily="34" charset="0"/>
              </a:rPr>
              <a:t> </a:t>
            </a:r>
            <a:r>
              <a:rPr lang="en-US" sz="2400" err="1">
                <a:latin typeface="Arial" pitchFamily="34" charset="0"/>
                <a:cs typeface="Arial" pitchFamily="34" charset="0"/>
              </a:rPr>
              <a:t>hữu</a:t>
            </a:r>
            <a:r>
              <a:rPr lang="en-US" sz="2400">
                <a:latin typeface="Arial" pitchFamily="34" charset="0"/>
                <a:cs typeface="Arial" pitchFamily="34" charset="0"/>
              </a:rPr>
              <a:t> </a:t>
            </a:r>
            <a:r>
              <a:rPr lang="en-US" sz="2400" err="1">
                <a:latin typeface="Arial" pitchFamily="34" charset="0"/>
                <a:cs typeface="Arial" pitchFamily="34" charset="0"/>
              </a:rPr>
              <a:t>tư</a:t>
            </a:r>
            <a:r>
              <a:rPr lang="en-US" sz="2400">
                <a:latin typeface="Arial" pitchFamily="34" charset="0"/>
                <a:cs typeface="Arial" pitchFamily="34" charset="0"/>
              </a:rPr>
              <a:t> </a:t>
            </a:r>
            <a:r>
              <a:rPr lang="en-US" sz="2400" err="1">
                <a:latin typeface="Arial" pitchFamily="34" charset="0"/>
                <a:cs typeface="Arial" pitchFamily="34" charset="0"/>
              </a:rPr>
              <a:t>nhân</a:t>
            </a:r>
            <a:r>
              <a:rPr lang="en-US" sz="2400">
                <a:latin typeface="Arial" pitchFamily="34" charset="0"/>
                <a:cs typeface="Arial" pitchFamily="34" charset="0"/>
              </a:rPr>
              <a:t>.</a:t>
            </a:r>
          </a:p>
          <a:p>
            <a:pPr marL="566928" indent="-457200">
              <a:buNone/>
            </a:pPr>
            <a:r>
              <a:rPr lang="en-US" sz="2400">
                <a:latin typeface="Arial" pitchFamily="34" charset="0"/>
                <a:cs typeface="Arial" pitchFamily="34" charset="0"/>
              </a:rPr>
              <a:t>2. </a:t>
            </a:r>
            <a:r>
              <a:rPr lang="en-US" sz="2400" err="1">
                <a:latin typeface="Arial" pitchFamily="34" charset="0"/>
                <a:cs typeface="Arial" pitchFamily="34" charset="0"/>
              </a:rPr>
              <a:t>Nguyên</a:t>
            </a:r>
            <a:r>
              <a:rPr lang="en-US" sz="2400">
                <a:latin typeface="Arial" pitchFamily="34" charset="0"/>
                <a:cs typeface="Arial" pitchFamily="34" charset="0"/>
              </a:rPr>
              <a:t> </a:t>
            </a:r>
            <a:r>
              <a:rPr lang="en-US" sz="2400" err="1">
                <a:latin typeface="Arial" pitchFamily="34" charset="0"/>
                <a:cs typeface="Arial" pitchFamily="34" charset="0"/>
              </a:rPr>
              <a:t>nhân</a:t>
            </a:r>
            <a:r>
              <a:rPr lang="en-US" sz="2400">
                <a:latin typeface="Arial" pitchFamily="34" charset="0"/>
                <a:cs typeface="Arial" pitchFamily="34" charset="0"/>
              </a:rPr>
              <a:t> </a:t>
            </a:r>
            <a:r>
              <a:rPr lang="en-US" sz="2400" err="1">
                <a:latin typeface="Arial" pitchFamily="34" charset="0"/>
                <a:cs typeface="Arial" pitchFamily="34" charset="0"/>
              </a:rPr>
              <a:t>xã</a:t>
            </a:r>
            <a:r>
              <a:rPr lang="en-US" sz="2400">
                <a:latin typeface="Arial" pitchFamily="34" charset="0"/>
                <a:cs typeface="Arial" pitchFamily="34" charset="0"/>
              </a:rPr>
              <a:t> </a:t>
            </a:r>
            <a:r>
              <a:rPr lang="en-US" sz="2400" err="1">
                <a:latin typeface="Arial" pitchFamily="34" charset="0"/>
                <a:cs typeface="Arial" pitchFamily="34" charset="0"/>
              </a:rPr>
              <a:t>hội</a:t>
            </a:r>
            <a:r>
              <a:rPr lang="en-US" sz="2400">
                <a:latin typeface="Arial" pitchFamily="34" charset="0"/>
                <a:cs typeface="Arial" pitchFamily="34" charset="0"/>
              </a:rPr>
              <a:t>.</a:t>
            </a:r>
            <a:endParaRPr lang="vi-VN" sz="2400">
              <a:latin typeface="Arial" pitchFamily="34" charset="0"/>
              <a:cs typeface="Arial" pitchFamily="34" charset="0"/>
            </a:endParaRPr>
          </a:p>
          <a:p>
            <a:pPr>
              <a:buFont typeface="Wingdings" pitchFamily="2" charset="2"/>
              <a:buChar char="v"/>
            </a:pPr>
            <a:r>
              <a:rPr lang="vi-VN" sz="2400">
                <a:latin typeface="Arial" pitchFamily="34" charset="0"/>
                <a:cs typeface="Arial" pitchFamily="34" charset="0"/>
              </a:rPr>
              <a:t>Nhà nước và pháp luật ra đời khi trong xã hội có sự phân chia giai cấp</a:t>
            </a:r>
            <a:r>
              <a:rPr lang="en-US" sz="2400">
                <a:latin typeface="Arial" pitchFamily="34" charset="0"/>
                <a:cs typeface="Arial" pitchFamily="34" charset="0"/>
              </a:rPr>
              <a:t>. </a:t>
            </a:r>
            <a:r>
              <a:rPr lang="vi-VN" sz="2400">
                <a:latin typeface="Arial" pitchFamily="34" charset="0"/>
                <a:cs typeface="Arial" pitchFamily="34" charset="0"/>
              </a:rPr>
              <a:t>Các giai cấp có lợi ích khác nhau, xuất hiện những mâu thuẫn đối kháng giữa các giai cấp đó</a:t>
            </a:r>
          </a:p>
          <a:p>
            <a:pPr>
              <a:buFont typeface="Wingdings" pitchFamily="2" charset="2"/>
              <a:buChar char="v"/>
            </a:pPr>
            <a:r>
              <a:rPr lang="vi-VN" sz="2400">
                <a:latin typeface="Arial" pitchFamily="34" charset="0"/>
                <a:cs typeface="Arial" pitchFamily="34" charset="0"/>
              </a:rPr>
              <a:t>Khi mâu thuân đối kháng đó trở nên gay gắt không thể điều hòa được </a:t>
            </a:r>
            <a:r>
              <a:rPr lang="en-US" sz="2400" err="1">
                <a:latin typeface="Arial" pitchFamily="34" charset="0"/>
                <a:cs typeface="Arial" pitchFamily="34" charset="0"/>
              </a:rPr>
              <a:t>khi</a:t>
            </a:r>
            <a:r>
              <a:rPr lang="en-US" sz="2400">
                <a:latin typeface="Arial" pitchFamily="34" charset="0"/>
                <a:cs typeface="Arial" pitchFamily="34" charset="0"/>
              </a:rPr>
              <a:t> </a:t>
            </a:r>
            <a:r>
              <a:rPr lang="en-US" sz="2400" err="1">
                <a:latin typeface="Arial" pitchFamily="34" charset="0"/>
                <a:cs typeface="Arial" pitchFamily="34" charset="0"/>
              </a:rPr>
              <a:t>đó</a:t>
            </a:r>
            <a:r>
              <a:rPr lang="en-US" sz="2400">
                <a:latin typeface="Arial" pitchFamily="34" charset="0"/>
                <a:cs typeface="Arial" pitchFamily="34" charset="0"/>
              </a:rPr>
              <a:t> </a:t>
            </a:r>
            <a:r>
              <a:rPr lang="vi-VN" sz="2400">
                <a:latin typeface="Arial" pitchFamily="34" charset="0"/>
                <a:cs typeface="Arial" pitchFamily="34" charset="0"/>
              </a:rPr>
              <a:t>Nhà nước và pháp luật ra đời</a:t>
            </a:r>
          </a:p>
          <a:p>
            <a:pPr algn="just" eaLnBrk="1" hangingPunct="1"/>
            <a:endParaRPr lang="en-US" sz="1800">
              <a:latin typeface=".VnArial" pitchFamily="34" charset="0"/>
            </a:endParaRPr>
          </a:p>
        </p:txBody>
      </p:sp>
      <p:sp>
        <p:nvSpPr>
          <p:cNvPr id="6" name="Footer Placeholder 5"/>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pPr>
              <a:defRPr/>
            </a:pPr>
            <a:fld id="{EBFCB556-A9FA-4371-82F9-9DE6A954F661}" type="slidenum">
              <a:rPr lang="en-US"/>
              <a:pPr>
                <a:defRPr/>
              </a:pPr>
              <a:t>14</a:t>
            </a:fld>
            <a:endParaRPr lang="en-US"/>
          </a:p>
        </p:txBody>
      </p:sp>
      <p:sp>
        <p:nvSpPr>
          <p:cNvPr id="9218" name="Title 1"/>
          <p:cNvSpPr>
            <a:spLocks noGrp="1"/>
          </p:cNvSpPr>
          <p:nvPr>
            <p:ph type="title"/>
          </p:nvPr>
        </p:nvSpPr>
        <p:spPr>
          <a:xfrm>
            <a:off x="381000" y="152400"/>
            <a:ext cx="8229600" cy="914400"/>
          </a:xfrm>
        </p:spPr>
        <p:txBody>
          <a:bodyPr>
            <a:noAutofit/>
          </a:bodyPr>
          <a:lstStyle/>
          <a:p>
            <a:r>
              <a:rPr lang="vi-VN" sz="3200">
                <a:latin typeface="Arial" pitchFamily="34" charset="0"/>
                <a:cs typeface="Arial" pitchFamily="34" charset="0"/>
              </a:rPr>
              <a:t>2.1.1  Nguồn gốc ra đời </a:t>
            </a:r>
            <a:r>
              <a:rPr lang="en-US" sz="3200" err="1">
                <a:latin typeface="Arial" pitchFamily="34" charset="0"/>
                <a:cs typeface="Arial" pitchFamily="34" charset="0"/>
              </a:rPr>
              <a:t>của</a:t>
            </a:r>
            <a:r>
              <a:rPr lang="en-US" sz="3200">
                <a:latin typeface="Arial" pitchFamily="34" charset="0"/>
                <a:cs typeface="Arial" pitchFamily="34" charset="0"/>
              </a:rPr>
              <a:t> </a:t>
            </a:r>
            <a:r>
              <a:rPr lang="en-US" sz="3200" err="1">
                <a:latin typeface="Arial" pitchFamily="34" charset="0"/>
                <a:cs typeface="Arial" pitchFamily="34" charset="0"/>
              </a:rPr>
              <a:t>nhà</a:t>
            </a:r>
            <a:r>
              <a:rPr lang="en-US" sz="3200">
                <a:latin typeface="Arial" pitchFamily="34" charset="0"/>
                <a:cs typeface="Arial" pitchFamily="34" charset="0"/>
              </a:rPr>
              <a:t> </a:t>
            </a:r>
            <a:r>
              <a:rPr lang="en-US" sz="3200" err="1">
                <a:latin typeface="Arial" pitchFamily="34" charset="0"/>
                <a:cs typeface="Arial" pitchFamily="34" charset="0"/>
              </a:rPr>
              <a:t>nước</a:t>
            </a:r>
            <a:r>
              <a:rPr lang="en-US" sz="3200">
                <a:latin typeface="Arial" pitchFamily="34" charset="0"/>
                <a:cs typeface="Arial" pitchFamily="34" charset="0"/>
              </a:rPr>
              <a:t> </a:t>
            </a:r>
          </a:p>
        </p:txBody>
      </p:sp>
      <p:pic>
        <p:nvPicPr>
          <p:cNvPr id="9221" name="Picture 4" descr="imagesCAICZRMJ.jpg"/>
          <p:cNvPicPr>
            <a:picLocks noChangeAspect="1"/>
          </p:cNvPicPr>
          <p:nvPr/>
        </p:nvPicPr>
        <p:blipFill>
          <a:blip r:embed="rId2"/>
          <a:srcRect/>
          <a:stretch>
            <a:fillRect/>
          </a:stretch>
        </p:blipFill>
        <p:spPr bwMode="auto">
          <a:xfrm>
            <a:off x="6934200" y="5638800"/>
            <a:ext cx="2209799" cy="12192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ooter Placeholder 6"/>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pPr>
              <a:defRPr/>
            </a:pPr>
            <a:fld id="{D9B44C58-2E5E-4514-8EC8-1EEE9EE8CA10}" type="slidenum">
              <a:rPr lang="en-US"/>
              <a:pPr>
                <a:defRPr/>
              </a:pPr>
              <a:t>15</a:t>
            </a:fld>
            <a:endParaRPr lang="en-US"/>
          </a:p>
        </p:txBody>
      </p:sp>
      <p:sp>
        <p:nvSpPr>
          <p:cNvPr id="10242" name="Title 1"/>
          <p:cNvSpPr>
            <a:spLocks noGrp="1"/>
          </p:cNvSpPr>
          <p:nvPr>
            <p:ph type="title"/>
          </p:nvPr>
        </p:nvSpPr>
        <p:spPr/>
        <p:txBody>
          <a:bodyPr>
            <a:normAutofit/>
          </a:bodyPr>
          <a:lstStyle/>
          <a:p>
            <a:r>
              <a:rPr lang="en-US" sz="3200"/>
              <a:t>2</a:t>
            </a:r>
            <a:r>
              <a:rPr lang="vi-VN" sz="3200"/>
              <a:t>. Bản chất của nhà nước</a:t>
            </a:r>
            <a:endParaRPr lang="en-US" sz="3200">
              <a:latin typeface=".VnArial" pitchFamily="34" charset="0"/>
            </a:endParaRPr>
          </a:p>
        </p:txBody>
      </p:sp>
      <p:pic>
        <p:nvPicPr>
          <p:cNvPr id="10245" name="Picture 6" descr="imagesCAMBQ4FO.jpg"/>
          <p:cNvPicPr>
            <a:picLocks noChangeAspect="1"/>
          </p:cNvPicPr>
          <p:nvPr/>
        </p:nvPicPr>
        <p:blipFill>
          <a:blip r:embed="rId7"/>
          <a:srcRect/>
          <a:stretch>
            <a:fillRect/>
          </a:stretch>
        </p:blipFill>
        <p:spPr bwMode="auto">
          <a:xfrm>
            <a:off x="762000" y="1447800"/>
            <a:ext cx="1428750" cy="1285875"/>
          </a:xfrm>
          <a:prstGeom prst="rect">
            <a:avLst/>
          </a:prstGeom>
          <a:noFill/>
          <a:ln w="9525">
            <a:noFill/>
            <a:miter lim="800000"/>
            <a:headEnd/>
            <a:tailEnd/>
          </a:ln>
        </p:spPr>
      </p:pic>
      <p:pic>
        <p:nvPicPr>
          <p:cNvPr id="10246" name="Picture 7" descr="images[7].jpg"/>
          <p:cNvPicPr>
            <a:picLocks noChangeAspect="1"/>
          </p:cNvPicPr>
          <p:nvPr/>
        </p:nvPicPr>
        <p:blipFill>
          <a:blip r:embed="rId8"/>
          <a:srcRect/>
          <a:stretch>
            <a:fillRect/>
          </a:stretch>
        </p:blipFill>
        <p:spPr bwMode="auto">
          <a:xfrm>
            <a:off x="5181600" y="1524000"/>
            <a:ext cx="1219200" cy="12573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457200" y="1600200"/>
          <a:ext cx="82296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16</a:t>
            </a:fld>
            <a:endParaRPr lang="en-US"/>
          </a:p>
        </p:txBody>
      </p:sp>
      <p:sp>
        <p:nvSpPr>
          <p:cNvPr id="2" name="Title 1"/>
          <p:cNvSpPr>
            <a:spLocks noGrp="1"/>
          </p:cNvSpPr>
          <p:nvPr>
            <p:ph type="title"/>
          </p:nvPr>
        </p:nvSpPr>
        <p:spPr/>
        <p:txBody>
          <a:bodyPr/>
          <a:lstStyle/>
          <a:p>
            <a:r>
              <a:rPr lang="en-US">
                <a:latin typeface="Arial" pitchFamily="34" charset="0"/>
                <a:cs typeface="Arial" pitchFamily="34" charset="0"/>
              </a:rPr>
              <a:t>Chức năng của Nhà nước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04DC9-85C4-426A-8782-ECD4EC37D891}"/>
              </a:ext>
            </a:extLst>
          </p:cNvPr>
          <p:cNvSpPr>
            <a:spLocks noGrp="1"/>
          </p:cNvSpPr>
          <p:nvPr>
            <p:ph type="ctrTitle"/>
          </p:nvPr>
        </p:nvSpPr>
        <p:spPr/>
        <p:txBody>
          <a:bodyPr/>
          <a:lstStyle/>
          <a:p>
            <a:r>
              <a:rPr lang="en-US" err="1"/>
              <a:t>Câu</a:t>
            </a:r>
            <a:r>
              <a:rPr lang="en-US"/>
              <a:t> </a:t>
            </a:r>
            <a:r>
              <a:rPr lang="en-US" err="1"/>
              <a:t>hỏi</a:t>
            </a:r>
            <a:r>
              <a:rPr lang="en-US"/>
              <a:t> </a:t>
            </a:r>
            <a:r>
              <a:rPr lang="en-US" err="1"/>
              <a:t>trắc</a:t>
            </a:r>
            <a:r>
              <a:rPr lang="en-US"/>
              <a:t> </a:t>
            </a:r>
            <a:r>
              <a:rPr lang="en-US" err="1"/>
              <a:t>nghiệm</a:t>
            </a:r>
            <a:endParaRPr lang="en-US"/>
          </a:p>
        </p:txBody>
      </p:sp>
      <p:sp>
        <p:nvSpPr>
          <p:cNvPr id="3" name="Subtitle 2">
            <a:extLst>
              <a:ext uri="{FF2B5EF4-FFF2-40B4-BE49-F238E27FC236}">
                <a16:creationId xmlns:a16="http://schemas.microsoft.com/office/drawing/2014/main" id="{AF22F997-F4FE-4F9E-A73D-E4A759974C6C}"/>
              </a:ext>
            </a:extLst>
          </p:cNvPr>
          <p:cNvSpPr>
            <a:spLocks noGrp="1"/>
          </p:cNvSpPr>
          <p:nvPr>
            <p:ph type="subTitle" idx="1"/>
          </p:nvPr>
        </p:nvSpPr>
        <p:spPr/>
        <p:txBody>
          <a:bodyPr/>
          <a:lstStyle/>
          <a:p>
            <a:r>
              <a:rPr lang="en-US" err="1"/>
              <a:t>Tuần</a:t>
            </a:r>
            <a:r>
              <a:rPr lang="en-US"/>
              <a:t> </a:t>
            </a:r>
            <a:r>
              <a:rPr lang="en-US" err="1"/>
              <a:t>học</a:t>
            </a:r>
            <a:r>
              <a:rPr lang="en-US"/>
              <a:t> online 1</a:t>
            </a:r>
          </a:p>
        </p:txBody>
      </p:sp>
      <p:sp>
        <p:nvSpPr>
          <p:cNvPr id="4" name="Footer Placeholder 3">
            <a:extLst>
              <a:ext uri="{FF2B5EF4-FFF2-40B4-BE49-F238E27FC236}">
                <a16:creationId xmlns:a16="http://schemas.microsoft.com/office/drawing/2014/main" id="{1CE410E9-D093-4DDA-9663-3FAA5F12F910}"/>
              </a:ext>
            </a:extLst>
          </p:cNvPr>
          <p:cNvSpPr>
            <a:spLocks noGrp="1"/>
          </p:cNvSpPr>
          <p:nvPr>
            <p:ph type="ftr" sz="quarter" idx="11"/>
          </p:nvPr>
        </p:nvSpPr>
        <p:spPr/>
        <p:txBody>
          <a:bodyPr/>
          <a:lstStyle/>
          <a:p>
            <a:r>
              <a:rPr lang="en-US"/>
              <a:t>Nguyễn Thị Yến</a:t>
            </a:r>
          </a:p>
        </p:txBody>
      </p:sp>
      <p:sp>
        <p:nvSpPr>
          <p:cNvPr id="5" name="Slide Number Placeholder 4">
            <a:extLst>
              <a:ext uri="{FF2B5EF4-FFF2-40B4-BE49-F238E27FC236}">
                <a16:creationId xmlns:a16="http://schemas.microsoft.com/office/drawing/2014/main" id="{2A7A843F-E07E-4831-997B-F9425A44772F}"/>
              </a:ext>
            </a:extLst>
          </p:cNvPr>
          <p:cNvSpPr>
            <a:spLocks noGrp="1"/>
          </p:cNvSpPr>
          <p:nvPr>
            <p:ph type="sldNum" sz="quarter" idx="12"/>
          </p:nvPr>
        </p:nvSpPr>
        <p:spPr/>
        <p:txBody>
          <a:bodyPr/>
          <a:lstStyle/>
          <a:p>
            <a:fld id="{C700A7F4-E0AA-4BCB-9880-DD9265D58A00}" type="slidenum">
              <a:rPr lang="en-US" smtClean="0"/>
              <a:pPr/>
              <a:t>17</a:t>
            </a:fld>
            <a:endParaRPr lang="en-US"/>
          </a:p>
        </p:txBody>
      </p:sp>
    </p:spTree>
    <p:extLst>
      <p:ext uri="{BB962C8B-B14F-4D97-AF65-F5344CB8AC3E}">
        <p14:creationId xmlns:p14="http://schemas.microsoft.com/office/powerpoint/2010/main" val="178342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E2CFEC-3A6C-454D-B86D-FFFD64C6C5EE}"/>
              </a:ext>
            </a:extLst>
          </p:cNvPr>
          <p:cNvSpPr>
            <a:spLocks noGrp="1"/>
          </p:cNvSpPr>
          <p:nvPr>
            <p:ph idx="1"/>
          </p:nvPr>
        </p:nvSpPr>
        <p:spPr>
          <a:xfrm>
            <a:off x="457200" y="1905000"/>
            <a:ext cx="8229600" cy="4102291"/>
          </a:xfrm>
        </p:spPr>
        <p:txBody>
          <a:bodyPr vert="horz" lIns="91440" tIns="45720" rIns="91440" bIns="45720" anchor="t">
            <a:normAutofit/>
          </a:bodyPr>
          <a:lstStyle/>
          <a:p>
            <a:pPr marL="624078" indent="-514350">
              <a:buFont typeface="+mj-lt"/>
              <a:buAutoNum type="alphaLcParenR"/>
            </a:pPr>
            <a:r>
              <a:rPr lang="en-US"/>
              <a:t>Khi </a:t>
            </a:r>
            <a:r>
              <a:rPr lang="en-US" err="1"/>
              <a:t>trong</a:t>
            </a:r>
            <a:r>
              <a:rPr lang="en-US"/>
              <a:t> </a:t>
            </a:r>
            <a:r>
              <a:rPr lang="en-US" err="1"/>
              <a:t>xã</a:t>
            </a:r>
            <a:r>
              <a:rPr lang="en-US"/>
              <a:t> </a:t>
            </a:r>
            <a:r>
              <a:rPr lang="en-US" err="1"/>
              <a:t>hội</a:t>
            </a:r>
            <a:r>
              <a:rPr lang="en-US"/>
              <a:t> </a:t>
            </a:r>
            <a:r>
              <a:rPr lang="en-US" err="1"/>
              <a:t>có</a:t>
            </a:r>
            <a:r>
              <a:rPr lang="en-US"/>
              <a:t> </a:t>
            </a:r>
            <a:r>
              <a:rPr lang="en-US" err="1"/>
              <a:t>sự</a:t>
            </a:r>
            <a:r>
              <a:rPr lang="en-US"/>
              <a:t> </a:t>
            </a:r>
            <a:r>
              <a:rPr lang="en-US" err="1"/>
              <a:t>phân</a:t>
            </a:r>
            <a:r>
              <a:rPr lang="en-US"/>
              <a:t> </a:t>
            </a:r>
            <a:r>
              <a:rPr lang="en-US" err="1"/>
              <a:t>công</a:t>
            </a:r>
            <a:r>
              <a:rPr lang="en-US"/>
              <a:t> lao </a:t>
            </a:r>
            <a:r>
              <a:rPr lang="en-US" err="1"/>
              <a:t>động</a:t>
            </a:r>
            <a:endParaRPr lang="en-US"/>
          </a:p>
          <a:p>
            <a:pPr marL="624078" indent="-514350">
              <a:buFont typeface="+mj-lt"/>
              <a:buAutoNum type="alphaLcParenR"/>
            </a:pPr>
            <a:r>
              <a:rPr lang="en-US"/>
              <a:t>Khi </a:t>
            </a:r>
            <a:r>
              <a:rPr lang="en-US" err="1"/>
              <a:t>trong</a:t>
            </a:r>
            <a:r>
              <a:rPr lang="en-US"/>
              <a:t> </a:t>
            </a:r>
            <a:r>
              <a:rPr lang="en-US" err="1"/>
              <a:t>xã</a:t>
            </a:r>
            <a:r>
              <a:rPr lang="en-US"/>
              <a:t> </a:t>
            </a:r>
            <a:r>
              <a:rPr lang="en-US" err="1"/>
              <a:t>hội</a:t>
            </a:r>
            <a:r>
              <a:rPr lang="en-US"/>
              <a:t> </a:t>
            </a:r>
            <a:r>
              <a:rPr lang="en-US" err="1"/>
              <a:t>có</a:t>
            </a:r>
            <a:r>
              <a:rPr lang="en-US"/>
              <a:t> </a:t>
            </a:r>
            <a:r>
              <a:rPr lang="en-US" err="1"/>
              <a:t>sự</a:t>
            </a:r>
            <a:r>
              <a:rPr lang="en-US"/>
              <a:t> </a:t>
            </a:r>
            <a:r>
              <a:rPr lang="en-US" err="1"/>
              <a:t>phân</a:t>
            </a:r>
            <a:r>
              <a:rPr lang="en-US"/>
              <a:t> </a:t>
            </a:r>
            <a:r>
              <a:rPr lang="en-US" err="1"/>
              <a:t>hóa</a:t>
            </a:r>
            <a:r>
              <a:rPr lang="en-US"/>
              <a:t> </a:t>
            </a:r>
            <a:r>
              <a:rPr lang="en-US" err="1"/>
              <a:t>giàu</a:t>
            </a:r>
            <a:r>
              <a:rPr lang="en-US"/>
              <a:t> </a:t>
            </a:r>
            <a:r>
              <a:rPr lang="en-US" err="1"/>
              <a:t>nghèo</a:t>
            </a:r>
            <a:endParaRPr lang="en-US"/>
          </a:p>
          <a:p>
            <a:pPr marL="623570" indent="-514350">
              <a:buFont typeface="+mj-lt"/>
              <a:buAutoNum type="alphaLcParenR"/>
            </a:pPr>
            <a:r>
              <a:rPr lang="en-US"/>
              <a:t>Khi </a:t>
            </a:r>
            <a:r>
              <a:rPr lang="en-US" err="1"/>
              <a:t>trong</a:t>
            </a:r>
            <a:r>
              <a:rPr lang="en-US"/>
              <a:t> </a:t>
            </a:r>
            <a:r>
              <a:rPr lang="en-US" err="1"/>
              <a:t>xã</a:t>
            </a:r>
            <a:r>
              <a:rPr lang="en-US"/>
              <a:t> </a:t>
            </a:r>
            <a:r>
              <a:rPr lang="en-US" err="1"/>
              <a:t>hội</a:t>
            </a:r>
            <a:r>
              <a:rPr lang="en-US"/>
              <a:t> </a:t>
            </a:r>
            <a:r>
              <a:rPr lang="en-US" err="1"/>
              <a:t>có</a:t>
            </a:r>
            <a:r>
              <a:rPr lang="en-US"/>
              <a:t> </a:t>
            </a:r>
            <a:r>
              <a:rPr lang="en-US" err="1"/>
              <a:t>sự</a:t>
            </a:r>
            <a:r>
              <a:rPr lang="en-US"/>
              <a:t> </a:t>
            </a:r>
            <a:r>
              <a:rPr lang="en-US" err="1"/>
              <a:t>phân</a:t>
            </a:r>
            <a:r>
              <a:rPr lang="en-US"/>
              <a:t> chia </a:t>
            </a:r>
            <a:r>
              <a:rPr lang="en-US" err="1"/>
              <a:t>giai</a:t>
            </a:r>
            <a:r>
              <a:rPr lang="en-US"/>
              <a:t> </a:t>
            </a:r>
            <a:r>
              <a:rPr lang="en-US" err="1"/>
              <a:t>cấp</a:t>
            </a:r>
            <a:r>
              <a:rPr lang="en-US"/>
              <a:t> </a:t>
            </a:r>
            <a:r>
              <a:rPr lang="en-US" err="1"/>
              <a:t>có</a:t>
            </a:r>
            <a:r>
              <a:rPr lang="en-US"/>
              <a:t> </a:t>
            </a:r>
            <a:r>
              <a:rPr lang="en-US" err="1"/>
              <a:t>lợi</a:t>
            </a:r>
            <a:r>
              <a:rPr lang="en-US"/>
              <a:t> </a:t>
            </a:r>
            <a:r>
              <a:rPr lang="en-US" err="1"/>
              <a:t>ích</a:t>
            </a:r>
            <a:r>
              <a:rPr lang="en-US"/>
              <a:t> </a:t>
            </a:r>
            <a:r>
              <a:rPr lang="en-US" err="1"/>
              <a:t>đối</a:t>
            </a:r>
            <a:r>
              <a:rPr lang="en-US"/>
              <a:t> </a:t>
            </a:r>
            <a:r>
              <a:rPr lang="en-US" err="1"/>
              <a:t>kháng</a:t>
            </a:r>
            <a:r>
              <a:rPr lang="en-US"/>
              <a:t> </a:t>
            </a:r>
            <a:r>
              <a:rPr lang="en-US" err="1"/>
              <a:t>nhau</a:t>
            </a:r>
            <a:endParaRPr lang="en-US">
              <a:cs typeface="Lucida Sans Unicode"/>
            </a:endParaRPr>
          </a:p>
          <a:p>
            <a:pPr marL="624078" indent="-514350">
              <a:buFont typeface="+mj-lt"/>
              <a:buAutoNum type="alphaLcParenR"/>
            </a:pPr>
            <a:r>
              <a:rPr lang="en-US"/>
              <a:t>Khi </a:t>
            </a:r>
            <a:r>
              <a:rPr lang="en-US" err="1"/>
              <a:t>trong</a:t>
            </a:r>
            <a:r>
              <a:rPr lang="en-US"/>
              <a:t> </a:t>
            </a:r>
            <a:r>
              <a:rPr lang="en-US" err="1"/>
              <a:t>xã</a:t>
            </a:r>
            <a:r>
              <a:rPr lang="en-US"/>
              <a:t> </a:t>
            </a:r>
            <a:r>
              <a:rPr lang="en-US" err="1"/>
              <a:t>hội</a:t>
            </a:r>
            <a:r>
              <a:rPr lang="en-US"/>
              <a:t> </a:t>
            </a:r>
            <a:r>
              <a:rPr lang="en-US" err="1"/>
              <a:t>xuất</a:t>
            </a:r>
            <a:r>
              <a:rPr lang="en-US"/>
              <a:t> </a:t>
            </a:r>
            <a:r>
              <a:rPr lang="en-US" err="1"/>
              <a:t>hiện</a:t>
            </a:r>
            <a:r>
              <a:rPr lang="en-US"/>
              <a:t> </a:t>
            </a:r>
            <a:r>
              <a:rPr lang="en-US" err="1"/>
              <a:t>chế</a:t>
            </a:r>
            <a:r>
              <a:rPr lang="en-US"/>
              <a:t> </a:t>
            </a:r>
            <a:r>
              <a:rPr lang="en-US" err="1"/>
              <a:t>độ</a:t>
            </a:r>
            <a:r>
              <a:rPr lang="en-US"/>
              <a:t> </a:t>
            </a:r>
            <a:r>
              <a:rPr lang="en-US" err="1"/>
              <a:t>tư</a:t>
            </a:r>
            <a:r>
              <a:rPr lang="en-US"/>
              <a:t> </a:t>
            </a:r>
            <a:r>
              <a:rPr lang="en-US" err="1"/>
              <a:t>hữu</a:t>
            </a:r>
            <a:endParaRPr lang="en-US"/>
          </a:p>
        </p:txBody>
      </p:sp>
      <p:sp>
        <p:nvSpPr>
          <p:cNvPr id="3" name="Footer Placeholder 2">
            <a:extLst>
              <a:ext uri="{FF2B5EF4-FFF2-40B4-BE49-F238E27FC236}">
                <a16:creationId xmlns:a16="http://schemas.microsoft.com/office/drawing/2014/main" id="{80830D5E-978B-4CA8-B7D3-B5E4591C2B7B}"/>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5246C21B-B6D6-41ED-ADD6-1D79CAA3EB20}"/>
              </a:ext>
            </a:extLst>
          </p:cNvPr>
          <p:cNvSpPr>
            <a:spLocks noGrp="1"/>
          </p:cNvSpPr>
          <p:nvPr>
            <p:ph type="sldNum" sz="quarter" idx="12"/>
          </p:nvPr>
        </p:nvSpPr>
        <p:spPr/>
        <p:txBody>
          <a:bodyPr/>
          <a:lstStyle/>
          <a:p>
            <a:fld id="{C700A7F4-E0AA-4BCB-9880-DD9265D58A00}" type="slidenum">
              <a:rPr lang="en-US" smtClean="0"/>
              <a:pPr/>
              <a:t>18</a:t>
            </a:fld>
            <a:endParaRPr lang="en-US"/>
          </a:p>
        </p:txBody>
      </p:sp>
      <p:sp>
        <p:nvSpPr>
          <p:cNvPr id="5" name="Title 4">
            <a:extLst>
              <a:ext uri="{FF2B5EF4-FFF2-40B4-BE49-F238E27FC236}">
                <a16:creationId xmlns:a16="http://schemas.microsoft.com/office/drawing/2014/main" id="{551B33C0-46E6-4579-A846-C07DFD0854DD}"/>
              </a:ext>
            </a:extLst>
          </p:cNvPr>
          <p:cNvSpPr>
            <a:spLocks noGrp="1"/>
          </p:cNvSpPr>
          <p:nvPr>
            <p:ph type="title"/>
          </p:nvPr>
        </p:nvSpPr>
        <p:spPr>
          <a:xfrm>
            <a:off x="457200" y="274638"/>
            <a:ext cx="8229600" cy="1630362"/>
          </a:xfrm>
        </p:spPr>
        <p:txBody>
          <a:bodyPr>
            <a:normAutofit fontScale="90000"/>
          </a:bodyPr>
          <a:lstStyle/>
          <a:p>
            <a:r>
              <a:rPr lang="en-US" err="1"/>
              <a:t>Nguồn</a:t>
            </a:r>
            <a:r>
              <a:rPr lang="en-US"/>
              <a:t> </a:t>
            </a:r>
            <a:r>
              <a:rPr lang="en-US" err="1"/>
              <a:t>gốc</a:t>
            </a:r>
            <a:r>
              <a:rPr lang="en-US"/>
              <a:t> ra </a:t>
            </a:r>
            <a:r>
              <a:rPr lang="en-US" err="1"/>
              <a:t>đời</a:t>
            </a:r>
            <a:r>
              <a:rPr lang="en-US"/>
              <a:t> </a:t>
            </a:r>
            <a:r>
              <a:rPr lang="en-US" err="1"/>
              <a:t>của</a:t>
            </a:r>
            <a:r>
              <a:rPr lang="en-US"/>
              <a:t> </a:t>
            </a:r>
            <a:r>
              <a:rPr lang="en-US" err="1"/>
              <a:t>nhà</a:t>
            </a:r>
            <a:r>
              <a:rPr lang="en-US"/>
              <a:t> </a:t>
            </a:r>
            <a:r>
              <a:rPr lang="en-US" err="1"/>
              <a:t>nước</a:t>
            </a:r>
            <a:r>
              <a:rPr lang="en-US"/>
              <a:t> </a:t>
            </a:r>
            <a:r>
              <a:rPr lang="en-US" err="1"/>
              <a:t>theo</a:t>
            </a:r>
            <a:r>
              <a:rPr lang="en-US"/>
              <a:t> </a:t>
            </a:r>
            <a:r>
              <a:rPr lang="en-US" err="1"/>
              <a:t>quan</a:t>
            </a:r>
            <a:r>
              <a:rPr lang="en-US"/>
              <a:t> </a:t>
            </a:r>
            <a:r>
              <a:rPr lang="en-US" err="1"/>
              <a:t>điểm</a:t>
            </a:r>
            <a:r>
              <a:rPr lang="en-US"/>
              <a:t> </a:t>
            </a:r>
            <a:r>
              <a:rPr lang="en-US" err="1"/>
              <a:t>Mác</a:t>
            </a:r>
            <a:r>
              <a:rPr lang="en-US"/>
              <a:t>- Lê Nin</a:t>
            </a:r>
          </a:p>
        </p:txBody>
      </p:sp>
    </p:spTree>
    <p:extLst>
      <p:ext uri="{BB962C8B-B14F-4D97-AF65-F5344CB8AC3E}">
        <p14:creationId xmlns:p14="http://schemas.microsoft.com/office/powerpoint/2010/main" val="1501478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AE0A2F-286E-4310-9AA1-9749ECF5E4A6}"/>
              </a:ext>
            </a:extLst>
          </p:cNvPr>
          <p:cNvSpPr>
            <a:spLocks noGrp="1"/>
          </p:cNvSpPr>
          <p:nvPr>
            <p:ph idx="1"/>
          </p:nvPr>
        </p:nvSpPr>
        <p:spPr>
          <a:xfrm>
            <a:off x="457200" y="2286000"/>
            <a:ext cx="8229600" cy="3721291"/>
          </a:xfrm>
        </p:spPr>
        <p:txBody>
          <a:bodyPr vert="horz" lIns="91440" tIns="45720" rIns="91440" bIns="45720" anchor="t">
            <a:normAutofit/>
          </a:bodyPr>
          <a:lstStyle/>
          <a:p>
            <a:pPr marL="624078" indent="-514350">
              <a:buFont typeface="+mj-lt"/>
              <a:buAutoNum type="alphaLcParenR"/>
            </a:pPr>
            <a:r>
              <a:rPr lang="en-US" err="1"/>
              <a:t>Nhà</a:t>
            </a:r>
            <a:r>
              <a:rPr lang="en-US"/>
              <a:t> </a:t>
            </a:r>
            <a:r>
              <a:rPr lang="en-US" err="1"/>
              <a:t>nước</a:t>
            </a:r>
            <a:r>
              <a:rPr lang="en-US"/>
              <a:t> </a:t>
            </a:r>
            <a:r>
              <a:rPr lang="en-US" err="1"/>
              <a:t>chỉ</a:t>
            </a:r>
            <a:r>
              <a:rPr lang="en-US"/>
              <a:t> </a:t>
            </a:r>
            <a:r>
              <a:rPr lang="en-US" err="1"/>
              <a:t>mang</a:t>
            </a:r>
            <a:r>
              <a:rPr lang="en-US"/>
              <a:t> </a:t>
            </a:r>
            <a:r>
              <a:rPr lang="en-US" err="1"/>
              <a:t>bản</a:t>
            </a:r>
            <a:r>
              <a:rPr lang="en-US"/>
              <a:t> </a:t>
            </a:r>
            <a:r>
              <a:rPr lang="en-US" err="1"/>
              <a:t>chất</a:t>
            </a:r>
            <a:r>
              <a:rPr lang="en-US"/>
              <a:t> </a:t>
            </a:r>
            <a:r>
              <a:rPr lang="en-US" err="1"/>
              <a:t>giai</a:t>
            </a:r>
            <a:r>
              <a:rPr lang="en-US"/>
              <a:t> </a:t>
            </a:r>
            <a:r>
              <a:rPr lang="en-US" err="1"/>
              <a:t>cấp</a:t>
            </a:r>
            <a:endParaRPr lang="en-US"/>
          </a:p>
          <a:p>
            <a:pPr marL="624078" indent="-514350">
              <a:buFont typeface="+mj-lt"/>
              <a:buAutoNum type="alphaLcParenR"/>
            </a:pPr>
            <a:r>
              <a:rPr lang="en-US" err="1"/>
              <a:t>Nhà</a:t>
            </a:r>
            <a:r>
              <a:rPr lang="en-US"/>
              <a:t> </a:t>
            </a:r>
            <a:r>
              <a:rPr lang="en-US" err="1"/>
              <a:t>nước</a:t>
            </a:r>
            <a:r>
              <a:rPr lang="en-US"/>
              <a:t> </a:t>
            </a:r>
            <a:r>
              <a:rPr lang="en-US" err="1"/>
              <a:t>mang</a:t>
            </a:r>
            <a:r>
              <a:rPr lang="en-US"/>
              <a:t> </a:t>
            </a:r>
            <a:r>
              <a:rPr lang="en-US" err="1"/>
              <a:t>bản</a:t>
            </a:r>
            <a:r>
              <a:rPr lang="en-US"/>
              <a:t> </a:t>
            </a:r>
            <a:r>
              <a:rPr lang="en-US" err="1"/>
              <a:t>chất</a:t>
            </a:r>
            <a:r>
              <a:rPr lang="en-US"/>
              <a:t> </a:t>
            </a:r>
            <a:r>
              <a:rPr lang="en-US" err="1"/>
              <a:t>giai</a:t>
            </a:r>
            <a:r>
              <a:rPr lang="en-US"/>
              <a:t> </a:t>
            </a:r>
            <a:r>
              <a:rPr lang="en-US" err="1"/>
              <a:t>cấp</a:t>
            </a:r>
            <a:r>
              <a:rPr lang="en-US"/>
              <a:t> </a:t>
            </a:r>
            <a:r>
              <a:rPr lang="en-US" err="1"/>
              <a:t>và</a:t>
            </a:r>
            <a:r>
              <a:rPr lang="en-US"/>
              <a:t> </a:t>
            </a:r>
            <a:r>
              <a:rPr lang="en-US" err="1"/>
              <a:t>bản</a:t>
            </a:r>
            <a:r>
              <a:rPr lang="en-US"/>
              <a:t> </a:t>
            </a:r>
            <a:r>
              <a:rPr lang="en-US" err="1"/>
              <a:t>chất</a:t>
            </a:r>
            <a:r>
              <a:rPr lang="en-US"/>
              <a:t> </a:t>
            </a:r>
            <a:r>
              <a:rPr lang="en-US" err="1"/>
              <a:t>xã</a:t>
            </a:r>
            <a:r>
              <a:rPr lang="en-US"/>
              <a:t> </a:t>
            </a:r>
            <a:r>
              <a:rPr lang="en-US" err="1"/>
              <a:t>hội</a:t>
            </a:r>
            <a:endParaRPr lang="en-US"/>
          </a:p>
          <a:p>
            <a:pPr marL="623570" indent="-514350">
              <a:buFont typeface="+mj-lt"/>
              <a:buAutoNum type="alphaLcParenR"/>
            </a:pPr>
            <a:r>
              <a:rPr lang="en-US" err="1"/>
              <a:t>Nhà</a:t>
            </a:r>
            <a:r>
              <a:rPr lang="en-US"/>
              <a:t> </a:t>
            </a:r>
            <a:r>
              <a:rPr lang="en-US" err="1"/>
              <a:t>nước</a:t>
            </a:r>
            <a:r>
              <a:rPr lang="en-US"/>
              <a:t> </a:t>
            </a:r>
            <a:r>
              <a:rPr lang="en-US" err="1"/>
              <a:t>mang</a:t>
            </a:r>
            <a:r>
              <a:rPr lang="en-US"/>
              <a:t> </a:t>
            </a:r>
            <a:r>
              <a:rPr lang="en-US" err="1"/>
              <a:t>bản</a:t>
            </a:r>
            <a:r>
              <a:rPr lang="en-US"/>
              <a:t> </a:t>
            </a:r>
            <a:r>
              <a:rPr lang="en-US" err="1"/>
              <a:t>chất</a:t>
            </a:r>
            <a:r>
              <a:rPr lang="en-US"/>
              <a:t> </a:t>
            </a:r>
            <a:r>
              <a:rPr lang="en-US" err="1"/>
              <a:t>giai</a:t>
            </a:r>
            <a:r>
              <a:rPr lang="en-US"/>
              <a:t> </a:t>
            </a:r>
            <a:r>
              <a:rPr lang="en-US" err="1"/>
              <a:t>cấp</a:t>
            </a:r>
            <a:r>
              <a:rPr lang="en-US"/>
              <a:t> </a:t>
            </a:r>
            <a:r>
              <a:rPr lang="en-US" err="1"/>
              <a:t>hoặc</a:t>
            </a:r>
            <a:r>
              <a:rPr lang="en-US"/>
              <a:t> </a:t>
            </a:r>
            <a:r>
              <a:rPr lang="en-US" err="1"/>
              <a:t>bản</a:t>
            </a:r>
            <a:r>
              <a:rPr lang="en-US"/>
              <a:t> </a:t>
            </a:r>
            <a:r>
              <a:rPr lang="en-US" err="1"/>
              <a:t>chất</a:t>
            </a:r>
            <a:r>
              <a:rPr lang="en-US"/>
              <a:t> </a:t>
            </a:r>
            <a:r>
              <a:rPr lang="en-US" err="1"/>
              <a:t>xã</a:t>
            </a:r>
            <a:r>
              <a:rPr lang="en-US"/>
              <a:t> </a:t>
            </a:r>
            <a:r>
              <a:rPr lang="en-US" err="1"/>
              <a:t>hội</a:t>
            </a:r>
            <a:endParaRPr lang="en-US">
              <a:cs typeface="Lucida Sans Unicode"/>
            </a:endParaRPr>
          </a:p>
          <a:p>
            <a:pPr marL="624078" indent="-514350">
              <a:buFont typeface="+mj-lt"/>
              <a:buAutoNum type="alphaLcParenR"/>
            </a:pPr>
            <a:r>
              <a:rPr lang="en-US" err="1"/>
              <a:t>Nhà</a:t>
            </a:r>
            <a:r>
              <a:rPr lang="en-US"/>
              <a:t> </a:t>
            </a:r>
            <a:r>
              <a:rPr lang="en-US" err="1"/>
              <a:t>nước</a:t>
            </a:r>
            <a:r>
              <a:rPr lang="en-US"/>
              <a:t> </a:t>
            </a:r>
            <a:r>
              <a:rPr lang="en-US" err="1"/>
              <a:t>chỉ</a:t>
            </a:r>
            <a:r>
              <a:rPr lang="en-US"/>
              <a:t> </a:t>
            </a:r>
            <a:r>
              <a:rPr lang="en-US" err="1"/>
              <a:t>mang</a:t>
            </a:r>
            <a:r>
              <a:rPr lang="en-US"/>
              <a:t> </a:t>
            </a:r>
            <a:r>
              <a:rPr lang="en-US" err="1"/>
              <a:t>bản</a:t>
            </a:r>
            <a:r>
              <a:rPr lang="en-US"/>
              <a:t> </a:t>
            </a:r>
            <a:r>
              <a:rPr lang="en-US" err="1"/>
              <a:t>chất</a:t>
            </a:r>
            <a:r>
              <a:rPr lang="en-US"/>
              <a:t> </a:t>
            </a:r>
            <a:r>
              <a:rPr lang="en-US" err="1"/>
              <a:t>xã</a:t>
            </a:r>
            <a:r>
              <a:rPr lang="en-US"/>
              <a:t> </a:t>
            </a:r>
            <a:r>
              <a:rPr lang="en-US" err="1"/>
              <a:t>hội</a:t>
            </a:r>
            <a:endParaRPr lang="en-US"/>
          </a:p>
        </p:txBody>
      </p:sp>
      <p:sp>
        <p:nvSpPr>
          <p:cNvPr id="3" name="Footer Placeholder 2">
            <a:extLst>
              <a:ext uri="{FF2B5EF4-FFF2-40B4-BE49-F238E27FC236}">
                <a16:creationId xmlns:a16="http://schemas.microsoft.com/office/drawing/2014/main" id="{DDCF9A94-6CA7-4BC0-AEDC-A7885D9CA33D}"/>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ACB51FFD-9450-43B6-A4E9-BC9125A94650}"/>
              </a:ext>
            </a:extLst>
          </p:cNvPr>
          <p:cNvSpPr>
            <a:spLocks noGrp="1"/>
          </p:cNvSpPr>
          <p:nvPr>
            <p:ph type="sldNum" sz="quarter" idx="12"/>
          </p:nvPr>
        </p:nvSpPr>
        <p:spPr/>
        <p:txBody>
          <a:bodyPr/>
          <a:lstStyle/>
          <a:p>
            <a:fld id="{C700A7F4-E0AA-4BCB-9880-DD9265D58A00}" type="slidenum">
              <a:rPr lang="en-US" smtClean="0"/>
              <a:pPr/>
              <a:t>19</a:t>
            </a:fld>
            <a:endParaRPr lang="en-US"/>
          </a:p>
        </p:txBody>
      </p:sp>
      <p:sp>
        <p:nvSpPr>
          <p:cNvPr id="5" name="Title 4">
            <a:extLst>
              <a:ext uri="{FF2B5EF4-FFF2-40B4-BE49-F238E27FC236}">
                <a16:creationId xmlns:a16="http://schemas.microsoft.com/office/drawing/2014/main" id="{9E1D3842-D24D-4E73-AAA6-2157E83292E9}"/>
              </a:ext>
            </a:extLst>
          </p:cNvPr>
          <p:cNvSpPr>
            <a:spLocks noGrp="1"/>
          </p:cNvSpPr>
          <p:nvPr>
            <p:ph type="title"/>
          </p:nvPr>
        </p:nvSpPr>
        <p:spPr>
          <a:xfrm>
            <a:off x="457200" y="274638"/>
            <a:ext cx="8229600" cy="1782762"/>
          </a:xfrm>
        </p:spPr>
        <p:txBody>
          <a:bodyPr/>
          <a:lstStyle/>
          <a:p>
            <a:r>
              <a:rPr lang="en-US" err="1"/>
              <a:t>Bản</a:t>
            </a:r>
            <a:r>
              <a:rPr lang="en-US"/>
              <a:t> </a:t>
            </a:r>
            <a:r>
              <a:rPr lang="en-US" err="1"/>
              <a:t>chất</a:t>
            </a:r>
            <a:r>
              <a:rPr lang="en-US"/>
              <a:t> </a:t>
            </a:r>
            <a:r>
              <a:rPr lang="en-US" err="1"/>
              <a:t>của</a:t>
            </a:r>
            <a:r>
              <a:rPr lang="en-US"/>
              <a:t> </a:t>
            </a:r>
            <a:r>
              <a:rPr lang="en-US" err="1"/>
              <a:t>nhà</a:t>
            </a:r>
            <a:r>
              <a:rPr lang="en-US"/>
              <a:t> </a:t>
            </a:r>
            <a:r>
              <a:rPr lang="en-US" err="1"/>
              <a:t>nước</a:t>
            </a:r>
            <a:endParaRPr lang="en-US"/>
          </a:p>
        </p:txBody>
      </p:sp>
    </p:spTree>
    <p:extLst>
      <p:ext uri="{BB962C8B-B14F-4D97-AF65-F5344CB8AC3E}">
        <p14:creationId xmlns:p14="http://schemas.microsoft.com/office/powerpoint/2010/main" val="2513624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E6FBEF-5C30-4CC3-8F1C-C479C9760E1C}"/>
              </a:ext>
            </a:extLst>
          </p:cNvPr>
          <p:cNvSpPr>
            <a:spLocks noGrp="1"/>
          </p:cNvSpPr>
          <p:nvPr>
            <p:ph idx="1"/>
          </p:nvPr>
        </p:nvSpPr>
        <p:spPr>
          <a:xfrm>
            <a:off x="457200" y="2133600"/>
            <a:ext cx="8229600" cy="3873691"/>
          </a:xfrm>
        </p:spPr>
        <p:txBody>
          <a:bodyPr vert="horz" lIns="91440" tIns="45720" rIns="91440" bIns="45720" anchor="t">
            <a:normAutofit/>
          </a:bodyPr>
          <a:lstStyle/>
          <a:p>
            <a:pPr marL="624078" indent="-514350">
              <a:buFont typeface="+mj-lt"/>
              <a:buAutoNum type="alphaLcParenR"/>
            </a:pPr>
            <a:r>
              <a:rPr lang="en-US" err="1"/>
              <a:t>Giai</a:t>
            </a:r>
            <a:r>
              <a:rPr lang="en-US"/>
              <a:t> </a:t>
            </a:r>
            <a:r>
              <a:rPr lang="en-US" err="1"/>
              <a:t>cấp</a:t>
            </a:r>
            <a:r>
              <a:rPr lang="en-US"/>
              <a:t> </a:t>
            </a:r>
            <a:r>
              <a:rPr lang="en-US" err="1"/>
              <a:t>thống</a:t>
            </a:r>
            <a:r>
              <a:rPr lang="en-US"/>
              <a:t> </a:t>
            </a:r>
            <a:r>
              <a:rPr lang="en-US" err="1"/>
              <a:t>trị</a:t>
            </a:r>
            <a:r>
              <a:rPr lang="en-US"/>
              <a:t> </a:t>
            </a:r>
            <a:r>
              <a:rPr lang="en-US" err="1"/>
              <a:t>hoặc</a:t>
            </a:r>
            <a:r>
              <a:rPr lang="en-US"/>
              <a:t> </a:t>
            </a:r>
            <a:r>
              <a:rPr lang="en-US" err="1"/>
              <a:t>liên</a:t>
            </a:r>
            <a:r>
              <a:rPr lang="en-US"/>
              <a:t> </a:t>
            </a:r>
            <a:r>
              <a:rPr lang="en-US" err="1"/>
              <a:t>minh</a:t>
            </a:r>
            <a:r>
              <a:rPr lang="en-US"/>
              <a:t> </a:t>
            </a:r>
            <a:r>
              <a:rPr lang="en-US" err="1"/>
              <a:t>giai</a:t>
            </a:r>
            <a:r>
              <a:rPr lang="en-US"/>
              <a:t> </a:t>
            </a:r>
            <a:r>
              <a:rPr lang="en-US" err="1"/>
              <a:t>cấp</a:t>
            </a:r>
            <a:r>
              <a:rPr lang="en-US"/>
              <a:t> </a:t>
            </a:r>
            <a:r>
              <a:rPr lang="en-US" err="1"/>
              <a:t>thống</a:t>
            </a:r>
            <a:r>
              <a:rPr lang="en-US"/>
              <a:t> </a:t>
            </a:r>
            <a:r>
              <a:rPr lang="en-US" err="1"/>
              <a:t>trị</a:t>
            </a:r>
            <a:endParaRPr lang="en-US"/>
          </a:p>
          <a:p>
            <a:pPr marL="624078" indent="-514350">
              <a:buFont typeface="+mj-lt"/>
              <a:buAutoNum type="alphaLcParenR"/>
            </a:pPr>
            <a:r>
              <a:rPr lang="en-US" err="1"/>
              <a:t>Thuộc</a:t>
            </a:r>
            <a:r>
              <a:rPr lang="en-US"/>
              <a:t> </a:t>
            </a:r>
            <a:r>
              <a:rPr lang="en-US" err="1"/>
              <a:t>về</a:t>
            </a:r>
            <a:r>
              <a:rPr lang="en-US"/>
              <a:t> </a:t>
            </a:r>
            <a:r>
              <a:rPr lang="en-US" err="1"/>
              <a:t>người</a:t>
            </a:r>
            <a:r>
              <a:rPr lang="en-US"/>
              <a:t> </a:t>
            </a:r>
            <a:r>
              <a:rPr lang="en-US" err="1"/>
              <a:t>dân</a:t>
            </a:r>
            <a:r>
              <a:rPr lang="en-US"/>
              <a:t> </a:t>
            </a:r>
            <a:r>
              <a:rPr lang="en-US" err="1"/>
              <a:t>trong</a:t>
            </a:r>
            <a:r>
              <a:rPr lang="en-US"/>
              <a:t> </a:t>
            </a:r>
            <a:r>
              <a:rPr lang="en-US" err="1"/>
              <a:t>xã</a:t>
            </a:r>
            <a:r>
              <a:rPr lang="en-US"/>
              <a:t> </a:t>
            </a:r>
            <a:r>
              <a:rPr lang="en-US" err="1"/>
              <a:t>hội</a:t>
            </a:r>
            <a:endParaRPr lang="en-US"/>
          </a:p>
          <a:p>
            <a:pPr marL="623570" indent="-514350">
              <a:buFont typeface="+mj-lt"/>
              <a:buAutoNum type="alphaLcParenR"/>
            </a:pPr>
            <a:r>
              <a:rPr lang="en-US" err="1"/>
              <a:t>Thuộc</a:t>
            </a:r>
            <a:r>
              <a:rPr lang="en-US"/>
              <a:t> </a:t>
            </a:r>
            <a:r>
              <a:rPr lang="en-US" err="1"/>
              <a:t>về</a:t>
            </a:r>
            <a:r>
              <a:rPr lang="en-US"/>
              <a:t> </a:t>
            </a:r>
            <a:r>
              <a:rPr lang="en-US" err="1"/>
              <a:t>liên</a:t>
            </a:r>
            <a:r>
              <a:rPr lang="en-US"/>
              <a:t> </a:t>
            </a:r>
            <a:r>
              <a:rPr lang="en-US" err="1"/>
              <a:t>minh</a:t>
            </a:r>
            <a:r>
              <a:rPr lang="en-US"/>
              <a:t> </a:t>
            </a:r>
            <a:r>
              <a:rPr lang="en-US" err="1"/>
              <a:t>các</a:t>
            </a:r>
            <a:r>
              <a:rPr lang="en-US"/>
              <a:t> </a:t>
            </a:r>
            <a:r>
              <a:rPr lang="en-US" err="1"/>
              <a:t>giai</a:t>
            </a:r>
            <a:r>
              <a:rPr lang="en-US"/>
              <a:t> </a:t>
            </a:r>
            <a:r>
              <a:rPr lang="en-US" err="1"/>
              <a:t>cấp</a:t>
            </a:r>
            <a:r>
              <a:rPr lang="en-US"/>
              <a:t> </a:t>
            </a:r>
            <a:r>
              <a:rPr lang="en-US" err="1"/>
              <a:t>trong</a:t>
            </a:r>
            <a:r>
              <a:rPr lang="en-US"/>
              <a:t> </a:t>
            </a:r>
            <a:r>
              <a:rPr lang="en-US" err="1"/>
              <a:t>xã</a:t>
            </a:r>
            <a:r>
              <a:rPr lang="en-US"/>
              <a:t> </a:t>
            </a:r>
            <a:r>
              <a:rPr lang="en-US" err="1"/>
              <a:t>hội</a:t>
            </a:r>
            <a:endParaRPr lang="en-US">
              <a:cs typeface="Lucida Sans Unicode"/>
            </a:endParaRPr>
          </a:p>
          <a:p>
            <a:pPr marL="624078" indent="-514350">
              <a:buFont typeface="+mj-lt"/>
              <a:buAutoNum type="alphaLcParenR"/>
            </a:pPr>
            <a:r>
              <a:rPr lang="en-US" err="1"/>
              <a:t>Tất</a:t>
            </a:r>
            <a:r>
              <a:rPr lang="en-US"/>
              <a:t> </a:t>
            </a:r>
            <a:r>
              <a:rPr lang="en-US" err="1"/>
              <a:t>cả</a:t>
            </a:r>
            <a:r>
              <a:rPr lang="en-US"/>
              <a:t> </a:t>
            </a:r>
            <a:r>
              <a:rPr lang="en-US" err="1"/>
              <a:t>các</a:t>
            </a:r>
            <a:r>
              <a:rPr lang="en-US"/>
              <a:t> </a:t>
            </a:r>
            <a:r>
              <a:rPr lang="en-US" err="1"/>
              <a:t>đáp</a:t>
            </a:r>
            <a:r>
              <a:rPr lang="en-US"/>
              <a:t> </a:t>
            </a:r>
            <a:r>
              <a:rPr lang="en-US" err="1"/>
              <a:t>án</a:t>
            </a:r>
            <a:r>
              <a:rPr lang="en-US"/>
              <a:t> </a:t>
            </a:r>
            <a:r>
              <a:rPr lang="en-US" err="1"/>
              <a:t>trên</a:t>
            </a:r>
            <a:r>
              <a:rPr lang="en-US"/>
              <a:t> </a:t>
            </a:r>
            <a:r>
              <a:rPr lang="en-US" err="1"/>
              <a:t>đều</a:t>
            </a:r>
            <a:r>
              <a:rPr lang="en-US"/>
              <a:t> </a:t>
            </a:r>
            <a:r>
              <a:rPr lang="en-US" err="1"/>
              <a:t>đúng</a:t>
            </a:r>
            <a:endParaRPr lang="en-US"/>
          </a:p>
        </p:txBody>
      </p:sp>
      <p:sp>
        <p:nvSpPr>
          <p:cNvPr id="3" name="Footer Placeholder 2">
            <a:extLst>
              <a:ext uri="{FF2B5EF4-FFF2-40B4-BE49-F238E27FC236}">
                <a16:creationId xmlns:a16="http://schemas.microsoft.com/office/drawing/2014/main" id="{8EE5438D-9B23-4196-993C-01517BE75AB8}"/>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502A680F-1CD4-46E8-BC1E-2190065AFD39}"/>
              </a:ext>
            </a:extLst>
          </p:cNvPr>
          <p:cNvSpPr>
            <a:spLocks noGrp="1"/>
          </p:cNvSpPr>
          <p:nvPr>
            <p:ph type="sldNum" sz="quarter" idx="12"/>
          </p:nvPr>
        </p:nvSpPr>
        <p:spPr/>
        <p:txBody>
          <a:bodyPr/>
          <a:lstStyle/>
          <a:p>
            <a:fld id="{C700A7F4-E0AA-4BCB-9880-DD9265D58A00}" type="slidenum">
              <a:rPr lang="en-US" smtClean="0"/>
              <a:pPr/>
              <a:t>20</a:t>
            </a:fld>
            <a:endParaRPr lang="en-US"/>
          </a:p>
        </p:txBody>
      </p:sp>
      <p:sp>
        <p:nvSpPr>
          <p:cNvPr id="5" name="Title 4">
            <a:extLst>
              <a:ext uri="{FF2B5EF4-FFF2-40B4-BE49-F238E27FC236}">
                <a16:creationId xmlns:a16="http://schemas.microsoft.com/office/drawing/2014/main" id="{B02BE2BD-9890-4650-A1D5-965EA341EC9F}"/>
              </a:ext>
            </a:extLst>
          </p:cNvPr>
          <p:cNvSpPr>
            <a:spLocks noGrp="1"/>
          </p:cNvSpPr>
          <p:nvPr>
            <p:ph type="title"/>
          </p:nvPr>
        </p:nvSpPr>
        <p:spPr>
          <a:xfrm>
            <a:off x="457200" y="274638"/>
            <a:ext cx="8229600" cy="1858962"/>
          </a:xfrm>
        </p:spPr>
        <p:txBody>
          <a:bodyPr/>
          <a:lstStyle/>
          <a:p>
            <a:r>
              <a:rPr lang="en-US" err="1"/>
              <a:t>Quyền</a:t>
            </a:r>
            <a:r>
              <a:rPr lang="en-US"/>
              <a:t> </a:t>
            </a:r>
            <a:r>
              <a:rPr lang="en-US" err="1"/>
              <a:t>lực</a:t>
            </a:r>
            <a:r>
              <a:rPr lang="en-US"/>
              <a:t> </a:t>
            </a:r>
            <a:r>
              <a:rPr lang="en-US" err="1"/>
              <a:t>nhà</a:t>
            </a:r>
            <a:r>
              <a:rPr lang="en-US"/>
              <a:t> </a:t>
            </a:r>
            <a:r>
              <a:rPr lang="en-US" err="1"/>
              <a:t>nước</a:t>
            </a:r>
            <a:r>
              <a:rPr lang="en-US"/>
              <a:t> </a:t>
            </a:r>
            <a:r>
              <a:rPr lang="en-US" err="1"/>
              <a:t>thuộc</a:t>
            </a:r>
            <a:r>
              <a:rPr lang="en-US"/>
              <a:t> </a:t>
            </a:r>
            <a:r>
              <a:rPr lang="en-US" err="1"/>
              <a:t>về</a:t>
            </a:r>
            <a:endParaRPr lang="en-US"/>
          </a:p>
        </p:txBody>
      </p:sp>
    </p:spTree>
    <p:extLst>
      <p:ext uri="{BB962C8B-B14F-4D97-AF65-F5344CB8AC3E}">
        <p14:creationId xmlns:p14="http://schemas.microsoft.com/office/powerpoint/2010/main" val="775410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AE57D5-DEA1-4414-A237-E83FA478DF7D}"/>
              </a:ext>
            </a:extLst>
          </p:cNvPr>
          <p:cNvSpPr>
            <a:spLocks noGrp="1"/>
          </p:cNvSpPr>
          <p:nvPr>
            <p:ph idx="1"/>
          </p:nvPr>
        </p:nvSpPr>
        <p:spPr>
          <a:xfrm>
            <a:off x="457200" y="2209800"/>
            <a:ext cx="8229600" cy="3797491"/>
          </a:xfrm>
        </p:spPr>
        <p:txBody>
          <a:bodyPr/>
          <a:lstStyle/>
          <a:p>
            <a:pPr marL="624078" indent="-514350">
              <a:buFont typeface="+mj-lt"/>
              <a:buAutoNum type="alphaLcParenR"/>
            </a:pPr>
            <a:r>
              <a:rPr lang="en-US" err="1"/>
              <a:t>Phạm</a:t>
            </a:r>
            <a:r>
              <a:rPr lang="en-US"/>
              <a:t> vi </a:t>
            </a:r>
            <a:r>
              <a:rPr lang="en-US" err="1"/>
              <a:t>lãnh</a:t>
            </a:r>
            <a:r>
              <a:rPr lang="en-US"/>
              <a:t> </a:t>
            </a:r>
            <a:r>
              <a:rPr lang="en-US" err="1"/>
              <a:t>thổ</a:t>
            </a:r>
            <a:r>
              <a:rPr lang="en-US"/>
              <a:t> </a:t>
            </a:r>
            <a:r>
              <a:rPr lang="en-US" err="1"/>
              <a:t>quốc</a:t>
            </a:r>
            <a:r>
              <a:rPr lang="en-US"/>
              <a:t> </a:t>
            </a:r>
            <a:r>
              <a:rPr lang="en-US" err="1"/>
              <a:t>gia</a:t>
            </a:r>
            <a:endParaRPr lang="en-US"/>
          </a:p>
          <a:p>
            <a:pPr marL="624078" indent="-514350">
              <a:buFont typeface="+mj-lt"/>
              <a:buAutoNum type="alphaLcParenR"/>
            </a:pPr>
            <a:r>
              <a:rPr lang="en-US" err="1"/>
              <a:t>Trong</a:t>
            </a:r>
            <a:r>
              <a:rPr lang="en-US"/>
              <a:t> </a:t>
            </a:r>
            <a:r>
              <a:rPr lang="en-US" err="1"/>
              <a:t>các</a:t>
            </a:r>
            <a:r>
              <a:rPr lang="en-US"/>
              <a:t> </a:t>
            </a:r>
            <a:r>
              <a:rPr lang="en-US" err="1"/>
              <a:t>chính</a:t>
            </a:r>
            <a:r>
              <a:rPr lang="en-US"/>
              <a:t> </a:t>
            </a:r>
            <a:r>
              <a:rPr lang="en-US" err="1"/>
              <a:t>sách</a:t>
            </a:r>
            <a:r>
              <a:rPr lang="en-US"/>
              <a:t> </a:t>
            </a:r>
            <a:r>
              <a:rPr lang="en-US" err="1"/>
              <a:t>đối</a:t>
            </a:r>
            <a:r>
              <a:rPr lang="en-US"/>
              <a:t> </a:t>
            </a:r>
            <a:r>
              <a:rPr lang="en-US" err="1"/>
              <a:t>nội</a:t>
            </a:r>
            <a:r>
              <a:rPr lang="en-US"/>
              <a:t> </a:t>
            </a:r>
            <a:r>
              <a:rPr lang="en-US" err="1"/>
              <a:t>của</a:t>
            </a:r>
            <a:r>
              <a:rPr lang="en-US"/>
              <a:t> </a:t>
            </a:r>
            <a:r>
              <a:rPr lang="en-US" err="1"/>
              <a:t>nhà</a:t>
            </a:r>
            <a:r>
              <a:rPr lang="en-US"/>
              <a:t> </a:t>
            </a:r>
            <a:r>
              <a:rPr lang="en-US" err="1"/>
              <a:t>nước</a:t>
            </a:r>
            <a:endParaRPr lang="en-US"/>
          </a:p>
          <a:p>
            <a:pPr marL="624078" indent="-514350">
              <a:buFont typeface="+mj-lt"/>
              <a:buAutoNum type="alphaLcParenR"/>
            </a:pPr>
            <a:r>
              <a:rPr lang="en-US" err="1"/>
              <a:t>Trong</a:t>
            </a:r>
            <a:r>
              <a:rPr lang="en-US"/>
              <a:t> </a:t>
            </a:r>
            <a:r>
              <a:rPr lang="en-US" err="1"/>
              <a:t>các</a:t>
            </a:r>
            <a:r>
              <a:rPr lang="en-US"/>
              <a:t> </a:t>
            </a:r>
            <a:r>
              <a:rPr lang="en-US" err="1"/>
              <a:t>chính</a:t>
            </a:r>
            <a:r>
              <a:rPr lang="en-US"/>
              <a:t> </a:t>
            </a:r>
            <a:r>
              <a:rPr lang="en-US" err="1"/>
              <a:t>sách</a:t>
            </a:r>
            <a:r>
              <a:rPr lang="en-US"/>
              <a:t> </a:t>
            </a:r>
            <a:r>
              <a:rPr lang="en-US" err="1"/>
              <a:t>đối</a:t>
            </a:r>
            <a:r>
              <a:rPr lang="en-US"/>
              <a:t> </a:t>
            </a:r>
            <a:r>
              <a:rPr lang="en-US" err="1"/>
              <a:t>ngoại</a:t>
            </a:r>
            <a:r>
              <a:rPr lang="en-US"/>
              <a:t> </a:t>
            </a:r>
            <a:r>
              <a:rPr lang="en-US" err="1"/>
              <a:t>của</a:t>
            </a:r>
            <a:r>
              <a:rPr lang="en-US"/>
              <a:t> </a:t>
            </a:r>
            <a:r>
              <a:rPr lang="en-US" err="1"/>
              <a:t>nhà</a:t>
            </a:r>
            <a:r>
              <a:rPr lang="en-US"/>
              <a:t> </a:t>
            </a:r>
            <a:r>
              <a:rPr lang="en-US" err="1"/>
              <a:t>nước</a:t>
            </a:r>
            <a:endParaRPr lang="en-US"/>
          </a:p>
          <a:p>
            <a:pPr marL="624078" indent="-514350">
              <a:buFont typeface="+mj-lt"/>
              <a:buAutoNum type="alphaLcParenR"/>
            </a:pPr>
            <a:r>
              <a:rPr lang="en-US" err="1"/>
              <a:t>Trong</a:t>
            </a:r>
            <a:r>
              <a:rPr lang="en-US"/>
              <a:t> </a:t>
            </a:r>
            <a:r>
              <a:rPr lang="en-US" err="1"/>
              <a:t>các</a:t>
            </a:r>
            <a:r>
              <a:rPr lang="en-US"/>
              <a:t> </a:t>
            </a:r>
            <a:r>
              <a:rPr lang="en-US" err="1"/>
              <a:t>chính</a:t>
            </a:r>
            <a:r>
              <a:rPr lang="en-US"/>
              <a:t> </a:t>
            </a:r>
            <a:r>
              <a:rPr lang="en-US" err="1"/>
              <a:t>sách</a:t>
            </a:r>
            <a:r>
              <a:rPr lang="en-US"/>
              <a:t> </a:t>
            </a:r>
            <a:r>
              <a:rPr lang="en-US" err="1"/>
              <a:t>đối</a:t>
            </a:r>
            <a:r>
              <a:rPr lang="en-US"/>
              <a:t> </a:t>
            </a:r>
            <a:r>
              <a:rPr lang="en-US" err="1"/>
              <a:t>nội</a:t>
            </a:r>
            <a:r>
              <a:rPr lang="en-US"/>
              <a:t> </a:t>
            </a:r>
            <a:r>
              <a:rPr lang="en-US" err="1"/>
              <a:t>và</a:t>
            </a:r>
            <a:r>
              <a:rPr lang="en-US"/>
              <a:t> </a:t>
            </a:r>
            <a:r>
              <a:rPr lang="en-US" err="1"/>
              <a:t>đối</a:t>
            </a:r>
            <a:r>
              <a:rPr lang="en-US"/>
              <a:t> </a:t>
            </a:r>
            <a:r>
              <a:rPr lang="en-US" err="1"/>
              <a:t>ngoại</a:t>
            </a:r>
            <a:r>
              <a:rPr lang="en-US"/>
              <a:t> </a:t>
            </a:r>
            <a:r>
              <a:rPr lang="en-US" err="1"/>
              <a:t>của</a:t>
            </a:r>
            <a:r>
              <a:rPr lang="en-US"/>
              <a:t> </a:t>
            </a:r>
            <a:r>
              <a:rPr lang="en-US" err="1"/>
              <a:t>nhà</a:t>
            </a:r>
            <a:r>
              <a:rPr lang="en-US"/>
              <a:t> </a:t>
            </a:r>
            <a:r>
              <a:rPr lang="en-US" err="1"/>
              <a:t>nước</a:t>
            </a:r>
            <a:endParaRPr lang="en-US"/>
          </a:p>
        </p:txBody>
      </p:sp>
      <p:sp>
        <p:nvSpPr>
          <p:cNvPr id="3" name="Footer Placeholder 2">
            <a:extLst>
              <a:ext uri="{FF2B5EF4-FFF2-40B4-BE49-F238E27FC236}">
                <a16:creationId xmlns:a16="http://schemas.microsoft.com/office/drawing/2014/main" id="{74012030-BFBD-43CB-90D1-7875FD51F7B3}"/>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B3621957-EC58-426E-9165-D188B25116FA}"/>
              </a:ext>
            </a:extLst>
          </p:cNvPr>
          <p:cNvSpPr>
            <a:spLocks noGrp="1"/>
          </p:cNvSpPr>
          <p:nvPr>
            <p:ph type="sldNum" sz="quarter" idx="12"/>
          </p:nvPr>
        </p:nvSpPr>
        <p:spPr/>
        <p:txBody>
          <a:bodyPr/>
          <a:lstStyle/>
          <a:p>
            <a:fld id="{C700A7F4-E0AA-4BCB-9880-DD9265D58A00}" type="slidenum">
              <a:rPr lang="en-US" smtClean="0"/>
              <a:pPr/>
              <a:t>21</a:t>
            </a:fld>
            <a:endParaRPr lang="en-US"/>
          </a:p>
        </p:txBody>
      </p:sp>
      <p:sp>
        <p:nvSpPr>
          <p:cNvPr id="5" name="Title 4">
            <a:extLst>
              <a:ext uri="{FF2B5EF4-FFF2-40B4-BE49-F238E27FC236}">
                <a16:creationId xmlns:a16="http://schemas.microsoft.com/office/drawing/2014/main" id="{D3FD07E3-8E7E-4A6B-9054-2EBC28C0C540}"/>
              </a:ext>
            </a:extLst>
          </p:cNvPr>
          <p:cNvSpPr>
            <a:spLocks noGrp="1"/>
          </p:cNvSpPr>
          <p:nvPr>
            <p:ph type="title"/>
          </p:nvPr>
        </p:nvSpPr>
        <p:spPr>
          <a:xfrm>
            <a:off x="457200" y="274638"/>
            <a:ext cx="8229600" cy="1935162"/>
          </a:xfrm>
        </p:spPr>
        <p:txBody>
          <a:bodyPr/>
          <a:lstStyle/>
          <a:p>
            <a:r>
              <a:rPr lang="en-US" err="1"/>
              <a:t>Bản</a:t>
            </a:r>
            <a:r>
              <a:rPr lang="en-US"/>
              <a:t> </a:t>
            </a:r>
            <a:r>
              <a:rPr lang="en-US" err="1"/>
              <a:t>chất</a:t>
            </a:r>
            <a:r>
              <a:rPr lang="en-US"/>
              <a:t> </a:t>
            </a:r>
            <a:r>
              <a:rPr lang="en-US" err="1"/>
              <a:t>nhà</a:t>
            </a:r>
            <a:r>
              <a:rPr lang="en-US"/>
              <a:t> </a:t>
            </a:r>
            <a:r>
              <a:rPr lang="en-US" err="1"/>
              <a:t>nước</a:t>
            </a:r>
            <a:r>
              <a:rPr lang="en-US"/>
              <a:t> </a:t>
            </a:r>
            <a:r>
              <a:rPr lang="en-US" err="1"/>
              <a:t>chỉ</a:t>
            </a:r>
            <a:r>
              <a:rPr lang="en-US"/>
              <a:t> </a:t>
            </a:r>
            <a:r>
              <a:rPr lang="en-US" err="1"/>
              <a:t>thể</a:t>
            </a:r>
            <a:r>
              <a:rPr lang="en-US"/>
              <a:t> </a:t>
            </a:r>
            <a:r>
              <a:rPr lang="en-US" err="1"/>
              <a:t>hiện</a:t>
            </a:r>
            <a:r>
              <a:rPr lang="en-US"/>
              <a:t> </a:t>
            </a:r>
            <a:r>
              <a:rPr lang="en-US" err="1"/>
              <a:t>trong</a:t>
            </a:r>
            <a:endParaRPr lang="en-US"/>
          </a:p>
        </p:txBody>
      </p:sp>
    </p:spTree>
    <p:extLst>
      <p:ext uri="{BB962C8B-B14F-4D97-AF65-F5344CB8AC3E}">
        <p14:creationId xmlns:p14="http://schemas.microsoft.com/office/powerpoint/2010/main" val="2053496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491DC8-4D82-4546-916D-B99C12FC9B06}"/>
              </a:ext>
            </a:extLst>
          </p:cNvPr>
          <p:cNvSpPr>
            <a:spLocks noGrp="1"/>
          </p:cNvSpPr>
          <p:nvPr>
            <p:ph idx="1"/>
          </p:nvPr>
        </p:nvSpPr>
        <p:spPr>
          <a:xfrm>
            <a:off x="457200" y="2209800"/>
            <a:ext cx="8229600" cy="3797491"/>
          </a:xfrm>
        </p:spPr>
        <p:txBody>
          <a:bodyPr/>
          <a:lstStyle/>
          <a:p>
            <a:pPr marL="624078" indent="-514350">
              <a:buFont typeface="+mj-lt"/>
              <a:buAutoNum type="alphaLcParenR"/>
            </a:pPr>
            <a:r>
              <a:rPr lang="en-US" err="1"/>
              <a:t>Thực</a:t>
            </a:r>
            <a:r>
              <a:rPr lang="en-US"/>
              <a:t> </a:t>
            </a:r>
            <a:r>
              <a:rPr lang="en-US" err="1"/>
              <a:t>hiện</a:t>
            </a:r>
            <a:r>
              <a:rPr lang="en-US"/>
              <a:t> </a:t>
            </a:r>
            <a:r>
              <a:rPr lang="en-US" err="1"/>
              <a:t>những</a:t>
            </a:r>
            <a:r>
              <a:rPr lang="en-US"/>
              <a:t> </a:t>
            </a:r>
            <a:r>
              <a:rPr lang="en-US" err="1"/>
              <a:t>công</a:t>
            </a:r>
            <a:r>
              <a:rPr lang="en-US"/>
              <a:t> </a:t>
            </a:r>
            <a:r>
              <a:rPr lang="en-US" err="1"/>
              <a:t>việc</a:t>
            </a:r>
            <a:r>
              <a:rPr lang="en-US"/>
              <a:t> </a:t>
            </a:r>
            <a:r>
              <a:rPr lang="en-US" err="1"/>
              <a:t>trong</a:t>
            </a:r>
            <a:r>
              <a:rPr lang="en-US"/>
              <a:t> </a:t>
            </a:r>
            <a:r>
              <a:rPr lang="en-US" err="1"/>
              <a:t>phạm</a:t>
            </a:r>
            <a:r>
              <a:rPr lang="en-US"/>
              <a:t> vi </a:t>
            </a:r>
            <a:r>
              <a:rPr lang="en-US" err="1"/>
              <a:t>lãnh</a:t>
            </a:r>
            <a:r>
              <a:rPr lang="en-US"/>
              <a:t> </a:t>
            </a:r>
            <a:r>
              <a:rPr lang="en-US" err="1"/>
              <a:t>thổ</a:t>
            </a:r>
            <a:r>
              <a:rPr lang="en-US"/>
              <a:t> </a:t>
            </a:r>
            <a:r>
              <a:rPr lang="en-US" err="1"/>
              <a:t>quốc</a:t>
            </a:r>
            <a:r>
              <a:rPr lang="en-US"/>
              <a:t> </a:t>
            </a:r>
            <a:r>
              <a:rPr lang="en-US" err="1"/>
              <a:t>gia</a:t>
            </a:r>
            <a:r>
              <a:rPr lang="en-US"/>
              <a:t> </a:t>
            </a:r>
            <a:r>
              <a:rPr lang="en-US" err="1"/>
              <a:t>và</a:t>
            </a:r>
            <a:r>
              <a:rPr lang="en-US"/>
              <a:t> </a:t>
            </a:r>
            <a:r>
              <a:rPr lang="en-US" err="1"/>
              <a:t>công</a:t>
            </a:r>
            <a:r>
              <a:rPr lang="en-US"/>
              <a:t> </a:t>
            </a:r>
            <a:r>
              <a:rPr lang="en-US" err="1"/>
              <a:t>việc</a:t>
            </a:r>
            <a:r>
              <a:rPr lang="en-US"/>
              <a:t> </a:t>
            </a:r>
            <a:r>
              <a:rPr lang="en-US" err="1"/>
              <a:t>của</a:t>
            </a:r>
            <a:r>
              <a:rPr lang="en-US"/>
              <a:t> </a:t>
            </a:r>
            <a:r>
              <a:rPr lang="en-US" err="1"/>
              <a:t>nhà</a:t>
            </a:r>
            <a:r>
              <a:rPr lang="en-US"/>
              <a:t> </a:t>
            </a:r>
            <a:r>
              <a:rPr lang="en-US" err="1"/>
              <a:t>nước</a:t>
            </a:r>
            <a:r>
              <a:rPr lang="en-US"/>
              <a:t> </a:t>
            </a:r>
            <a:r>
              <a:rPr lang="en-US" err="1"/>
              <a:t>vượt</a:t>
            </a:r>
            <a:r>
              <a:rPr lang="en-US"/>
              <a:t> ra </a:t>
            </a:r>
            <a:r>
              <a:rPr lang="en-US" err="1"/>
              <a:t>ngoài</a:t>
            </a:r>
            <a:r>
              <a:rPr lang="en-US"/>
              <a:t> </a:t>
            </a:r>
            <a:r>
              <a:rPr lang="en-US" err="1"/>
              <a:t>phạm</a:t>
            </a:r>
            <a:r>
              <a:rPr lang="en-US"/>
              <a:t> vi </a:t>
            </a:r>
            <a:r>
              <a:rPr lang="en-US" err="1"/>
              <a:t>lãnh</a:t>
            </a:r>
            <a:r>
              <a:rPr lang="en-US"/>
              <a:t> </a:t>
            </a:r>
            <a:r>
              <a:rPr lang="en-US" err="1"/>
              <a:t>thổ</a:t>
            </a:r>
            <a:r>
              <a:rPr lang="en-US"/>
              <a:t> </a:t>
            </a:r>
            <a:r>
              <a:rPr lang="en-US" err="1"/>
              <a:t>quốc</a:t>
            </a:r>
            <a:r>
              <a:rPr lang="en-US"/>
              <a:t> </a:t>
            </a:r>
            <a:r>
              <a:rPr lang="en-US" err="1"/>
              <a:t>gia</a:t>
            </a:r>
            <a:endParaRPr lang="en-US"/>
          </a:p>
          <a:p>
            <a:pPr marL="624078" indent="-514350">
              <a:buFont typeface="+mj-lt"/>
              <a:buAutoNum type="alphaLcParenR"/>
            </a:pPr>
            <a:r>
              <a:rPr lang="en-US" err="1"/>
              <a:t>Thực</a:t>
            </a:r>
            <a:r>
              <a:rPr lang="en-US"/>
              <a:t> </a:t>
            </a:r>
            <a:r>
              <a:rPr lang="en-US" err="1"/>
              <a:t>hiện</a:t>
            </a:r>
            <a:r>
              <a:rPr lang="en-US"/>
              <a:t> </a:t>
            </a:r>
            <a:r>
              <a:rPr lang="en-US" err="1"/>
              <a:t>chính</a:t>
            </a:r>
            <a:r>
              <a:rPr lang="en-US"/>
              <a:t> </a:t>
            </a:r>
            <a:r>
              <a:rPr lang="en-US" err="1"/>
              <a:t>sách</a:t>
            </a:r>
            <a:r>
              <a:rPr lang="en-US"/>
              <a:t> </a:t>
            </a:r>
            <a:r>
              <a:rPr lang="en-US" err="1"/>
              <a:t>đối</a:t>
            </a:r>
            <a:r>
              <a:rPr lang="en-US"/>
              <a:t> </a:t>
            </a:r>
            <a:r>
              <a:rPr lang="en-US" err="1"/>
              <a:t>nội</a:t>
            </a:r>
            <a:r>
              <a:rPr lang="en-US"/>
              <a:t> </a:t>
            </a:r>
            <a:r>
              <a:rPr lang="en-US" err="1"/>
              <a:t>của</a:t>
            </a:r>
            <a:r>
              <a:rPr lang="en-US"/>
              <a:t> </a:t>
            </a:r>
            <a:r>
              <a:rPr lang="en-US" err="1"/>
              <a:t>nhà</a:t>
            </a:r>
            <a:r>
              <a:rPr lang="en-US"/>
              <a:t> </a:t>
            </a:r>
            <a:r>
              <a:rPr lang="en-US" err="1"/>
              <a:t>nước</a:t>
            </a:r>
            <a:endParaRPr lang="en-US"/>
          </a:p>
          <a:p>
            <a:pPr marL="624078" indent="-514350">
              <a:buFont typeface="+mj-lt"/>
              <a:buAutoNum type="alphaLcParenR"/>
            </a:pPr>
            <a:r>
              <a:rPr lang="en-US" err="1"/>
              <a:t>Thực</a:t>
            </a:r>
            <a:r>
              <a:rPr lang="en-US"/>
              <a:t> </a:t>
            </a:r>
            <a:r>
              <a:rPr lang="en-US" err="1"/>
              <a:t>hiện</a:t>
            </a:r>
            <a:r>
              <a:rPr lang="en-US"/>
              <a:t> </a:t>
            </a:r>
            <a:r>
              <a:rPr lang="en-US" err="1"/>
              <a:t>chính</a:t>
            </a:r>
            <a:r>
              <a:rPr lang="en-US"/>
              <a:t> </a:t>
            </a:r>
            <a:r>
              <a:rPr lang="en-US" err="1"/>
              <a:t>sách</a:t>
            </a:r>
            <a:r>
              <a:rPr lang="en-US"/>
              <a:t> </a:t>
            </a:r>
            <a:r>
              <a:rPr lang="en-US" err="1"/>
              <a:t>đối</a:t>
            </a:r>
            <a:r>
              <a:rPr lang="en-US"/>
              <a:t> </a:t>
            </a:r>
            <a:r>
              <a:rPr lang="en-US" err="1"/>
              <a:t>ngoại</a:t>
            </a:r>
            <a:endParaRPr lang="en-US"/>
          </a:p>
          <a:p>
            <a:pPr marL="624078" indent="-514350">
              <a:buFont typeface="+mj-lt"/>
              <a:buAutoNum type="alphaLcParenR"/>
            </a:pPr>
            <a:r>
              <a:rPr lang="en-US" err="1"/>
              <a:t>Thực</a:t>
            </a:r>
            <a:r>
              <a:rPr lang="en-US"/>
              <a:t> </a:t>
            </a:r>
            <a:r>
              <a:rPr lang="en-US" err="1"/>
              <a:t>hiện</a:t>
            </a:r>
            <a:r>
              <a:rPr lang="en-US"/>
              <a:t> </a:t>
            </a:r>
            <a:r>
              <a:rPr lang="en-US" err="1"/>
              <a:t>chính</a:t>
            </a:r>
            <a:r>
              <a:rPr lang="en-US"/>
              <a:t> </a:t>
            </a:r>
            <a:r>
              <a:rPr lang="en-US" err="1"/>
              <a:t>sách</a:t>
            </a:r>
            <a:r>
              <a:rPr lang="en-US"/>
              <a:t> </a:t>
            </a:r>
            <a:r>
              <a:rPr lang="en-US" err="1"/>
              <a:t>đối</a:t>
            </a:r>
            <a:r>
              <a:rPr lang="en-US"/>
              <a:t> </a:t>
            </a:r>
            <a:r>
              <a:rPr lang="en-US" err="1"/>
              <a:t>nội</a:t>
            </a:r>
            <a:r>
              <a:rPr lang="en-US"/>
              <a:t> </a:t>
            </a:r>
            <a:r>
              <a:rPr lang="en-US" err="1"/>
              <a:t>hoặc</a:t>
            </a:r>
            <a:r>
              <a:rPr lang="en-US"/>
              <a:t> </a:t>
            </a:r>
            <a:r>
              <a:rPr lang="en-US" err="1"/>
              <a:t>đối</a:t>
            </a:r>
            <a:r>
              <a:rPr lang="en-US"/>
              <a:t> </a:t>
            </a:r>
            <a:r>
              <a:rPr lang="en-US" err="1"/>
              <a:t>ngoại</a:t>
            </a:r>
            <a:r>
              <a:rPr lang="en-US"/>
              <a:t>.</a:t>
            </a:r>
          </a:p>
          <a:p>
            <a:pPr marL="624078" indent="-514350">
              <a:buFont typeface="+mj-lt"/>
              <a:buAutoNum type="alphaLcParenR"/>
            </a:pPr>
            <a:endParaRPr lang="en-US"/>
          </a:p>
        </p:txBody>
      </p:sp>
      <p:sp>
        <p:nvSpPr>
          <p:cNvPr id="3" name="Footer Placeholder 2">
            <a:extLst>
              <a:ext uri="{FF2B5EF4-FFF2-40B4-BE49-F238E27FC236}">
                <a16:creationId xmlns:a16="http://schemas.microsoft.com/office/drawing/2014/main" id="{0AF6D42E-DFDA-4A54-BA33-31E530ACE00C}"/>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B484D7B9-D62D-4F59-8CCD-733D9A515D87}"/>
              </a:ext>
            </a:extLst>
          </p:cNvPr>
          <p:cNvSpPr>
            <a:spLocks noGrp="1"/>
          </p:cNvSpPr>
          <p:nvPr>
            <p:ph type="sldNum" sz="quarter" idx="12"/>
          </p:nvPr>
        </p:nvSpPr>
        <p:spPr/>
        <p:txBody>
          <a:bodyPr/>
          <a:lstStyle/>
          <a:p>
            <a:fld id="{C700A7F4-E0AA-4BCB-9880-DD9265D58A00}" type="slidenum">
              <a:rPr lang="en-US" smtClean="0"/>
              <a:pPr/>
              <a:t>22</a:t>
            </a:fld>
            <a:endParaRPr lang="en-US"/>
          </a:p>
        </p:txBody>
      </p:sp>
      <p:sp>
        <p:nvSpPr>
          <p:cNvPr id="5" name="Title 4">
            <a:extLst>
              <a:ext uri="{FF2B5EF4-FFF2-40B4-BE49-F238E27FC236}">
                <a16:creationId xmlns:a16="http://schemas.microsoft.com/office/drawing/2014/main" id="{C42B2947-E0EA-418C-ADB1-7AAFD0E43F2D}"/>
              </a:ext>
            </a:extLst>
          </p:cNvPr>
          <p:cNvSpPr>
            <a:spLocks noGrp="1"/>
          </p:cNvSpPr>
          <p:nvPr>
            <p:ph type="title"/>
          </p:nvPr>
        </p:nvSpPr>
        <p:spPr>
          <a:xfrm>
            <a:off x="457200" y="274638"/>
            <a:ext cx="8229600" cy="1935162"/>
          </a:xfrm>
        </p:spPr>
        <p:txBody>
          <a:bodyPr>
            <a:normAutofit fontScale="90000"/>
          </a:bodyPr>
          <a:lstStyle/>
          <a:p>
            <a:r>
              <a:rPr lang="en-US" err="1"/>
              <a:t>Chức</a:t>
            </a:r>
            <a:r>
              <a:rPr lang="en-US"/>
              <a:t> </a:t>
            </a:r>
            <a:r>
              <a:rPr lang="en-US" err="1"/>
              <a:t>năng</a:t>
            </a:r>
            <a:r>
              <a:rPr lang="en-US"/>
              <a:t> </a:t>
            </a:r>
            <a:r>
              <a:rPr lang="en-US" err="1"/>
              <a:t>của</a:t>
            </a:r>
            <a:r>
              <a:rPr lang="en-US"/>
              <a:t> </a:t>
            </a:r>
            <a:r>
              <a:rPr lang="en-US" err="1"/>
              <a:t>nhà</a:t>
            </a:r>
            <a:r>
              <a:rPr lang="en-US"/>
              <a:t> </a:t>
            </a:r>
            <a:r>
              <a:rPr lang="en-US" err="1"/>
              <a:t>nước</a:t>
            </a:r>
            <a:r>
              <a:rPr lang="en-US"/>
              <a:t> </a:t>
            </a:r>
            <a:r>
              <a:rPr lang="en-US" err="1"/>
              <a:t>là</a:t>
            </a:r>
            <a:r>
              <a:rPr lang="en-US"/>
              <a:t> </a:t>
            </a:r>
            <a:r>
              <a:rPr lang="en-US" err="1"/>
              <a:t>thực</a:t>
            </a:r>
            <a:r>
              <a:rPr lang="en-US"/>
              <a:t> </a:t>
            </a:r>
            <a:r>
              <a:rPr lang="en-US" err="1"/>
              <a:t>hiện</a:t>
            </a:r>
            <a:r>
              <a:rPr lang="en-US"/>
              <a:t> </a:t>
            </a:r>
            <a:r>
              <a:rPr lang="en-US" err="1"/>
              <a:t>các</a:t>
            </a:r>
            <a:r>
              <a:rPr lang="en-US"/>
              <a:t> </a:t>
            </a:r>
            <a:r>
              <a:rPr lang="en-US" err="1"/>
              <a:t>nhiệm</a:t>
            </a:r>
            <a:r>
              <a:rPr lang="en-US"/>
              <a:t> </a:t>
            </a:r>
            <a:r>
              <a:rPr lang="en-US" err="1"/>
              <a:t>vụ</a:t>
            </a:r>
            <a:r>
              <a:rPr lang="en-US"/>
              <a:t> </a:t>
            </a:r>
            <a:r>
              <a:rPr lang="en-US" err="1"/>
              <a:t>của</a:t>
            </a:r>
            <a:r>
              <a:rPr lang="en-US"/>
              <a:t> </a:t>
            </a:r>
            <a:r>
              <a:rPr lang="en-US" err="1"/>
              <a:t>nhà</a:t>
            </a:r>
            <a:r>
              <a:rPr lang="en-US"/>
              <a:t> </a:t>
            </a:r>
            <a:r>
              <a:rPr lang="en-US" err="1"/>
              <a:t>nước</a:t>
            </a:r>
            <a:r>
              <a:rPr lang="en-US"/>
              <a:t> </a:t>
            </a:r>
            <a:r>
              <a:rPr lang="en-US" err="1"/>
              <a:t>trong</a:t>
            </a:r>
            <a:r>
              <a:rPr lang="en-US"/>
              <a:t> </a:t>
            </a:r>
            <a:r>
              <a:rPr lang="en-US" err="1"/>
              <a:t>phạm</a:t>
            </a:r>
            <a:r>
              <a:rPr lang="en-US"/>
              <a:t> vi</a:t>
            </a:r>
          </a:p>
        </p:txBody>
      </p:sp>
    </p:spTree>
    <p:extLst>
      <p:ext uri="{BB962C8B-B14F-4D97-AF65-F5344CB8AC3E}">
        <p14:creationId xmlns:p14="http://schemas.microsoft.com/office/powerpoint/2010/main" val="2381459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EB012315-ABDC-468E-9314-5104D9FF9C51}" type="slidenum">
              <a:rPr lang="en-US" smtClean="0"/>
              <a:pPr>
                <a:defRPr/>
              </a:pPr>
              <a:t>23</a:t>
            </a:fld>
            <a:endParaRPr lang="en-US"/>
          </a:p>
        </p:txBody>
      </p:sp>
      <p:sp>
        <p:nvSpPr>
          <p:cNvPr id="11266" name="Title 1"/>
          <p:cNvSpPr>
            <a:spLocks noGrp="1"/>
          </p:cNvSpPr>
          <p:nvPr>
            <p:ph type="title"/>
          </p:nvPr>
        </p:nvSpPr>
        <p:spPr/>
        <p:txBody>
          <a:bodyPr>
            <a:normAutofit/>
          </a:bodyPr>
          <a:lstStyle/>
          <a:p>
            <a:r>
              <a:rPr lang="vi-VN" sz="3600">
                <a:latin typeface="Arial" pitchFamily="34" charset="0"/>
                <a:cs typeface="Arial" pitchFamily="34" charset="0"/>
              </a:rPr>
              <a:t>Khái niệm</a:t>
            </a:r>
            <a:r>
              <a:rPr lang="en-US" sz="3600">
                <a:latin typeface="Arial" pitchFamily="34" charset="0"/>
                <a:cs typeface="Arial" pitchFamily="34" charset="0"/>
              </a:rPr>
              <a:t> về N</a:t>
            </a:r>
            <a:r>
              <a:rPr lang="vi-VN" sz="3600">
                <a:latin typeface="Arial" pitchFamily="34" charset="0"/>
                <a:cs typeface="Arial" pitchFamily="34" charset="0"/>
              </a:rPr>
              <a:t>hà nước</a:t>
            </a:r>
            <a:endParaRPr lang="en-US" sz="3600">
              <a:latin typeface="Arial" pitchFamily="34" charset="0"/>
              <a:cs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pPr>
              <a:defRPr/>
            </a:pPr>
            <a:fld id="{A43DC412-E99F-48E9-AC58-96EDD3819283}" type="slidenum">
              <a:rPr lang="en-US"/>
              <a:pPr>
                <a:defRPr/>
              </a:pPr>
              <a:t>24</a:t>
            </a:fld>
            <a:endParaRPr lang="en-US"/>
          </a:p>
        </p:txBody>
      </p:sp>
      <p:sp>
        <p:nvSpPr>
          <p:cNvPr id="12290" name="Title 1"/>
          <p:cNvSpPr>
            <a:spLocks noGrp="1"/>
          </p:cNvSpPr>
          <p:nvPr>
            <p:ph type="title"/>
          </p:nvPr>
        </p:nvSpPr>
        <p:spPr/>
        <p:txBody>
          <a:bodyPr>
            <a:normAutofit/>
          </a:bodyPr>
          <a:lstStyle/>
          <a:p>
            <a:r>
              <a:rPr lang="vi-VN" sz="3200">
                <a:latin typeface="Arial" pitchFamily="34" charset="0"/>
                <a:cs typeface="Arial" pitchFamily="34" charset="0"/>
              </a:rPr>
              <a:t>Các đặc trưng của nhà nước</a:t>
            </a:r>
            <a:endParaRPr lang="en-US" sz="3200">
              <a:latin typeface="Arial" pitchFamily="34"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653658-EDC4-43E2-9EBB-4ED3AA6FE590}"/>
              </a:ext>
            </a:extLst>
          </p:cNvPr>
          <p:cNvSpPr>
            <a:spLocks noGrp="1"/>
          </p:cNvSpPr>
          <p:nvPr>
            <p:ph idx="1"/>
          </p:nvPr>
        </p:nvSpPr>
        <p:spPr/>
        <p:txBody>
          <a:bodyPr/>
          <a:lstStyle/>
          <a:p>
            <a:r>
              <a:rPr lang="en-US"/>
              <a:t>1. </a:t>
            </a:r>
            <a:r>
              <a:rPr lang="en-US" err="1"/>
              <a:t>Hình</a:t>
            </a:r>
            <a:r>
              <a:rPr lang="en-US"/>
              <a:t> </a:t>
            </a:r>
            <a:r>
              <a:rPr lang="en-US" err="1"/>
              <a:t>thức</a:t>
            </a:r>
            <a:r>
              <a:rPr lang="en-US"/>
              <a:t> </a:t>
            </a:r>
            <a:r>
              <a:rPr lang="en-US" err="1"/>
              <a:t>nhà</a:t>
            </a:r>
            <a:r>
              <a:rPr lang="en-US"/>
              <a:t> </a:t>
            </a:r>
            <a:r>
              <a:rPr lang="en-US" err="1"/>
              <a:t>nước</a:t>
            </a:r>
            <a:endParaRPr lang="en-US"/>
          </a:p>
          <a:p>
            <a:r>
              <a:rPr lang="en-US"/>
              <a:t>a. </a:t>
            </a:r>
            <a:r>
              <a:rPr lang="en-US" err="1"/>
              <a:t>Hình</a:t>
            </a:r>
            <a:r>
              <a:rPr lang="en-US"/>
              <a:t> </a:t>
            </a:r>
            <a:r>
              <a:rPr lang="en-US" err="1"/>
              <a:t>thức</a:t>
            </a:r>
            <a:r>
              <a:rPr lang="en-US"/>
              <a:t> </a:t>
            </a:r>
            <a:r>
              <a:rPr lang="en-US" err="1"/>
              <a:t>chính</a:t>
            </a:r>
            <a:r>
              <a:rPr lang="en-US"/>
              <a:t> </a:t>
            </a:r>
            <a:r>
              <a:rPr lang="en-US" err="1"/>
              <a:t>thể</a:t>
            </a:r>
            <a:endParaRPr lang="en-US"/>
          </a:p>
          <a:p>
            <a:r>
              <a:rPr lang="en-US"/>
              <a:t>b. </a:t>
            </a:r>
            <a:r>
              <a:rPr lang="en-US" err="1"/>
              <a:t>Hình</a:t>
            </a:r>
            <a:r>
              <a:rPr lang="en-US"/>
              <a:t> </a:t>
            </a:r>
            <a:r>
              <a:rPr lang="en-US" err="1"/>
              <a:t>thức</a:t>
            </a:r>
            <a:r>
              <a:rPr lang="en-US"/>
              <a:t> </a:t>
            </a:r>
            <a:r>
              <a:rPr lang="en-US" err="1"/>
              <a:t>cấu</a:t>
            </a:r>
            <a:r>
              <a:rPr lang="en-US"/>
              <a:t> </a:t>
            </a:r>
            <a:r>
              <a:rPr lang="en-US" err="1"/>
              <a:t>trúc</a:t>
            </a:r>
            <a:r>
              <a:rPr lang="en-US"/>
              <a:t> </a:t>
            </a:r>
            <a:r>
              <a:rPr lang="en-US" err="1"/>
              <a:t>Nhà</a:t>
            </a:r>
            <a:r>
              <a:rPr lang="en-US"/>
              <a:t> </a:t>
            </a:r>
            <a:r>
              <a:rPr lang="en-US" err="1"/>
              <a:t>nước</a:t>
            </a:r>
            <a:endParaRPr lang="en-US"/>
          </a:p>
          <a:p>
            <a:r>
              <a:rPr lang="en-US"/>
              <a:t>c. </a:t>
            </a:r>
            <a:r>
              <a:rPr lang="en-US" err="1"/>
              <a:t>Chế</a:t>
            </a:r>
            <a:r>
              <a:rPr lang="en-US"/>
              <a:t> </a:t>
            </a:r>
            <a:r>
              <a:rPr lang="en-US" err="1"/>
              <a:t>độ</a:t>
            </a:r>
            <a:r>
              <a:rPr lang="en-US"/>
              <a:t> </a:t>
            </a:r>
            <a:r>
              <a:rPr lang="en-US" err="1"/>
              <a:t>chính</a:t>
            </a:r>
            <a:r>
              <a:rPr lang="en-US"/>
              <a:t> </a:t>
            </a:r>
            <a:r>
              <a:rPr lang="en-US" err="1"/>
              <a:t>trị</a:t>
            </a:r>
            <a:endParaRPr lang="en-US"/>
          </a:p>
          <a:p>
            <a:r>
              <a:rPr lang="en-US"/>
              <a:t>2. </a:t>
            </a:r>
            <a:r>
              <a:rPr lang="en-US" err="1"/>
              <a:t>Kiểu</a:t>
            </a:r>
            <a:r>
              <a:rPr lang="en-US"/>
              <a:t> </a:t>
            </a:r>
            <a:r>
              <a:rPr lang="en-US" err="1"/>
              <a:t>nhà</a:t>
            </a:r>
            <a:r>
              <a:rPr lang="en-US"/>
              <a:t> </a:t>
            </a:r>
            <a:r>
              <a:rPr lang="en-US" err="1"/>
              <a:t>nước</a:t>
            </a:r>
            <a:endParaRPr lang="en-US"/>
          </a:p>
        </p:txBody>
      </p:sp>
      <p:sp>
        <p:nvSpPr>
          <p:cNvPr id="3" name="Footer Placeholder 2">
            <a:extLst>
              <a:ext uri="{FF2B5EF4-FFF2-40B4-BE49-F238E27FC236}">
                <a16:creationId xmlns:a16="http://schemas.microsoft.com/office/drawing/2014/main" id="{58AEE190-EE46-4C77-920F-AB9D8EBF143D}"/>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8D3CC7E5-5D5B-4943-846C-91A7E31271AB}"/>
              </a:ext>
            </a:extLst>
          </p:cNvPr>
          <p:cNvSpPr>
            <a:spLocks noGrp="1"/>
          </p:cNvSpPr>
          <p:nvPr>
            <p:ph type="sldNum" sz="quarter" idx="12"/>
          </p:nvPr>
        </p:nvSpPr>
        <p:spPr/>
        <p:txBody>
          <a:bodyPr/>
          <a:lstStyle/>
          <a:p>
            <a:fld id="{C700A7F4-E0AA-4BCB-9880-DD9265D58A00}" type="slidenum">
              <a:rPr lang="en-US" smtClean="0"/>
              <a:pPr/>
              <a:t>25</a:t>
            </a:fld>
            <a:endParaRPr lang="en-US"/>
          </a:p>
        </p:txBody>
      </p:sp>
      <p:sp>
        <p:nvSpPr>
          <p:cNvPr id="5" name="Title 4">
            <a:extLst>
              <a:ext uri="{FF2B5EF4-FFF2-40B4-BE49-F238E27FC236}">
                <a16:creationId xmlns:a16="http://schemas.microsoft.com/office/drawing/2014/main" id="{6215F20F-EEBD-4E7F-BD05-914EE31184FE}"/>
              </a:ext>
            </a:extLst>
          </p:cNvPr>
          <p:cNvSpPr>
            <a:spLocks noGrp="1"/>
          </p:cNvSpPr>
          <p:nvPr>
            <p:ph type="title"/>
          </p:nvPr>
        </p:nvSpPr>
        <p:spPr/>
        <p:txBody>
          <a:bodyPr/>
          <a:lstStyle/>
          <a:p>
            <a:r>
              <a:rPr lang="en-US"/>
              <a:t>2.1.2 </a:t>
            </a:r>
            <a:r>
              <a:rPr lang="en-US" err="1"/>
              <a:t>Hình</a:t>
            </a:r>
            <a:r>
              <a:rPr lang="en-US"/>
              <a:t> </a:t>
            </a:r>
            <a:r>
              <a:rPr lang="en-US" err="1"/>
              <a:t>thức</a:t>
            </a:r>
            <a:r>
              <a:rPr lang="en-US"/>
              <a:t>, </a:t>
            </a:r>
            <a:r>
              <a:rPr lang="en-US" err="1"/>
              <a:t>kiểu</a:t>
            </a:r>
            <a:r>
              <a:rPr lang="en-US"/>
              <a:t> </a:t>
            </a:r>
            <a:r>
              <a:rPr lang="en-US" err="1"/>
              <a:t>nhà</a:t>
            </a:r>
            <a:r>
              <a:rPr lang="en-US"/>
              <a:t> </a:t>
            </a:r>
            <a:r>
              <a:rPr lang="en-US" err="1"/>
              <a:t>nước</a:t>
            </a:r>
            <a:endParaRPr lang="en-US"/>
          </a:p>
        </p:txBody>
      </p:sp>
    </p:spTree>
    <p:extLst>
      <p:ext uri="{BB962C8B-B14F-4D97-AF65-F5344CB8AC3E}">
        <p14:creationId xmlns:p14="http://schemas.microsoft.com/office/powerpoint/2010/main" val="37844769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Footer Placeholder 9"/>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871D0D40-DE9A-4596-A64C-8A9F6624B94D}" type="slidenum">
              <a:rPr lang="en-US" smtClean="0"/>
              <a:pPr>
                <a:defRPr/>
              </a:pPr>
              <a:t>26</a:t>
            </a:fld>
            <a:endParaRPr lang="en-US"/>
          </a:p>
        </p:txBody>
      </p:sp>
      <p:sp>
        <p:nvSpPr>
          <p:cNvPr id="13314" name="Title 1"/>
          <p:cNvSpPr>
            <a:spLocks noGrp="1"/>
          </p:cNvSpPr>
          <p:nvPr>
            <p:ph type="title"/>
          </p:nvPr>
        </p:nvSpPr>
        <p:spPr/>
        <p:txBody>
          <a:bodyPr>
            <a:normAutofit/>
          </a:bodyPr>
          <a:lstStyle/>
          <a:p>
            <a:r>
              <a:rPr lang="vi-VN" sz="3600">
                <a:latin typeface="Arial" pitchFamily="34" charset="0"/>
                <a:cs typeface="Arial" pitchFamily="34" charset="0"/>
              </a:rPr>
              <a:t>1  Hình thức</a:t>
            </a:r>
            <a:r>
              <a:rPr lang="en-US" sz="3600">
                <a:latin typeface="Arial" pitchFamily="34" charset="0"/>
                <a:cs typeface="Arial" pitchFamily="34" charset="0"/>
              </a:rPr>
              <a:t> </a:t>
            </a:r>
            <a:r>
              <a:rPr lang="vi-VN" sz="3600">
                <a:latin typeface="Arial" pitchFamily="34" charset="0"/>
                <a:cs typeface="Arial" pitchFamily="34" charset="0"/>
              </a:rPr>
              <a:t>nhà nước</a:t>
            </a:r>
            <a:endParaRPr lang="en-US" sz="3600">
              <a:latin typeface="Arial" pitchFamily="34" charset="0"/>
              <a:cs typeface="Arial" pitchFamily="34" charset="0"/>
            </a:endParaRPr>
          </a:p>
        </p:txBody>
      </p:sp>
      <p:sp>
        <p:nvSpPr>
          <p:cNvPr id="7" name="Flowchart: Alternate Process 6"/>
          <p:cNvSpPr/>
          <p:nvPr/>
        </p:nvSpPr>
        <p:spPr>
          <a:xfrm>
            <a:off x="914400" y="2286000"/>
            <a:ext cx="2819400" cy="3124200"/>
          </a:xfrm>
          <a:prstGeom prst="flowChartAlternateProcess">
            <a:avLst/>
          </a:prstGeom>
        </p:spPr>
        <p:style>
          <a:lnRef idx="2">
            <a:schemeClr val="accent1"/>
          </a:lnRef>
          <a:fillRef idx="1">
            <a:schemeClr val="lt1"/>
          </a:fillRef>
          <a:effectRef idx="0">
            <a:schemeClr val="accent1"/>
          </a:effectRef>
          <a:fontRef idx="minor">
            <a:schemeClr val="dk1"/>
          </a:fontRef>
        </p:style>
        <p:txBody>
          <a:bodyPr anchor="ctr"/>
          <a:lstStyle/>
          <a:p>
            <a:pPr algn="just"/>
            <a:r>
              <a:rPr lang="vi-VN" sz="2400">
                <a:solidFill>
                  <a:schemeClr val="tx1"/>
                </a:solidFill>
              </a:rPr>
              <a:t>Hình thức nhà nước là cách thức</a:t>
            </a:r>
            <a:r>
              <a:rPr lang="en-US" sz="2400">
                <a:solidFill>
                  <a:schemeClr val="tx1"/>
                </a:solidFill>
              </a:rPr>
              <a:t> </a:t>
            </a:r>
            <a:r>
              <a:rPr lang="en-US" sz="2400" err="1">
                <a:solidFill>
                  <a:schemeClr val="tx1"/>
                </a:solidFill>
              </a:rPr>
              <a:t>tổ</a:t>
            </a:r>
            <a:r>
              <a:rPr lang="en-US" sz="2400">
                <a:solidFill>
                  <a:schemeClr val="tx1"/>
                </a:solidFill>
              </a:rPr>
              <a:t> </a:t>
            </a:r>
            <a:r>
              <a:rPr lang="en-US" sz="2400" err="1">
                <a:solidFill>
                  <a:schemeClr val="tx1"/>
                </a:solidFill>
              </a:rPr>
              <a:t>chức</a:t>
            </a:r>
            <a:r>
              <a:rPr lang="en-US" sz="2400">
                <a:solidFill>
                  <a:schemeClr val="tx1"/>
                </a:solidFill>
              </a:rPr>
              <a:t>,</a:t>
            </a:r>
            <a:r>
              <a:rPr lang="vi-VN" sz="2400">
                <a:solidFill>
                  <a:schemeClr val="tx1"/>
                </a:solidFill>
              </a:rPr>
              <a:t> thực hiện quyền lực nhà nước và những biện pháp để thực hiện quyền lực ấy</a:t>
            </a:r>
          </a:p>
        </p:txBody>
      </p:sp>
      <p:cxnSp>
        <p:nvCxnSpPr>
          <p:cNvPr id="9" name="Straight Arrow Connector 8"/>
          <p:cNvCxnSpPr/>
          <p:nvPr/>
        </p:nvCxnSpPr>
        <p:spPr>
          <a:xfrm flipV="1">
            <a:off x="3733800" y="2209800"/>
            <a:ext cx="14478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733800" y="3505200"/>
            <a:ext cx="1447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H="1">
            <a:off x="3695700" y="3543300"/>
            <a:ext cx="15240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p:cNvSpPr>
            <a:spLocks noGrp="1"/>
          </p:cNvSpPr>
          <p:nvPr>
            <p:ph idx="1"/>
          </p:nvPr>
        </p:nvSpPr>
        <p:spPr>
          <a:xfrm>
            <a:off x="457200" y="1243805"/>
            <a:ext cx="8229600" cy="4852195"/>
          </a:xfrm>
        </p:spPr>
        <p:txBody>
          <a:bodyPr/>
          <a:lstStyle/>
          <a:p>
            <a:endParaRPr lang="en-US" sz="1800">
              <a:latin typeface=".VnArial" pitchFamily="34" charset="0"/>
            </a:endParaRPr>
          </a:p>
        </p:txBody>
      </p:sp>
      <p:sp>
        <p:nvSpPr>
          <p:cNvPr id="39" name="Footer Placeholder 38"/>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0D98F0AE-28BB-46A1-A20B-4CBBAC34DADD}" type="slidenum">
              <a:rPr lang="en-US" smtClean="0"/>
              <a:pPr>
                <a:defRPr/>
              </a:pPr>
              <a:t>27</a:t>
            </a:fld>
            <a:endParaRPr lang="en-US"/>
          </a:p>
        </p:txBody>
      </p:sp>
      <p:sp>
        <p:nvSpPr>
          <p:cNvPr id="14338" name="Title 1"/>
          <p:cNvSpPr>
            <a:spLocks noGrp="1"/>
          </p:cNvSpPr>
          <p:nvPr>
            <p:ph type="title"/>
          </p:nvPr>
        </p:nvSpPr>
        <p:spPr/>
        <p:txBody>
          <a:bodyPr/>
          <a:lstStyle/>
          <a:p>
            <a:pPr algn="just"/>
            <a:r>
              <a:rPr lang="vi-VN" sz="2000"/>
              <a:t>Hình thức chính thể là cách tổ chức và trình tự lập ra các cơ quan tối cao và mối quan hệ cơ bản của các cơ quan đó</a:t>
            </a:r>
            <a:endParaRPr lang="en-US" sz="2000">
              <a:latin typeface="Arial" pitchFamily="34" charset="0"/>
              <a:cs typeface="Arial" pitchFamily="34" charset="0"/>
            </a:endParaRPr>
          </a:p>
        </p:txBody>
      </p:sp>
      <p:sp>
        <p:nvSpPr>
          <p:cNvPr id="14341" name="Rectangle 19"/>
          <p:cNvSpPr>
            <a:spLocks noChangeArrowheads="1"/>
          </p:cNvSpPr>
          <p:nvPr/>
        </p:nvSpPr>
        <p:spPr bwMode="auto">
          <a:xfrm>
            <a:off x="3924300" y="1485900"/>
            <a:ext cx="2171700" cy="504825"/>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r>
              <a:rPr lang="vi-VN">
                <a:latin typeface="Arial" pitchFamily="34" charset="0"/>
                <a:cs typeface="Arial" pitchFamily="34" charset="0"/>
              </a:rPr>
              <a:t>Hinh thức nhà nước</a:t>
            </a:r>
          </a:p>
        </p:txBody>
      </p:sp>
      <p:sp>
        <p:nvSpPr>
          <p:cNvPr id="14342" name="Rectangle 20"/>
          <p:cNvSpPr>
            <a:spLocks noChangeArrowheads="1"/>
          </p:cNvSpPr>
          <p:nvPr/>
        </p:nvSpPr>
        <p:spPr bwMode="auto">
          <a:xfrm>
            <a:off x="2052638" y="2565400"/>
            <a:ext cx="1223962" cy="50482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400"/>
              <a:t>Hinh thức </a:t>
            </a:r>
          </a:p>
          <a:p>
            <a:r>
              <a:rPr lang="en-US" sz="1400"/>
              <a:t>chính thể</a:t>
            </a:r>
          </a:p>
        </p:txBody>
      </p:sp>
      <p:sp>
        <p:nvSpPr>
          <p:cNvPr id="14343" name="Rectangle 21"/>
          <p:cNvSpPr>
            <a:spLocks noChangeArrowheads="1"/>
          </p:cNvSpPr>
          <p:nvPr/>
        </p:nvSpPr>
        <p:spPr bwMode="auto">
          <a:xfrm>
            <a:off x="4267200" y="2590800"/>
            <a:ext cx="1152525" cy="50482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400"/>
              <a:t>Hinh thức</a:t>
            </a:r>
          </a:p>
          <a:p>
            <a:r>
              <a:rPr lang="en-US" sz="1400"/>
              <a:t> cấu trúc</a:t>
            </a:r>
          </a:p>
        </p:txBody>
      </p:sp>
      <p:sp>
        <p:nvSpPr>
          <p:cNvPr id="14344" name="Rectangle 22"/>
          <p:cNvSpPr>
            <a:spLocks noChangeArrowheads="1"/>
          </p:cNvSpPr>
          <p:nvPr/>
        </p:nvSpPr>
        <p:spPr bwMode="auto">
          <a:xfrm>
            <a:off x="6300788" y="2565400"/>
            <a:ext cx="1152525" cy="50482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vi-VN" sz="1400"/>
              <a:t>Chế độ </a:t>
            </a:r>
          </a:p>
          <a:p>
            <a:pPr algn="ctr"/>
            <a:r>
              <a:rPr lang="en-US" sz="1400"/>
              <a:t>chính trị</a:t>
            </a:r>
          </a:p>
        </p:txBody>
      </p:sp>
      <p:sp>
        <p:nvSpPr>
          <p:cNvPr id="14353" name="Line 23"/>
          <p:cNvSpPr>
            <a:spLocks noChangeShapeType="1"/>
          </p:cNvSpPr>
          <p:nvPr/>
        </p:nvSpPr>
        <p:spPr bwMode="auto">
          <a:xfrm>
            <a:off x="4860925" y="1989138"/>
            <a:ext cx="0" cy="576262"/>
          </a:xfrm>
          <a:prstGeom prst="line">
            <a:avLst/>
          </a:prstGeom>
          <a:noFill/>
          <a:ln w="9525">
            <a:solidFill>
              <a:schemeClr val="tx1"/>
            </a:solidFill>
            <a:round/>
            <a:headEnd/>
            <a:tailEnd/>
          </a:ln>
        </p:spPr>
        <p:txBody>
          <a:bodyPr/>
          <a:lstStyle/>
          <a:p>
            <a:endParaRPr lang="en-US"/>
          </a:p>
        </p:txBody>
      </p:sp>
      <p:sp>
        <p:nvSpPr>
          <p:cNvPr id="14354" name="Line 24"/>
          <p:cNvSpPr>
            <a:spLocks noChangeShapeType="1"/>
          </p:cNvSpPr>
          <p:nvPr/>
        </p:nvSpPr>
        <p:spPr bwMode="auto">
          <a:xfrm>
            <a:off x="2700338" y="2206625"/>
            <a:ext cx="4032250" cy="0"/>
          </a:xfrm>
          <a:prstGeom prst="line">
            <a:avLst/>
          </a:prstGeom>
          <a:noFill/>
          <a:ln w="9525">
            <a:solidFill>
              <a:schemeClr val="tx1"/>
            </a:solidFill>
            <a:round/>
            <a:headEnd/>
            <a:tailEnd/>
          </a:ln>
        </p:spPr>
        <p:txBody>
          <a:bodyPr/>
          <a:lstStyle/>
          <a:p>
            <a:endParaRPr lang="en-US"/>
          </a:p>
        </p:txBody>
      </p:sp>
      <p:sp>
        <p:nvSpPr>
          <p:cNvPr id="14355" name="Line 25"/>
          <p:cNvSpPr>
            <a:spLocks noChangeShapeType="1"/>
          </p:cNvSpPr>
          <p:nvPr/>
        </p:nvSpPr>
        <p:spPr bwMode="auto">
          <a:xfrm>
            <a:off x="2700338" y="2205038"/>
            <a:ext cx="0" cy="360362"/>
          </a:xfrm>
          <a:prstGeom prst="line">
            <a:avLst/>
          </a:prstGeom>
          <a:noFill/>
          <a:ln w="9525">
            <a:solidFill>
              <a:schemeClr val="tx1"/>
            </a:solidFill>
            <a:round/>
            <a:headEnd/>
            <a:tailEnd/>
          </a:ln>
        </p:spPr>
        <p:txBody>
          <a:bodyPr/>
          <a:lstStyle/>
          <a:p>
            <a:endParaRPr lang="en-US"/>
          </a:p>
        </p:txBody>
      </p:sp>
      <p:sp>
        <p:nvSpPr>
          <p:cNvPr id="14356" name="Line 26"/>
          <p:cNvSpPr>
            <a:spLocks noChangeShapeType="1"/>
          </p:cNvSpPr>
          <p:nvPr/>
        </p:nvSpPr>
        <p:spPr bwMode="auto">
          <a:xfrm>
            <a:off x="6732588" y="2205038"/>
            <a:ext cx="0" cy="360362"/>
          </a:xfrm>
          <a:prstGeom prst="line">
            <a:avLst/>
          </a:prstGeom>
          <a:noFill/>
          <a:ln w="9525">
            <a:solidFill>
              <a:schemeClr val="tx1"/>
            </a:solidFill>
            <a:round/>
            <a:headEnd/>
            <a:tailEnd/>
          </a:ln>
        </p:spPr>
        <p:txBody>
          <a:bodyPr/>
          <a:lstStyle/>
          <a:p>
            <a:endParaRPr lang="en-US"/>
          </a:p>
        </p:txBody>
      </p:sp>
      <p:sp>
        <p:nvSpPr>
          <p:cNvPr id="14349" name="Rectangle 28"/>
          <p:cNvSpPr>
            <a:spLocks noChangeArrowheads="1"/>
          </p:cNvSpPr>
          <p:nvPr/>
        </p:nvSpPr>
        <p:spPr bwMode="auto">
          <a:xfrm>
            <a:off x="1765300" y="3933825"/>
            <a:ext cx="503238"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t>Quân </a:t>
            </a:r>
          </a:p>
          <a:p>
            <a:r>
              <a:rPr lang="en-US" sz="1200"/>
              <a:t>chủ</a:t>
            </a:r>
          </a:p>
        </p:txBody>
      </p:sp>
      <p:sp>
        <p:nvSpPr>
          <p:cNvPr id="14350" name="Rectangle 29"/>
          <p:cNvSpPr>
            <a:spLocks noChangeArrowheads="1"/>
          </p:cNvSpPr>
          <p:nvPr/>
        </p:nvSpPr>
        <p:spPr bwMode="auto">
          <a:xfrm>
            <a:off x="2773363" y="3933825"/>
            <a:ext cx="503237"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t>Cộng </a:t>
            </a:r>
          </a:p>
          <a:p>
            <a:r>
              <a:rPr lang="en-US" sz="1200"/>
              <a:t>hoà</a:t>
            </a:r>
          </a:p>
        </p:txBody>
      </p:sp>
      <p:sp>
        <p:nvSpPr>
          <p:cNvPr id="14351" name="Rectangle 30"/>
          <p:cNvSpPr>
            <a:spLocks noChangeArrowheads="1"/>
          </p:cNvSpPr>
          <p:nvPr/>
        </p:nvSpPr>
        <p:spPr bwMode="auto">
          <a:xfrm>
            <a:off x="3924300" y="3933825"/>
            <a:ext cx="576263"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latin typeface="Arial" pitchFamily="34" charset="0"/>
                <a:cs typeface="Arial" pitchFamily="34" charset="0"/>
              </a:rPr>
              <a:t>Nhà</a:t>
            </a:r>
          </a:p>
          <a:p>
            <a:r>
              <a:rPr lang="vi-VN" sz="1200">
                <a:latin typeface="Arial" pitchFamily="34" charset="0"/>
                <a:cs typeface="Arial" pitchFamily="34" charset="0"/>
              </a:rPr>
              <a:t> nước</a:t>
            </a:r>
          </a:p>
          <a:p>
            <a:r>
              <a:rPr lang="vi-VN" sz="1200">
                <a:latin typeface="Arial" pitchFamily="34" charset="0"/>
                <a:cs typeface="Arial" pitchFamily="34" charset="0"/>
              </a:rPr>
              <a:t> đơn</a:t>
            </a:r>
          </a:p>
          <a:p>
            <a:r>
              <a:rPr lang="en-US" sz="1200">
                <a:latin typeface="Arial" pitchFamily="34" charset="0"/>
                <a:cs typeface="Arial" pitchFamily="34" charset="0"/>
              </a:rPr>
              <a:t> nhất</a:t>
            </a:r>
          </a:p>
        </p:txBody>
      </p:sp>
      <p:sp>
        <p:nvSpPr>
          <p:cNvPr id="14352" name="Rectangle 31"/>
          <p:cNvSpPr>
            <a:spLocks noChangeArrowheads="1"/>
          </p:cNvSpPr>
          <p:nvPr/>
        </p:nvSpPr>
        <p:spPr bwMode="auto">
          <a:xfrm>
            <a:off x="5005388" y="3933825"/>
            <a:ext cx="503237"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latin typeface="Arial" pitchFamily="34" charset="0"/>
                <a:cs typeface="Arial" pitchFamily="34" charset="0"/>
              </a:rPr>
              <a:t>Nhà</a:t>
            </a:r>
          </a:p>
          <a:p>
            <a:r>
              <a:rPr lang="vi-VN" sz="1200">
                <a:latin typeface="Arial" pitchFamily="34" charset="0"/>
                <a:cs typeface="Arial" pitchFamily="34" charset="0"/>
              </a:rPr>
              <a:t> nước</a:t>
            </a:r>
          </a:p>
          <a:p>
            <a:r>
              <a:rPr lang="en-US" sz="1200">
                <a:latin typeface="Arial" pitchFamily="34" charset="0"/>
                <a:cs typeface="Arial" pitchFamily="34" charset="0"/>
              </a:rPr>
              <a:t> liên</a:t>
            </a:r>
          </a:p>
          <a:p>
            <a:r>
              <a:rPr lang="en-US" sz="1200">
                <a:latin typeface="Arial" pitchFamily="34" charset="0"/>
                <a:cs typeface="Arial" pitchFamily="34" charset="0"/>
              </a:rPr>
              <a:t> bang</a:t>
            </a:r>
          </a:p>
        </p:txBody>
      </p:sp>
      <p:sp>
        <p:nvSpPr>
          <p:cNvPr id="2" name="Rectangle 32"/>
          <p:cNvSpPr>
            <a:spLocks noChangeArrowheads="1"/>
          </p:cNvSpPr>
          <p:nvPr/>
        </p:nvSpPr>
        <p:spPr bwMode="auto">
          <a:xfrm>
            <a:off x="6300788" y="3933825"/>
            <a:ext cx="576262"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latin typeface="Arial" pitchFamily="34" charset="0"/>
                <a:cs typeface="Arial" pitchFamily="34" charset="0"/>
              </a:rPr>
              <a:t>Dân </a:t>
            </a:r>
          </a:p>
          <a:p>
            <a:r>
              <a:rPr lang="en-US" sz="1200">
                <a:latin typeface="Arial" pitchFamily="34" charset="0"/>
                <a:cs typeface="Arial" pitchFamily="34" charset="0"/>
              </a:rPr>
              <a:t>chủ</a:t>
            </a:r>
          </a:p>
        </p:txBody>
      </p:sp>
      <p:sp>
        <p:nvSpPr>
          <p:cNvPr id="3" name="Rectangle 33"/>
          <p:cNvSpPr>
            <a:spLocks noChangeArrowheads="1"/>
          </p:cNvSpPr>
          <p:nvPr/>
        </p:nvSpPr>
        <p:spPr bwMode="auto">
          <a:xfrm>
            <a:off x="7381875" y="3933825"/>
            <a:ext cx="503238"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a:t>Phản</a:t>
            </a:r>
          </a:p>
          <a:p>
            <a:r>
              <a:rPr lang="en-US" sz="1200"/>
              <a:t> dân</a:t>
            </a:r>
          </a:p>
          <a:p>
            <a:r>
              <a:rPr lang="en-US" sz="1200"/>
              <a:t> chủ</a:t>
            </a:r>
          </a:p>
        </p:txBody>
      </p:sp>
      <p:sp>
        <p:nvSpPr>
          <p:cNvPr id="14375" name="Line 34"/>
          <p:cNvSpPr>
            <a:spLocks noChangeShapeType="1"/>
          </p:cNvSpPr>
          <p:nvPr/>
        </p:nvSpPr>
        <p:spPr bwMode="auto">
          <a:xfrm>
            <a:off x="1981200" y="3429000"/>
            <a:ext cx="1079500" cy="0"/>
          </a:xfrm>
          <a:prstGeom prst="line">
            <a:avLst/>
          </a:prstGeom>
          <a:noFill/>
          <a:ln w="9525">
            <a:solidFill>
              <a:schemeClr val="tx1"/>
            </a:solidFill>
            <a:round/>
            <a:headEnd/>
            <a:tailEnd/>
          </a:ln>
        </p:spPr>
        <p:txBody>
          <a:bodyPr/>
          <a:lstStyle/>
          <a:p>
            <a:endParaRPr lang="en-US"/>
          </a:p>
        </p:txBody>
      </p:sp>
      <p:sp>
        <p:nvSpPr>
          <p:cNvPr id="14376" name="Line 35"/>
          <p:cNvSpPr>
            <a:spLocks noChangeShapeType="1"/>
          </p:cNvSpPr>
          <p:nvPr/>
        </p:nvSpPr>
        <p:spPr bwMode="auto">
          <a:xfrm>
            <a:off x="1981200" y="3429000"/>
            <a:ext cx="0" cy="504825"/>
          </a:xfrm>
          <a:prstGeom prst="line">
            <a:avLst/>
          </a:prstGeom>
          <a:noFill/>
          <a:ln w="9525">
            <a:solidFill>
              <a:schemeClr val="tx1"/>
            </a:solidFill>
            <a:round/>
            <a:headEnd/>
            <a:tailEnd/>
          </a:ln>
        </p:spPr>
        <p:txBody>
          <a:bodyPr/>
          <a:lstStyle/>
          <a:p>
            <a:endParaRPr lang="en-US"/>
          </a:p>
        </p:txBody>
      </p:sp>
      <p:sp>
        <p:nvSpPr>
          <p:cNvPr id="14377" name="Line 36"/>
          <p:cNvSpPr>
            <a:spLocks noChangeShapeType="1"/>
          </p:cNvSpPr>
          <p:nvPr/>
        </p:nvSpPr>
        <p:spPr bwMode="auto">
          <a:xfrm>
            <a:off x="3060700" y="3429000"/>
            <a:ext cx="0" cy="504825"/>
          </a:xfrm>
          <a:prstGeom prst="line">
            <a:avLst/>
          </a:prstGeom>
          <a:noFill/>
          <a:ln w="9525">
            <a:solidFill>
              <a:schemeClr val="tx1"/>
            </a:solidFill>
            <a:round/>
            <a:headEnd/>
            <a:tailEnd/>
          </a:ln>
        </p:spPr>
        <p:txBody>
          <a:bodyPr/>
          <a:lstStyle/>
          <a:p>
            <a:endParaRPr lang="en-US"/>
          </a:p>
        </p:txBody>
      </p:sp>
      <p:sp>
        <p:nvSpPr>
          <p:cNvPr id="14378" name="Line 37"/>
          <p:cNvSpPr>
            <a:spLocks noChangeShapeType="1"/>
          </p:cNvSpPr>
          <p:nvPr/>
        </p:nvSpPr>
        <p:spPr bwMode="auto">
          <a:xfrm>
            <a:off x="2557463" y="3070225"/>
            <a:ext cx="0" cy="358775"/>
          </a:xfrm>
          <a:prstGeom prst="line">
            <a:avLst/>
          </a:prstGeom>
          <a:noFill/>
          <a:ln w="9525">
            <a:solidFill>
              <a:schemeClr val="tx1"/>
            </a:solidFill>
            <a:round/>
            <a:headEnd/>
            <a:tailEnd/>
          </a:ln>
        </p:spPr>
        <p:txBody>
          <a:bodyPr/>
          <a:lstStyle/>
          <a:p>
            <a:endParaRPr lang="en-US"/>
          </a:p>
        </p:txBody>
      </p:sp>
      <p:sp>
        <p:nvSpPr>
          <p:cNvPr id="14379" name="Line 38"/>
          <p:cNvSpPr>
            <a:spLocks noChangeShapeType="1"/>
          </p:cNvSpPr>
          <p:nvPr/>
        </p:nvSpPr>
        <p:spPr bwMode="auto">
          <a:xfrm>
            <a:off x="4213225" y="3429000"/>
            <a:ext cx="1008063" cy="0"/>
          </a:xfrm>
          <a:prstGeom prst="line">
            <a:avLst/>
          </a:prstGeom>
          <a:noFill/>
          <a:ln w="9525">
            <a:solidFill>
              <a:schemeClr val="tx1"/>
            </a:solidFill>
            <a:round/>
            <a:headEnd/>
            <a:tailEnd/>
          </a:ln>
        </p:spPr>
        <p:txBody>
          <a:bodyPr/>
          <a:lstStyle/>
          <a:p>
            <a:endParaRPr lang="en-US"/>
          </a:p>
        </p:txBody>
      </p:sp>
      <p:sp>
        <p:nvSpPr>
          <p:cNvPr id="14380" name="Line 39"/>
          <p:cNvSpPr>
            <a:spLocks noChangeShapeType="1"/>
          </p:cNvSpPr>
          <p:nvPr/>
        </p:nvSpPr>
        <p:spPr bwMode="auto">
          <a:xfrm>
            <a:off x="4213225" y="3429000"/>
            <a:ext cx="0" cy="504825"/>
          </a:xfrm>
          <a:prstGeom prst="line">
            <a:avLst/>
          </a:prstGeom>
          <a:noFill/>
          <a:ln w="9525">
            <a:solidFill>
              <a:schemeClr val="tx1"/>
            </a:solidFill>
            <a:round/>
            <a:headEnd/>
            <a:tailEnd/>
          </a:ln>
        </p:spPr>
        <p:txBody>
          <a:bodyPr/>
          <a:lstStyle/>
          <a:p>
            <a:endParaRPr lang="en-US"/>
          </a:p>
        </p:txBody>
      </p:sp>
      <p:sp>
        <p:nvSpPr>
          <p:cNvPr id="14381" name="Line 40"/>
          <p:cNvSpPr>
            <a:spLocks noChangeShapeType="1"/>
          </p:cNvSpPr>
          <p:nvPr/>
        </p:nvSpPr>
        <p:spPr bwMode="auto">
          <a:xfrm>
            <a:off x="5221288" y="3429000"/>
            <a:ext cx="0" cy="504825"/>
          </a:xfrm>
          <a:prstGeom prst="line">
            <a:avLst/>
          </a:prstGeom>
          <a:noFill/>
          <a:ln w="9525">
            <a:solidFill>
              <a:schemeClr val="tx1"/>
            </a:solidFill>
            <a:round/>
            <a:headEnd/>
            <a:tailEnd/>
          </a:ln>
        </p:spPr>
        <p:txBody>
          <a:bodyPr/>
          <a:lstStyle/>
          <a:p>
            <a:endParaRPr lang="en-US"/>
          </a:p>
        </p:txBody>
      </p:sp>
      <p:sp>
        <p:nvSpPr>
          <p:cNvPr id="14382" name="Line 41"/>
          <p:cNvSpPr>
            <a:spLocks noChangeShapeType="1"/>
          </p:cNvSpPr>
          <p:nvPr/>
        </p:nvSpPr>
        <p:spPr bwMode="auto">
          <a:xfrm>
            <a:off x="4789488" y="3070225"/>
            <a:ext cx="0" cy="358775"/>
          </a:xfrm>
          <a:prstGeom prst="line">
            <a:avLst/>
          </a:prstGeom>
          <a:noFill/>
          <a:ln w="9525">
            <a:solidFill>
              <a:schemeClr val="tx1"/>
            </a:solidFill>
            <a:round/>
            <a:headEnd/>
            <a:tailEnd/>
          </a:ln>
        </p:spPr>
        <p:txBody>
          <a:bodyPr/>
          <a:lstStyle/>
          <a:p>
            <a:endParaRPr lang="en-US"/>
          </a:p>
        </p:txBody>
      </p:sp>
      <p:sp>
        <p:nvSpPr>
          <p:cNvPr id="14383" name="Line 42"/>
          <p:cNvSpPr>
            <a:spLocks noChangeShapeType="1"/>
          </p:cNvSpPr>
          <p:nvPr/>
        </p:nvSpPr>
        <p:spPr bwMode="auto">
          <a:xfrm>
            <a:off x="7021513" y="3070225"/>
            <a:ext cx="0" cy="358775"/>
          </a:xfrm>
          <a:prstGeom prst="line">
            <a:avLst/>
          </a:prstGeom>
          <a:noFill/>
          <a:ln w="9525">
            <a:solidFill>
              <a:schemeClr val="tx1"/>
            </a:solidFill>
            <a:round/>
            <a:headEnd/>
            <a:tailEnd/>
          </a:ln>
        </p:spPr>
        <p:txBody>
          <a:bodyPr/>
          <a:lstStyle/>
          <a:p>
            <a:endParaRPr lang="en-US"/>
          </a:p>
        </p:txBody>
      </p:sp>
      <p:sp>
        <p:nvSpPr>
          <p:cNvPr id="14384" name="Line 43"/>
          <p:cNvSpPr>
            <a:spLocks noChangeShapeType="1"/>
          </p:cNvSpPr>
          <p:nvPr/>
        </p:nvSpPr>
        <p:spPr bwMode="auto">
          <a:xfrm>
            <a:off x="6589713" y="3429000"/>
            <a:ext cx="1008062" cy="0"/>
          </a:xfrm>
          <a:prstGeom prst="line">
            <a:avLst/>
          </a:prstGeom>
          <a:noFill/>
          <a:ln w="9525">
            <a:solidFill>
              <a:schemeClr val="tx1"/>
            </a:solidFill>
            <a:round/>
            <a:headEnd/>
            <a:tailEnd/>
          </a:ln>
        </p:spPr>
        <p:txBody>
          <a:bodyPr/>
          <a:lstStyle/>
          <a:p>
            <a:endParaRPr lang="en-US"/>
          </a:p>
        </p:txBody>
      </p:sp>
      <p:sp>
        <p:nvSpPr>
          <p:cNvPr id="14385" name="Line 44"/>
          <p:cNvSpPr>
            <a:spLocks noChangeShapeType="1"/>
          </p:cNvSpPr>
          <p:nvPr/>
        </p:nvSpPr>
        <p:spPr bwMode="auto">
          <a:xfrm>
            <a:off x="6589713" y="3429000"/>
            <a:ext cx="0" cy="504825"/>
          </a:xfrm>
          <a:prstGeom prst="line">
            <a:avLst/>
          </a:prstGeom>
          <a:noFill/>
          <a:ln w="9525">
            <a:solidFill>
              <a:schemeClr val="tx1"/>
            </a:solidFill>
            <a:round/>
            <a:headEnd/>
            <a:tailEnd/>
          </a:ln>
        </p:spPr>
        <p:txBody>
          <a:bodyPr/>
          <a:lstStyle/>
          <a:p>
            <a:endParaRPr lang="en-US"/>
          </a:p>
        </p:txBody>
      </p:sp>
      <p:sp>
        <p:nvSpPr>
          <p:cNvPr id="14386" name="Line 45"/>
          <p:cNvSpPr>
            <a:spLocks noChangeShapeType="1"/>
          </p:cNvSpPr>
          <p:nvPr/>
        </p:nvSpPr>
        <p:spPr bwMode="auto">
          <a:xfrm>
            <a:off x="7597775" y="3429000"/>
            <a:ext cx="0" cy="504825"/>
          </a:xfrm>
          <a:prstGeom prst="line">
            <a:avLst/>
          </a:prstGeom>
          <a:noFill/>
          <a:ln w="9525">
            <a:solidFill>
              <a:schemeClr val="tx1"/>
            </a:solidFill>
            <a:round/>
            <a:headEnd/>
            <a:tailEnd/>
          </a:ln>
        </p:spPr>
        <p:txBody>
          <a:bodyPr/>
          <a:lstStyle/>
          <a:p>
            <a:endParaRPr lang="en-US"/>
          </a:p>
        </p:txBody>
      </p:sp>
      <p:sp>
        <p:nvSpPr>
          <p:cNvPr id="14367" name="Rectangle 46"/>
          <p:cNvSpPr>
            <a:spLocks noChangeArrowheads="1"/>
          </p:cNvSpPr>
          <p:nvPr/>
        </p:nvSpPr>
        <p:spPr bwMode="auto">
          <a:xfrm>
            <a:off x="881857" y="5095874"/>
            <a:ext cx="504825" cy="8636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err="1"/>
              <a:t>Quân</a:t>
            </a:r>
            <a:endParaRPr lang="en-US" sz="1200"/>
          </a:p>
          <a:p>
            <a:r>
              <a:rPr lang="en-US" sz="1200" err="1"/>
              <a:t>chủ</a:t>
            </a:r>
            <a:r>
              <a:rPr lang="en-US" sz="1200"/>
              <a:t> </a:t>
            </a:r>
          </a:p>
          <a:p>
            <a:r>
              <a:rPr lang="en-US" sz="1200" err="1"/>
              <a:t>tuyệt</a:t>
            </a:r>
            <a:r>
              <a:rPr lang="en-US" sz="1200"/>
              <a:t> </a:t>
            </a:r>
          </a:p>
          <a:p>
            <a:r>
              <a:rPr lang="vi-VN" sz="1200"/>
              <a:t>đối</a:t>
            </a:r>
          </a:p>
        </p:txBody>
      </p:sp>
      <p:sp>
        <p:nvSpPr>
          <p:cNvPr id="14368" name="Rectangle 47"/>
          <p:cNvSpPr>
            <a:spLocks noChangeArrowheads="1"/>
          </p:cNvSpPr>
          <p:nvPr/>
        </p:nvSpPr>
        <p:spPr bwMode="auto">
          <a:xfrm>
            <a:off x="1704975" y="5095874"/>
            <a:ext cx="504825" cy="8636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r>
              <a:rPr lang="en-US" sz="1200" err="1"/>
              <a:t>Quân</a:t>
            </a:r>
            <a:endParaRPr lang="en-US" sz="1200"/>
          </a:p>
          <a:p>
            <a:r>
              <a:rPr lang="en-US" sz="1200"/>
              <a:t> </a:t>
            </a:r>
            <a:r>
              <a:rPr lang="en-US" sz="1200" err="1"/>
              <a:t>chủ</a:t>
            </a:r>
            <a:endParaRPr lang="en-US" sz="1200"/>
          </a:p>
          <a:p>
            <a:r>
              <a:rPr lang="en-US" sz="1200"/>
              <a:t> </a:t>
            </a:r>
            <a:r>
              <a:rPr lang="en-US" sz="1200" err="1"/>
              <a:t>hạn</a:t>
            </a:r>
            <a:r>
              <a:rPr lang="en-US" sz="1200"/>
              <a:t> </a:t>
            </a:r>
          </a:p>
          <a:p>
            <a:r>
              <a:rPr lang="en-US" sz="1200" err="1"/>
              <a:t>chế</a:t>
            </a:r>
            <a:endParaRPr lang="en-US" sz="1200">
              <a:latin typeface="Arial" pitchFamily="34" charset="0"/>
              <a:cs typeface="Arial" pitchFamily="34" charset="0"/>
            </a:endParaRPr>
          </a:p>
        </p:txBody>
      </p:sp>
      <p:sp>
        <p:nvSpPr>
          <p:cNvPr id="14369" name="Rectangle 48"/>
          <p:cNvSpPr>
            <a:spLocks noChangeArrowheads="1"/>
          </p:cNvSpPr>
          <p:nvPr/>
        </p:nvSpPr>
        <p:spPr bwMode="auto">
          <a:xfrm>
            <a:off x="2663825" y="5125720"/>
            <a:ext cx="504825"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defRPr/>
            </a:pPr>
            <a:r>
              <a:rPr lang="en-US" sz="1200" err="1">
                <a:latin typeface="Arial" pitchFamily="34" charset="0"/>
                <a:cs typeface="Arial" pitchFamily="34" charset="0"/>
              </a:rPr>
              <a:t>Đại</a:t>
            </a:r>
            <a:r>
              <a:rPr lang="en-US" sz="1200">
                <a:latin typeface="Arial" pitchFamily="34" charset="0"/>
                <a:cs typeface="Arial" pitchFamily="34" charset="0"/>
              </a:rPr>
              <a:t> </a:t>
            </a:r>
          </a:p>
          <a:p>
            <a:pPr algn="ctr">
              <a:defRPr/>
            </a:pPr>
            <a:r>
              <a:rPr lang="en-US" sz="1200" err="1">
                <a:latin typeface="Arial" pitchFamily="34" charset="0"/>
                <a:cs typeface="Arial" pitchFamily="34" charset="0"/>
              </a:rPr>
              <a:t>nghị</a:t>
            </a:r>
            <a:endParaRPr lang="en-US" sz="1200">
              <a:latin typeface="Arial" pitchFamily="34" charset="0"/>
              <a:cs typeface="Arial" pitchFamily="34" charset="0"/>
            </a:endParaRPr>
          </a:p>
        </p:txBody>
      </p:sp>
      <p:sp>
        <p:nvSpPr>
          <p:cNvPr id="14370" name="Rectangle 49"/>
          <p:cNvSpPr>
            <a:spLocks noChangeArrowheads="1"/>
          </p:cNvSpPr>
          <p:nvPr/>
        </p:nvSpPr>
        <p:spPr bwMode="auto">
          <a:xfrm>
            <a:off x="3635375" y="5122068"/>
            <a:ext cx="503237" cy="79216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algn="ctr">
              <a:defRPr/>
            </a:pPr>
            <a:r>
              <a:rPr lang="en-US" sz="1200">
                <a:latin typeface="Arial" pitchFamily="34" charset="0"/>
                <a:cs typeface="Arial" pitchFamily="34" charset="0"/>
              </a:rPr>
              <a:t>Tổng </a:t>
            </a:r>
          </a:p>
          <a:p>
            <a:pPr algn="ctr">
              <a:defRPr/>
            </a:pPr>
            <a:r>
              <a:rPr lang="en-US" sz="1200">
                <a:latin typeface="Arial" pitchFamily="34" charset="0"/>
                <a:cs typeface="Arial" pitchFamily="34" charset="0"/>
              </a:rPr>
              <a:t>thống</a:t>
            </a:r>
          </a:p>
        </p:txBody>
      </p:sp>
      <p:sp>
        <p:nvSpPr>
          <p:cNvPr id="14399" name="Line 50"/>
          <p:cNvSpPr>
            <a:spLocks noChangeShapeType="1"/>
          </p:cNvSpPr>
          <p:nvPr/>
        </p:nvSpPr>
        <p:spPr bwMode="auto">
          <a:xfrm flipH="1">
            <a:off x="1258886" y="4725988"/>
            <a:ext cx="577851" cy="379412"/>
          </a:xfrm>
          <a:prstGeom prst="line">
            <a:avLst/>
          </a:prstGeom>
          <a:noFill/>
          <a:ln w="9525">
            <a:solidFill>
              <a:schemeClr val="tx1"/>
            </a:solidFill>
            <a:round/>
            <a:headEnd/>
            <a:tailEnd/>
          </a:ln>
        </p:spPr>
        <p:txBody>
          <a:bodyPr/>
          <a:lstStyle/>
          <a:p>
            <a:endParaRPr lang="en-US"/>
          </a:p>
        </p:txBody>
      </p:sp>
      <p:sp>
        <p:nvSpPr>
          <p:cNvPr id="14400" name="Line 51"/>
          <p:cNvSpPr>
            <a:spLocks noChangeShapeType="1"/>
          </p:cNvSpPr>
          <p:nvPr/>
        </p:nvSpPr>
        <p:spPr bwMode="auto">
          <a:xfrm flipH="1">
            <a:off x="1836737" y="4725988"/>
            <a:ext cx="1" cy="379412"/>
          </a:xfrm>
          <a:prstGeom prst="line">
            <a:avLst/>
          </a:prstGeom>
          <a:noFill/>
          <a:ln w="9525">
            <a:solidFill>
              <a:schemeClr val="tx1"/>
            </a:solidFill>
            <a:round/>
            <a:headEnd/>
            <a:tailEnd/>
          </a:ln>
        </p:spPr>
        <p:txBody>
          <a:bodyPr/>
          <a:lstStyle/>
          <a:p>
            <a:endParaRPr lang="en-US"/>
          </a:p>
        </p:txBody>
      </p:sp>
      <p:sp>
        <p:nvSpPr>
          <p:cNvPr id="14401" name="Line 52"/>
          <p:cNvSpPr>
            <a:spLocks noChangeShapeType="1"/>
          </p:cNvSpPr>
          <p:nvPr/>
        </p:nvSpPr>
        <p:spPr bwMode="auto">
          <a:xfrm>
            <a:off x="2989263" y="4725988"/>
            <a:ext cx="0" cy="379412"/>
          </a:xfrm>
          <a:prstGeom prst="line">
            <a:avLst/>
          </a:prstGeom>
          <a:noFill/>
          <a:ln w="9525">
            <a:solidFill>
              <a:schemeClr val="tx1"/>
            </a:solidFill>
            <a:round/>
            <a:headEnd/>
            <a:tailEnd/>
          </a:ln>
        </p:spPr>
        <p:txBody>
          <a:bodyPr/>
          <a:lstStyle/>
          <a:p>
            <a:endParaRPr lang="en-US"/>
          </a:p>
        </p:txBody>
      </p:sp>
      <p:sp>
        <p:nvSpPr>
          <p:cNvPr id="14402" name="Line 53"/>
          <p:cNvSpPr>
            <a:spLocks noChangeShapeType="1"/>
          </p:cNvSpPr>
          <p:nvPr/>
        </p:nvSpPr>
        <p:spPr bwMode="auto">
          <a:xfrm>
            <a:off x="2989264" y="4725988"/>
            <a:ext cx="792162" cy="379412"/>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793750"/>
          </a:xfrm>
        </p:spPr>
        <p:txBody>
          <a:bodyPr/>
          <a:lstStyle/>
          <a:p>
            <a:r>
              <a:rPr lang="en-US" err="1"/>
              <a:t>Chính</a:t>
            </a:r>
            <a:r>
              <a:rPr lang="en-US"/>
              <a:t> </a:t>
            </a:r>
            <a:r>
              <a:rPr lang="en-US" err="1"/>
              <a:t>thể</a:t>
            </a:r>
            <a:r>
              <a:rPr lang="en-US"/>
              <a:t> </a:t>
            </a:r>
            <a:r>
              <a:rPr lang="en-US" err="1"/>
              <a:t>quân</a:t>
            </a:r>
            <a:r>
              <a:rPr lang="en-US"/>
              <a:t> </a:t>
            </a:r>
            <a:r>
              <a:rPr lang="en-US" err="1"/>
              <a:t>chủ</a:t>
            </a:r>
            <a:endParaRPr lang="en-US"/>
          </a:p>
        </p:txBody>
      </p:sp>
      <p:sp>
        <p:nvSpPr>
          <p:cNvPr id="3" name="Text Placeholder 2"/>
          <p:cNvSpPr>
            <a:spLocks noGrp="1"/>
          </p:cNvSpPr>
          <p:nvPr>
            <p:ph type="body" idx="1"/>
          </p:nvPr>
        </p:nvSpPr>
        <p:spPr/>
        <p:txBody>
          <a:bodyPr/>
          <a:lstStyle/>
          <a:p>
            <a:r>
              <a:rPr lang="en-US" err="1"/>
              <a:t>Quân</a:t>
            </a:r>
            <a:r>
              <a:rPr lang="en-US"/>
              <a:t> </a:t>
            </a:r>
            <a:r>
              <a:rPr lang="en-US" err="1"/>
              <a:t>chủ</a:t>
            </a:r>
            <a:r>
              <a:rPr lang="en-US"/>
              <a:t> </a:t>
            </a:r>
            <a:r>
              <a:rPr lang="en-US" err="1"/>
              <a:t>tuyệt</a:t>
            </a:r>
            <a:r>
              <a:rPr lang="en-US"/>
              <a:t> </a:t>
            </a:r>
            <a:r>
              <a:rPr lang="en-US" err="1"/>
              <a:t>đối</a:t>
            </a:r>
            <a:endParaRPr lang="en-US"/>
          </a:p>
        </p:txBody>
      </p:sp>
      <p:sp>
        <p:nvSpPr>
          <p:cNvPr id="4" name="Text Placeholder 3"/>
          <p:cNvSpPr>
            <a:spLocks noGrp="1"/>
          </p:cNvSpPr>
          <p:nvPr>
            <p:ph type="body" sz="half" idx="3"/>
          </p:nvPr>
        </p:nvSpPr>
        <p:spPr/>
        <p:txBody>
          <a:bodyPr/>
          <a:lstStyle/>
          <a:p>
            <a:r>
              <a:rPr lang="en-US" err="1"/>
              <a:t>Quân</a:t>
            </a:r>
            <a:r>
              <a:rPr lang="en-US"/>
              <a:t> </a:t>
            </a:r>
            <a:r>
              <a:rPr lang="en-US" err="1"/>
              <a:t>chủ</a:t>
            </a:r>
            <a:r>
              <a:rPr lang="en-US"/>
              <a:t> </a:t>
            </a:r>
            <a:r>
              <a:rPr lang="en-US" err="1"/>
              <a:t>hạn</a:t>
            </a:r>
            <a:r>
              <a:rPr lang="en-US"/>
              <a:t> </a:t>
            </a:r>
            <a:r>
              <a:rPr lang="en-US" err="1"/>
              <a:t>chế</a:t>
            </a:r>
            <a:endParaRPr lang="en-US"/>
          </a:p>
        </p:txBody>
      </p:sp>
      <p:sp>
        <p:nvSpPr>
          <p:cNvPr id="5" name="Content Placeholder 4"/>
          <p:cNvSpPr>
            <a:spLocks noGrp="1"/>
          </p:cNvSpPr>
          <p:nvPr>
            <p:ph sz="quarter" idx="2"/>
          </p:nvPr>
        </p:nvSpPr>
        <p:spPr>
          <a:xfrm>
            <a:off x="457200" y="1066800"/>
            <a:ext cx="4040188" cy="4319257"/>
          </a:xfrm>
        </p:spPr>
        <p:txBody>
          <a:bodyPr/>
          <a:lstStyle/>
          <a:p>
            <a:r>
              <a:rPr lang="en-US" err="1"/>
              <a:t>Người</a:t>
            </a:r>
            <a:r>
              <a:rPr lang="en-US"/>
              <a:t> </a:t>
            </a:r>
            <a:r>
              <a:rPr lang="en-US" err="1"/>
              <a:t>đứng</a:t>
            </a:r>
            <a:r>
              <a:rPr lang="en-US"/>
              <a:t> </a:t>
            </a:r>
            <a:r>
              <a:rPr lang="en-US" err="1"/>
              <a:t>đầu</a:t>
            </a:r>
            <a:r>
              <a:rPr lang="en-US"/>
              <a:t> </a:t>
            </a:r>
            <a:r>
              <a:rPr lang="en-US" err="1"/>
              <a:t>nhà</a:t>
            </a:r>
            <a:r>
              <a:rPr lang="en-US"/>
              <a:t> </a:t>
            </a:r>
            <a:r>
              <a:rPr lang="en-US" err="1"/>
              <a:t>nước</a:t>
            </a:r>
            <a:r>
              <a:rPr lang="en-US"/>
              <a:t> (</a:t>
            </a:r>
            <a:r>
              <a:rPr lang="en-US" err="1"/>
              <a:t>Nhà</a:t>
            </a:r>
            <a:r>
              <a:rPr lang="en-US"/>
              <a:t> </a:t>
            </a:r>
            <a:r>
              <a:rPr lang="en-US" err="1"/>
              <a:t>vua</a:t>
            </a:r>
            <a:r>
              <a:rPr lang="en-US"/>
              <a:t>) </a:t>
            </a:r>
            <a:r>
              <a:rPr lang="en-US" err="1"/>
              <a:t>có</a:t>
            </a:r>
            <a:r>
              <a:rPr lang="en-US"/>
              <a:t>  </a:t>
            </a:r>
            <a:r>
              <a:rPr lang="en-US" err="1"/>
              <a:t>quyền</a:t>
            </a:r>
            <a:r>
              <a:rPr lang="en-US"/>
              <a:t> </a:t>
            </a:r>
            <a:r>
              <a:rPr lang="en-US" err="1"/>
              <a:t>lực</a:t>
            </a:r>
            <a:r>
              <a:rPr lang="en-US"/>
              <a:t> </a:t>
            </a:r>
            <a:r>
              <a:rPr lang="en-US" err="1"/>
              <a:t>vô</a:t>
            </a:r>
            <a:r>
              <a:rPr lang="en-US"/>
              <a:t> </a:t>
            </a:r>
            <a:r>
              <a:rPr lang="en-US" err="1"/>
              <a:t>hạn</a:t>
            </a:r>
            <a:r>
              <a:rPr lang="en-US"/>
              <a:t>.</a:t>
            </a:r>
          </a:p>
          <a:p>
            <a:r>
              <a:rPr lang="en-US" err="1"/>
              <a:t>Tồn</a:t>
            </a:r>
            <a:r>
              <a:rPr lang="en-US"/>
              <a:t> </a:t>
            </a:r>
            <a:r>
              <a:rPr lang="en-US" err="1"/>
              <a:t>tại</a:t>
            </a:r>
            <a:r>
              <a:rPr lang="en-US"/>
              <a:t> ở </a:t>
            </a:r>
            <a:r>
              <a:rPr lang="en-US" err="1"/>
              <a:t>các</a:t>
            </a:r>
            <a:r>
              <a:rPr lang="en-US"/>
              <a:t> </a:t>
            </a:r>
            <a:r>
              <a:rPr lang="en-US" err="1"/>
              <a:t>nhà</a:t>
            </a:r>
            <a:r>
              <a:rPr lang="en-US"/>
              <a:t> </a:t>
            </a:r>
            <a:r>
              <a:rPr lang="en-US" err="1"/>
              <a:t>nước</a:t>
            </a:r>
            <a:r>
              <a:rPr lang="en-US"/>
              <a:t> </a:t>
            </a:r>
            <a:r>
              <a:rPr lang="en-US" err="1"/>
              <a:t>phong</a:t>
            </a:r>
            <a:r>
              <a:rPr lang="en-US"/>
              <a:t> </a:t>
            </a:r>
            <a:r>
              <a:rPr lang="en-US" err="1"/>
              <a:t>kiến</a:t>
            </a:r>
            <a:endParaRPr lang="en-US"/>
          </a:p>
          <a:p>
            <a:r>
              <a:rPr lang="en-US" err="1"/>
              <a:t>Hiện</a:t>
            </a:r>
            <a:r>
              <a:rPr lang="en-US"/>
              <a:t> nay </a:t>
            </a:r>
            <a:r>
              <a:rPr lang="en-US" err="1"/>
              <a:t>còn</a:t>
            </a:r>
            <a:r>
              <a:rPr lang="en-US"/>
              <a:t> </a:t>
            </a:r>
            <a:r>
              <a:rPr lang="en-US" err="1"/>
              <a:t>tồn</a:t>
            </a:r>
            <a:r>
              <a:rPr lang="en-US"/>
              <a:t> </a:t>
            </a:r>
            <a:r>
              <a:rPr lang="en-US" err="1"/>
              <a:t>tại</a:t>
            </a:r>
            <a:r>
              <a:rPr lang="en-US"/>
              <a:t> </a:t>
            </a:r>
            <a:r>
              <a:rPr lang="en-US" err="1"/>
              <a:t>chính</a:t>
            </a:r>
            <a:r>
              <a:rPr lang="en-US"/>
              <a:t> </a:t>
            </a:r>
            <a:r>
              <a:rPr lang="en-US" err="1"/>
              <a:t>thể</a:t>
            </a:r>
            <a:r>
              <a:rPr lang="en-US"/>
              <a:t> </a:t>
            </a:r>
            <a:r>
              <a:rPr lang="en-US" err="1"/>
              <a:t>này</a:t>
            </a:r>
            <a:r>
              <a:rPr lang="en-US"/>
              <a:t> hay </a:t>
            </a:r>
            <a:r>
              <a:rPr lang="en-US" err="1"/>
              <a:t>không</a:t>
            </a:r>
            <a:r>
              <a:rPr lang="en-US"/>
              <a:t>?</a:t>
            </a:r>
          </a:p>
        </p:txBody>
      </p:sp>
      <p:sp>
        <p:nvSpPr>
          <p:cNvPr id="6" name="Content Placeholder 5"/>
          <p:cNvSpPr>
            <a:spLocks noGrp="1"/>
          </p:cNvSpPr>
          <p:nvPr>
            <p:ph sz="quarter" idx="4"/>
          </p:nvPr>
        </p:nvSpPr>
        <p:spPr>
          <a:xfrm>
            <a:off x="4645025" y="1066800"/>
            <a:ext cx="4041775" cy="4319257"/>
          </a:xfrm>
        </p:spPr>
        <p:txBody>
          <a:bodyPr>
            <a:normAutofit lnSpcReduction="10000"/>
          </a:bodyPr>
          <a:lstStyle/>
          <a:p>
            <a:r>
              <a:rPr lang="en-US" err="1"/>
              <a:t>Người</a:t>
            </a:r>
            <a:r>
              <a:rPr lang="en-US"/>
              <a:t> </a:t>
            </a:r>
            <a:r>
              <a:rPr lang="en-US" err="1"/>
              <a:t>đứng</a:t>
            </a:r>
            <a:r>
              <a:rPr lang="en-US"/>
              <a:t> </a:t>
            </a:r>
            <a:r>
              <a:rPr lang="en-US" err="1"/>
              <a:t>đầu</a:t>
            </a:r>
            <a:r>
              <a:rPr lang="en-US"/>
              <a:t> </a:t>
            </a:r>
            <a:r>
              <a:rPr lang="en-US" err="1"/>
              <a:t>chỉ</a:t>
            </a:r>
            <a:r>
              <a:rPr lang="en-US"/>
              <a:t> </a:t>
            </a:r>
            <a:r>
              <a:rPr lang="en-US" err="1"/>
              <a:t>năm</a:t>
            </a:r>
            <a:r>
              <a:rPr lang="en-US"/>
              <a:t> </a:t>
            </a:r>
            <a:r>
              <a:rPr lang="en-US" err="1"/>
              <a:t>một</a:t>
            </a:r>
            <a:r>
              <a:rPr lang="en-US"/>
              <a:t> </a:t>
            </a:r>
            <a:r>
              <a:rPr lang="en-US" err="1"/>
              <a:t>phần</a:t>
            </a:r>
            <a:r>
              <a:rPr lang="en-US"/>
              <a:t> </a:t>
            </a:r>
            <a:r>
              <a:rPr lang="en-US" err="1"/>
              <a:t>quyền</a:t>
            </a:r>
            <a:r>
              <a:rPr lang="en-US"/>
              <a:t> </a:t>
            </a:r>
            <a:r>
              <a:rPr lang="en-US" err="1"/>
              <a:t>lực</a:t>
            </a:r>
            <a:r>
              <a:rPr lang="en-US"/>
              <a:t> </a:t>
            </a:r>
            <a:r>
              <a:rPr lang="en-US" err="1"/>
              <a:t>hoặc</a:t>
            </a:r>
            <a:r>
              <a:rPr lang="en-US"/>
              <a:t> </a:t>
            </a:r>
            <a:r>
              <a:rPr lang="en-US" err="1"/>
              <a:t>quyền</a:t>
            </a:r>
            <a:r>
              <a:rPr lang="en-US"/>
              <a:t> </a:t>
            </a:r>
            <a:r>
              <a:rPr lang="en-US" err="1"/>
              <a:t>lực</a:t>
            </a:r>
            <a:r>
              <a:rPr lang="en-US"/>
              <a:t> </a:t>
            </a:r>
            <a:r>
              <a:rPr lang="en-US" err="1"/>
              <a:t>chỉ</a:t>
            </a:r>
            <a:r>
              <a:rPr lang="en-US"/>
              <a:t> </a:t>
            </a:r>
            <a:r>
              <a:rPr lang="en-US" err="1"/>
              <a:t>mang</a:t>
            </a:r>
            <a:r>
              <a:rPr lang="en-US"/>
              <a:t> </a:t>
            </a:r>
            <a:r>
              <a:rPr lang="en-US" err="1"/>
              <a:t>tính</a:t>
            </a:r>
            <a:r>
              <a:rPr lang="en-US"/>
              <a:t> </a:t>
            </a:r>
            <a:r>
              <a:rPr lang="en-US" err="1"/>
              <a:t>hình</a:t>
            </a:r>
            <a:r>
              <a:rPr lang="en-US"/>
              <a:t> </a:t>
            </a:r>
            <a:r>
              <a:rPr lang="en-US" err="1"/>
              <a:t>thức</a:t>
            </a:r>
            <a:r>
              <a:rPr lang="en-US"/>
              <a:t>. </a:t>
            </a:r>
            <a:r>
              <a:rPr lang="en-US" err="1"/>
              <a:t>Ngoài</a:t>
            </a:r>
            <a:r>
              <a:rPr lang="en-US"/>
              <a:t> </a:t>
            </a:r>
            <a:r>
              <a:rPr lang="en-US" err="1"/>
              <a:t>ra</a:t>
            </a:r>
            <a:r>
              <a:rPr lang="en-US"/>
              <a:t> </a:t>
            </a:r>
            <a:r>
              <a:rPr lang="en-US" err="1"/>
              <a:t>còn</a:t>
            </a:r>
            <a:r>
              <a:rPr lang="en-US"/>
              <a:t> </a:t>
            </a:r>
            <a:r>
              <a:rPr lang="en-US" err="1"/>
              <a:t>có</a:t>
            </a:r>
            <a:r>
              <a:rPr lang="en-US"/>
              <a:t> </a:t>
            </a:r>
            <a:r>
              <a:rPr lang="en-US" err="1"/>
              <a:t>các</a:t>
            </a:r>
            <a:r>
              <a:rPr lang="en-US"/>
              <a:t> </a:t>
            </a:r>
            <a:r>
              <a:rPr lang="en-US" err="1"/>
              <a:t>cơ</a:t>
            </a:r>
            <a:r>
              <a:rPr lang="en-US"/>
              <a:t> </a:t>
            </a:r>
            <a:r>
              <a:rPr lang="en-US" err="1"/>
              <a:t>quan</a:t>
            </a:r>
            <a:r>
              <a:rPr lang="en-US"/>
              <a:t> </a:t>
            </a:r>
            <a:r>
              <a:rPr lang="en-US" err="1"/>
              <a:t>nhà</a:t>
            </a:r>
            <a:r>
              <a:rPr lang="en-US"/>
              <a:t> </a:t>
            </a:r>
            <a:r>
              <a:rPr lang="en-US" err="1"/>
              <a:t>nước</a:t>
            </a:r>
            <a:r>
              <a:rPr lang="en-US"/>
              <a:t> </a:t>
            </a:r>
            <a:r>
              <a:rPr lang="en-US" err="1"/>
              <a:t>được</a:t>
            </a:r>
            <a:r>
              <a:rPr lang="en-US"/>
              <a:t> </a:t>
            </a:r>
            <a:r>
              <a:rPr lang="en-US" err="1"/>
              <a:t>bầu</a:t>
            </a:r>
            <a:r>
              <a:rPr lang="en-US"/>
              <a:t> </a:t>
            </a:r>
            <a:r>
              <a:rPr lang="en-US" err="1"/>
              <a:t>ra</a:t>
            </a:r>
            <a:r>
              <a:rPr lang="en-US"/>
              <a:t> </a:t>
            </a:r>
            <a:r>
              <a:rPr lang="en-US" err="1"/>
              <a:t>thực</a:t>
            </a:r>
            <a:r>
              <a:rPr lang="en-US"/>
              <a:t> </a:t>
            </a:r>
            <a:r>
              <a:rPr lang="en-US" err="1"/>
              <a:t>thi</a:t>
            </a:r>
            <a:r>
              <a:rPr lang="en-US"/>
              <a:t> </a:t>
            </a:r>
            <a:r>
              <a:rPr lang="en-US" err="1"/>
              <a:t>quyền</a:t>
            </a:r>
            <a:r>
              <a:rPr lang="en-US"/>
              <a:t> </a:t>
            </a:r>
            <a:r>
              <a:rPr lang="en-US" err="1"/>
              <a:t>lực</a:t>
            </a:r>
            <a:r>
              <a:rPr lang="en-US"/>
              <a:t> </a:t>
            </a:r>
            <a:r>
              <a:rPr lang="en-US" err="1"/>
              <a:t>nhà</a:t>
            </a:r>
            <a:r>
              <a:rPr lang="en-US"/>
              <a:t> </a:t>
            </a:r>
            <a:r>
              <a:rPr lang="en-US" err="1"/>
              <a:t>nước</a:t>
            </a:r>
            <a:r>
              <a:rPr lang="en-US"/>
              <a:t>.</a:t>
            </a:r>
          </a:p>
          <a:p>
            <a:r>
              <a:rPr lang="en-US" err="1"/>
              <a:t>Quân</a:t>
            </a:r>
            <a:r>
              <a:rPr lang="en-US"/>
              <a:t> </a:t>
            </a:r>
            <a:r>
              <a:rPr lang="en-US" err="1"/>
              <a:t>chủ</a:t>
            </a:r>
            <a:r>
              <a:rPr lang="en-US"/>
              <a:t> </a:t>
            </a:r>
            <a:r>
              <a:rPr lang="en-US" err="1"/>
              <a:t>nhị</a:t>
            </a:r>
            <a:r>
              <a:rPr lang="en-US"/>
              <a:t> </a:t>
            </a:r>
            <a:r>
              <a:rPr lang="en-US" err="1"/>
              <a:t>nguyên</a:t>
            </a:r>
            <a:endParaRPr lang="en-US"/>
          </a:p>
          <a:p>
            <a:r>
              <a:rPr lang="en-US" err="1"/>
              <a:t>Quân</a:t>
            </a:r>
            <a:r>
              <a:rPr lang="en-US"/>
              <a:t> </a:t>
            </a:r>
            <a:r>
              <a:rPr lang="en-US" err="1"/>
              <a:t>chủ</a:t>
            </a:r>
            <a:r>
              <a:rPr lang="en-US"/>
              <a:t> </a:t>
            </a:r>
            <a:r>
              <a:rPr lang="en-US" err="1"/>
              <a:t>lập</a:t>
            </a:r>
            <a:r>
              <a:rPr lang="en-US"/>
              <a:t> </a:t>
            </a:r>
            <a:r>
              <a:rPr lang="en-US" err="1"/>
              <a:t>hiến</a:t>
            </a:r>
            <a:r>
              <a:rPr lang="en-US"/>
              <a:t> (</a:t>
            </a:r>
            <a:r>
              <a:rPr lang="en-US" err="1"/>
              <a:t>quân</a:t>
            </a:r>
            <a:r>
              <a:rPr lang="en-US"/>
              <a:t> </a:t>
            </a:r>
            <a:r>
              <a:rPr lang="en-US" err="1"/>
              <a:t>chủ</a:t>
            </a:r>
            <a:r>
              <a:rPr lang="en-US"/>
              <a:t> </a:t>
            </a:r>
            <a:r>
              <a:rPr lang="en-US" err="1"/>
              <a:t>đại</a:t>
            </a:r>
            <a:r>
              <a:rPr lang="en-US"/>
              <a:t> </a:t>
            </a:r>
            <a:r>
              <a:rPr lang="en-US" err="1"/>
              <a:t>nghị</a:t>
            </a:r>
            <a:r>
              <a:rPr lang="en-US"/>
              <a:t> hay </a:t>
            </a:r>
            <a:r>
              <a:rPr lang="en-US" err="1"/>
              <a:t>nghị</a:t>
            </a:r>
            <a:r>
              <a:rPr lang="en-US"/>
              <a:t> </a:t>
            </a:r>
            <a:r>
              <a:rPr lang="en-US" err="1"/>
              <a:t>viện</a:t>
            </a:r>
            <a:r>
              <a:rPr lang="en-US"/>
              <a:t>).</a:t>
            </a:r>
          </a:p>
        </p:txBody>
      </p:sp>
      <p:sp>
        <p:nvSpPr>
          <p:cNvPr id="7" name="Footer Placeholder 6"/>
          <p:cNvSpPr>
            <a:spLocks noGrp="1"/>
          </p:cNvSpPr>
          <p:nvPr>
            <p:ph type="ftr" sz="quarter" idx="11"/>
          </p:nvPr>
        </p:nvSpPr>
        <p:spPr/>
        <p:txBody>
          <a:bodyPr/>
          <a:lstStyle/>
          <a:p>
            <a:r>
              <a:rPr lang="en-US"/>
              <a:t>Nguyễn Thị Yến</a:t>
            </a:r>
          </a:p>
        </p:txBody>
      </p:sp>
      <p:sp>
        <p:nvSpPr>
          <p:cNvPr id="8" name="Slide Number Placeholder 7"/>
          <p:cNvSpPr>
            <a:spLocks noGrp="1"/>
          </p:cNvSpPr>
          <p:nvPr>
            <p:ph type="sldNum" sz="quarter" idx="12"/>
          </p:nvPr>
        </p:nvSpPr>
        <p:spPr/>
        <p:txBody>
          <a:bodyPr/>
          <a:lstStyle/>
          <a:p>
            <a:fld id="{C700A7F4-E0AA-4BCB-9880-DD9265D58A00}"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65150"/>
          </a:xfrm>
        </p:spPr>
        <p:txBody>
          <a:bodyPr>
            <a:normAutofit fontScale="90000"/>
          </a:bodyPr>
          <a:lstStyle/>
          <a:p>
            <a:r>
              <a:rPr lang="en-US" err="1"/>
              <a:t>Chính</a:t>
            </a:r>
            <a:r>
              <a:rPr lang="en-US"/>
              <a:t> </a:t>
            </a:r>
            <a:r>
              <a:rPr lang="en-US" err="1"/>
              <a:t>thể</a:t>
            </a:r>
            <a:r>
              <a:rPr lang="en-US"/>
              <a:t> </a:t>
            </a:r>
            <a:r>
              <a:rPr lang="en-US" err="1"/>
              <a:t>cộng</a:t>
            </a:r>
            <a:r>
              <a:rPr lang="en-US"/>
              <a:t> </a:t>
            </a:r>
            <a:r>
              <a:rPr lang="en-US" err="1"/>
              <a:t>hòa</a:t>
            </a:r>
            <a:endParaRPr lang="en-US"/>
          </a:p>
        </p:txBody>
      </p:sp>
      <p:sp>
        <p:nvSpPr>
          <p:cNvPr id="3" name="Text Placeholder 2"/>
          <p:cNvSpPr>
            <a:spLocks noGrp="1"/>
          </p:cNvSpPr>
          <p:nvPr>
            <p:ph type="body" idx="1"/>
          </p:nvPr>
        </p:nvSpPr>
        <p:spPr>
          <a:xfrm>
            <a:off x="533400" y="5715000"/>
            <a:ext cx="4040188" cy="762000"/>
          </a:xfrm>
        </p:spPr>
        <p:txBody>
          <a:bodyPr/>
          <a:lstStyle/>
          <a:p>
            <a:r>
              <a:rPr lang="en-US" err="1"/>
              <a:t>Cộng</a:t>
            </a:r>
            <a:r>
              <a:rPr lang="en-US"/>
              <a:t> </a:t>
            </a:r>
            <a:r>
              <a:rPr lang="en-US" err="1"/>
              <a:t>hòa</a:t>
            </a:r>
            <a:r>
              <a:rPr lang="en-US"/>
              <a:t> </a:t>
            </a:r>
            <a:r>
              <a:rPr lang="en-US" err="1"/>
              <a:t>đại</a:t>
            </a:r>
            <a:r>
              <a:rPr lang="en-US"/>
              <a:t> </a:t>
            </a:r>
            <a:r>
              <a:rPr lang="en-US" err="1"/>
              <a:t>nghị</a:t>
            </a:r>
            <a:endParaRPr lang="en-US"/>
          </a:p>
        </p:txBody>
      </p:sp>
      <p:sp>
        <p:nvSpPr>
          <p:cNvPr id="4" name="Text Placeholder 3"/>
          <p:cNvSpPr>
            <a:spLocks noGrp="1"/>
          </p:cNvSpPr>
          <p:nvPr>
            <p:ph type="body" sz="half" idx="3"/>
          </p:nvPr>
        </p:nvSpPr>
        <p:spPr>
          <a:xfrm>
            <a:off x="4648200" y="5715000"/>
            <a:ext cx="4041775" cy="762000"/>
          </a:xfrm>
        </p:spPr>
        <p:txBody>
          <a:bodyPr/>
          <a:lstStyle/>
          <a:p>
            <a:r>
              <a:rPr lang="en-US" err="1"/>
              <a:t>Cộng</a:t>
            </a:r>
            <a:r>
              <a:rPr lang="en-US"/>
              <a:t> </a:t>
            </a:r>
            <a:r>
              <a:rPr lang="en-US" err="1"/>
              <a:t>hòa</a:t>
            </a:r>
            <a:r>
              <a:rPr lang="en-US"/>
              <a:t> </a:t>
            </a:r>
            <a:r>
              <a:rPr lang="en-US" err="1"/>
              <a:t>Tổng</a:t>
            </a:r>
            <a:r>
              <a:rPr lang="en-US"/>
              <a:t> </a:t>
            </a:r>
            <a:r>
              <a:rPr lang="en-US" err="1"/>
              <a:t>thống</a:t>
            </a:r>
            <a:endParaRPr lang="en-US"/>
          </a:p>
        </p:txBody>
      </p:sp>
      <p:sp>
        <p:nvSpPr>
          <p:cNvPr id="5" name="Content Placeholder 4"/>
          <p:cNvSpPr>
            <a:spLocks noGrp="1"/>
          </p:cNvSpPr>
          <p:nvPr>
            <p:ph sz="quarter" idx="2"/>
          </p:nvPr>
        </p:nvSpPr>
        <p:spPr>
          <a:xfrm>
            <a:off x="304800" y="838200"/>
            <a:ext cx="4192588" cy="4724400"/>
          </a:xfrm>
        </p:spPr>
        <p:txBody>
          <a:bodyPr>
            <a:normAutofit fontScale="85000" lnSpcReduction="10000"/>
          </a:bodyPr>
          <a:lstStyle/>
          <a:p>
            <a:pPr algn="just">
              <a:buNone/>
            </a:pPr>
            <a:r>
              <a:rPr lang="en-US"/>
              <a:t> </a:t>
            </a:r>
            <a:r>
              <a:rPr lang="en-US" err="1"/>
              <a:t>Cộng</a:t>
            </a:r>
            <a:r>
              <a:rPr lang="en-US"/>
              <a:t> </a:t>
            </a:r>
            <a:r>
              <a:rPr lang="en-US" err="1"/>
              <a:t>hòa</a:t>
            </a:r>
            <a:r>
              <a:rPr lang="en-US"/>
              <a:t> </a:t>
            </a:r>
            <a:r>
              <a:rPr lang="en-US" err="1"/>
              <a:t>đại</a:t>
            </a:r>
            <a:r>
              <a:rPr lang="en-US"/>
              <a:t> </a:t>
            </a:r>
            <a:r>
              <a:rPr lang="en-US" err="1"/>
              <a:t>nghị</a:t>
            </a:r>
            <a:r>
              <a:rPr lang="en-US"/>
              <a:t> </a:t>
            </a:r>
          </a:p>
          <a:p>
            <a:pPr algn="just"/>
            <a:r>
              <a:rPr lang="en-US" err="1"/>
              <a:t>Nghị</a:t>
            </a:r>
            <a:r>
              <a:rPr lang="en-US"/>
              <a:t> </a:t>
            </a:r>
            <a:r>
              <a:rPr lang="en-US" err="1"/>
              <a:t>viện</a:t>
            </a:r>
            <a:r>
              <a:rPr lang="en-US"/>
              <a:t> </a:t>
            </a:r>
            <a:r>
              <a:rPr lang="en-US" err="1"/>
              <a:t>có</a:t>
            </a:r>
            <a:r>
              <a:rPr lang="en-US"/>
              <a:t> </a:t>
            </a:r>
            <a:r>
              <a:rPr lang="en-US" err="1"/>
              <a:t>quyền</a:t>
            </a:r>
            <a:r>
              <a:rPr lang="en-US"/>
              <a:t> </a:t>
            </a:r>
            <a:r>
              <a:rPr lang="en-US" err="1"/>
              <a:t>lực</a:t>
            </a:r>
            <a:r>
              <a:rPr lang="en-US"/>
              <a:t> </a:t>
            </a:r>
            <a:r>
              <a:rPr lang="en-US" err="1"/>
              <a:t>cao</a:t>
            </a:r>
            <a:r>
              <a:rPr lang="en-US"/>
              <a:t> </a:t>
            </a:r>
            <a:r>
              <a:rPr lang="en-US" err="1"/>
              <a:t>nhất</a:t>
            </a:r>
            <a:r>
              <a:rPr lang="en-US"/>
              <a:t>, </a:t>
            </a:r>
            <a:r>
              <a:rPr lang="en-US" err="1"/>
              <a:t>giữ</a:t>
            </a:r>
            <a:r>
              <a:rPr lang="en-US"/>
              <a:t> </a:t>
            </a:r>
            <a:r>
              <a:rPr lang="en-US" err="1"/>
              <a:t>vai</a:t>
            </a:r>
            <a:r>
              <a:rPr lang="en-US"/>
              <a:t> </a:t>
            </a:r>
            <a:r>
              <a:rPr lang="en-US" err="1"/>
              <a:t>trò</a:t>
            </a:r>
            <a:r>
              <a:rPr lang="en-US"/>
              <a:t> </a:t>
            </a:r>
            <a:r>
              <a:rPr lang="en-US" err="1"/>
              <a:t>trung</a:t>
            </a:r>
            <a:r>
              <a:rPr lang="en-US"/>
              <a:t> </a:t>
            </a:r>
            <a:r>
              <a:rPr lang="en-US" err="1"/>
              <a:t>tâm</a:t>
            </a:r>
            <a:r>
              <a:rPr lang="en-US"/>
              <a:t> </a:t>
            </a:r>
            <a:r>
              <a:rPr lang="en-US" err="1"/>
              <a:t>trong</a:t>
            </a:r>
            <a:r>
              <a:rPr lang="en-US"/>
              <a:t> </a:t>
            </a:r>
            <a:r>
              <a:rPr lang="en-US" err="1"/>
              <a:t>bộ</a:t>
            </a:r>
            <a:r>
              <a:rPr lang="en-US"/>
              <a:t> </a:t>
            </a:r>
            <a:r>
              <a:rPr lang="en-US" err="1"/>
              <a:t>máy</a:t>
            </a:r>
            <a:r>
              <a:rPr lang="en-US"/>
              <a:t> </a:t>
            </a:r>
            <a:r>
              <a:rPr lang="en-US" err="1"/>
              <a:t>nhà</a:t>
            </a:r>
            <a:r>
              <a:rPr lang="en-US"/>
              <a:t> </a:t>
            </a:r>
            <a:r>
              <a:rPr lang="en-US" err="1"/>
              <a:t>nước</a:t>
            </a:r>
            <a:r>
              <a:rPr lang="en-US"/>
              <a:t>. </a:t>
            </a:r>
            <a:r>
              <a:rPr lang="en-US" err="1"/>
              <a:t>Nghị</a:t>
            </a:r>
            <a:r>
              <a:rPr lang="en-US"/>
              <a:t> </a:t>
            </a:r>
            <a:r>
              <a:rPr lang="en-US" err="1"/>
              <a:t>viện</a:t>
            </a:r>
            <a:r>
              <a:rPr lang="en-US"/>
              <a:t> </a:t>
            </a:r>
            <a:r>
              <a:rPr lang="en-US" err="1"/>
              <a:t>được</a:t>
            </a:r>
            <a:r>
              <a:rPr lang="en-US"/>
              <a:t> </a:t>
            </a:r>
            <a:r>
              <a:rPr lang="en-US" err="1"/>
              <a:t>người</a:t>
            </a:r>
            <a:r>
              <a:rPr lang="en-US"/>
              <a:t> </a:t>
            </a:r>
            <a:r>
              <a:rPr lang="en-US" err="1"/>
              <a:t>dân</a:t>
            </a:r>
            <a:r>
              <a:rPr lang="en-US"/>
              <a:t> </a:t>
            </a:r>
            <a:r>
              <a:rPr lang="en-US" err="1"/>
              <a:t>bầu</a:t>
            </a:r>
            <a:r>
              <a:rPr lang="en-US"/>
              <a:t> </a:t>
            </a:r>
            <a:r>
              <a:rPr lang="en-US" err="1"/>
              <a:t>ra</a:t>
            </a:r>
            <a:r>
              <a:rPr lang="en-US"/>
              <a:t> </a:t>
            </a:r>
            <a:r>
              <a:rPr lang="en-US" err="1"/>
              <a:t>và</a:t>
            </a:r>
            <a:r>
              <a:rPr lang="en-US"/>
              <a:t> </a:t>
            </a:r>
            <a:r>
              <a:rPr lang="en-US" err="1"/>
              <a:t>thực</a:t>
            </a:r>
            <a:r>
              <a:rPr lang="en-US"/>
              <a:t> </a:t>
            </a:r>
            <a:r>
              <a:rPr lang="en-US" err="1"/>
              <a:t>hiện</a:t>
            </a:r>
            <a:r>
              <a:rPr lang="en-US"/>
              <a:t> </a:t>
            </a:r>
            <a:r>
              <a:rPr lang="en-US" err="1"/>
              <a:t>quyền</a:t>
            </a:r>
            <a:r>
              <a:rPr lang="en-US"/>
              <a:t> </a:t>
            </a:r>
            <a:r>
              <a:rPr lang="en-US" err="1"/>
              <a:t>lập</a:t>
            </a:r>
            <a:r>
              <a:rPr lang="en-US"/>
              <a:t> </a:t>
            </a:r>
            <a:r>
              <a:rPr lang="en-US" err="1"/>
              <a:t>pháp</a:t>
            </a:r>
            <a:r>
              <a:rPr lang="en-US"/>
              <a:t>. </a:t>
            </a:r>
            <a:r>
              <a:rPr lang="en-US" err="1"/>
              <a:t>Các</a:t>
            </a:r>
            <a:r>
              <a:rPr lang="en-US"/>
              <a:t> </a:t>
            </a:r>
            <a:r>
              <a:rPr lang="en-US" err="1"/>
              <a:t>cơ</a:t>
            </a:r>
            <a:r>
              <a:rPr lang="en-US"/>
              <a:t> </a:t>
            </a:r>
            <a:r>
              <a:rPr lang="en-US" err="1"/>
              <a:t>quan</a:t>
            </a:r>
            <a:r>
              <a:rPr lang="en-US"/>
              <a:t> </a:t>
            </a:r>
            <a:r>
              <a:rPr lang="en-US" err="1"/>
              <a:t>nhà</a:t>
            </a:r>
            <a:r>
              <a:rPr lang="en-US"/>
              <a:t> </a:t>
            </a:r>
            <a:r>
              <a:rPr lang="en-US" err="1"/>
              <a:t>nước</a:t>
            </a:r>
            <a:r>
              <a:rPr lang="en-US"/>
              <a:t> </a:t>
            </a:r>
            <a:r>
              <a:rPr lang="en-US" err="1"/>
              <a:t>còn</a:t>
            </a:r>
            <a:r>
              <a:rPr lang="en-US"/>
              <a:t> </a:t>
            </a:r>
            <a:r>
              <a:rPr lang="en-US" err="1"/>
              <a:t>lại</a:t>
            </a:r>
            <a:r>
              <a:rPr lang="en-US"/>
              <a:t> </a:t>
            </a:r>
            <a:r>
              <a:rPr lang="en-US" err="1"/>
              <a:t>đều</a:t>
            </a:r>
            <a:r>
              <a:rPr lang="en-US"/>
              <a:t> </a:t>
            </a:r>
            <a:r>
              <a:rPr lang="en-US" err="1"/>
              <a:t>được</a:t>
            </a:r>
            <a:r>
              <a:rPr lang="en-US"/>
              <a:t> </a:t>
            </a:r>
            <a:r>
              <a:rPr lang="en-US" err="1"/>
              <a:t>hình</a:t>
            </a:r>
            <a:r>
              <a:rPr lang="en-US"/>
              <a:t> </a:t>
            </a:r>
            <a:r>
              <a:rPr lang="en-US" err="1"/>
              <a:t>thành</a:t>
            </a:r>
            <a:r>
              <a:rPr lang="en-US"/>
              <a:t> </a:t>
            </a:r>
            <a:r>
              <a:rPr lang="en-US" err="1"/>
              <a:t>từ</a:t>
            </a:r>
            <a:r>
              <a:rPr lang="en-US"/>
              <a:t> </a:t>
            </a:r>
            <a:r>
              <a:rPr lang="en-US" err="1"/>
              <a:t>nghị</a:t>
            </a:r>
            <a:r>
              <a:rPr lang="en-US"/>
              <a:t> </a:t>
            </a:r>
            <a:r>
              <a:rPr lang="en-US" err="1"/>
              <a:t>viện</a:t>
            </a:r>
            <a:r>
              <a:rPr lang="en-US"/>
              <a:t>.</a:t>
            </a:r>
          </a:p>
          <a:p>
            <a:pPr algn="just"/>
            <a:r>
              <a:rPr lang="en-US" err="1"/>
              <a:t>Chính</a:t>
            </a:r>
            <a:r>
              <a:rPr lang="en-US"/>
              <a:t> </a:t>
            </a:r>
            <a:r>
              <a:rPr lang="en-US" err="1"/>
              <a:t>phủ</a:t>
            </a:r>
            <a:r>
              <a:rPr lang="en-US"/>
              <a:t> </a:t>
            </a:r>
            <a:r>
              <a:rPr lang="en-US" err="1"/>
              <a:t>thực</a:t>
            </a:r>
            <a:r>
              <a:rPr lang="en-US"/>
              <a:t> </a:t>
            </a:r>
            <a:r>
              <a:rPr lang="en-US" err="1"/>
              <a:t>hiện</a:t>
            </a:r>
            <a:r>
              <a:rPr lang="en-US"/>
              <a:t> </a:t>
            </a:r>
            <a:r>
              <a:rPr lang="en-US" err="1"/>
              <a:t>quyền</a:t>
            </a:r>
            <a:r>
              <a:rPr lang="en-US"/>
              <a:t> </a:t>
            </a:r>
            <a:r>
              <a:rPr lang="en-US" err="1"/>
              <a:t>hành</a:t>
            </a:r>
            <a:r>
              <a:rPr lang="en-US"/>
              <a:t> </a:t>
            </a:r>
            <a:r>
              <a:rPr lang="en-US" err="1"/>
              <a:t>pháp</a:t>
            </a:r>
            <a:r>
              <a:rPr lang="en-US"/>
              <a:t>. </a:t>
            </a:r>
            <a:r>
              <a:rPr lang="en-US" err="1"/>
              <a:t>Chính</a:t>
            </a:r>
            <a:r>
              <a:rPr lang="en-US"/>
              <a:t> </a:t>
            </a:r>
            <a:r>
              <a:rPr lang="en-US" err="1"/>
              <a:t>phủ</a:t>
            </a:r>
            <a:r>
              <a:rPr lang="en-US"/>
              <a:t> do </a:t>
            </a:r>
            <a:r>
              <a:rPr lang="en-US" err="1"/>
              <a:t>đảng</a:t>
            </a:r>
            <a:r>
              <a:rPr lang="en-US"/>
              <a:t> </a:t>
            </a:r>
            <a:r>
              <a:rPr lang="en-US" err="1"/>
              <a:t>chiếm</a:t>
            </a:r>
            <a:r>
              <a:rPr lang="en-US"/>
              <a:t> </a:t>
            </a:r>
            <a:r>
              <a:rPr lang="en-US" err="1"/>
              <a:t>đa</a:t>
            </a:r>
            <a:r>
              <a:rPr lang="en-US"/>
              <a:t> </a:t>
            </a:r>
            <a:r>
              <a:rPr lang="en-US" err="1"/>
              <a:t>số</a:t>
            </a:r>
            <a:r>
              <a:rPr lang="en-US"/>
              <a:t> </a:t>
            </a:r>
            <a:r>
              <a:rPr lang="en-US" err="1"/>
              <a:t>trong</a:t>
            </a:r>
            <a:r>
              <a:rPr lang="en-US"/>
              <a:t> </a:t>
            </a:r>
            <a:r>
              <a:rPr lang="en-US" err="1"/>
              <a:t>Nghị</a:t>
            </a:r>
            <a:r>
              <a:rPr lang="en-US"/>
              <a:t> </a:t>
            </a:r>
            <a:r>
              <a:rPr lang="en-US" err="1"/>
              <a:t>viện</a:t>
            </a:r>
            <a:r>
              <a:rPr lang="en-US"/>
              <a:t> </a:t>
            </a:r>
            <a:r>
              <a:rPr lang="en-US" err="1"/>
              <a:t>thành</a:t>
            </a:r>
            <a:r>
              <a:rPr lang="en-US"/>
              <a:t> </a:t>
            </a:r>
            <a:r>
              <a:rPr lang="en-US" err="1"/>
              <a:t>lập</a:t>
            </a:r>
            <a:r>
              <a:rPr lang="en-US"/>
              <a:t>.</a:t>
            </a:r>
          </a:p>
          <a:p>
            <a:pPr algn="just"/>
            <a:r>
              <a:rPr lang="en-US" err="1"/>
              <a:t>Nguyên</a:t>
            </a:r>
            <a:r>
              <a:rPr lang="en-US"/>
              <a:t> </a:t>
            </a:r>
            <a:r>
              <a:rPr lang="en-US" err="1"/>
              <a:t>thủ</a:t>
            </a:r>
            <a:r>
              <a:rPr lang="en-US"/>
              <a:t> </a:t>
            </a:r>
            <a:r>
              <a:rPr lang="en-US" err="1"/>
              <a:t>quốc</a:t>
            </a:r>
            <a:r>
              <a:rPr lang="en-US"/>
              <a:t> </a:t>
            </a:r>
            <a:r>
              <a:rPr lang="en-US" err="1"/>
              <a:t>gia</a:t>
            </a:r>
            <a:r>
              <a:rPr lang="en-US"/>
              <a:t> do </a:t>
            </a:r>
            <a:r>
              <a:rPr lang="en-US" err="1"/>
              <a:t>nghị</a:t>
            </a:r>
            <a:r>
              <a:rPr lang="en-US"/>
              <a:t> </a:t>
            </a:r>
            <a:r>
              <a:rPr lang="en-US" err="1"/>
              <a:t>viện</a:t>
            </a:r>
            <a:r>
              <a:rPr lang="en-US"/>
              <a:t> </a:t>
            </a:r>
            <a:r>
              <a:rPr lang="en-US" err="1"/>
              <a:t>bầu</a:t>
            </a:r>
            <a:r>
              <a:rPr lang="en-US"/>
              <a:t> </a:t>
            </a:r>
            <a:r>
              <a:rPr lang="en-US" err="1"/>
              <a:t>ra</a:t>
            </a:r>
            <a:r>
              <a:rPr lang="en-US"/>
              <a:t> </a:t>
            </a:r>
            <a:r>
              <a:rPr lang="en-US" err="1"/>
              <a:t>và</a:t>
            </a:r>
            <a:r>
              <a:rPr lang="en-US"/>
              <a:t> </a:t>
            </a:r>
            <a:r>
              <a:rPr lang="en-US" err="1"/>
              <a:t>là</a:t>
            </a:r>
            <a:r>
              <a:rPr lang="en-US"/>
              <a:t> </a:t>
            </a:r>
            <a:r>
              <a:rPr lang="en-US" err="1"/>
              <a:t>người</a:t>
            </a:r>
            <a:r>
              <a:rPr lang="en-US"/>
              <a:t> </a:t>
            </a:r>
            <a:r>
              <a:rPr lang="en-US" err="1"/>
              <a:t>đại</a:t>
            </a:r>
            <a:r>
              <a:rPr lang="en-US"/>
              <a:t> </a:t>
            </a:r>
            <a:r>
              <a:rPr lang="en-US" err="1"/>
              <a:t>diện</a:t>
            </a:r>
            <a:r>
              <a:rPr lang="en-US"/>
              <a:t> </a:t>
            </a:r>
            <a:r>
              <a:rPr lang="en-US" err="1"/>
              <a:t>đứng</a:t>
            </a:r>
            <a:r>
              <a:rPr lang="en-US"/>
              <a:t> </a:t>
            </a:r>
            <a:r>
              <a:rPr lang="en-US" err="1"/>
              <a:t>đầu</a:t>
            </a:r>
            <a:r>
              <a:rPr lang="en-US"/>
              <a:t> </a:t>
            </a:r>
            <a:r>
              <a:rPr lang="en-US" err="1"/>
              <a:t>nhà</a:t>
            </a:r>
            <a:r>
              <a:rPr lang="en-US"/>
              <a:t> </a:t>
            </a:r>
            <a:r>
              <a:rPr lang="en-US" err="1"/>
              <a:t>nước</a:t>
            </a:r>
            <a:r>
              <a:rPr lang="en-US"/>
              <a:t>.</a:t>
            </a:r>
          </a:p>
        </p:txBody>
      </p:sp>
      <p:sp>
        <p:nvSpPr>
          <p:cNvPr id="6" name="Content Placeholder 5"/>
          <p:cNvSpPr>
            <a:spLocks noGrp="1"/>
          </p:cNvSpPr>
          <p:nvPr>
            <p:ph sz="quarter" idx="4"/>
          </p:nvPr>
        </p:nvSpPr>
        <p:spPr>
          <a:xfrm>
            <a:off x="4645025" y="838200"/>
            <a:ext cx="4041775" cy="4547857"/>
          </a:xfrm>
        </p:spPr>
        <p:txBody>
          <a:bodyPr>
            <a:normAutofit fontScale="85000" lnSpcReduction="10000"/>
          </a:bodyPr>
          <a:lstStyle/>
          <a:p>
            <a:pPr algn="just">
              <a:buNone/>
            </a:pPr>
            <a:r>
              <a:rPr lang="en-US" err="1"/>
              <a:t>Cộng</a:t>
            </a:r>
            <a:r>
              <a:rPr lang="en-US"/>
              <a:t> </a:t>
            </a:r>
            <a:r>
              <a:rPr lang="en-US" err="1"/>
              <a:t>hòa</a:t>
            </a:r>
            <a:r>
              <a:rPr lang="en-US"/>
              <a:t> </a:t>
            </a:r>
            <a:r>
              <a:rPr lang="en-US" err="1"/>
              <a:t>tổng</a:t>
            </a:r>
            <a:r>
              <a:rPr lang="en-US"/>
              <a:t> </a:t>
            </a:r>
            <a:r>
              <a:rPr lang="en-US" err="1"/>
              <a:t>thống</a:t>
            </a:r>
            <a:endParaRPr lang="en-US"/>
          </a:p>
          <a:p>
            <a:pPr algn="just"/>
            <a:r>
              <a:rPr lang="en-US" err="1"/>
              <a:t>Lập</a:t>
            </a:r>
            <a:r>
              <a:rPr lang="en-US"/>
              <a:t> </a:t>
            </a:r>
            <a:r>
              <a:rPr lang="en-US" err="1"/>
              <a:t>pháp</a:t>
            </a:r>
            <a:r>
              <a:rPr lang="en-US"/>
              <a:t> </a:t>
            </a:r>
            <a:r>
              <a:rPr lang="en-US" err="1"/>
              <a:t>thuộc</a:t>
            </a:r>
            <a:r>
              <a:rPr lang="en-US"/>
              <a:t> </a:t>
            </a:r>
            <a:r>
              <a:rPr lang="en-US" err="1"/>
              <a:t>về</a:t>
            </a:r>
            <a:r>
              <a:rPr lang="en-US"/>
              <a:t> </a:t>
            </a:r>
            <a:r>
              <a:rPr lang="en-US" err="1"/>
              <a:t>nghị</a:t>
            </a:r>
            <a:r>
              <a:rPr lang="en-US"/>
              <a:t> </a:t>
            </a:r>
            <a:r>
              <a:rPr lang="en-US" err="1"/>
              <a:t>viện</a:t>
            </a:r>
            <a:r>
              <a:rPr lang="en-US"/>
              <a:t>, </a:t>
            </a:r>
            <a:r>
              <a:rPr lang="en-US" err="1"/>
              <a:t>nghị</a:t>
            </a:r>
            <a:r>
              <a:rPr lang="en-US"/>
              <a:t> </a:t>
            </a:r>
            <a:r>
              <a:rPr lang="en-US" err="1"/>
              <a:t>viện</a:t>
            </a:r>
            <a:r>
              <a:rPr lang="en-US"/>
              <a:t> </a:t>
            </a:r>
            <a:r>
              <a:rPr lang="en-US" err="1"/>
              <a:t>được</a:t>
            </a:r>
            <a:r>
              <a:rPr lang="en-US"/>
              <a:t> </a:t>
            </a:r>
            <a:r>
              <a:rPr lang="en-US" err="1"/>
              <a:t>người</a:t>
            </a:r>
            <a:r>
              <a:rPr lang="en-US"/>
              <a:t> </a:t>
            </a:r>
            <a:r>
              <a:rPr lang="en-US" err="1"/>
              <a:t>dân</a:t>
            </a:r>
            <a:r>
              <a:rPr lang="en-US"/>
              <a:t> </a:t>
            </a:r>
            <a:r>
              <a:rPr lang="en-US" err="1"/>
              <a:t>bầu</a:t>
            </a:r>
            <a:r>
              <a:rPr lang="en-US"/>
              <a:t> </a:t>
            </a:r>
            <a:r>
              <a:rPr lang="en-US" err="1"/>
              <a:t>ra</a:t>
            </a:r>
            <a:r>
              <a:rPr lang="en-US"/>
              <a:t> </a:t>
            </a:r>
            <a:r>
              <a:rPr lang="en-US" err="1"/>
              <a:t>theo</a:t>
            </a:r>
            <a:r>
              <a:rPr lang="en-US"/>
              <a:t> </a:t>
            </a:r>
            <a:r>
              <a:rPr lang="en-US" err="1"/>
              <a:t>nhiệm</a:t>
            </a:r>
            <a:r>
              <a:rPr lang="en-US"/>
              <a:t> </a:t>
            </a:r>
            <a:r>
              <a:rPr lang="en-US" err="1"/>
              <a:t>kỳ</a:t>
            </a:r>
            <a:r>
              <a:rPr lang="en-US"/>
              <a:t>.</a:t>
            </a:r>
          </a:p>
          <a:p>
            <a:pPr algn="just"/>
            <a:r>
              <a:rPr lang="en-US" err="1"/>
              <a:t>Hành</a:t>
            </a:r>
            <a:r>
              <a:rPr lang="en-US"/>
              <a:t> </a:t>
            </a:r>
            <a:r>
              <a:rPr lang="en-US" err="1"/>
              <a:t>pháp</a:t>
            </a:r>
            <a:r>
              <a:rPr lang="en-US"/>
              <a:t> </a:t>
            </a:r>
            <a:r>
              <a:rPr lang="en-US" err="1"/>
              <a:t>thuộc</a:t>
            </a:r>
            <a:r>
              <a:rPr lang="en-US"/>
              <a:t> </a:t>
            </a:r>
            <a:r>
              <a:rPr lang="en-US" err="1"/>
              <a:t>về</a:t>
            </a:r>
            <a:r>
              <a:rPr lang="en-US"/>
              <a:t> </a:t>
            </a:r>
            <a:r>
              <a:rPr lang="en-US" err="1"/>
              <a:t>Tổng</a:t>
            </a:r>
            <a:r>
              <a:rPr lang="en-US"/>
              <a:t> </a:t>
            </a:r>
            <a:r>
              <a:rPr lang="en-US" err="1"/>
              <a:t>thống</a:t>
            </a:r>
            <a:r>
              <a:rPr lang="en-US"/>
              <a:t>. </a:t>
            </a:r>
            <a:r>
              <a:rPr lang="en-US" err="1"/>
              <a:t>Tổng</a:t>
            </a:r>
            <a:r>
              <a:rPr lang="en-US"/>
              <a:t> </a:t>
            </a:r>
            <a:r>
              <a:rPr lang="en-US" err="1"/>
              <a:t>thống</a:t>
            </a:r>
            <a:r>
              <a:rPr lang="en-US"/>
              <a:t> </a:t>
            </a:r>
            <a:r>
              <a:rPr lang="en-US" err="1"/>
              <a:t>được</a:t>
            </a:r>
            <a:r>
              <a:rPr lang="en-US"/>
              <a:t> </a:t>
            </a:r>
            <a:r>
              <a:rPr lang="en-US" err="1"/>
              <a:t>người</a:t>
            </a:r>
            <a:r>
              <a:rPr lang="en-US"/>
              <a:t> </a:t>
            </a:r>
            <a:r>
              <a:rPr lang="en-US" err="1"/>
              <a:t>dân</a:t>
            </a:r>
            <a:r>
              <a:rPr lang="en-US"/>
              <a:t> </a:t>
            </a:r>
            <a:r>
              <a:rPr lang="en-US" err="1"/>
              <a:t>bầu</a:t>
            </a:r>
            <a:r>
              <a:rPr lang="en-US"/>
              <a:t> </a:t>
            </a:r>
            <a:r>
              <a:rPr lang="en-US" err="1"/>
              <a:t>ra</a:t>
            </a:r>
            <a:r>
              <a:rPr lang="en-US"/>
              <a:t> </a:t>
            </a:r>
            <a:r>
              <a:rPr lang="en-US" err="1"/>
              <a:t>vừa</a:t>
            </a:r>
            <a:r>
              <a:rPr lang="en-US"/>
              <a:t> </a:t>
            </a:r>
            <a:r>
              <a:rPr lang="en-US" err="1"/>
              <a:t>là</a:t>
            </a:r>
            <a:r>
              <a:rPr lang="en-US"/>
              <a:t> </a:t>
            </a:r>
            <a:r>
              <a:rPr lang="en-US" err="1"/>
              <a:t>nguyên</a:t>
            </a:r>
            <a:r>
              <a:rPr lang="en-US"/>
              <a:t> </a:t>
            </a:r>
            <a:r>
              <a:rPr lang="en-US" err="1"/>
              <a:t>thủ</a:t>
            </a:r>
            <a:r>
              <a:rPr lang="en-US"/>
              <a:t> </a:t>
            </a:r>
            <a:r>
              <a:rPr lang="en-US" err="1"/>
              <a:t>quốc</a:t>
            </a:r>
            <a:r>
              <a:rPr lang="en-US"/>
              <a:t> </a:t>
            </a:r>
            <a:r>
              <a:rPr lang="en-US" err="1"/>
              <a:t>gia</a:t>
            </a:r>
            <a:r>
              <a:rPr lang="en-US"/>
              <a:t> </a:t>
            </a:r>
            <a:r>
              <a:rPr lang="en-US" err="1"/>
              <a:t>có</a:t>
            </a:r>
            <a:r>
              <a:rPr lang="en-US"/>
              <a:t> </a:t>
            </a:r>
            <a:r>
              <a:rPr lang="en-US" err="1"/>
              <a:t>quyền</a:t>
            </a:r>
            <a:r>
              <a:rPr lang="en-US"/>
              <a:t> </a:t>
            </a:r>
            <a:r>
              <a:rPr lang="en-US" err="1"/>
              <a:t>thành</a:t>
            </a:r>
            <a:r>
              <a:rPr lang="en-US"/>
              <a:t> </a:t>
            </a:r>
            <a:r>
              <a:rPr lang="en-US" err="1"/>
              <a:t>lập</a:t>
            </a:r>
            <a:r>
              <a:rPr lang="en-US"/>
              <a:t> </a:t>
            </a:r>
            <a:r>
              <a:rPr lang="en-US" err="1"/>
              <a:t>chính</a:t>
            </a:r>
            <a:r>
              <a:rPr lang="en-US"/>
              <a:t> </a:t>
            </a:r>
            <a:r>
              <a:rPr lang="en-US" err="1"/>
              <a:t>phủ</a:t>
            </a:r>
            <a:r>
              <a:rPr lang="en-US"/>
              <a:t> (</a:t>
            </a:r>
            <a:r>
              <a:rPr lang="en-US" err="1"/>
              <a:t>đứng</a:t>
            </a:r>
            <a:r>
              <a:rPr lang="en-US"/>
              <a:t> </a:t>
            </a:r>
            <a:r>
              <a:rPr lang="en-US" err="1"/>
              <a:t>đầu</a:t>
            </a:r>
            <a:r>
              <a:rPr lang="en-US"/>
              <a:t> </a:t>
            </a:r>
            <a:r>
              <a:rPr lang="en-US" err="1"/>
              <a:t>chính</a:t>
            </a:r>
            <a:r>
              <a:rPr lang="en-US"/>
              <a:t> </a:t>
            </a:r>
            <a:r>
              <a:rPr lang="en-US" err="1"/>
              <a:t>phủ</a:t>
            </a:r>
            <a:r>
              <a:rPr lang="en-US"/>
              <a:t>)</a:t>
            </a:r>
          </a:p>
          <a:p>
            <a:pPr algn="just"/>
            <a:r>
              <a:rPr lang="en-US" err="1"/>
              <a:t>Tư</a:t>
            </a:r>
            <a:r>
              <a:rPr lang="en-US"/>
              <a:t> </a:t>
            </a:r>
            <a:r>
              <a:rPr lang="en-US" err="1"/>
              <a:t>pháp</a:t>
            </a:r>
            <a:r>
              <a:rPr lang="en-US"/>
              <a:t> </a:t>
            </a:r>
            <a:r>
              <a:rPr lang="en-US" err="1"/>
              <a:t>thuộc</a:t>
            </a:r>
            <a:r>
              <a:rPr lang="en-US"/>
              <a:t> </a:t>
            </a:r>
            <a:r>
              <a:rPr lang="en-US" err="1"/>
              <a:t>về</a:t>
            </a:r>
            <a:r>
              <a:rPr lang="en-US"/>
              <a:t> </a:t>
            </a:r>
            <a:r>
              <a:rPr lang="en-US" err="1"/>
              <a:t>hệ</a:t>
            </a:r>
            <a:r>
              <a:rPr lang="en-US"/>
              <a:t> </a:t>
            </a:r>
            <a:r>
              <a:rPr lang="en-US" err="1"/>
              <a:t>thống</a:t>
            </a:r>
            <a:r>
              <a:rPr lang="en-US"/>
              <a:t> </a:t>
            </a:r>
            <a:r>
              <a:rPr lang="en-US" err="1"/>
              <a:t>tòa</a:t>
            </a:r>
            <a:r>
              <a:rPr lang="en-US"/>
              <a:t> </a:t>
            </a:r>
            <a:r>
              <a:rPr lang="en-US" err="1"/>
              <a:t>án</a:t>
            </a:r>
            <a:r>
              <a:rPr lang="en-US"/>
              <a:t>. </a:t>
            </a:r>
            <a:r>
              <a:rPr lang="en-US" err="1"/>
              <a:t>Người</a:t>
            </a:r>
            <a:r>
              <a:rPr lang="en-US"/>
              <a:t> </a:t>
            </a:r>
            <a:r>
              <a:rPr lang="en-US" err="1"/>
              <a:t>đứng</a:t>
            </a:r>
            <a:r>
              <a:rPr lang="en-US"/>
              <a:t> </a:t>
            </a:r>
            <a:r>
              <a:rPr lang="en-US" err="1"/>
              <a:t>đầu</a:t>
            </a:r>
            <a:r>
              <a:rPr lang="en-US"/>
              <a:t> </a:t>
            </a:r>
            <a:r>
              <a:rPr lang="en-US" err="1"/>
              <a:t>tòa</a:t>
            </a:r>
            <a:r>
              <a:rPr lang="en-US"/>
              <a:t> </a:t>
            </a:r>
            <a:r>
              <a:rPr lang="en-US" err="1"/>
              <a:t>án</a:t>
            </a:r>
            <a:r>
              <a:rPr lang="en-US"/>
              <a:t> do </a:t>
            </a:r>
            <a:r>
              <a:rPr lang="en-US" err="1"/>
              <a:t>Tổng</a:t>
            </a:r>
            <a:r>
              <a:rPr lang="en-US"/>
              <a:t> </a:t>
            </a:r>
            <a:r>
              <a:rPr lang="en-US" err="1"/>
              <a:t>thống</a:t>
            </a:r>
            <a:r>
              <a:rPr lang="en-US"/>
              <a:t> </a:t>
            </a:r>
            <a:r>
              <a:rPr lang="en-US" err="1"/>
              <a:t>bổ</a:t>
            </a:r>
            <a:r>
              <a:rPr lang="en-US"/>
              <a:t> </a:t>
            </a:r>
            <a:r>
              <a:rPr lang="en-US" err="1"/>
              <a:t>nhiệm</a:t>
            </a:r>
            <a:r>
              <a:rPr lang="en-US"/>
              <a:t> </a:t>
            </a:r>
            <a:r>
              <a:rPr lang="en-US" err="1"/>
              <a:t>và</a:t>
            </a:r>
            <a:r>
              <a:rPr lang="en-US"/>
              <a:t> </a:t>
            </a:r>
            <a:r>
              <a:rPr lang="en-US" err="1"/>
              <a:t>phải</a:t>
            </a:r>
            <a:r>
              <a:rPr lang="en-US"/>
              <a:t> </a:t>
            </a:r>
            <a:r>
              <a:rPr lang="en-US" err="1"/>
              <a:t>được</a:t>
            </a:r>
            <a:r>
              <a:rPr lang="en-US"/>
              <a:t> </a:t>
            </a:r>
            <a:r>
              <a:rPr lang="en-US" err="1"/>
              <a:t>nghị</a:t>
            </a:r>
            <a:r>
              <a:rPr lang="en-US"/>
              <a:t> </a:t>
            </a:r>
            <a:r>
              <a:rPr lang="en-US" err="1"/>
              <a:t>viện</a:t>
            </a:r>
            <a:r>
              <a:rPr lang="en-US"/>
              <a:t> </a:t>
            </a:r>
            <a:r>
              <a:rPr lang="en-US" err="1"/>
              <a:t>phê</a:t>
            </a:r>
            <a:r>
              <a:rPr lang="en-US"/>
              <a:t> </a:t>
            </a:r>
            <a:r>
              <a:rPr lang="en-US" err="1"/>
              <a:t>chuẩn</a:t>
            </a:r>
            <a:r>
              <a:rPr lang="en-US"/>
              <a:t>.</a:t>
            </a:r>
          </a:p>
        </p:txBody>
      </p:sp>
      <p:sp>
        <p:nvSpPr>
          <p:cNvPr id="7" name="Footer Placeholder 6"/>
          <p:cNvSpPr>
            <a:spLocks noGrp="1"/>
          </p:cNvSpPr>
          <p:nvPr>
            <p:ph type="ftr" sz="quarter" idx="11"/>
          </p:nvPr>
        </p:nvSpPr>
        <p:spPr/>
        <p:txBody>
          <a:bodyPr/>
          <a:lstStyle/>
          <a:p>
            <a:r>
              <a:rPr lang="en-US"/>
              <a:t>Nguyễn Thị Yến</a:t>
            </a:r>
          </a:p>
        </p:txBody>
      </p:sp>
      <p:sp>
        <p:nvSpPr>
          <p:cNvPr id="8" name="Slide Number Placeholder 7"/>
          <p:cNvSpPr>
            <a:spLocks noGrp="1"/>
          </p:cNvSpPr>
          <p:nvPr>
            <p:ph type="sldNum" sz="quarter" idx="12"/>
          </p:nvPr>
        </p:nvSpPr>
        <p:spPr/>
        <p:txBody>
          <a:bodyPr/>
          <a:lstStyle/>
          <a:p>
            <a:fld id="{C700A7F4-E0AA-4BCB-9880-DD9265D58A00}"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C700A7F4-E0AA-4BCB-9880-DD9265D58A00}" type="slidenum">
              <a:rPr lang="en-US" smtClean="0"/>
              <a:pPr/>
              <a:t>30</a:t>
            </a:fld>
            <a:endParaRPr lang="en-US"/>
          </a:p>
        </p:txBody>
      </p:sp>
      <p:sp>
        <p:nvSpPr>
          <p:cNvPr id="4" name="Rounded Rectangle 3"/>
          <p:cNvSpPr/>
          <p:nvPr/>
        </p:nvSpPr>
        <p:spPr>
          <a:xfrm>
            <a:off x="1066800" y="0"/>
            <a:ext cx="7086600" cy="6858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600" err="1"/>
              <a:t>Chính</a:t>
            </a:r>
            <a:r>
              <a:rPr lang="en-US" sz="3600"/>
              <a:t> </a:t>
            </a:r>
            <a:r>
              <a:rPr lang="en-US" sz="3600" err="1"/>
              <a:t>thể</a:t>
            </a:r>
            <a:r>
              <a:rPr lang="en-US" sz="3600"/>
              <a:t> </a:t>
            </a:r>
            <a:r>
              <a:rPr lang="en-US" sz="3600" err="1"/>
              <a:t>cộng</a:t>
            </a:r>
            <a:r>
              <a:rPr lang="en-US" sz="3600"/>
              <a:t> </a:t>
            </a:r>
            <a:r>
              <a:rPr lang="en-US" sz="3600" err="1"/>
              <a:t>hòa</a:t>
            </a:r>
            <a:endParaRPr lang="en-US" sz="3600"/>
          </a:p>
        </p:txBody>
      </p:sp>
      <p:sp>
        <p:nvSpPr>
          <p:cNvPr id="5" name="Rectangle 4"/>
          <p:cNvSpPr/>
          <p:nvPr/>
        </p:nvSpPr>
        <p:spPr>
          <a:xfrm>
            <a:off x="457200" y="914400"/>
            <a:ext cx="39624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buNone/>
            </a:pPr>
            <a:r>
              <a:rPr lang="en-US" sz="2400" b="1" err="1"/>
              <a:t>Cộng</a:t>
            </a:r>
            <a:r>
              <a:rPr lang="en-US" sz="2400" b="1"/>
              <a:t> </a:t>
            </a:r>
            <a:r>
              <a:rPr lang="en-US" sz="2400" b="1" err="1"/>
              <a:t>hòa</a:t>
            </a:r>
            <a:r>
              <a:rPr lang="en-US" sz="2400" b="1"/>
              <a:t> </a:t>
            </a:r>
            <a:r>
              <a:rPr lang="en-US" sz="2400" b="1" err="1"/>
              <a:t>đại</a:t>
            </a:r>
            <a:r>
              <a:rPr lang="en-US" sz="2400" b="1"/>
              <a:t> </a:t>
            </a:r>
            <a:r>
              <a:rPr lang="en-US" sz="2400" b="1" err="1"/>
              <a:t>nghị</a:t>
            </a:r>
            <a:endParaRPr lang="en-US" sz="2400" b="1"/>
          </a:p>
          <a:p>
            <a:pPr algn="just"/>
            <a:r>
              <a:rPr lang="en-US" sz="2400"/>
              <a:t>- </a:t>
            </a:r>
            <a:r>
              <a:rPr lang="en-US" sz="2400" err="1"/>
              <a:t>Nghị</a:t>
            </a:r>
            <a:r>
              <a:rPr lang="en-US" sz="2400"/>
              <a:t> </a:t>
            </a:r>
            <a:r>
              <a:rPr lang="en-US" sz="2400" err="1"/>
              <a:t>viện</a:t>
            </a:r>
            <a:r>
              <a:rPr lang="en-US" sz="2400"/>
              <a:t> </a:t>
            </a:r>
            <a:r>
              <a:rPr lang="en-US" sz="2400" err="1"/>
              <a:t>có</a:t>
            </a:r>
            <a:r>
              <a:rPr lang="en-US" sz="2400"/>
              <a:t> </a:t>
            </a:r>
            <a:r>
              <a:rPr lang="en-US" sz="2400" err="1"/>
              <a:t>quyền</a:t>
            </a:r>
            <a:r>
              <a:rPr lang="en-US" sz="2400"/>
              <a:t> </a:t>
            </a:r>
            <a:r>
              <a:rPr lang="en-US" sz="2400" err="1"/>
              <a:t>lực</a:t>
            </a:r>
            <a:r>
              <a:rPr lang="en-US" sz="2400"/>
              <a:t> </a:t>
            </a:r>
            <a:r>
              <a:rPr lang="en-US" sz="2400" err="1"/>
              <a:t>cao</a:t>
            </a:r>
            <a:r>
              <a:rPr lang="en-US" sz="2400"/>
              <a:t> </a:t>
            </a:r>
            <a:r>
              <a:rPr lang="en-US" sz="2400" err="1"/>
              <a:t>nhất</a:t>
            </a:r>
            <a:endParaRPr lang="en-US" sz="2400"/>
          </a:p>
          <a:p>
            <a:pPr algn="just"/>
            <a:r>
              <a:rPr lang="en-US" sz="2400"/>
              <a:t>- </a:t>
            </a:r>
            <a:r>
              <a:rPr lang="en-US" sz="2400" err="1"/>
              <a:t>Chính</a:t>
            </a:r>
            <a:r>
              <a:rPr lang="en-US" sz="2400"/>
              <a:t> </a:t>
            </a:r>
            <a:r>
              <a:rPr lang="en-US" sz="2400" err="1"/>
              <a:t>phủ</a:t>
            </a:r>
            <a:r>
              <a:rPr lang="en-US" sz="2400"/>
              <a:t> </a:t>
            </a:r>
            <a:r>
              <a:rPr lang="en-US" sz="2400" err="1"/>
              <a:t>thực</a:t>
            </a:r>
            <a:r>
              <a:rPr lang="en-US" sz="2400"/>
              <a:t> </a:t>
            </a:r>
            <a:r>
              <a:rPr lang="en-US" sz="2400" err="1"/>
              <a:t>hiện</a:t>
            </a:r>
            <a:r>
              <a:rPr lang="en-US" sz="2400"/>
              <a:t> </a:t>
            </a:r>
            <a:r>
              <a:rPr lang="en-US" sz="2400" err="1"/>
              <a:t>quyền</a:t>
            </a:r>
            <a:r>
              <a:rPr lang="en-US" sz="2400"/>
              <a:t> </a:t>
            </a:r>
            <a:r>
              <a:rPr lang="en-US" sz="2400" err="1"/>
              <a:t>hành</a:t>
            </a:r>
            <a:r>
              <a:rPr lang="en-US" sz="2400"/>
              <a:t> </a:t>
            </a:r>
            <a:r>
              <a:rPr lang="en-US" sz="2400" err="1"/>
              <a:t>pháp</a:t>
            </a:r>
            <a:endParaRPr lang="en-US" sz="2400"/>
          </a:p>
          <a:p>
            <a:pPr algn="just"/>
            <a:r>
              <a:rPr lang="en-US" sz="2400"/>
              <a:t>- </a:t>
            </a:r>
            <a:r>
              <a:rPr lang="en-US" sz="2400" err="1"/>
              <a:t>Nguyên</a:t>
            </a:r>
            <a:r>
              <a:rPr lang="en-US" sz="2400"/>
              <a:t> </a:t>
            </a:r>
            <a:r>
              <a:rPr lang="en-US" sz="2400" err="1"/>
              <a:t>thủ</a:t>
            </a:r>
            <a:r>
              <a:rPr lang="en-US" sz="2400"/>
              <a:t> </a:t>
            </a:r>
            <a:r>
              <a:rPr lang="en-US" sz="2400" err="1"/>
              <a:t>quốc</a:t>
            </a:r>
            <a:r>
              <a:rPr lang="en-US" sz="2400"/>
              <a:t> </a:t>
            </a:r>
            <a:r>
              <a:rPr lang="en-US" sz="2400" err="1"/>
              <a:t>gia</a:t>
            </a:r>
            <a:r>
              <a:rPr lang="en-US" sz="2400"/>
              <a:t> do </a:t>
            </a:r>
            <a:r>
              <a:rPr lang="en-US" sz="2400" err="1"/>
              <a:t>nghị</a:t>
            </a:r>
            <a:r>
              <a:rPr lang="en-US" sz="2400"/>
              <a:t> </a:t>
            </a:r>
            <a:r>
              <a:rPr lang="en-US" sz="2400" err="1"/>
              <a:t>viện</a:t>
            </a:r>
            <a:r>
              <a:rPr lang="en-US" sz="2400"/>
              <a:t> </a:t>
            </a:r>
            <a:r>
              <a:rPr lang="en-US" sz="2400" err="1"/>
              <a:t>bầu</a:t>
            </a:r>
            <a:r>
              <a:rPr lang="en-US" sz="2400"/>
              <a:t> </a:t>
            </a:r>
            <a:r>
              <a:rPr lang="en-US" sz="2400" err="1"/>
              <a:t>ra</a:t>
            </a:r>
            <a:r>
              <a:rPr lang="en-US" sz="2400"/>
              <a:t> </a:t>
            </a:r>
          </a:p>
          <a:p>
            <a:pPr algn="ctr"/>
            <a:endParaRPr lang="en-US"/>
          </a:p>
        </p:txBody>
      </p:sp>
      <p:sp>
        <p:nvSpPr>
          <p:cNvPr id="6" name="Rectangle 5"/>
          <p:cNvSpPr/>
          <p:nvPr/>
        </p:nvSpPr>
        <p:spPr>
          <a:xfrm>
            <a:off x="4724400" y="914400"/>
            <a:ext cx="3886200" cy="31242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buNone/>
            </a:pPr>
            <a:r>
              <a:rPr lang="en-US" sz="2400" b="1" err="1"/>
              <a:t>Cộng</a:t>
            </a:r>
            <a:r>
              <a:rPr lang="en-US" sz="2400" b="1"/>
              <a:t> </a:t>
            </a:r>
            <a:r>
              <a:rPr lang="en-US" sz="2400" b="1" err="1"/>
              <a:t>hòa</a:t>
            </a:r>
            <a:r>
              <a:rPr lang="en-US" sz="2400" b="1"/>
              <a:t> </a:t>
            </a:r>
            <a:r>
              <a:rPr lang="en-US" sz="2400" b="1" err="1"/>
              <a:t>tổng</a:t>
            </a:r>
            <a:r>
              <a:rPr lang="en-US" sz="2400" b="1"/>
              <a:t> </a:t>
            </a:r>
            <a:r>
              <a:rPr lang="en-US" sz="2400" b="1" err="1"/>
              <a:t>thống</a:t>
            </a:r>
            <a:endParaRPr lang="en-US" sz="2400" b="1"/>
          </a:p>
          <a:p>
            <a:pPr algn="just"/>
            <a:r>
              <a:rPr lang="en-US" sz="2400"/>
              <a:t>- </a:t>
            </a:r>
            <a:r>
              <a:rPr lang="en-US" sz="2400" err="1"/>
              <a:t>Lập</a:t>
            </a:r>
            <a:r>
              <a:rPr lang="en-US" sz="2400"/>
              <a:t> </a:t>
            </a:r>
            <a:r>
              <a:rPr lang="en-US" sz="2400" err="1"/>
              <a:t>pháp</a:t>
            </a:r>
            <a:r>
              <a:rPr lang="en-US" sz="2400"/>
              <a:t> </a:t>
            </a:r>
            <a:r>
              <a:rPr lang="en-US" sz="2400" err="1"/>
              <a:t>thuộc</a:t>
            </a:r>
            <a:r>
              <a:rPr lang="en-US" sz="2400"/>
              <a:t> </a:t>
            </a:r>
            <a:r>
              <a:rPr lang="en-US" sz="2400" err="1"/>
              <a:t>về</a:t>
            </a:r>
            <a:r>
              <a:rPr lang="en-US" sz="2400"/>
              <a:t> </a:t>
            </a:r>
            <a:r>
              <a:rPr lang="en-US" sz="2400" err="1"/>
              <a:t>nghị</a:t>
            </a:r>
            <a:r>
              <a:rPr lang="en-US" sz="2400"/>
              <a:t> </a:t>
            </a:r>
            <a:r>
              <a:rPr lang="en-US" sz="2400" err="1"/>
              <a:t>viện</a:t>
            </a:r>
            <a:endParaRPr lang="en-US" sz="2400"/>
          </a:p>
          <a:p>
            <a:pPr algn="just"/>
            <a:r>
              <a:rPr lang="en-US" sz="2400"/>
              <a:t>- </a:t>
            </a:r>
            <a:r>
              <a:rPr lang="en-US" sz="2400" err="1"/>
              <a:t>Hành</a:t>
            </a:r>
            <a:r>
              <a:rPr lang="en-US" sz="2400"/>
              <a:t> </a:t>
            </a:r>
            <a:r>
              <a:rPr lang="en-US" sz="2400" err="1"/>
              <a:t>pháp</a:t>
            </a:r>
            <a:r>
              <a:rPr lang="en-US" sz="2400"/>
              <a:t> </a:t>
            </a:r>
            <a:r>
              <a:rPr lang="en-US" sz="2400" err="1"/>
              <a:t>thuộc</a:t>
            </a:r>
            <a:r>
              <a:rPr lang="en-US" sz="2400"/>
              <a:t> </a:t>
            </a:r>
            <a:r>
              <a:rPr lang="en-US" sz="2400" err="1"/>
              <a:t>về</a:t>
            </a:r>
            <a:r>
              <a:rPr lang="en-US" sz="2400"/>
              <a:t> </a:t>
            </a:r>
            <a:r>
              <a:rPr lang="en-US" sz="2400" err="1"/>
              <a:t>Tổng</a:t>
            </a:r>
            <a:r>
              <a:rPr lang="en-US" sz="2400"/>
              <a:t> </a:t>
            </a:r>
            <a:r>
              <a:rPr lang="en-US" sz="2400" err="1"/>
              <a:t>thống</a:t>
            </a:r>
            <a:endParaRPr lang="en-US" sz="2400"/>
          </a:p>
          <a:p>
            <a:pPr algn="just"/>
            <a:r>
              <a:rPr lang="en-US" sz="2400"/>
              <a:t>- </a:t>
            </a:r>
            <a:r>
              <a:rPr lang="en-US" sz="2400" err="1"/>
              <a:t>Tư</a:t>
            </a:r>
            <a:r>
              <a:rPr lang="en-US" sz="2400"/>
              <a:t> </a:t>
            </a:r>
            <a:r>
              <a:rPr lang="en-US" sz="2400" err="1"/>
              <a:t>pháp</a:t>
            </a:r>
            <a:r>
              <a:rPr lang="en-US" sz="2400"/>
              <a:t> </a:t>
            </a:r>
            <a:r>
              <a:rPr lang="en-US" sz="2400" err="1"/>
              <a:t>thuộc</a:t>
            </a:r>
            <a:r>
              <a:rPr lang="en-US" sz="2400"/>
              <a:t> </a:t>
            </a:r>
            <a:r>
              <a:rPr lang="en-US" sz="2400" err="1"/>
              <a:t>về</a:t>
            </a:r>
            <a:r>
              <a:rPr lang="en-US" sz="2400"/>
              <a:t> </a:t>
            </a:r>
            <a:r>
              <a:rPr lang="en-US" sz="2400" err="1"/>
              <a:t>hệ</a:t>
            </a:r>
            <a:r>
              <a:rPr lang="en-US" sz="2400"/>
              <a:t> </a:t>
            </a:r>
            <a:r>
              <a:rPr lang="en-US" sz="2400" err="1"/>
              <a:t>thống</a:t>
            </a:r>
            <a:r>
              <a:rPr lang="en-US" sz="2400"/>
              <a:t> </a:t>
            </a:r>
            <a:r>
              <a:rPr lang="en-US" sz="2400" err="1"/>
              <a:t>tòa</a:t>
            </a:r>
            <a:r>
              <a:rPr lang="en-US" sz="2400"/>
              <a:t> </a:t>
            </a:r>
            <a:r>
              <a:rPr lang="en-US" sz="2400" err="1"/>
              <a:t>án</a:t>
            </a:r>
            <a:endParaRPr lang="en-US" sz="2400"/>
          </a:p>
          <a:p>
            <a:pPr algn="ctr"/>
            <a:endParaRPr lang="en-US"/>
          </a:p>
        </p:txBody>
      </p:sp>
      <p:sp>
        <p:nvSpPr>
          <p:cNvPr id="7" name="Oval 6"/>
          <p:cNvSpPr/>
          <p:nvPr/>
        </p:nvSpPr>
        <p:spPr>
          <a:xfrm>
            <a:off x="304800" y="4191000"/>
            <a:ext cx="8458200" cy="2286000"/>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just"/>
            <a:r>
              <a:rPr lang="en-US" sz="2000" b="1" err="1"/>
              <a:t>Cộng</a:t>
            </a:r>
            <a:r>
              <a:rPr lang="en-US" sz="2000" b="1"/>
              <a:t> </a:t>
            </a:r>
            <a:r>
              <a:rPr lang="en-US" sz="2000" b="1" err="1"/>
              <a:t>hòa</a:t>
            </a:r>
            <a:r>
              <a:rPr lang="en-US" sz="2000" b="1"/>
              <a:t> </a:t>
            </a:r>
            <a:r>
              <a:rPr lang="en-US" sz="2000" b="1" err="1"/>
              <a:t>hỗn</a:t>
            </a:r>
            <a:r>
              <a:rPr lang="en-US" sz="2000" b="1"/>
              <a:t> </a:t>
            </a:r>
            <a:r>
              <a:rPr lang="en-US" sz="2000" b="1" err="1"/>
              <a:t>hợp</a:t>
            </a:r>
            <a:r>
              <a:rPr lang="en-US" sz="2000" b="1"/>
              <a:t> (</a:t>
            </a:r>
            <a:r>
              <a:rPr lang="en-US" sz="2000" b="1" err="1"/>
              <a:t>cộng</a:t>
            </a:r>
            <a:r>
              <a:rPr lang="en-US" sz="2000" b="1"/>
              <a:t> </a:t>
            </a:r>
            <a:r>
              <a:rPr lang="en-US" sz="2000" b="1" err="1"/>
              <a:t>hòa</a:t>
            </a:r>
            <a:r>
              <a:rPr lang="en-US" sz="2000" b="1"/>
              <a:t> </a:t>
            </a:r>
            <a:r>
              <a:rPr lang="en-US" sz="2000" b="1" err="1"/>
              <a:t>lưỡng</a:t>
            </a:r>
            <a:r>
              <a:rPr lang="en-US" sz="2000" b="1"/>
              <a:t> </a:t>
            </a:r>
            <a:r>
              <a:rPr lang="en-US" sz="2000" b="1" err="1"/>
              <a:t>tính</a:t>
            </a:r>
            <a:r>
              <a:rPr lang="en-US" sz="2000" b="1"/>
              <a:t>).</a:t>
            </a:r>
          </a:p>
          <a:p>
            <a:pPr algn="just">
              <a:buFontTx/>
              <a:buChar char="-"/>
            </a:pPr>
            <a:r>
              <a:rPr lang="en-US" sz="2000" err="1"/>
              <a:t>Tổng</a:t>
            </a:r>
            <a:r>
              <a:rPr lang="en-US" sz="2000"/>
              <a:t> </a:t>
            </a:r>
            <a:r>
              <a:rPr lang="en-US" sz="2000" err="1"/>
              <a:t>thống</a:t>
            </a:r>
            <a:r>
              <a:rPr lang="en-US" sz="2000"/>
              <a:t> </a:t>
            </a:r>
            <a:r>
              <a:rPr lang="en-US" sz="2000" err="1"/>
              <a:t>là</a:t>
            </a:r>
            <a:r>
              <a:rPr lang="en-US" sz="2000"/>
              <a:t> </a:t>
            </a:r>
            <a:r>
              <a:rPr lang="en-US" sz="2000" err="1"/>
              <a:t>nhân</a:t>
            </a:r>
            <a:r>
              <a:rPr lang="en-US" sz="2000"/>
              <a:t> </a:t>
            </a:r>
            <a:r>
              <a:rPr lang="en-US" sz="2000" err="1"/>
              <a:t>vật</a:t>
            </a:r>
            <a:r>
              <a:rPr lang="en-US" sz="2000"/>
              <a:t> </a:t>
            </a:r>
            <a:r>
              <a:rPr lang="en-US" sz="2000" err="1"/>
              <a:t>trung</a:t>
            </a:r>
            <a:r>
              <a:rPr lang="en-US" sz="2000"/>
              <a:t> </a:t>
            </a:r>
            <a:r>
              <a:rPr lang="en-US" sz="2000" err="1"/>
              <a:t>tâm</a:t>
            </a:r>
            <a:r>
              <a:rPr lang="en-US" sz="2000"/>
              <a:t> </a:t>
            </a:r>
          </a:p>
          <a:p>
            <a:pPr algn="just">
              <a:buFontTx/>
              <a:buChar char="-"/>
            </a:pPr>
            <a:r>
              <a:rPr lang="en-US" sz="2000" err="1"/>
              <a:t>Nghị</a:t>
            </a:r>
            <a:r>
              <a:rPr lang="en-US" sz="2000"/>
              <a:t> </a:t>
            </a:r>
            <a:r>
              <a:rPr lang="en-US" sz="2000" err="1"/>
              <a:t>viện</a:t>
            </a:r>
            <a:r>
              <a:rPr lang="en-US" sz="2000"/>
              <a:t> </a:t>
            </a:r>
            <a:r>
              <a:rPr lang="en-US" sz="2000" err="1"/>
              <a:t>là</a:t>
            </a:r>
            <a:r>
              <a:rPr lang="en-US" sz="2000"/>
              <a:t> </a:t>
            </a:r>
            <a:r>
              <a:rPr lang="en-US" sz="2000" err="1"/>
              <a:t>cơ</a:t>
            </a:r>
            <a:r>
              <a:rPr lang="en-US" sz="2000"/>
              <a:t> </a:t>
            </a:r>
            <a:r>
              <a:rPr lang="en-US" sz="2000" err="1"/>
              <a:t>quan</a:t>
            </a:r>
            <a:r>
              <a:rPr lang="en-US" sz="2000"/>
              <a:t> </a:t>
            </a:r>
            <a:r>
              <a:rPr lang="en-US" sz="2000" err="1"/>
              <a:t>đại</a:t>
            </a:r>
            <a:r>
              <a:rPr lang="en-US" sz="2000"/>
              <a:t> </a:t>
            </a:r>
            <a:r>
              <a:rPr lang="en-US" sz="2000" err="1"/>
              <a:t>diện</a:t>
            </a:r>
            <a:r>
              <a:rPr lang="en-US" sz="2000"/>
              <a:t> </a:t>
            </a:r>
            <a:r>
              <a:rPr lang="en-US" sz="2000" err="1"/>
              <a:t>quyền</a:t>
            </a:r>
            <a:r>
              <a:rPr lang="en-US" sz="2000"/>
              <a:t> </a:t>
            </a:r>
            <a:r>
              <a:rPr lang="en-US" sz="2000" err="1"/>
              <a:t>lực</a:t>
            </a:r>
            <a:r>
              <a:rPr lang="en-US" sz="2000"/>
              <a:t> </a:t>
            </a:r>
            <a:r>
              <a:rPr lang="en-US" sz="2000" err="1"/>
              <a:t>cao</a:t>
            </a:r>
            <a:r>
              <a:rPr lang="en-US" sz="2000"/>
              <a:t> </a:t>
            </a:r>
            <a:r>
              <a:rPr lang="en-US" sz="2000" err="1"/>
              <a:t>nhất</a:t>
            </a:r>
            <a:endParaRPr lang="en-US" sz="2000"/>
          </a:p>
          <a:p>
            <a:pPr algn="just">
              <a:buFontTx/>
              <a:buChar char="-"/>
            </a:pPr>
            <a:r>
              <a:rPr lang="en-US" sz="2000" err="1"/>
              <a:t>Chính</a:t>
            </a:r>
            <a:r>
              <a:rPr lang="en-US" sz="2000"/>
              <a:t> </a:t>
            </a:r>
            <a:r>
              <a:rPr lang="en-US" sz="2000" err="1"/>
              <a:t>phủ</a:t>
            </a:r>
            <a:r>
              <a:rPr lang="en-US" sz="2000"/>
              <a:t> do </a:t>
            </a:r>
            <a:r>
              <a:rPr lang="en-US" sz="2000" err="1"/>
              <a:t>tổng</a:t>
            </a:r>
            <a:r>
              <a:rPr lang="en-US" sz="2000"/>
              <a:t> </a:t>
            </a:r>
            <a:r>
              <a:rPr lang="en-US" sz="2000" err="1"/>
              <a:t>thống</a:t>
            </a:r>
            <a:r>
              <a:rPr lang="en-US" sz="2000"/>
              <a:t> </a:t>
            </a:r>
            <a:r>
              <a:rPr lang="en-US" sz="2000" err="1"/>
              <a:t>bổ</a:t>
            </a:r>
            <a:r>
              <a:rPr lang="en-US" sz="2000"/>
              <a:t> </a:t>
            </a:r>
            <a:r>
              <a:rPr lang="en-US" sz="2000" err="1"/>
              <a:t>nhiệm</a:t>
            </a:r>
            <a:endParaRPr lang="en-US" sz="2000"/>
          </a:p>
          <a:p>
            <a:pPr algn="just">
              <a:buFontTx/>
              <a:buChar char="-"/>
            </a:pPr>
            <a:r>
              <a:rPr lang="en-US" sz="2000" err="1"/>
              <a:t>Chính</a:t>
            </a:r>
            <a:r>
              <a:rPr lang="en-US" sz="2000"/>
              <a:t> </a:t>
            </a:r>
            <a:r>
              <a:rPr lang="en-US" sz="2000" err="1"/>
              <a:t>phủ</a:t>
            </a:r>
            <a:r>
              <a:rPr lang="en-US" sz="2000"/>
              <a:t> </a:t>
            </a:r>
            <a:r>
              <a:rPr lang="en-US" sz="2000" err="1"/>
              <a:t>chịu</a:t>
            </a:r>
            <a:r>
              <a:rPr lang="en-US" sz="2000"/>
              <a:t> </a:t>
            </a:r>
            <a:r>
              <a:rPr lang="en-US" sz="2000" err="1"/>
              <a:t>trách</a:t>
            </a:r>
            <a:r>
              <a:rPr lang="en-US" sz="2000"/>
              <a:t> </a:t>
            </a:r>
            <a:r>
              <a:rPr lang="en-US" sz="2000" err="1"/>
              <a:t>nhiệm</a:t>
            </a:r>
            <a:r>
              <a:rPr lang="en-US" sz="2000"/>
              <a:t> </a:t>
            </a:r>
            <a:r>
              <a:rPr lang="en-US" sz="2000" err="1"/>
              <a:t>trước</a:t>
            </a:r>
            <a:r>
              <a:rPr lang="en-US" sz="2000"/>
              <a:t> </a:t>
            </a:r>
            <a:r>
              <a:rPr lang="en-US" sz="2000" err="1"/>
              <a:t>nghị</a:t>
            </a:r>
            <a:r>
              <a:rPr lang="en-US" sz="2000"/>
              <a:t> </a:t>
            </a:r>
            <a:r>
              <a:rPr lang="en-US" sz="2000" err="1"/>
              <a:t>việ</a:t>
            </a:r>
            <a:r>
              <a:rPr lang="en-US" err="1"/>
              <a:t>n</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793750"/>
          </a:xfrm>
        </p:spPr>
        <p:txBody>
          <a:bodyPr/>
          <a:lstStyle/>
          <a:p>
            <a:r>
              <a:rPr lang="en-US" err="1"/>
              <a:t>Hình</a:t>
            </a:r>
            <a:r>
              <a:rPr lang="en-US"/>
              <a:t> </a:t>
            </a:r>
            <a:r>
              <a:rPr lang="en-US" err="1"/>
              <a:t>thức</a:t>
            </a:r>
            <a:r>
              <a:rPr lang="en-US"/>
              <a:t> </a:t>
            </a:r>
            <a:r>
              <a:rPr lang="en-US" err="1"/>
              <a:t>cấu</a:t>
            </a:r>
            <a:r>
              <a:rPr lang="en-US"/>
              <a:t> </a:t>
            </a:r>
            <a:r>
              <a:rPr lang="en-US" err="1"/>
              <a:t>trúc</a:t>
            </a:r>
            <a:r>
              <a:rPr lang="en-US"/>
              <a:t> </a:t>
            </a:r>
            <a:r>
              <a:rPr lang="en-US" err="1"/>
              <a:t>nhà</a:t>
            </a:r>
            <a:r>
              <a:rPr lang="en-US"/>
              <a:t> </a:t>
            </a:r>
            <a:r>
              <a:rPr lang="en-US" err="1"/>
              <a:t>nước</a:t>
            </a:r>
            <a:endParaRPr lang="en-US"/>
          </a:p>
        </p:txBody>
      </p:sp>
      <p:sp>
        <p:nvSpPr>
          <p:cNvPr id="3" name="Text Placeholder 2"/>
          <p:cNvSpPr>
            <a:spLocks noGrp="1"/>
          </p:cNvSpPr>
          <p:nvPr>
            <p:ph type="body" idx="1"/>
          </p:nvPr>
        </p:nvSpPr>
        <p:spPr/>
        <p:txBody>
          <a:bodyPr/>
          <a:lstStyle/>
          <a:p>
            <a:r>
              <a:rPr lang="en-US" err="1"/>
              <a:t>Nhà</a:t>
            </a:r>
            <a:r>
              <a:rPr lang="en-US"/>
              <a:t> </a:t>
            </a:r>
            <a:r>
              <a:rPr lang="en-US" err="1"/>
              <a:t>nước</a:t>
            </a:r>
            <a:r>
              <a:rPr lang="en-US"/>
              <a:t> </a:t>
            </a:r>
            <a:r>
              <a:rPr lang="en-US" err="1"/>
              <a:t>đơn</a:t>
            </a:r>
            <a:r>
              <a:rPr lang="en-US"/>
              <a:t> </a:t>
            </a:r>
            <a:r>
              <a:rPr lang="en-US" err="1"/>
              <a:t>nhất</a:t>
            </a:r>
            <a:endParaRPr lang="en-US"/>
          </a:p>
        </p:txBody>
      </p:sp>
      <p:sp>
        <p:nvSpPr>
          <p:cNvPr id="4" name="Text Placeholder 3"/>
          <p:cNvSpPr>
            <a:spLocks noGrp="1"/>
          </p:cNvSpPr>
          <p:nvPr>
            <p:ph type="body" sz="half" idx="3"/>
          </p:nvPr>
        </p:nvSpPr>
        <p:spPr/>
        <p:txBody>
          <a:bodyPr/>
          <a:lstStyle/>
          <a:p>
            <a:r>
              <a:rPr lang="en-US" err="1"/>
              <a:t>Nhà</a:t>
            </a:r>
            <a:r>
              <a:rPr lang="en-US"/>
              <a:t> </a:t>
            </a:r>
            <a:r>
              <a:rPr lang="en-US" err="1"/>
              <a:t>nước</a:t>
            </a:r>
            <a:r>
              <a:rPr lang="en-US"/>
              <a:t> </a:t>
            </a:r>
            <a:r>
              <a:rPr lang="en-US" err="1"/>
              <a:t>liên</a:t>
            </a:r>
            <a:r>
              <a:rPr lang="en-US"/>
              <a:t> bang</a:t>
            </a:r>
          </a:p>
        </p:txBody>
      </p:sp>
      <p:sp>
        <p:nvSpPr>
          <p:cNvPr id="5" name="Content Placeholder 4"/>
          <p:cNvSpPr>
            <a:spLocks noGrp="1"/>
          </p:cNvSpPr>
          <p:nvPr>
            <p:ph sz="quarter" idx="2"/>
          </p:nvPr>
        </p:nvSpPr>
        <p:spPr>
          <a:xfrm>
            <a:off x="457200" y="1143000"/>
            <a:ext cx="4040188" cy="4243057"/>
          </a:xfrm>
        </p:spPr>
        <p:txBody>
          <a:bodyPr>
            <a:normAutofit fontScale="92500" lnSpcReduction="10000"/>
          </a:bodyPr>
          <a:lstStyle/>
          <a:p>
            <a:pPr algn="just"/>
            <a:r>
              <a:rPr lang="en-US" err="1"/>
              <a:t>Là</a:t>
            </a:r>
            <a:r>
              <a:rPr lang="en-US"/>
              <a:t> </a:t>
            </a:r>
            <a:r>
              <a:rPr lang="en-US" err="1"/>
              <a:t>một</a:t>
            </a:r>
            <a:r>
              <a:rPr lang="en-US"/>
              <a:t> </a:t>
            </a:r>
            <a:r>
              <a:rPr lang="en-US" err="1"/>
              <a:t>nhà</a:t>
            </a:r>
            <a:r>
              <a:rPr lang="en-US"/>
              <a:t> </a:t>
            </a:r>
            <a:r>
              <a:rPr lang="en-US" err="1"/>
              <a:t>nước</a:t>
            </a:r>
            <a:r>
              <a:rPr lang="en-US"/>
              <a:t> </a:t>
            </a:r>
            <a:r>
              <a:rPr lang="en-US" err="1"/>
              <a:t>duy</a:t>
            </a:r>
            <a:r>
              <a:rPr lang="en-US"/>
              <a:t> </a:t>
            </a:r>
            <a:r>
              <a:rPr lang="en-US" err="1"/>
              <a:t>nhất</a:t>
            </a:r>
            <a:r>
              <a:rPr lang="en-US"/>
              <a:t> </a:t>
            </a:r>
            <a:r>
              <a:rPr lang="en-US" err="1"/>
              <a:t>nắm</a:t>
            </a:r>
            <a:r>
              <a:rPr lang="en-US"/>
              <a:t> </a:t>
            </a:r>
            <a:r>
              <a:rPr lang="en-US" err="1"/>
              <a:t>giữ</a:t>
            </a:r>
            <a:r>
              <a:rPr lang="en-US"/>
              <a:t> </a:t>
            </a:r>
            <a:r>
              <a:rPr lang="en-US" err="1"/>
              <a:t>toàn</a:t>
            </a:r>
            <a:r>
              <a:rPr lang="en-US"/>
              <a:t> </a:t>
            </a:r>
            <a:r>
              <a:rPr lang="en-US" err="1"/>
              <a:t>bộ</a:t>
            </a:r>
            <a:r>
              <a:rPr lang="en-US"/>
              <a:t> </a:t>
            </a:r>
            <a:r>
              <a:rPr lang="en-US" err="1"/>
              <a:t>chủ</a:t>
            </a:r>
            <a:r>
              <a:rPr lang="en-US"/>
              <a:t> </a:t>
            </a:r>
            <a:r>
              <a:rPr lang="en-US" err="1"/>
              <a:t>quyền</a:t>
            </a:r>
            <a:r>
              <a:rPr lang="en-US"/>
              <a:t> </a:t>
            </a:r>
            <a:r>
              <a:rPr lang="en-US" err="1"/>
              <a:t>quốc</a:t>
            </a:r>
            <a:r>
              <a:rPr lang="en-US"/>
              <a:t> </a:t>
            </a:r>
            <a:r>
              <a:rPr lang="en-US" err="1"/>
              <a:t>gia</a:t>
            </a:r>
            <a:r>
              <a:rPr lang="en-US"/>
              <a:t> </a:t>
            </a:r>
            <a:r>
              <a:rPr lang="en-US" err="1"/>
              <a:t>trong</a:t>
            </a:r>
            <a:r>
              <a:rPr lang="en-US"/>
              <a:t> </a:t>
            </a:r>
            <a:r>
              <a:rPr lang="en-US" err="1"/>
              <a:t>phạm</a:t>
            </a:r>
            <a:r>
              <a:rPr lang="en-US"/>
              <a:t> vi </a:t>
            </a:r>
            <a:r>
              <a:rPr lang="en-US" err="1"/>
              <a:t>lãnh</a:t>
            </a:r>
            <a:r>
              <a:rPr lang="en-US"/>
              <a:t> </a:t>
            </a:r>
            <a:r>
              <a:rPr lang="en-US" err="1"/>
              <a:t>thổ</a:t>
            </a:r>
            <a:endParaRPr lang="en-US"/>
          </a:p>
          <a:p>
            <a:pPr algn="just">
              <a:buFontTx/>
              <a:buChar char="-"/>
            </a:pPr>
            <a:r>
              <a:rPr lang="en-US" err="1"/>
              <a:t>Chủ</a:t>
            </a:r>
            <a:r>
              <a:rPr lang="en-US"/>
              <a:t> </a:t>
            </a:r>
            <a:r>
              <a:rPr lang="en-US" err="1"/>
              <a:t>quyền</a:t>
            </a:r>
            <a:r>
              <a:rPr lang="en-US"/>
              <a:t> </a:t>
            </a:r>
            <a:r>
              <a:rPr lang="en-US" err="1"/>
              <a:t>quốc</a:t>
            </a:r>
            <a:r>
              <a:rPr lang="en-US"/>
              <a:t> </a:t>
            </a:r>
            <a:r>
              <a:rPr lang="en-US" err="1"/>
              <a:t>gia</a:t>
            </a:r>
            <a:r>
              <a:rPr lang="en-US"/>
              <a:t> do </a:t>
            </a:r>
            <a:r>
              <a:rPr lang="en-US" err="1"/>
              <a:t>chính</a:t>
            </a:r>
            <a:r>
              <a:rPr lang="en-US"/>
              <a:t> </a:t>
            </a:r>
            <a:r>
              <a:rPr lang="en-US" err="1"/>
              <a:t>quyền</a:t>
            </a:r>
            <a:r>
              <a:rPr lang="en-US"/>
              <a:t> </a:t>
            </a:r>
            <a:r>
              <a:rPr lang="en-US" err="1"/>
              <a:t>trung</a:t>
            </a:r>
            <a:r>
              <a:rPr lang="en-US"/>
              <a:t> </a:t>
            </a:r>
            <a:r>
              <a:rPr lang="en-US" err="1"/>
              <a:t>ương</a:t>
            </a:r>
            <a:r>
              <a:rPr lang="en-US"/>
              <a:t> </a:t>
            </a:r>
            <a:r>
              <a:rPr lang="en-US" err="1"/>
              <a:t>nắm</a:t>
            </a:r>
            <a:r>
              <a:rPr lang="en-US"/>
              <a:t> </a:t>
            </a:r>
            <a:r>
              <a:rPr lang="en-US" err="1"/>
              <a:t>giữ</a:t>
            </a:r>
            <a:endParaRPr lang="en-US"/>
          </a:p>
          <a:p>
            <a:pPr algn="just">
              <a:buFontTx/>
              <a:buChar char="-"/>
            </a:pPr>
            <a:r>
              <a:rPr lang="en-US" err="1"/>
              <a:t>Có</a:t>
            </a:r>
            <a:r>
              <a:rPr lang="en-US"/>
              <a:t> </a:t>
            </a:r>
            <a:r>
              <a:rPr lang="en-US" err="1"/>
              <a:t>một</a:t>
            </a:r>
            <a:r>
              <a:rPr lang="en-US"/>
              <a:t> </a:t>
            </a:r>
            <a:r>
              <a:rPr lang="en-US" err="1"/>
              <a:t>hệ</a:t>
            </a:r>
            <a:r>
              <a:rPr lang="en-US"/>
              <a:t> </a:t>
            </a:r>
            <a:r>
              <a:rPr lang="en-US" err="1"/>
              <a:t>thống</a:t>
            </a:r>
            <a:r>
              <a:rPr lang="en-US"/>
              <a:t> </a:t>
            </a:r>
            <a:r>
              <a:rPr lang="en-US" err="1"/>
              <a:t>chính</a:t>
            </a:r>
            <a:r>
              <a:rPr lang="en-US"/>
              <a:t> </a:t>
            </a:r>
            <a:r>
              <a:rPr lang="en-US" err="1"/>
              <a:t>quyền</a:t>
            </a:r>
            <a:r>
              <a:rPr lang="en-US"/>
              <a:t> </a:t>
            </a:r>
            <a:r>
              <a:rPr lang="en-US" err="1"/>
              <a:t>và</a:t>
            </a:r>
            <a:r>
              <a:rPr lang="en-US"/>
              <a:t> </a:t>
            </a:r>
            <a:r>
              <a:rPr lang="en-US" err="1"/>
              <a:t>hệ</a:t>
            </a:r>
            <a:r>
              <a:rPr lang="en-US"/>
              <a:t> </a:t>
            </a:r>
            <a:r>
              <a:rPr lang="en-US" err="1"/>
              <a:t>thống</a:t>
            </a:r>
            <a:r>
              <a:rPr lang="en-US"/>
              <a:t> </a:t>
            </a:r>
            <a:r>
              <a:rPr lang="en-US" err="1"/>
              <a:t>pháp</a:t>
            </a:r>
            <a:r>
              <a:rPr lang="en-US"/>
              <a:t> </a:t>
            </a:r>
            <a:r>
              <a:rPr lang="en-US" err="1"/>
              <a:t>luật</a:t>
            </a:r>
            <a:endParaRPr lang="en-US"/>
          </a:p>
          <a:p>
            <a:pPr algn="just">
              <a:buFontTx/>
              <a:buChar char="-"/>
            </a:pPr>
            <a:r>
              <a:rPr lang="en-US" err="1"/>
              <a:t>Chính</a:t>
            </a:r>
            <a:r>
              <a:rPr lang="en-US"/>
              <a:t> </a:t>
            </a:r>
            <a:r>
              <a:rPr lang="en-US" err="1"/>
              <a:t>quyền</a:t>
            </a:r>
            <a:r>
              <a:rPr lang="en-US"/>
              <a:t> </a:t>
            </a:r>
            <a:r>
              <a:rPr lang="en-US" err="1"/>
              <a:t>có</a:t>
            </a:r>
            <a:r>
              <a:rPr lang="en-US"/>
              <a:t> 2 </a:t>
            </a:r>
            <a:r>
              <a:rPr lang="en-US" err="1"/>
              <a:t>cấp</a:t>
            </a:r>
            <a:r>
              <a:rPr lang="en-US"/>
              <a:t> Tung </a:t>
            </a:r>
            <a:r>
              <a:rPr lang="en-US" err="1"/>
              <a:t>ương</a:t>
            </a:r>
            <a:r>
              <a:rPr lang="en-US"/>
              <a:t> </a:t>
            </a:r>
            <a:r>
              <a:rPr lang="en-US" err="1"/>
              <a:t>và</a:t>
            </a:r>
            <a:r>
              <a:rPr lang="en-US"/>
              <a:t> </a:t>
            </a:r>
            <a:r>
              <a:rPr lang="en-US" err="1"/>
              <a:t>Địa</a:t>
            </a:r>
            <a:r>
              <a:rPr lang="en-US"/>
              <a:t> </a:t>
            </a:r>
            <a:r>
              <a:rPr lang="en-US" err="1"/>
              <a:t>phương</a:t>
            </a:r>
            <a:endParaRPr lang="en-US"/>
          </a:p>
        </p:txBody>
      </p:sp>
      <p:sp>
        <p:nvSpPr>
          <p:cNvPr id="6" name="Content Placeholder 5"/>
          <p:cNvSpPr>
            <a:spLocks noGrp="1"/>
          </p:cNvSpPr>
          <p:nvPr>
            <p:ph sz="quarter" idx="4"/>
          </p:nvPr>
        </p:nvSpPr>
        <p:spPr>
          <a:xfrm>
            <a:off x="4645025" y="1143000"/>
            <a:ext cx="4041775" cy="4243057"/>
          </a:xfrm>
        </p:spPr>
        <p:txBody>
          <a:bodyPr>
            <a:normAutofit lnSpcReduction="10000"/>
          </a:bodyPr>
          <a:lstStyle/>
          <a:p>
            <a:r>
              <a:rPr lang="en-US" err="1"/>
              <a:t>Là</a:t>
            </a:r>
            <a:r>
              <a:rPr lang="en-US"/>
              <a:t> </a:t>
            </a:r>
            <a:r>
              <a:rPr lang="en-US" err="1"/>
              <a:t>một</a:t>
            </a:r>
            <a:r>
              <a:rPr lang="en-US"/>
              <a:t> </a:t>
            </a:r>
            <a:r>
              <a:rPr lang="en-US" err="1"/>
              <a:t>nhà</a:t>
            </a:r>
            <a:r>
              <a:rPr lang="en-US"/>
              <a:t> </a:t>
            </a:r>
            <a:r>
              <a:rPr lang="en-US" err="1"/>
              <a:t>nước</a:t>
            </a:r>
            <a:r>
              <a:rPr lang="en-US"/>
              <a:t> do </a:t>
            </a:r>
            <a:r>
              <a:rPr lang="en-US" err="1"/>
              <a:t>nhiều</a:t>
            </a:r>
            <a:r>
              <a:rPr lang="en-US"/>
              <a:t> </a:t>
            </a:r>
            <a:r>
              <a:rPr lang="en-US" err="1"/>
              <a:t>nhà</a:t>
            </a:r>
            <a:r>
              <a:rPr lang="en-US"/>
              <a:t> </a:t>
            </a:r>
            <a:r>
              <a:rPr lang="en-US" err="1"/>
              <a:t>nước</a:t>
            </a:r>
            <a:r>
              <a:rPr lang="en-US"/>
              <a:t> </a:t>
            </a:r>
            <a:r>
              <a:rPr lang="en-US" err="1"/>
              <a:t>hợp</a:t>
            </a:r>
            <a:r>
              <a:rPr lang="en-US"/>
              <a:t> </a:t>
            </a:r>
            <a:r>
              <a:rPr lang="en-US" err="1"/>
              <a:t>thành</a:t>
            </a:r>
            <a:r>
              <a:rPr lang="en-US"/>
              <a:t>.</a:t>
            </a:r>
          </a:p>
          <a:p>
            <a:pPr>
              <a:buFontTx/>
              <a:buChar char="-"/>
            </a:pPr>
            <a:r>
              <a:rPr lang="en-US" err="1"/>
              <a:t>Chủ</a:t>
            </a:r>
            <a:r>
              <a:rPr lang="en-US"/>
              <a:t> </a:t>
            </a:r>
            <a:r>
              <a:rPr lang="en-US" err="1"/>
              <a:t>quyền</a:t>
            </a:r>
            <a:r>
              <a:rPr lang="en-US"/>
              <a:t> </a:t>
            </a:r>
            <a:r>
              <a:rPr lang="en-US" err="1"/>
              <a:t>quốc</a:t>
            </a:r>
            <a:r>
              <a:rPr lang="en-US"/>
              <a:t> </a:t>
            </a:r>
            <a:r>
              <a:rPr lang="en-US" err="1"/>
              <a:t>gia</a:t>
            </a:r>
            <a:r>
              <a:rPr lang="en-US"/>
              <a:t> do </a:t>
            </a:r>
            <a:r>
              <a:rPr lang="en-US" err="1"/>
              <a:t>nhà</a:t>
            </a:r>
            <a:r>
              <a:rPr lang="en-US"/>
              <a:t> </a:t>
            </a:r>
            <a:r>
              <a:rPr lang="en-US" err="1"/>
              <a:t>nước</a:t>
            </a:r>
            <a:r>
              <a:rPr lang="en-US"/>
              <a:t> </a:t>
            </a:r>
            <a:r>
              <a:rPr lang="en-US" err="1"/>
              <a:t>liên</a:t>
            </a:r>
            <a:r>
              <a:rPr lang="en-US"/>
              <a:t> bang </a:t>
            </a:r>
            <a:r>
              <a:rPr lang="en-US" err="1"/>
              <a:t>nắm</a:t>
            </a:r>
            <a:r>
              <a:rPr lang="en-US"/>
              <a:t> </a:t>
            </a:r>
            <a:r>
              <a:rPr lang="en-US" err="1"/>
              <a:t>giữ</a:t>
            </a:r>
            <a:endParaRPr lang="en-US"/>
          </a:p>
          <a:p>
            <a:pPr>
              <a:buFontTx/>
              <a:buChar char="-"/>
            </a:pPr>
            <a:r>
              <a:rPr lang="en-US" err="1"/>
              <a:t>Có</a:t>
            </a:r>
            <a:r>
              <a:rPr lang="en-US"/>
              <a:t> </a:t>
            </a:r>
            <a:r>
              <a:rPr lang="en-US" err="1"/>
              <a:t>nhiều</a:t>
            </a:r>
            <a:r>
              <a:rPr lang="en-US"/>
              <a:t> </a:t>
            </a:r>
            <a:r>
              <a:rPr lang="en-US" err="1"/>
              <a:t>hệ</a:t>
            </a:r>
            <a:r>
              <a:rPr lang="en-US"/>
              <a:t> </a:t>
            </a:r>
            <a:r>
              <a:rPr lang="en-US" err="1"/>
              <a:t>thống</a:t>
            </a:r>
            <a:r>
              <a:rPr lang="en-US"/>
              <a:t> </a:t>
            </a:r>
            <a:r>
              <a:rPr lang="en-US" err="1"/>
              <a:t>cơ</a:t>
            </a:r>
            <a:r>
              <a:rPr lang="en-US"/>
              <a:t> </a:t>
            </a:r>
            <a:r>
              <a:rPr lang="en-US" err="1"/>
              <a:t>quan</a:t>
            </a:r>
            <a:r>
              <a:rPr lang="en-US"/>
              <a:t> </a:t>
            </a:r>
            <a:r>
              <a:rPr lang="en-US" err="1"/>
              <a:t>nhà</a:t>
            </a:r>
            <a:r>
              <a:rPr lang="en-US"/>
              <a:t> </a:t>
            </a:r>
            <a:r>
              <a:rPr lang="en-US" err="1"/>
              <a:t>nước</a:t>
            </a:r>
            <a:r>
              <a:rPr lang="en-US"/>
              <a:t>, </a:t>
            </a:r>
            <a:r>
              <a:rPr lang="en-US" err="1"/>
              <a:t>nhiều</a:t>
            </a:r>
            <a:r>
              <a:rPr lang="en-US"/>
              <a:t> </a:t>
            </a:r>
            <a:r>
              <a:rPr lang="en-US" err="1"/>
              <a:t>hệ</a:t>
            </a:r>
            <a:r>
              <a:rPr lang="en-US"/>
              <a:t> </a:t>
            </a:r>
            <a:r>
              <a:rPr lang="en-US" err="1"/>
              <a:t>thống</a:t>
            </a:r>
            <a:r>
              <a:rPr lang="en-US"/>
              <a:t> </a:t>
            </a:r>
            <a:r>
              <a:rPr lang="en-US" err="1"/>
              <a:t>pháp</a:t>
            </a:r>
            <a:r>
              <a:rPr lang="en-US"/>
              <a:t> </a:t>
            </a:r>
            <a:r>
              <a:rPr lang="en-US" err="1"/>
              <a:t>luật</a:t>
            </a:r>
            <a:endParaRPr lang="en-US"/>
          </a:p>
          <a:p>
            <a:pPr>
              <a:buFontTx/>
              <a:buChar char="-"/>
            </a:pPr>
            <a:r>
              <a:rPr lang="en-US" err="1"/>
              <a:t>Chính</a:t>
            </a:r>
            <a:r>
              <a:rPr lang="en-US"/>
              <a:t> </a:t>
            </a:r>
            <a:r>
              <a:rPr lang="en-US" err="1"/>
              <a:t>quyền</a:t>
            </a:r>
            <a:r>
              <a:rPr lang="en-US"/>
              <a:t> </a:t>
            </a:r>
            <a:r>
              <a:rPr lang="en-US" err="1"/>
              <a:t>gồm</a:t>
            </a:r>
            <a:r>
              <a:rPr lang="en-US"/>
              <a:t> </a:t>
            </a:r>
            <a:r>
              <a:rPr lang="en-US" err="1"/>
              <a:t>có</a:t>
            </a:r>
            <a:r>
              <a:rPr lang="en-US"/>
              <a:t> </a:t>
            </a:r>
            <a:r>
              <a:rPr lang="en-US" err="1"/>
              <a:t>Liên</a:t>
            </a:r>
            <a:r>
              <a:rPr lang="en-US"/>
              <a:t> bang, bang </a:t>
            </a:r>
            <a:r>
              <a:rPr lang="en-US" err="1"/>
              <a:t>và</a:t>
            </a:r>
            <a:r>
              <a:rPr lang="en-US"/>
              <a:t> </a:t>
            </a:r>
            <a:r>
              <a:rPr lang="en-US" err="1"/>
              <a:t>địa</a:t>
            </a:r>
            <a:r>
              <a:rPr lang="en-US"/>
              <a:t> </a:t>
            </a:r>
            <a:r>
              <a:rPr lang="en-US" err="1"/>
              <a:t>phương</a:t>
            </a:r>
            <a:endParaRPr lang="en-US"/>
          </a:p>
        </p:txBody>
      </p:sp>
      <p:sp>
        <p:nvSpPr>
          <p:cNvPr id="7" name="Footer Placeholder 6"/>
          <p:cNvSpPr>
            <a:spLocks noGrp="1"/>
          </p:cNvSpPr>
          <p:nvPr>
            <p:ph type="ftr" sz="quarter" idx="11"/>
          </p:nvPr>
        </p:nvSpPr>
        <p:spPr/>
        <p:txBody>
          <a:bodyPr/>
          <a:lstStyle/>
          <a:p>
            <a:r>
              <a:rPr lang="en-US"/>
              <a:t>Nguyễn Thị Yến</a:t>
            </a:r>
          </a:p>
        </p:txBody>
      </p:sp>
      <p:sp>
        <p:nvSpPr>
          <p:cNvPr id="8" name="Slide Number Placeholder 7"/>
          <p:cNvSpPr>
            <a:spLocks noGrp="1"/>
          </p:cNvSpPr>
          <p:nvPr>
            <p:ph type="sldNum" sz="quarter" idx="12"/>
          </p:nvPr>
        </p:nvSpPr>
        <p:spPr/>
        <p:txBody>
          <a:bodyPr/>
          <a:lstStyle/>
          <a:p>
            <a:fld id="{C700A7F4-E0AA-4BCB-9880-DD9265D58A00}"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E2EC1A83-6C1E-400C-BD50-868FB8EAE46E}" type="slidenum">
              <a:rPr lang="en-US" smtClean="0"/>
              <a:pPr>
                <a:defRPr/>
              </a:pPr>
              <a:t>32</a:t>
            </a:fld>
            <a:endParaRPr lang="en-US"/>
          </a:p>
        </p:txBody>
      </p:sp>
      <p:sp>
        <p:nvSpPr>
          <p:cNvPr id="15362" name="Title 1"/>
          <p:cNvSpPr>
            <a:spLocks noGrp="1"/>
          </p:cNvSpPr>
          <p:nvPr>
            <p:ph type="title"/>
          </p:nvPr>
        </p:nvSpPr>
        <p:spPr/>
        <p:txBody>
          <a:bodyPr>
            <a:normAutofit/>
          </a:bodyPr>
          <a:lstStyle/>
          <a:p>
            <a:r>
              <a:rPr lang="en-US" sz="3600"/>
              <a:t>2. </a:t>
            </a:r>
            <a:r>
              <a:rPr lang="vi-VN" sz="3600"/>
              <a:t>Kiểu nhà nước</a:t>
            </a:r>
            <a:endParaRPr lang="en-US" sz="3600">
              <a:latin typeface="Arial" pitchFamily="34" charset="0"/>
              <a:cs typeface="Arial" pitchFamily="34" charset="0"/>
            </a:endParaRPr>
          </a:p>
        </p:txBody>
      </p:sp>
      <p:pic>
        <p:nvPicPr>
          <p:cNvPr id="15365" name="Picture 4" descr="images[5].jpg"/>
          <p:cNvPicPr>
            <a:picLocks noChangeAspect="1"/>
          </p:cNvPicPr>
          <p:nvPr/>
        </p:nvPicPr>
        <p:blipFill>
          <a:blip r:embed="rId7"/>
          <a:srcRect/>
          <a:stretch>
            <a:fillRect/>
          </a:stretch>
        </p:blipFill>
        <p:spPr bwMode="auto">
          <a:xfrm>
            <a:off x="6629400" y="228600"/>
            <a:ext cx="2209800" cy="15240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p:txBody>
          <a:bodyPr>
            <a:normAutofit/>
          </a:bodyPr>
          <a:lstStyle/>
          <a:p>
            <a:r>
              <a:rPr lang="vi-VN" sz="2400"/>
              <a:t>Xã hội loài người trải qua các kiểu nhà nước</a:t>
            </a:r>
          </a:p>
        </p:txBody>
      </p:sp>
      <p:sp>
        <p:nvSpPr>
          <p:cNvPr id="24" name="Footer Placeholder 23"/>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E8D78978-FFF2-4BE1-A40D-829E8A04F03B}" type="slidenum">
              <a:rPr lang="en-US" smtClean="0"/>
              <a:pPr>
                <a:defRPr/>
              </a:pPr>
              <a:t>33</a:t>
            </a:fld>
            <a:endParaRPr lang="en-US"/>
          </a:p>
        </p:txBody>
      </p:sp>
      <p:sp>
        <p:nvSpPr>
          <p:cNvPr id="16386" name="Title 1"/>
          <p:cNvSpPr>
            <a:spLocks noGrp="1"/>
          </p:cNvSpPr>
          <p:nvPr>
            <p:ph type="title"/>
          </p:nvPr>
        </p:nvSpPr>
        <p:spPr/>
        <p:txBody>
          <a:bodyPr>
            <a:normAutofit/>
          </a:bodyPr>
          <a:lstStyle/>
          <a:p>
            <a:r>
              <a:rPr lang="vi-VN" sz="3600"/>
              <a:t>Các kiểu nhà nước </a:t>
            </a:r>
            <a:endParaRPr lang="en-US" sz="3600">
              <a:latin typeface="Arial" pitchFamily="34" charset="0"/>
              <a:cs typeface="Arial" pitchFamily="34" charset="0"/>
            </a:endParaRPr>
          </a:p>
        </p:txBody>
      </p:sp>
      <p:sp>
        <p:nvSpPr>
          <p:cNvPr id="6" name="Rectangle 5"/>
          <p:cNvSpPr/>
          <p:nvPr/>
        </p:nvSpPr>
        <p:spPr>
          <a:xfrm>
            <a:off x="4876800" y="2057400"/>
            <a:ext cx="2209800" cy="6096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r>
              <a:rPr lang="vi-VN"/>
              <a:t>Nhà nước XHCN</a:t>
            </a:r>
          </a:p>
        </p:txBody>
      </p:sp>
      <p:sp>
        <p:nvSpPr>
          <p:cNvPr id="7" name="Rectangle 6"/>
          <p:cNvSpPr/>
          <p:nvPr/>
        </p:nvSpPr>
        <p:spPr>
          <a:xfrm>
            <a:off x="4876800" y="3048000"/>
            <a:ext cx="2209800" cy="6096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r>
              <a:rPr lang="vi-VN"/>
              <a:t>Nhà nước tư sản</a:t>
            </a:r>
          </a:p>
        </p:txBody>
      </p:sp>
      <p:sp>
        <p:nvSpPr>
          <p:cNvPr id="9" name="Rectangle 8"/>
          <p:cNvSpPr/>
          <p:nvPr/>
        </p:nvSpPr>
        <p:spPr>
          <a:xfrm>
            <a:off x="4876800" y="4191000"/>
            <a:ext cx="2209800" cy="6096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r>
              <a:rPr lang="vi-VN"/>
              <a:t>Nhà nước phong kiến</a:t>
            </a:r>
          </a:p>
        </p:txBody>
      </p:sp>
      <p:sp>
        <p:nvSpPr>
          <p:cNvPr id="10" name="Rectangle 9"/>
          <p:cNvSpPr/>
          <p:nvPr/>
        </p:nvSpPr>
        <p:spPr>
          <a:xfrm>
            <a:off x="4876800" y="5181600"/>
            <a:ext cx="2209800" cy="609600"/>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r>
              <a:rPr lang="vi-VN"/>
              <a:t>Nhà nước chủ nô</a:t>
            </a:r>
          </a:p>
        </p:txBody>
      </p:sp>
      <p:sp>
        <p:nvSpPr>
          <p:cNvPr id="14" name="Up Arrow 13"/>
          <p:cNvSpPr/>
          <p:nvPr/>
        </p:nvSpPr>
        <p:spPr>
          <a:xfrm>
            <a:off x="5791200" y="4800600"/>
            <a:ext cx="304800" cy="3810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sp>
        <p:nvSpPr>
          <p:cNvPr id="15" name="Up Arrow 14"/>
          <p:cNvSpPr/>
          <p:nvPr/>
        </p:nvSpPr>
        <p:spPr>
          <a:xfrm>
            <a:off x="5791200" y="3657600"/>
            <a:ext cx="304800" cy="5334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sp>
        <p:nvSpPr>
          <p:cNvPr id="16" name="Up Arrow 15"/>
          <p:cNvSpPr/>
          <p:nvPr/>
        </p:nvSpPr>
        <p:spPr>
          <a:xfrm>
            <a:off x="5791200" y="2667000"/>
            <a:ext cx="304800" cy="3810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sp>
        <p:nvSpPr>
          <p:cNvPr id="17" name="Rectangle 16"/>
          <p:cNvSpPr/>
          <p:nvPr/>
        </p:nvSpPr>
        <p:spPr>
          <a:xfrm>
            <a:off x="1676400" y="2057400"/>
            <a:ext cx="2286000" cy="609600"/>
          </a:xfrm>
          <a:prstGeom prst="rect">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a:latin typeface=".VnArial" pitchFamily="34" charset="0"/>
              </a:rPr>
              <a:t>PT SX XHCN</a:t>
            </a:r>
          </a:p>
        </p:txBody>
      </p:sp>
      <p:sp>
        <p:nvSpPr>
          <p:cNvPr id="18" name="Rectangle 17"/>
          <p:cNvSpPr/>
          <p:nvPr/>
        </p:nvSpPr>
        <p:spPr>
          <a:xfrm>
            <a:off x="1676400" y="3048000"/>
            <a:ext cx="2286000" cy="609600"/>
          </a:xfrm>
          <a:prstGeom prst="rect">
            <a:avLst/>
          </a:prstGeom>
        </p:spPr>
        <p:style>
          <a:lnRef idx="1">
            <a:schemeClr val="accent6"/>
          </a:lnRef>
          <a:fillRef idx="3">
            <a:schemeClr val="accent6"/>
          </a:fillRef>
          <a:effectRef idx="2">
            <a:schemeClr val="accent6"/>
          </a:effectRef>
          <a:fontRef idx="minor">
            <a:schemeClr val="lt1"/>
          </a:fontRef>
        </p:style>
        <p:txBody>
          <a:bodyPr anchor="ctr"/>
          <a:lstStyle/>
          <a:p>
            <a:pPr algn="ctr"/>
            <a:r>
              <a:rPr lang="vi-VN"/>
              <a:t>PT SX Tư Bản</a:t>
            </a:r>
          </a:p>
        </p:txBody>
      </p:sp>
      <p:sp>
        <p:nvSpPr>
          <p:cNvPr id="19" name="Rectangle 18"/>
          <p:cNvSpPr/>
          <p:nvPr/>
        </p:nvSpPr>
        <p:spPr>
          <a:xfrm>
            <a:off x="1676400" y="4114800"/>
            <a:ext cx="2286000" cy="609600"/>
          </a:xfrm>
          <a:prstGeom prst="rect">
            <a:avLst/>
          </a:prstGeom>
        </p:spPr>
        <p:style>
          <a:lnRef idx="1">
            <a:schemeClr val="accent6"/>
          </a:lnRef>
          <a:fillRef idx="3">
            <a:schemeClr val="accent6"/>
          </a:fillRef>
          <a:effectRef idx="2">
            <a:schemeClr val="accent6"/>
          </a:effectRef>
          <a:fontRef idx="minor">
            <a:schemeClr val="lt1"/>
          </a:fontRef>
        </p:style>
        <p:txBody>
          <a:bodyPr anchor="ctr"/>
          <a:lstStyle/>
          <a:p>
            <a:pPr algn="ctr"/>
            <a:r>
              <a:rPr lang="en-US"/>
              <a:t>PT SX Phong kiến</a:t>
            </a:r>
          </a:p>
        </p:txBody>
      </p:sp>
      <p:sp>
        <p:nvSpPr>
          <p:cNvPr id="20" name="Rectangle 19"/>
          <p:cNvSpPr/>
          <p:nvPr/>
        </p:nvSpPr>
        <p:spPr>
          <a:xfrm>
            <a:off x="1676400" y="5181600"/>
            <a:ext cx="2286000" cy="609600"/>
          </a:xfrm>
          <a:prstGeom prst="rect">
            <a:avLst/>
          </a:prstGeom>
        </p:spPr>
        <p:style>
          <a:lnRef idx="1">
            <a:schemeClr val="accent6"/>
          </a:lnRef>
          <a:fillRef idx="3">
            <a:schemeClr val="accent6"/>
          </a:fillRef>
          <a:effectRef idx="2">
            <a:schemeClr val="accent6"/>
          </a:effectRef>
          <a:fontRef idx="minor">
            <a:schemeClr val="lt1"/>
          </a:fontRef>
        </p:style>
        <p:txBody>
          <a:bodyPr anchor="ctr"/>
          <a:lstStyle/>
          <a:p>
            <a:pPr algn="ctr"/>
            <a:r>
              <a:rPr lang="en-US"/>
              <a:t>PT SX Chiếm hữu nô lệ</a:t>
            </a:r>
          </a:p>
        </p:txBody>
      </p:sp>
      <p:sp>
        <p:nvSpPr>
          <p:cNvPr id="21" name="Up Arrow 20"/>
          <p:cNvSpPr/>
          <p:nvPr/>
        </p:nvSpPr>
        <p:spPr>
          <a:xfrm>
            <a:off x="2743200" y="2667000"/>
            <a:ext cx="304800" cy="3810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sp>
        <p:nvSpPr>
          <p:cNvPr id="22" name="Up Arrow 21"/>
          <p:cNvSpPr/>
          <p:nvPr/>
        </p:nvSpPr>
        <p:spPr>
          <a:xfrm>
            <a:off x="2743200" y="3581400"/>
            <a:ext cx="304800" cy="5334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sp>
        <p:nvSpPr>
          <p:cNvPr id="23" name="Up Arrow 22"/>
          <p:cNvSpPr/>
          <p:nvPr/>
        </p:nvSpPr>
        <p:spPr>
          <a:xfrm>
            <a:off x="2743200" y="4724400"/>
            <a:ext cx="304800" cy="381000"/>
          </a:xfrm>
          <a:prstGeom prst="upArrow">
            <a:avLst/>
          </a:prstGeom>
        </p:spPr>
        <p:style>
          <a:lnRef idx="3">
            <a:schemeClr val="lt1"/>
          </a:lnRef>
          <a:fillRef idx="1">
            <a:schemeClr val="accent5"/>
          </a:fillRef>
          <a:effectRef idx="1">
            <a:schemeClr val="accent5"/>
          </a:effectRef>
          <a:fontRef idx="minor">
            <a:schemeClr val="lt1"/>
          </a:fontRef>
        </p:style>
        <p:txBody>
          <a:bodyPr anchor="ctr"/>
          <a:lstStyle/>
          <a:p>
            <a:pPr algn="ctr">
              <a:defRPr/>
            </a:pPr>
            <a:endParaRPr lang="en-US"/>
          </a:p>
        </p:txBody>
      </p:sp>
      <p:cxnSp>
        <p:nvCxnSpPr>
          <p:cNvPr id="25" name="Straight Arrow Connector 24"/>
          <p:cNvCxnSpPr>
            <a:stCxn id="0" idx="3"/>
            <a:endCxn id="0" idx="1"/>
          </p:cNvCxnSpPr>
          <p:nvPr/>
        </p:nvCxnSpPr>
        <p:spPr>
          <a:xfrm>
            <a:off x="3962400" y="23622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0" idx="3"/>
            <a:endCxn id="0" idx="1"/>
          </p:cNvCxnSpPr>
          <p:nvPr/>
        </p:nvCxnSpPr>
        <p:spPr>
          <a:xfrm>
            <a:off x="3962400" y="33528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4038600" y="44196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0" idx="3"/>
            <a:endCxn id="0" idx="1"/>
          </p:cNvCxnSpPr>
          <p:nvPr/>
        </p:nvCxnSpPr>
        <p:spPr>
          <a:xfrm>
            <a:off x="3962400" y="54864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274638"/>
            <a:ext cx="8229600" cy="715962"/>
          </a:xfrm>
        </p:spPr>
        <p:txBody>
          <a:bodyPr/>
          <a:lstStyle/>
          <a:p>
            <a:r>
              <a:rPr lang="vi-VN" sz="2000"/>
              <a:t>Các kiểu </a:t>
            </a:r>
            <a:r>
              <a:rPr lang="en-US" sz="2000"/>
              <a:t>N</a:t>
            </a:r>
            <a:r>
              <a:rPr lang="vi-VN" sz="2000"/>
              <a:t>hà nước trong quá trình phát triển của xã</a:t>
            </a:r>
            <a:endParaRPr lang="en-US" sz="2000">
              <a:latin typeface="Arial" pitchFamily="34" charset="0"/>
              <a:cs typeface="Arial" pitchFamily="34" charset="0"/>
            </a:endParaRPr>
          </a:p>
        </p:txBody>
      </p:sp>
      <p:graphicFrame>
        <p:nvGraphicFramePr>
          <p:cNvPr id="53299" name="Group 51"/>
          <p:cNvGraphicFramePr>
            <a:graphicFrameLocks noGrp="1"/>
          </p:cNvGraphicFramePr>
          <p:nvPr>
            <p:ph type="tbl" idx="1"/>
          </p:nvPr>
        </p:nvGraphicFramePr>
        <p:xfrm>
          <a:off x="609600" y="964273"/>
          <a:ext cx="8229600" cy="5498168"/>
        </p:xfrm>
        <a:graphic>
          <a:graphicData uri="http://schemas.openxmlformats.org/drawingml/2006/table">
            <a:tbl>
              <a:tblPr/>
              <a:tblGrid>
                <a:gridCol w="874713">
                  <a:extLst>
                    <a:ext uri="{9D8B030D-6E8A-4147-A177-3AD203B41FA5}">
                      <a16:colId xmlns:a16="http://schemas.microsoft.com/office/drawing/2014/main" val="20000"/>
                    </a:ext>
                  </a:extLst>
                </a:gridCol>
                <a:gridCol w="1716087">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71212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pitchFamily="34"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a:r>
                        <a:rPr kumimoji="0" lang="vi-VN" sz="1800" kern="1200" baseline="0">
                          <a:solidFill>
                            <a:schemeClr val="tx1"/>
                          </a:solidFill>
                          <a:latin typeface="+mn-lt"/>
                          <a:ea typeface="+mn-ea"/>
                          <a:cs typeface="+mn-cs"/>
                        </a:rPr>
                        <a:t>Nhà nước chủ nô</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a:r>
                        <a:rPr kumimoji="0" lang="vi-VN" sz="1800" kern="1200" baseline="0">
                          <a:solidFill>
                            <a:schemeClr val="tx1"/>
                          </a:solidFill>
                          <a:latin typeface="+mn-lt"/>
                          <a:ea typeface="+mn-ea"/>
                          <a:cs typeface="+mn-cs"/>
                        </a:rPr>
                        <a:t>Nhà nước phong kiến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a:r>
                        <a:rPr kumimoji="0" lang="vi-VN" sz="1800" kern="1200" baseline="0">
                          <a:solidFill>
                            <a:schemeClr val="tx1"/>
                          </a:solidFill>
                          <a:latin typeface="+mn-lt"/>
                          <a:ea typeface="+mn-ea"/>
                          <a:cs typeface="+mn-cs"/>
                        </a:rPr>
                        <a:t>Nhà nước tư sản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rtl="0"/>
                      <a:r>
                        <a:rPr kumimoji="0" lang="vi-VN" sz="1800" kern="1200" baseline="0">
                          <a:solidFill>
                            <a:schemeClr val="tx1"/>
                          </a:solidFill>
                          <a:latin typeface="+mn-lt"/>
                          <a:ea typeface="+mn-ea"/>
                          <a:cs typeface="+mn-cs"/>
                        </a:rPr>
                        <a:t>Nhà nước XHCN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14600">
                <a:tc>
                  <a:txBody>
                    <a:bodyPr/>
                    <a:lstStyle/>
                    <a:p>
                      <a:pPr rtl="0"/>
                      <a:r>
                        <a:rPr kumimoji="0" lang="vi-VN" sz="1800" kern="1200" baseline="0">
                          <a:solidFill>
                            <a:schemeClr val="tx1"/>
                          </a:solidFill>
                          <a:latin typeface="+mn-lt"/>
                          <a:ea typeface="+mn-ea"/>
                          <a:cs typeface="+mn-cs"/>
                        </a:rPr>
                        <a:t>Cơ sở kinh tế</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just" rtl="0"/>
                      <a:r>
                        <a:rPr kumimoji="0" lang="vi-VN" sz="1800" kern="1200" baseline="0">
                          <a:solidFill>
                            <a:schemeClr val="tx1"/>
                          </a:solidFill>
                          <a:latin typeface="+mn-lt"/>
                          <a:ea typeface="+mn-ea"/>
                          <a:cs typeface="+mn-cs"/>
                        </a:rPr>
                        <a:t>P</a:t>
                      </a:r>
                      <a:r>
                        <a:rPr kumimoji="0" lang="vi-VN" sz="1800" kern="1200" baseline="0">
                          <a:solidFill>
                            <a:schemeClr val="tx1"/>
                          </a:solidFill>
                          <a:latin typeface="Arial" pitchFamily="34" charset="0"/>
                          <a:ea typeface="+mn-ea"/>
                          <a:cs typeface="Arial" pitchFamily="34" charset="0"/>
                        </a:rPr>
                        <a:t>hương thức sản xuất chiếm hữu nô lệ; sở hữu chủ nô với nô lệ, ruộng đất và các tài sản khác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just" rtl="0"/>
                      <a:r>
                        <a:rPr kumimoji="0" lang="vi-VN" sz="1700" kern="1200" baseline="0">
                          <a:solidFill>
                            <a:schemeClr val="tx1"/>
                          </a:solidFill>
                          <a:latin typeface="Arial" pitchFamily="34" charset="0"/>
                          <a:ea typeface="+mn-ea"/>
                          <a:cs typeface="Arial" pitchFamily="34" charset="0"/>
                        </a:rPr>
                        <a:t>Phương thức sản xuất phong kiến; sở hữu ruộng đất của địa chủ và tư liệu sản xuất khác; sở hữu cá thể nông dân và thợ thủ công lệ thuộc vào giai cấp địa chủ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700" kern="1200" baseline="0">
                          <a:solidFill>
                            <a:schemeClr val="tx1"/>
                          </a:solidFill>
                          <a:latin typeface="Arial" pitchFamily="34" charset="0"/>
                          <a:ea typeface="+mn-ea"/>
                          <a:cs typeface="Arial" pitchFamily="34" charset="0"/>
                        </a:rPr>
                        <a:t>Phương thức sản xuất tư bản chủ nghĩa; sở hữu tư nhân về tư liệu sản xuất; sự giải phóng sức lao động của giai cấp vô sản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Arial" pitchFamily="34" charset="0"/>
                          <a:ea typeface="+mn-ea"/>
                          <a:cs typeface="Arial" pitchFamily="34" charset="0"/>
                        </a:rPr>
                        <a:t>Phương thức sản xuất XHCN; chế độ công hữu về tư liệu sản xuất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46066">
                <a:tc>
                  <a:txBody>
                    <a:bodyPr/>
                    <a:lstStyle/>
                    <a:p>
                      <a:pPr algn="l" rtl="0"/>
                      <a:r>
                        <a:rPr kumimoji="0" lang="en-US" sz="1800" kern="1200" baseline="0">
                          <a:solidFill>
                            <a:schemeClr val="tx1"/>
                          </a:solidFill>
                          <a:latin typeface="+mn-lt"/>
                          <a:ea typeface="+mn-ea"/>
                          <a:cs typeface="+mn-cs"/>
                        </a:rPr>
                        <a:t>Cấu trúc xã hội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Arial" pitchFamily="34" charset="0"/>
                          <a:ea typeface="+mn-ea"/>
                          <a:cs typeface="Arial" pitchFamily="34" charset="0"/>
                        </a:rPr>
                        <a:t>Có 2 giai cấp đối kháng là c</a:t>
                      </a:r>
                      <a:r>
                        <a:rPr kumimoji="0" lang="en-US" sz="1800" kern="1200" baseline="0">
                          <a:solidFill>
                            <a:schemeClr val="tx1"/>
                          </a:solidFill>
                          <a:latin typeface="Arial" pitchFamily="34" charset="0"/>
                          <a:ea typeface="+mn-ea"/>
                          <a:cs typeface="Arial" pitchFamily="34" charset="0"/>
                        </a:rPr>
                        <a:t>h</a:t>
                      </a:r>
                      <a:r>
                        <a:rPr kumimoji="0" lang="vi-VN" sz="1800" kern="1200" baseline="0">
                          <a:solidFill>
                            <a:schemeClr val="tx1"/>
                          </a:solidFill>
                          <a:latin typeface="Arial" pitchFamily="34" charset="0"/>
                          <a:ea typeface="+mn-ea"/>
                          <a:cs typeface="Arial" pitchFamily="34" charset="0"/>
                        </a:rPr>
                        <a:t>ủ nô và nô lệ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en-US" sz="1800" kern="1200" baseline="0">
                          <a:solidFill>
                            <a:schemeClr val="tx1"/>
                          </a:solidFill>
                          <a:latin typeface="+mn-lt"/>
                          <a:ea typeface="+mn-ea"/>
                          <a:cs typeface="+mn-cs"/>
                        </a:rPr>
                        <a:t>Địa chủ và nông dân, thợ thủ công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Arial" pitchFamily="34" charset="0"/>
                          <a:ea typeface="+mn-ea"/>
                          <a:cs typeface="Arial" pitchFamily="34" charset="0"/>
                        </a:rPr>
                        <a:t>Giai cấp tư sản và giai cấp vô sản. Mâu thuẫn mềm dẻo hơn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vi-VN" sz="1600" kern="1200" baseline="0">
                          <a:solidFill>
                            <a:schemeClr val="tx1"/>
                          </a:solidFill>
                          <a:latin typeface="Arial" pitchFamily="34" charset="0"/>
                          <a:ea typeface="+mn-ea"/>
                          <a:cs typeface="Arial" pitchFamily="34" charset="0"/>
                        </a:rPr>
                        <a:t>Liên minh giữa các giai cấp, mâu thuẫn giai cấp không đối khán</a:t>
                      </a:r>
                      <a:r>
                        <a:rPr kumimoji="0" lang="en-US" sz="1600" b="0" i="0" u="none" strike="noStrike" cap="none" normalizeH="0" baseline="0">
                          <a:ln>
                            <a:noFill/>
                          </a:ln>
                          <a:solidFill>
                            <a:schemeClr val="tx1"/>
                          </a:solidFill>
                          <a:effectLst/>
                          <a:latin typeface="Arial" pitchFamily="34" charset="0"/>
                          <a:cs typeface="Arial" pitchFamily="34" charset="0"/>
                        </a:rPr>
                        <a:t>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60801">
                <a:tc>
                  <a:txBody>
                    <a:bodyPr/>
                    <a:lstStyle/>
                    <a:p>
                      <a:pPr rtl="0"/>
                      <a:r>
                        <a:rPr kumimoji="0" lang="vi-VN" sz="1800" kern="1200" baseline="0">
                          <a:solidFill>
                            <a:schemeClr val="tx1"/>
                          </a:solidFill>
                          <a:latin typeface="+mn-lt"/>
                          <a:ea typeface="+mn-ea"/>
                          <a:cs typeface="+mn-cs"/>
                        </a:rPr>
                        <a:t>Hệ tư tưởng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en-US" sz="1800" kern="1200" baseline="0">
                          <a:solidFill>
                            <a:schemeClr val="tx1"/>
                          </a:solidFill>
                          <a:latin typeface="+mn-lt"/>
                          <a:ea typeface="+mn-ea"/>
                          <a:cs typeface="+mn-cs"/>
                        </a:rPr>
                        <a:t>Tôn giáo thần bí</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mn-lt"/>
                          <a:ea typeface="+mn-ea"/>
                          <a:cs typeface="+mn-cs"/>
                        </a:rPr>
                        <a:t>Thần học được tôn trọng, các đạo giáo phát triển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mn-lt"/>
                          <a:ea typeface="+mn-ea"/>
                          <a:cs typeface="+mn-cs"/>
                        </a:rPr>
                        <a:t>Tư tưởng đa đảng, đang nguyên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rtl="0"/>
                      <a:r>
                        <a:rPr kumimoji="0" lang="vi-VN" sz="1800" kern="1200" baseline="0">
                          <a:solidFill>
                            <a:schemeClr val="tx1"/>
                          </a:solidFill>
                          <a:latin typeface="+mn-lt"/>
                          <a:ea typeface="+mn-ea"/>
                          <a:cs typeface="+mn-cs"/>
                        </a:rPr>
                        <a:t>Tư tưởng Mác-Lênin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pPr>
              <a:defRPr/>
            </a:pPr>
            <a:r>
              <a:rPr lang="en-US"/>
              <a:t>Nguyễn Thị Yến</a:t>
            </a:r>
          </a:p>
        </p:txBody>
      </p:sp>
      <p:sp>
        <p:nvSpPr>
          <p:cNvPr id="4" name="Slide Number Placeholder 3"/>
          <p:cNvSpPr>
            <a:spLocks noGrp="1"/>
          </p:cNvSpPr>
          <p:nvPr>
            <p:ph type="sldNum" sz="quarter" idx="12"/>
          </p:nvPr>
        </p:nvSpPr>
        <p:spPr/>
        <p:txBody>
          <a:bodyPr/>
          <a:lstStyle/>
          <a:p>
            <a:pPr>
              <a:defRPr/>
            </a:pPr>
            <a:fld id="{57FEA418-14D7-4403-A385-89318D873290}" type="slidenum">
              <a:rPr lang="en-US" smtClean="0"/>
              <a:pPr>
                <a:defRPr/>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a:xfrm>
            <a:off x="457200" y="1066800"/>
            <a:ext cx="8229600" cy="5105400"/>
          </a:xfrm>
        </p:spPr>
        <p:txBody>
          <a:bodyPr>
            <a:normAutofit fontScale="92500" lnSpcReduction="20000"/>
          </a:bodyPr>
          <a:lstStyle/>
          <a:p>
            <a:r>
              <a:rPr lang="vi-VN" sz="2400"/>
              <a:t>Bộ máy nhà nước là hệ thống các cơ quan chuyên trách của nhà nước được thành lập để thực hiện các chức năng và nhiệm vụ của nhà nước.</a:t>
            </a:r>
            <a:endParaRPr lang="en-US" sz="2400"/>
          </a:p>
          <a:p>
            <a:r>
              <a:rPr lang="en-US" sz="2400" err="1"/>
              <a:t>Cơ</a:t>
            </a:r>
            <a:r>
              <a:rPr lang="en-US" sz="2400"/>
              <a:t> </a:t>
            </a:r>
            <a:r>
              <a:rPr lang="en-US" sz="2400" err="1"/>
              <a:t>quan</a:t>
            </a:r>
            <a:r>
              <a:rPr lang="en-US" sz="2400"/>
              <a:t> </a:t>
            </a:r>
            <a:r>
              <a:rPr lang="en-US" sz="2400" err="1"/>
              <a:t>nhà</a:t>
            </a:r>
            <a:r>
              <a:rPr lang="en-US" sz="2400"/>
              <a:t> </a:t>
            </a:r>
            <a:r>
              <a:rPr lang="en-US" sz="2400" err="1"/>
              <a:t>nước</a:t>
            </a:r>
            <a:r>
              <a:rPr lang="en-US" sz="2400"/>
              <a:t> </a:t>
            </a:r>
            <a:r>
              <a:rPr lang="en-US" sz="2400" err="1"/>
              <a:t>là</a:t>
            </a:r>
            <a:r>
              <a:rPr lang="en-US" sz="2400"/>
              <a:t> </a:t>
            </a:r>
            <a:r>
              <a:rPr lang="en-US" sz="2400" err="1"/>
              <a:t>bộ</a:t>
            </a:r>
            <a:r>
              <a:rPr lang="en-US" sz="2400"/>
              <a:t> </a:t>
            </a:r>
            <a:r>
              <a:rPr lang="en-US" sz="2400" err="1"/>
              <a:t>phận</a:t>
            </a:r>
            <a:r>
              <a:rPr lang="en-US" sz="2400"/>
              <a:t> </a:t>
            </a:r>
            <a:r>
              <a:rPr lang="en-US" sz="2400" err="1"/>
              <a:t>cấu</a:t>
            </a:r>
            <a:r>
              <a:rPr lang="en-US" sz="2400"/>
              <a:t> </a:t>
            </a:r>
            <a:r>
              <a:rPr lang="en-US" sz="2400" err="1"/>
              <a:t>thành</a:t>
            </a:r>
            <a:r>
              <a:rPr lang="en-US" sz="2400"/>
              <a:t> </a:t>
            </a:r>
            <a:r>
              <a:rPr lang="en-US" sz="2400" err="1"/>
              <a:t>của</a:t>
            </a:r>
            <a:r>
              <a:rPr lang="en-US" sz="2400"/>
              <a:t> </a:t>
            </a:r>
            <a:r>
              <a:rPr lang="en-US" sz="2400" err="1"/>
              <a:t>bộ</a:t>
            </a:r>
            <a:r>
              <a:rPr lang="en-US" sz="2400"/>
              <a:t> </a:t>
            </a:r>
            <a:r>
              <a:rPr lang="en-US" sz="2400" err="1"/>
              <a:t>máy</a:t>
            </a:r>
            <a:r>
              <a:rPr lang="en-US" sz="2400"/>
              <a:t> </a:t>
            </a:r>
            <a:r>
              <a:rPr lang="en-US" sz="2400" err="1"/>
              <a:t>nhà</a:t>
            </a:r>
            <a:r>
              <a:rPr lang="en-US" sz="2400"/>
              <a:t> </a:t>
            </a:r>
            <a:r>
              <a:rPr lang="en-US" sz="2400" err="1"/>
              <a:t>nước</a:t>
            </a:r>
            <a:r>
              <a:rPr lang="en-US" sz="2400"/>
              <a:t>, </a:t>
            </a:r>
            <a:r>
              <a:rPr lang="en-US" sz="2400" err="1"/>
              <a:t>có</a:t>
            </a:r>
            <a:r>
              <a:rPr lang="en-US" sz="2400"/>
              <a:t> </a:t>
            </a:r>
            <a:r>
              <a:rPr lang="en-US" sz="2400" err="1"/>
              <a:t>tính</a:t>
            </a:r>
            <a:r>
              <a:rPr lang="en-US" sz="2400"/>
              <a:t> </a:t>
            </a:r>
            <a:r>
              <a:rPr lang="en-US" sz="2400" err="1"/>
              <a:t>độc</a:t>
            </a:r>
            <a:r>
              <a:rPr lang="en-US" sz="2400"/>
              <a:t> </a:t>
            </a:r>
            <a:r>
              <a:rPr lang="en-US" sz="2400" err="1"/>
              <a:t>lập</a:t>
            </a:r>
            <a:r>
              <a:rPr lang="en-US" sz="2400"/>
              <a:t> </a:t>
            </a:r>
            <a:r>
              <a:rPr lang="en-US" sz="2400" err="1"/>
              <a:t>tương</a:t>
            </a:r>
            <a:r>
              <a:rPr lang="en-US" sz="2400"/>
              <a:t> </a:t>
            </a:r>
            <a:r>
              <a:rPr lang="en-US" sz="2400" err="1"/>
              <a:t>đối</a:t>
            </a:r>
            <a:r>
              <a:rPr lang="en-US" sz="2400"/>
              <a:t> </a:t>
            </a:r>
            <a:r>
              <a:rPr lang="en-US" sz="2400" err="1"/>
              <a:t>về</a:t>
            </a:r>
            <a:r>
              <a:rPr lang="en-US" sz="2400"/>
              <a:t> </a:t>
            </a:r>
            <a:r>
              <a:rPr lang="en-US" sz="2400" err="1"/>
              <a:t>tổ</a:t>
            </a:r>
            <a:r>
              <a:rPr lang="en-US" sz="2400"/>
              <a:t> </a:t>
            </a:r>
            <a:r>
              <a:rPr lang="en-US" sz="2400" err="1"/>
              <a:t>chức-cơ</a:t>
            </a:r>
            <a:r>
              <a:rPr lang="en-US" sz="2400"/>
              <a:t> </a:t>
            </a:r>
            <a:r>
              <a:rPr lang="en-US" sz="2400" err="1"/>
              <a:t>cấu</a:t>
            </a:r>
            <a:r>
              <a:rPr lang="en-US" sz="2400"/>
              <a:t>, </a:t>
            </a:r>
            <a:r>
              <a:rPr lang="en-US" sz="2400" err="1"/>
              <a:t>có</a:t>
            </a:r>
            <a:r>
              <a:rPr lang="en-US" sz="2400"/>
              <a:t> </a:t>
            </a:r>
            <a:r>
              <a:rPr lang="en-US" sz="2400" err="1"/>
              <a:t>thẩm</a:t>
            </a:r>
            <a:r>
              <a:rPr lang="en-US" sz="2400"/>
              <a:t> </a:t>
            </a:r>
            <a:r>
              <a:rPr lang="en-US" sz="2400" err="1"/>
              <a:t>quyền</a:t>
            </a:r>
            <a:r>
              <a:rPr lang="en-US" sz="2400"/>
              <a:t> </a:t>
            </a:r>
            <a:r>
              <a:rPr lang="en-US" sz="2400" err="1"/>
              <a:t>và</a:t>
            </a:r>
            <a:r>
              <a:rPr lang="en-US" sz="2400"/>
              <a:t> </a:t>
            </a:r>
            <a:r>
              <a:rPr lang="en-US" sz="2400" err="1"/>
              <a:t>được</a:t>
            </a:r>
            <a:r>
              <a:rPr lang="en-US" sz="2400"/>
              <a:t> </a:t>
            </a:r>
            <a:r>
              <a:rPr lang="en-US" sz="2400" err="1"/>
              <a:t>thành</a:t>
            </a:r>
            <a:r>
              <a:rPr lang="en-US" sz="2400"/>
              <a:t> </a:t>
            </a:r>
            <a:r>
              <a:rPr lang="en-US" sz="2400" err="1"/>
              <a:t>lập</a:t>
            </a:r>
            <a:r>
              <a:rPr lang="en-US" sz="2400"/>
              <a:t> </a:t>
            </a:r>
            <a:r>
              <a:rPr lang="en-US" sz="2400" err="1"/>
              <a:t>theo</a:t>
            </a:r>
            <a:r>
              <a:rPr lang="en-US" sz="2400"/>
              <a:t> </a:t>
            </a:r>
            <a:r>
              <a:rPr lang="en-US" sz="2400" err="1"/>
              <a:t>quy</a:t>
            </a:r>
            <a:r>
              <a:rPr lang="en-US" sz="2400"/>
              <a:t> </a:t>
            </a:r>
            <a:r>
              <a:rPr lang="en-US" sz="2400" err="1"/>
              <a:t>định</a:t>
            </a:r>
            <a:r>
              <a:rPr lang="en-US" sz="2400"/>
              <a:t> </a:t>
            </a:r>
            <a:r>
              <a:rPr lang="en-US" sz="2400" err="1"/>
              <a:t>của</a:t>
            </a:r>
            <a:r>
              <a:rPr lang="en-US" sz="2400"/>
              <a:t> </a:t>
            </a:r>
            <a:r>
              <a:rPr lang="en-US" sz="2400" err="1"/>
              <a:t>pháp</a:t>
            </a:r>
            <a:r>
              <a:rPr lang="en-US" sz="2400"/>
              <a:t>  </a:t>
            </a:r>
            <a:r>
              <a:rPr lang="en-US" sz="2400" err="1"/>
              <a:t>luật</a:t>
            </a:r>
            <a:r>
              <a:rPr lang="en-US" sz="2400"/>
              <a:t>, </a:t>
            </a:r>
            <a:r>
              <a:rPr lang="en-US" sz="2400" err="1"/>
              <a:t>nhân</a:t>
            </a:r>
            <a:r>
              <a:rPr lang="en-US" sz="2400"/>
              <a:t> </a:t>
            </a:r>
            <a:r>
              <a:rPr lang="en-US" sz="2400" err="1"/>
              <a:t>danh</a:t>
            </a:r>
            <a:r>
              <a:rPr lang="en-US" sz="2400"/>
              <a:t> </a:t>
            </a:r>
            <a:r>
              <a:rPr lang="en-US" sz="2400" err="1"/>
              <a:t>Nhà</a:t>
            </a:r>
            <a:r>
              <a:rPr lang="en-US" sz="2400"/>
              <a:t> </a:t>
            </a:r>
            <a:r>
              <a:rPr lang="en-US" sz="2400" err="1"/>
              <a:t>nước</a:t>
            </a:r>
            <a:r>
              <a:rPr lang="en-US" sz="2400"/>
              <a:t> </a:t>
            </a:r>
            <a:r>
              <a:rPr lang="en-US" sz="2400" err="1"/>
              <a:t>thực</a:t>
            </a:r>
            <a:r>
              <a:rPr lang="en-US" sz="2400"/>
              <a:t> </a:t>
            </a:r>
            <a:r>
              <a:rPr lang="en-US" sz="2400" err="1"/>
              <a:t>hiện</a:t>
            </a:r>
            <a:r>
              <a:rPr lang="en-US" sz="2400"/>
              <a:t> </a:t>
            </a:r>
            <a:r>
              <a:rPr lang="en-US" sz="2400" err="1"/>
              <a:t>những</a:t>
            </a:r>
            <a:r>
              <a:rPr lang="en-US" sz="2400"/>
              <a:t> </a:t>
            </a:r>
            <a:r>
              <a:rPr lang="en-US" sz="2400" err="1"/>
              <a:t>nhiệm</a:t>
            </a:r>
            <a:r>
              <a:rPr lang="en-US" sz="2400"/>
              <a:t> </a:t>
            </a:r>
            <a:r>
              <a:rPr lang="en-US" sz="2400" err="1"/>
              <a:t>vụ</a:t>
            </a:r>
            <a:r>
              <a:rPr lang="en-US" sz="2400"/>
              <a:t> </a:t>
            </a:r>
            <a:r>
              <a:rPr lang="en-US" sz="2400" err="1"/>
              <a:t>và</a:t>
            </a:r>
            <a:r>
              <a:rPr lang="en-US" sz="2400"/>
              <a:t> </a:t>
            </a:r>
            <a:r>
              <a:rPr lang="en-US" sz="2400" err="1"/>
              <a:t>chức</a:t>
            </a:r>
            <a:r>
              <a:rPr lang="en-US" sz="2400"/>
              <a:t> </a:t>
            </a:r>
            <a:r>
              <a:rPr lang="en-US" sz="2400" err="1"/>
              <a:t>năng</a:t>
            </a:r>
            <a:r>
              <a:rPr lang="en-US" sz="2400"/>
              <a:t> </a:t>
            </a:r>
            <a:r>
              <a:rPr lang="en-US" sz="2400" err="1"/>
              <a:t>của</a:t>
            </a:r>
            <a:r>
              <a:rPr lang="en-US" sz="2400"/>
              <a:t> </a:t>
            </a:r>
            <a:r>
              <a:rPr lang="en-US" sz="2400" err="1"/>
              <a:t>nhà</a:t>
            </a:r>
            <a:r>
              <a:rPr lang="en-US" sz="2400"/>
              <a:t> </a:t>
            </a:r>
            <a:r>
              <a:rPr lang="en-US" sz="2400" err="1"/>
              <a:t>nước</a:t>
            </a:r>
            <a:r>
              <a:rPr lang="en-US" sz="2400"/>
              <a:t> </a:t>
            </a:r>
            <a:r>
              <a:rPr lang="en-US" sz="2400" err="1"/>
              <a:t>bằng</a:t>
            </a:r>
            <a:r>
              <a:rPr lang="en-US" sz="2400"/>
              <a:t> </a:t>
            </a:r>
            <a:r>
              <a:rPr lang="en-US" sz="2400" err="1"/>
              <a:t>những</a:t>
            </a:r>
            <a:r>
              <a:rPr lang="en-US" sz="2400"/>
              <a:t> </a:t>
            </a:r>
            <a:r>
              <a:rPr lang="en-US" sz="2400" err="1"/>
              <a:t>hình</a:t>
            </a:r>
            <a:r>
              <a:rPr lang="en-US" sz="2400"/>
              <a:t> </a:t>
            </a:r>
            <a:r>
              <a:rPr lang="en-US" sz="2400" err="1"/>
              <a:t>thức</a:t>
            </a:r>
            <a:r>
              <a:rPr lang="en-US" sz="2400"/>
              <a:t> </a:t>
            </a:r>
            <a:r>
              <a:rPr lang="en-US" sz="2400" err="1"/>
              <a:t>và</a:t>
            </a:r>
            <a:r>
              <a:rPr lang="en-US" sz="2400"/>
              <a:t> </a:t>
            </a:r>
            <a:r>
              <a:rPr lang="en-US" sz="2400" err="1"/>
              <a:t>phương</a:t>
            </a:r>
            <a:r>
              <a:rPr lang="en-US" sz="2400"/>
              <a:t> </a:t>
            </a:r>
            <a:r>
              <a:rPr lang="en-US" sz="2400" err="1"/>
              <a:t>pháp</a:t>
            </a:r>
            <a:r>
              <a:rPr lang="en-US" sz="2400"/>
              <a:t> do </a:t>
            </a:r>
            <a:r>
              <a:rPr lang="en-US" sz="2400" err="1"/>
              <a:t>pháp</a:t>
            </a:r>
            <a:r>
              <a:rPr lang="en-US" sz="2400"/>
              <a:t> </a:t>
            </a:r>
            <a:r>
              <a:rPr lang="en-US" sz="2400" err="1"/>
              <a:t>luật</a:t>
            </a:r>
            <a:r>
              <a:rPr lang="en-US" sz="2400"/>
              <a:t> </a:t>
            </a:r>
            <a:r>
              <a:rPr lang="en-US" sz="2400" err="1"/>
              <a:t>quy</a:t>
            </a:r>
            <a:r>
              <a:rPr lang="en-US" sz="2400"/>
              <a:t> </a:t>
            </a:r>
            <a:r>
              <a:rPr lang="en-US" sz="2400" err="1"/>
              <a:t>định</a:t>
            </a:r>
            <a:r>
              <a:rPr lang="en-US" sz="2400"/>
              <a:t>.</a:t>
            </a:r>
            <a:endParaRPr lang="vi-VN" sz="2400"/>
          </a:p>
          <a:p>
            <a:r>
              <a:rPr lang="vi-VN" sz="2400"/>
              <a:t>Đặc điểm của các cơ quan nhà nước</a:t>
            </a:r>
            <a:r>
              <a:rPr lang="en-US" sz="2400"/>
              <a:t>:</a:t>
            </a:r>
            <a:endParaRPr lang="vi-VN" sz="2400"/>
          </a:p>
          <a:p>
            <a:pPr>
              <a:buFont typeface="Wingdings" panose="05000000000000000000" pitchFamily="2" charset="2"/>
              <a:buChar char="§"/>
            </a:pPr>
            <a:r>
              <a:rPr lang="vi-VN" sz="2400"/>
              <a:t>Được thành lập theo trình tự, thủ tục do pháp luật quy định</a:t>
            </a:r>
            <a:r>
              <a:rPr lang="en-US" sz="2400"/>
              <a:t>;</a:t>
            </a:r>
            <a:endParaRPr lang="vi-VN" sz="2400"/>
          </a:p>
          <a:p>
            <a:pPr>
              <a:buFont typeface="Wingdings" panose="05000000000000000000" pitchFamily="2" charset="2"/>
              <a:buChar char="§"/>
            </a:pPr>
            <a:r>
              <a:rPr lang="vi-VN" sz="2400"/>
              <a:t>Sử dụng quyền lực nhà nước, nhân danh nhà nước</a:t>
            </a:r>
            <a:r>
              <a:rPr lang="en-US" sz="2400"/>
              <a:t>;</a:t>
            </a:r>
            <a:endParaRPr lang="vi-VN" sz="2400"/>
          </a:p>
          <a:p>
            <a:pPr>
              <a:buFont typeface="Wingdings" panose="05000000000000000000" pitchFamily="2" charset="2"/>
              <a:buChar char="§"/>
            </a:pPr>
            <a:r>
              <a:rPr lang="vi-VN" sz="2400"/>
              <a:t>Mỗi cơ quan nhà nước đều có thẩm quyền nhất định</a:t>
            </a:r>
            <a:r>
              <a:rPr lang="en-US" sz="2400"/>
              <a:t>;</a:t>
            </a:r>
            <a:endParaRPr lang="vi-VN" sz="2400"/>
          </a:p>
          <a:p>
            <a:pPr>
              <a:buFont typeface="Wingdings" panose="05000000000000000000" pitchFamily="2" charset="2"/>
              <a:buChar char="§"/>
            </a:pPr>
            <a:r>
              <a:rPr lang="vi-VN" sz="2400"/>
              <a:t>Hoạt động của cơ quan nhà nước được đảm bảo bởi cơ sở vật chất và tài chính của nhà nước</a:t>
            </a:r>
            <a:r>
              <a:rPr lang="en-US" sz="2400"/>
              <a:t>.</a:t>
            </a:r>
            <a:endParaRPr lang="vi-VN" sz="2400"/>
          </a:p>
          <a:p>
            <a:pPr algn="just">
              <a:buFont typeface="Wingdings" pitchFamily="2" charset="2"/>
              <a:buChar char="ü"/>
            </a:pPr>
            <a:endParaRPr lang="en-US" sz="1800">
              <a:latin typeface=".VnArial" pitchFamily="34" charset="0"/>
            </a:endParaRPr>
          </a:p>
        </p:txBody>
      </p:sp>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D4A6056F-8D3A-4FC4-8BD5-A837ACC21E58}" type="slidenum">
              <a:rPr lang="en-US" smtClean="0"/>
              <a:pPr>
                <a:defRPr/>
              </a:pPr>
              <a:t>35</a:t>
            </a:fld>
            <a:endParaRPr lang="en-US"/>
          </a:p>
        </p:txBody>
      </p:sp>
      <p:sp>
        <p:nvSpPr>
          <p:cNvPr id="18434" name="Title 1"/>
          <p:cNvSpPr>
            <a:spLocks noGrp="1"/>
          </p:cNvSpPr>
          <p:nvPr>
            <p:ph type="title"/>
          </p:nvPr>
        </p:nvSpPr>
        <p:spPr>
          <a:xfrm>
            <a:off x="457200" y="187960"/>
            <a:ext cx="8229600" cy="944562"/>
          </a:xfrm>
        </p:spPr>
        <p:txBody>
          <a:bodyPr>
            <a:normAutofit/>
          </a:bodyPr>
          <a:lstStyle/>
          <a:p>
            <a:r>
              <a:rPr lang="vi-VN" sz="3600">
                <a:latin typeface="Arial" pitchFamily="34" charset="0"/>
                <a:cs typeface="Arial" pitchFamily="34" charset="0"/>
              </a:rPr>
              <a:t>2.1.3 Bộ máy nhà nước</a:t>
            </a:r>
            <a:endParaRPr lang="en-US" sz="3600">
              <a:latin typeface="Arial" pitchFamily="34" charset="0"/>
              <a:cs typeface="Arial" pitchFamily="34" charset="0"/>
            </a:endParaRPr>
          </a:p>
        </p:txBody>
      </p:sp>
      <p:pic>
        <p:nvPicPr>
          <p:cNvPr id="18437" name="Picture 4" descr="images[10].jpg"/>
          <p:cNvPicPr>
            <a:picLocks noChangeAspect="1"/>
          </p:cNvPicPr>
          <p:nvPr/>
        </p:nvPicPr>
        <p:blipFill>
          <a:blip r:embed="rId2"/>
          <a:srcRect/>
          <a:stretch>
            <a:fillRect/>
          </a:stretch>
        </p:blipFill>
        <p:spPr bwMode="auto">
          <a:xfrm>
            <a:off x="6730753" y="0"/>
            <a:ext cx="2362200" cy="106680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46870" y="1417638"/>
            <a:ext cx="8229600" cy="4525963"/>
          </a:xfrm>
        </p:spPr>
        <p:txBody>
          <a:bodyPr/>
          <a:lstStyle/>
          <a:p>
            <a:pPr eaLnBrk="1" hangingPunct="1">
              <a:buFontTx/>
              <a:buNone/>
            </a:pPr>
            <a:endParaRPr lang="en-US" sz="2000">
              <a:latin typeface=".VnArial" pitchFamily="34" charset="0"/>
            </a:endParaRPr>
          </a:p>
        </p:txBody>
      </p:sp>
      <p:sp>
        <p:nvSpPr>
          <p:cNvPr id="20" name="Footer Placeholder 19"/>
          <p:cNvSpPr>
            <a:spLocks noGrp="1"/>
          </p:cNvSpPr>
          <p:nvPr>
            <p:ph type="ftr" sz="quarter" idx="11"/>
          </p:nvPr>
        </p:nvSpPr>
        <p:spPr/>
        <p:txBody>
          <a:bodyPr/>
          <a:lstStyle/>
          <a:p>
            <a:r>
              <a:rPr lang="en-US"/>
              <a:t>Nguyễn Thị Yến</a:t>
            </a:r>
          </a:p>
        </p:txBody>
      </p:sp>
      <p:sp>
        <p:nvSpPr>
          <p:cNvPr id="19" name="Slide Number Placeholder 18"/>
          <p:cNvSpPr>
            <a:spLocks noGrp="1"/>
          </p:cNvSpPr>
          <p:nvPr>
            <p:ph type="sldNum" sz="quarter" idx="12"/>
          </p:nvPr>
        </p:nvSpPr>
        <p:spPr/>
        <p:txBody>
          <a:bodyPr/>
          <a:lstStyle/>
          <a:p>
            <a:fld id="{C700A7F4-E0AA-4BCB-9880-DD9265D58A00}" type="slidenum">
              <a:rPr lang="en-US" smtClean="0"/>
              <a:pPr/>
              <a:t>36</a:t>
            </a:fld>
            <a:endParaRPr lang="en-US"/>
          </a:p>
        </p:txBody>
      </p:sp>
      <p:sp>
        <p:nvSpPr>
          <p:cNvPr id="20482" name="Rectangle 2"/>
          <p:cNvSpPr>
            <a:spLocks noGrp="1" noChangeArrowheads="1"/>
          </p:cNvSpPr>
          <p:nvPr>
            <p:ph type="title"/>
          </p:nvPr>
        </p:nvSpPr>
        <p:spPr/>
        <p:txBody>
          <a:bodyPr>
            <a:normAutofit/>
          </a:bodyPr>
          <a:lstStyle/>
          <a:p>
            <a:pPr eaLnBrk="1" hangingPunct="1"/>
            <a:r>
              <a:rPr lang="en-US" sz="3600" err="1">
                <a:latin typeface=".VnArial" pitchFamily="34" charset="0"/>
              </a:rPr>
              <a:t>Tæ</a:t>
            </a:r>
            <a:r>
              <a:rPr lang="en-US" sz="3600">
                <a:latin typeface=".VnArial" pitchFamily="34" charset="0"/>
              </a:rPr>
              <a:t> </a:t>
            </a:r>
            <a:r>
              <a:rPr lang="en-US" sz="3600" err="1">
                <a:latin typeface=".VnArial" pitchFamily="34" charset="0"/>
              </a:rPr>
              <a:t>chøc</a:t>
            </a:r>
            <a:r>
              <a:rPr lang="en-US" sz="3600">
                <a:latin typeface=".VnArial" pitchFamily="34" charset="0"/>
              </a:rPr>
              <a:t> </a:t>
            </a:r>
            <a:r>
              <a:rPr lang="en-US" sz="3600" err="1">
                <a:latin typeface=".VnArial" pitchFamily="34" charset="0"/>
              </a:rPr>
              <a:t>cña</a:t>
            </a:r>
            <a:r>
              <a:rPr lang="en-US" sz="3600">
                <a:latin typeface=".VnArial" pitchFamily="34" charset="0"/>
              </a:rPr>
              <a:t> </a:t>
            </a:r>
            <a:r>
              <a:rPr lang="en-US" sz="3600" err="1">
                <a:latin typeface=".VnArial" pitchFamily="34" charset="0"/>
              </a:rPr>
              <a:t>bé</a:t>
            </a:r>
            <a:r>
              <a:rPr lang="en-US" sz="3600">
                <a:latin typeface=".VnArial" pitchFamily="34" charset="0"/>
              </a:rPr>
              <a:t> </a:t>
            </a:r>
            <a:r>
              <a:rPr lang="en-US" sz="3600" err="1">
                <a:latin typeface=".VnArial" pitchFamily="34" charset="0"/>
              </a:rPr>
              <a:t>m¸y</a:t>
            </a:r>
            <a:r>
              <a:rPr lang="en-US" sz="3600">
                <a:latin typeface=".VnArial" pitchFamily="34" charset="0"/>
              </a:rPr>
              <a:t> </a:t>
            </a:r>
            <a:r>
              <a:rPr lang="en-US" sz="3600" err="1">
                <a:latin typeface=".VnArial" pitchFamily="34" charset="0"/>
              </a:rPr>
              <a:t>nh</a:t>
            </a:r>
            <a:r>
              <a:rPr lang="en-US" sz="3600">
                <a:latin typeface=".VnArial" pitchFamily="34" charset="0"/>
              </a:rPr>
              <a:t>µ </a:t>
            </a:r>
            <a:r>
              <a:rPr lang="en-US" sz="3600" err="1">
                <a:latin typeface=".VnArial" pitchFamily="34" charset="0"/>
              </a:rPr>
              <a:t>n­íc</a:t>
            </a:r>
            <a:endParaRPr lang="en-US" sz="3600">
              <a:latin typeface=".VnArial" pitchFamily="34" charset="0"/>
            </a:endParaRPr>
          </a:p>
        </p:txBody>
      </p:sp>
      <p:sp>
        <p:nvSpPr>
          <p:cNvPr id="20491" name="Line 22"/>
          <p:cNvSpPr>
            <a:spLocks noChangeShapeType="1"/>
          </p:cNvSpPr>
          <p:nvPr/>
        </p:nvSpPr>
        <p:spPr bwMode="auto">
          <a:xfrm>
            <a:off x="4288314" y="2549842"/>
            <a:ext cx="0" cy="288925"/>
          </a:xfrm>
          <a:prstGeom prst="line">
            <a:avLst/>
          </a:prstGeom>
          <a:noFill/>
          <a:ln w="9525">
            <a:solidFill>
              <a:schemeClr val="tx1"/>
            </a:solidFill>
            <a:round/>
            <a:headEnd/>
            <a:tailEnd/>
          </a:ln>
        </p:spPr>
        <p:txBody>
          <a:bodyPr/>
          <a:lstStyle/>
          <a:p>
            <a:endParaRPr lang="en-US"/>
          </a:p>
        </p:txBody>
      </p:sp>
      <p:grpSp>
        <p:nvGrpSpPr>
          <p:cNvPr id="5" name="Group 4">
            <a:extLst>
              <a:ext uri="{FF2B5EF4-FFF2-40B4-BE49-F238E27FC236}">
                <a16:creationId xmlns:a16="http://schemas.microsoft.com/office/drawing/2014/main" id="{E2D7FE81-8217-4E48-971C-39FEA0BFED23}"/>
              </a:ext>
            </a:extLst>
          </p:cNvPr>
          <p:cNvGrpSpPr/>
          <p:nvPr/>
        </p:nvGrpSpPr>
        <p:grpSpPr>
          <a:xfrm>
            <a:off x="1295399" y="1973579"/>
            <a:ext cx="6696076" cy="3414714"/>
            <a:chOff x="1719261" y="2319336"/>
            <a:chExt cx="6696076" cy="3414714"/>
          </a:xfrm>
        </p:grpSpPr>
        <p:sp>
          <p:nvSpPr>
            <p:cNvPr id="25604" name="Rectangle 14"/>
            <p:cNvSpPr>
              <a:spLocks noChangeArrowheads="1"/>
            </p:cNvSpPr>
            <p:nvPr/>
          </p:nvSpPr>
          <p:spPr bwMode="auto">
            <a:xfrm>
              <a:off x="1719261" y="5157788"/>
              <a:ext cx="1981183" cy="576262"/>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err="1">
                  <a:latin typeface=".VnArial" pitchFamily="34" charset="0"/>
                </a:rPr>
                <a:t>Quèc</a:t>
              </a:r>
              <a:r>
                <a:rPr lang="en-US" sz="1600">
                  <a:latin typeface=".VnArial" pitchFamily="34" charset="0"/>
                </a:rPr>
                <a:t> </a:t>
              </a:r>
              <a:r>
                <a:rPr lang="en-US" sz="1600" err="1">
                  <a:latin typeface=".VnArial" pitchFamily="34" charset="0"/>
                </a:rPr>
                <a:t>héi</a:t>
              </a:r>
              <a:r>
                <a:rPr lang="en-US" sz="1600">
                  <a:latin typeface=".VnArial" pitchFamily="34" charset="0"/>
                </a:rPr>
                <a:t>, </a:t>
              </a:r>
              <a:r>
                <a:rPr lang="en-US" sz="1600" err="1">
                  <a:latin typeface=".VnArial" pitchFamily="34" charset="0"/>
                </a:rPr>
                <a:t>NghÞ</a:t>
              </a:r>
              <a:r>
                <a:rPr lang="en-US" sz="1600">
                  <a:latin typeface=".VnArial" pitchFamily="34" charset="0"/>
                </a:rPr>
                <a:t> </a:t>
              </a:r>
              <a:r>
                <a:rPr lang="en-US" sz="1600" err="1">
                  <a:latin typeface=".VnArial" pitchFamily="34" charset="0"/>
                </a:rPr>
                <a:t>viÖn</a:t>
              </a:r>
              <a:endParaRPr lang="en-US" sz="1600">
                <a:latin typeface=".VnArial" pitchFamily="34" charset="0"/>
              </a:endParaRPr>
            </a:p>
          </p:txBody>
        </p:sp>
        <p:sp>
          <p:nvSpPr>
            <p:cNvPr id="25605" name="Rectangle 15"/>
            <p:cNvSpPr>
              <a:spLocks noChangeArrowheads="1"/>
            </p:cNvSpPr>
            <p:nvPr/>
          </p:nvSpPr>
          <p:spPr bwMode="auto">
            <a:xfrm>
              <a:off x="4167187" y="5084763"/>
              <a:ext cx="1800225" cy="576262"/>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a:latin typeface=".VnArial" pitchFamily="34" charset="0"/>
                </a:rPr>
                <a:t>ChÝnh phñ</a:t>
              </a:r>
            </a:p>
          </p:txBody>
        </p:sp>
        <p:sp>
          <p:nvSpPr>
            <p:cNvPr id="25606" name="Rectangle 17"/>
            <p:cNvSpPr>
              <a:spLocks noChangeArrowheads="1"/>
            </p:cNvSpPr>
            <p:nvPr/>
          </p:nvSpPr>
          <p:spPr bwMode="auto">
            <a:xfrm>
              <a:off x="6615112" y="5013325"/>
              <a:ext cx="1800225" cy="576263"/>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a:latin typeface=".VnArial" pitchFamily="34" charset="0"/>
                </a:rPr>
                <a:t>Toµ ¸n</a:t>
              </a:r>
            </a:p>
          </p:txBody>
        </p:sp>
        <p:sp>
          <p:nvSpPr>
            <p:cNvPr id="25607" name="Rectangle 18"/>
            <p:cNvSpPr>
              <a:spLocks noChangeArrowheads="1"/>
            </p:cNvSpPr>
            <p:nvPr/>
          </p:nvSpPr>
          <p:spPr bwMode="auto">
            <a:xfrm>
              <a:off x="3519487" y="2319336"/>
              <a:ext cx="2303463" cy="576263"/>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err="1">
                  <a:latin typeface=".VnArial" pitchFamily="34" charset="0"/>
                </a:rPr>
                <a:t>QuyÒn</a:t>
              </a:r>
              <a:r>
                <a:rPr lang="en-US">
                  <a:latin typeface=".VnArial" pitchFamily="34" charset="0"/>
                </a:rPr>
                <a:t> </a:t>
              </a:r>
              <a:r>
                <a:rPr lang="en-US" err="1">
                  <a:latin typeface=".VnArial" pitchFamily="34" charset="0"/>
                </a:rPr>
                <a:t>lùc</a:t>
              </a:r>
              <a:r>
                <a:rPr lang="en-US">
                  <a:latin typeface=".VnArial" pitchFamily="34" charset="0"/>
                </a:rPr>
                <a:t> </a:t>
              </a:r>
              <a:r>
                <a:rPr lang="en-US" err="1">
                  <a:latin typeface=".VnArial" pitchFamily="34" charset="0"/>
                </a:rPr>
                <a:t>nh</a:t>
              </a:r>
              <a:r>
                <a:rPr lang="en-US">
                  <a:latin typeface=".VnArial" pitchFamily="34" charset="0"/>
                </a:rPr>
                <a:t>µ </a:t>
              </a:r>
              <a:r>
                <a:rPr lang="en-US" err="1">
                  <a:latin typeface=".VnArial" pitchFamily="34" charset="0"/>
                </a:rPr>
                <a:t>nước</a:t>
              </a:r>
              <a:endParaRPr lang="en-US">
                <a:latin typeface=".VnArial" pitchFamily="34" charset="0"/>
              </a:endParaRPr>
            </a:p>
          </p:txBody>
        </p:sp>
        <p:sp>
          <p:nvSpPr>
            <p:cNvPr id="25608" name="Rectangle 19"/>
            <p:cNvSpPr>
              <a:spLocks noChangeArrowheads="1"/>
            </p:cNvSpPr>
            <p:nvPr/>
          </p:nvSpPr>
          <p:spPr bwMode="auto">
            <a:xfrm>
              <a:off x="1862136" y="3759199"/>
              <a:ext cx="1575593" cy="5048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err="1">
                  <a:latin typeface=".VnArial" pitchFamily="34" charset="0"/>
                </a:rPr>
                <a:t>QuyÒn</a:t>
              </a:r>
              <a:r>
                <a:rPr lang="en-US" sz="1600">
                  <a:latin typeface=".VnArial" pitchFamily="34" charset="0"/>
                </a:rPr>
                <a:t> </a:t>
              </a:r>
              <a:r>
                <a:rPr lang="en-US" sz="1600" err="1">
                  <a:latin typeface=".VnArial" pitchFamily="34" charset="0"/>
                </a:rPr>
                <a:t>lËp</a:t>
              </a:r>
              <a:r>
                <a:rPr lang="en-US" sz="1600">
                  <a:latin typeface=".VnArial" pitchFamily="34" charset="0"/>
                </a:rPr>
                <a:t> </a:t>
              </a:r>
              <a:r>
                <a:rPr lang="en-US" sz="1600" err="1">
                  <a:latin typeface=".VnArial" pitchFamily="34" charset="0"/>
                </a:rPr>
                <a:t>ph¸p</a:t>
              </a:r>
              <a:endParaRPr lang="en-US" sz="1600">
                <a:latin typeface=".VnArial" pitchFamily="34" charset="0"/>
              </a:endParaRPr>
            </a:p>
          </p:txBody>
        </p:sp>
        <p:sp>
          <p:nvSpPr>
            <p:cNvPr id="25609" name="Rectangle 20"/>
            <p:cNvSpPr>
              <a:spLocks noChangeArrowheads="1"/>
            </p:cNvSpPr>
            <p:nvPr/>
          </p:nvSpPr>
          <p:spPr bwMode="auto">
            <a:xfrm>
              <a:off x="4167187" y="3716338"/>
              <a:ext cx="1727200" cy="5048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err="1">
                  <a:latin typeface=".VnArial" pitchFamily="34" charset="0"/>
                </a:rPr>
                <a:t>QuyÒn</a:t>
              </a:r>
              <a:r>
                <a:rPr lang="en-US" sz="1600">
                  <a:latin typeface=".VnArial" pitchFamily="34" charset="0"/>
                </a:rPr>
                <a:t> </a:t>
              </a:r>
              <a:r>
                <a:rPr lang="en-US" sz="1600" err="1">
                  <a:latin typeface=".VnArial" pitchFamily="34" charset="0"/>
                </a:rPr>
                <a:t>hµnh</a:t>
              </a:r>
              <a:r>
                <a:rPr lang="en-US" sz="1600">
                  <a:latin typeface=".VnArial" pitchFamily="34" charset="0"/>
                </a:rPr>
                <a:t> </a:t>
              </a:r>
              <a:r>
                <a:rPr lang="en-US" sz="1600" err="1">
                  <a:latin typeface=".VnArial" pitchFamily="34" charset="0"/>
                </a:rPr>
                <a:t>ph¸p</a:t>
              </a:r>
              <a:endParaRPr lang="en-US" sz="1600">
                <a:latin typeface=".VnArial" pitchFamily="34" charset="0"/>
              </a:endParaRPr>
            </a:p>
          </p:txBody>
        </p:sp>
        <p:sp>
          <p:nvSpPr>
            <p:cNvPr id="25610" name="Rectangle 21"/>
            <p:cNvSpPr>
              <a:spLocks noChangeArrowheads="1"/>
            </p:cNvSpPr>
            <p:nvPr/>
          </p:nvSpPr>
          <p:spPr bwMode="auto">
            <a:xfrm>
              <a:off x="6686550" y="3716338"/>
              <a:ext cx="1433512" cy="504825"/>
            </a:xfrm>
            <a:prstGeom prst="rect">
              <a:avLst/>
            </a:prstGeom>
            <a:ln>
              <a:headEnd/>
              <a:tailEnd/>
            </a:ln>
          </p:spPr>
          <p:style>
            <a:lnRef idx="3">
              <a:schemeClr val="lt1"/>
            </a:lnRef>
            <a:fillRef idx="1">
              <a:schemeClr val="accent1"/>
            </a:fillRef>
            <a:effectRef idx="1">
              <a:schemeClr val="accent1"/>
            </a:effectRef>
            <a:fontRef idx="minor">
              <a:schemeClr val="lt1"/>
            </a:fontRef>
          </p:style>
          <p:txBody>
            <a:bodyPr wrap="none" anchor="ctr"/>
            <a:lstStyle/>
            <a:p>
              <a:pPr algn="ctr">
                <a:defRPr/>
              </a:pPr>
              <a:r>
                <a:rPr lang="en-US" sz="1600" err="1">
                  <a:latin typeface=".VnArial" pitchFamily="34" charset="0"/>
                </a:rPr>
                <a:t>QuyÒn</a:t>
              </a:r>
              <a:r>
                <a:rPr lang="en-US" sz="1600">
                  <a:latin typeface=".VnArial" pitchFamily="34" charset="0"/>
                </a:rPr>
                <a:t> t­ </a:t>
              </a:r>
              <a:r>
                <a:rPr lang="en-US" sz="1600" err="1">
                  <a:latin typeface=".VnArial" pitchFamily="34" charset="0"/>
                </a:rPr>
                <a:t>ph¸p</a:t>
              </a:r>
              <a:endParaRPr lang="en-US" sz="1600">
                <a:latin typeface=".VnArial" pitchFamily="34" charset="0"/>
              </a:endParaRPr>
            </a:p>
          </p:txBody>
        </p:sp>
        <p:sp>
          <p:nvSpPr>
            <p:cNvPr id="20492" name="Line 23"/>
            <p:cNvSpPr>
              <a:spLocks noChangeShapeType="1"/>
            </p:cNvSpPr>
            <p:nvPr/>
          </p:nvSpPr>
          <p:spPr bwMode="auto">
            <a:xfrm>
              <a:off x="2366962" y="3213100"/>
              <a:ext cx="4895850" cy="0"/>
            </a:xfrm>
            <a:prstGeom prst="line">
              <a:avLst/>
            </a:prstGeom>
            <a:noFill/>
            <a:ln w="9525">
              <a:solidFill>
                <a:schemeClr val="tx1"/>
              </a:solidFill>
              <a:round/>
              <a:headEnd/>
              <a:tailEnd/>
            </a:ln>
          </p:spPr>
          <p:txBody>
            <a:bodyPr/>
            <a:lstStyle/>
            <a:p>
              <a:endParaRPr lang="en-US"/>
            </a:p>
          </p:txBody>
        </p:sp>
        <p:sp>
          <p:nvSpPr>
            <p:cNvPr id="20493" name="Line 24"/>
            <p:cNvSpPr>
              <a:spLocks noChangeShapeType="1"/>
            </p:cNvSpPr>
            <p:nvPr/>
          </p:nvSpPr>
          <p:spPr bwMode="auto">
            <a:xfrm>
              <a:off x="2366962" y="3213100"/>
              <a:ext cx="0" cy="576263"/>
            </a:xfrm>
            <a:prstGeom prst="line">
              <a:avLst/>
            </a:prstGeom>
            <a:noFill/>
            <a:ln w="9525">
              <a:solidFill>
                <a:schemeClr val="tx1"/>
              </a:solidFill>
              <a:round/>
              <a:headEnd/>
              <a:tailEnd type="triangle" w="med" len="med"/>
            </a:ln>
          </p:spPr>
          <p:txBody>
            <a:bodyPr/>
            <a:lstStyle/>
            <a:p>
              <a:endParaRPr lang="en-US"/>
            </a:p>
          </p:txBody>
        </p:sp>
        <p:sp>
          <p:nvSpPr>
            <p:cNvPr id="20494" name="Line 25"/>
            <p:cNvSpPr>
              <a:spLocks noChangeShapeType="1"/>
            </p:cNvSpPr>
            <p:nvPr/>
          </p:nvSpPr>
          <p:spPr bwMode="auto">
            <a:xfrm>
              <a:off x="5168900" y="3213100"/>
              <a:ext cx="0" cy="503238"/>
            </a:xfrm>
            <a:prstGeom prst="line">
              <a:avLst/>
            </a:prstGeom>
            <a:noFill/>
            <a:ln w="9525">
              <a:solidFill>
                <a:schemeClr val="tx1"/>
              </a:solidFill>
              <a:round/>
              <a:headEnd/>
              <a:tailEnd type="triangle" w="med" len="med"/>
            </a:ln>
          </p:spPr>
          <p:txBody>
            <a:bodyPr/>
            <a:lstStyle/>
            <a:p>
              <a:endParaRPr lang="en-US"/>
            </a:p>
          </p:txBody>
        </p:sp>
        <p:sp>
          <p:nvSpPr>
            <p:cNvPr id="20495" name="Line 26"/>
            <p:cNvSpPr>
              <a:spLocks noChangeShapeType="1"/>
            </p:cNvSpPr>
            <p:nvPr/>
          </p:nvSpPr>
          <p:spPr bwMode="auto">
            <a:xfrm>
              <a:off x="7235825" y="3213100"/>
              <a:ext cx="0" cy="503238"/>
            </a:xfrm>
            <a:prstGeom prst="line">
              <a:avLst/>
            </a:prstGeom>
            <a:noFill/>
            <a:ln w="9525">
              <a:solidFill>
                <a:schemeClr val="tx1"/>
              </a:solidFill>
              <a:round/>
              <a:headEnd/>
              <a:tailEnd type="triangle" w="med" len="med"/>
            </a:ln>
          </p:spPr>
          <p:txBody>
            <a:bodyPr/>
            <a:lstStyle/>
            <a:p>
              <a:endParaRPr lang="en-US"/>
            </a:p>
          </p:txBody>
        </p:sp>
        <p:sp>
          <p:nvSpPr>
            <p:cNvPr id="20496" name="Line 27"/>
            <p:cNvSpPr>
              <a:spLocks noChangeShapeType="1"/>
            </p:cNvSpPr>
            <p:nvPr/>
          </p:nvSpPr>
          <p:spPr bwMode="auto">
            <a:xfrm>
              <a:off x="2438400" y="4292600"/>
              <a:ext cx="0" cy="865188"/>
            </a:xfrm>
            <a:prstGeom prst="line">
              <a:avLst/>
            </a:prstGeom>
            <a:noFill/>
            <a:ln w="9525">
              <a:solidFill>
                <a:schemeClr val="tx1"/>
              </a:solidFill>
              <a:round/>
              <a:headEnd/>
              <a:tailEnd type="triangle" w="med" len="med"/>
            </a:ln>
          </p:spPr>
          <p:txBody>
            <a:bodyPr/>
            <a:lstStyle/>
            <a:p>
              <a:endParaRPr lang="en-US"/>
            </a:p>
          </p:txBody>
        </p:sp>
        <p:sp>
          <p:nvSpPr>
            <p:cNvPr id="20497" name="Line 28"/>
            <p:cNvSpPr>
              <a:spLocks noChangeShapeType="1"/>
            </p:cNvSpPr>
            <p:nvPr/>
          </p:nvSpPr>
          <p:spPr bwMode="auto">
            <a:xfrm>
              <a:off x="5003800" y="4221163"/>
              <a:ext cx="0" cy="863600"/>
            </a:xfrm>
            <a:prstGeom prst="line">
              <a:avLst/>
            </a:prstGeom>
            <a:noFill/>
            <a:ln w="9525">
              <a:solidFill>
                <a:schemeClr val="tx1"/>
              </a:solidFill>
              <a:round/>
              <a:headEnd/>
              <a:tailEnd type="triangle" w="med" len="med"/>
            </a:ln>
          </p:spPr>
          <p:txBody>
            <a:bodyPr/>
            <a:lstStyle/>
            <a:p>
              <a:endParaRPr lang="en-US"/>
            </a:p>
          </p:txBody>
        </p:sp>
        <p:sp>
          <p:nvSpPr>
            <p:cNvPr id="20498" name="Line 29"/>
            <p:cNvSpPr>
              <a:spLocks noChangeShapeType="1"/>
            </p:cNvSpPr>
            <p:nvPr/>
          </p:nvSpPr>
          <p:spPr bwMode="auto">
            <a:xfrm>
              <a:off x="7308850" y="4221163"/>
              <a:ext cx="0" cy="792162"/>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1474043587"/>
              </p:ext>
            </p:extLst>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6FD76F6D-3E51-4193-B425-979B54E08B7F}" type="slidenum">
              <a:rPr lang="en-US" smtClean="0"/>
              <a:pPr>
                <a:defRPr/>
              </a:pPr>
              <a:t>37</a:t>
            </a:fld>
            <a:endParaRPr lang="en-US"/>
          </a:p>
        </p:txBody>
      </p:sp>
      <p:sp>
        <p:nvSpPr>
          <p:cNvPr id="19458" name="Title 1"/>
          <p:cNvSpPr>
            <a:spLocks noGrp="1"/>
          </p:cNvSpPr>
          <p:nvPr>
            <p:ph type="title"/>
          </p:nvPr>
        </p:nvSpPr>
        <p:spPr/>
        <p:txBody>
          <a:bodyPr>
            <a:normAutofit/>
          </a:bodyPr>
          <a:lstStyle/>
          <a:p>
            <a:r>
              <a:rPr lang="en-US" sz="3600" err="1">
                <a:latin typeface=".VnArial" pitchFamily="34" charset="0"/>
              </a:rPr>
              <a:t>Ph©n</a:t>
            </a:r>
            <a:r>
              <a:rPr lang="en-US" sz="3600">
                <a:latin typeface=".VnArial" pitchFamily="34" charset="0"/>
              </a:rPr>
              <a:t> lo¹i c¬ </a:t>
            </a:r>
            <a:r>
              <a:rPr lang="en-US" sz="3600" err="1">
                <a:latin typeface=".VnArial" pitchFamily="34" charset="0"/>
              </a:rPr>
              <a:t>quan</a:t>
            </a:r>
            <a:r>
              <a:rPr lang="en-US" sz="3600">
                <a:latin typeface=".VnArial" pitchFamily="34" charset="0"/>
              </a:rPr>
              <a:t> </a:t>
            </a:r>
            <a:r>
              <a:rPr lang="en-US" sz="3600" err="1">
                <a:latin typeface=".VnArial" pitchFamily="34" charset="0"/>
              </a:rPr>
              <a:t>nh</a:t>
            </a:r>
            <a:r>
              <a:rPr lang="en-US" sz="3600">
                <a:latin typeface=".VnArial" pitchFamily="34" charset="0"/>
              </a:rPr>
              <a:t>µ </a:t>
            </a:r>
            <a:r>
              <a:rPr lang="en-US" sz="3600" err="1">
                <a:latin typeface=".VnArial" pitchFamily="34" charset="0"/>
              </a:rPr>
              <a:t>nước</a:t>
            </a:r>
            <a:endParaRPr lang="en-US" sz="3600">
              <a:latin typeface=".Vn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lstStyle/>
          <a:p>
            <a:r>
              <a:rPr lang="en-US"/>
              <a:t>1. </a:t>
            </a:r>
            <a:r>
              <a:rPr lang="en-US" err="1"/>
              <a:t>Hệ</a:t>
            </a:r>
            <a:r>
              <a:rPr lang="en-US"/>
              <a:t> </a:t>
            </a:r>
            <a:r>
              <a:rPr lang="en-US" err="1"/>
              <a:t>thống</a:t>
            </a:r>
            <a:r>
              <a:rPr lang="en-US"/>
              <a:t> </a:t>
            </a:r>
            <a:r>
              <a:rPr lang="en-US" err="1"/>
              <a:t>chính</a:t>
            </a:r>
            <a:r>
              <a:rPr lang="en-US"/>
              <a:t> </a:t>
            </a:r>
            <a:r>
              <a:rPr lang="en-US" err="1"/>
              <a:t>trị</a:t>
            </a:r>
            <a:r>
              <a:rPr lang="en-US"/>
              <a:t> </a:t>
            </a:r>
            <a:r>
              <a:rPr lang="en-US" err="1"/>
              <a:t>Việt</a:t>
            </a:r>
            <a:r>
              <a:rPr lang="en-US"/>
              <a:t> Nam</a:t>
            </a:r>
          </a:p>
          <a:p>
            <a:r>
              <a:rPr lang="en-US"/>
              <a:t>2. </a:t>
            </a:r>
            <a:r>
              <a:rPr lang="en-US" err="1"/>
              <a:t>Bộ</a:t>
            </a:r>
            <a:r>
              <a:rPr lang="en-US"/>
              <a:t> </a:t>
            </a:r>
            <a:r>
              <a:rPr lang="en-US" err="1"/>
              <a:t>máy</a:t>
            </a:r>
            <a:r>
              <a:rPr lang="en-US"/>
              <a:t> </a:t>
            </a:r>
            <a:r>
              <a:rPr lang="en-US" err="1"/>
              <a:t>nhà</a:t>
            </a:r>
            <a:r>
              <a:rPr lang="en-US"/>
              <a:t> </a:t>
            </a:r>
            <a:r>
              <a:rPr lang="en-US" err="1"/>
              <a:t>nước</a:t>
            </a:r>
            <a:r>
              <a:rPr lang="en-US"/>
              <a:t> CHXHCN </a:t>
            </a:r>
            <a:r>
              <a:rPr lang="en-US" err="1"/>
              <a:t>Việt</a:t>
            </a:r>
            <a:r>
              <a:rPr lang="en-US"/>
              <a:t> Nam</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38</a:t>
            </a:fld>
            <a:endParaRPr lang="en-US"/>
          </a:p>
        </p:txBody>
      </p:sp>
      <p:sp>
        <p:nvSpPr>
          <p:cNvPr id="2" name="Title 1"/>
          <p:cNvSpPr>
            <a:spLocks noGrp="1"/>
          </p:cNvSpPr>
          <p:nvPr>
            <p:ph type="title"/>
          </p:nvPr>
        </p:nvSpPr>
        <p:spPr>
          <a:xfrm>
            <a:off x="457200" y="274638"/>
            <a:ext cx="8229600" cy="1020762"/>
          </a:xfrm>
        </p:spPr>
        <p:txBody>
          <a:bodyPr>
            <a:normAutofit fontScale="90000"/>
          </a:bodyPr>
          <a:lstStyle/>
          <a:p>
            <a:r>
              <a:rPr lang="en-US">
                <a:latin typeface=".VnArial" pitchFamily="34" charset="0"/>
              </a:rPr>
              <a:t>2.1. 4 </a:t>
            </a:r>
            <a:r>
              <a:rPr lang="en-US" err="1">
                <a:latin typeface=".VnArial" pitchFamily="34" charset="0"/>
              </a:rPr>
              <a:t>Tæ</a:t>
            </a:r>
            <a:r>
              <a:rPr lang="en-US">
                <a:latin typeface=".VnArial" pitchFamily="34" charset="0"/>
              </a:rPr>
              <a:t> </a:t>
            </a:r>
            <a:r>
              <a:rPr lang="en-US" err="1">
                <a:latin typeface=".VnArial" pitchFamily="34" charset="0"/>
              </a:rPr>
              <a:t>chøc</a:t>
            </a:r>
            <a:r>
              <a:rPr lang="en-US">
                <a:latin typeface=".VnArial" pitchFamily="34" charset="0"/>
              </a:rPr>
              <a:t> </a:t>
            </a:r>
            <a:r>
              <a:rPr lang="en-US" err="1">
                <a:latin typeface=".VnArial" pitchFamily="34" charset="0"/>
              </a:rPr>
              <a:t>bé</a:t>
            </a:r>
            <a:r>
              <a:rPr lang="en-US">
                <a:latin typeface=".VnArial" pitchFamily="34" charset="0"/>
              </a:rPr>
              <a:t> </a:t>
            </a:r>
            <a:r>
              <a:rPr lang="en-US" err="1">
                <a:latin typeface=".VnArial" pitchFamily="34" charset="0"/>
              </a:rPr>
              <a:t>m¸y</a:t>
            </a:r>
            <a:r>
              <a:rPr lang="en-US">
                <a:latin typeface=".VnArial" pitchFamily="34" charset="0"/>
              </a:rPr>
              <a:t> </a:t>
            </a:r>
            <a:r>
              <a:rPr lang="en-US" err="1">
                <a:latin typeface=".VnArial" pitchFamily="34" charset="0"/>
              </a:rPr>
              <a:t>nh</a:t>
            </a:r>
            <a:r>
              <a:rPr lang="en-US">
                <a:latin typeface=".VnArial" pitchFamily="34" charset="0"/>
              </a:rPr>
              <a:t>µ </a:t>
            </a:r>
            <a:r>
              <a:rPr lang="en-US" err="1">
                <a:latin typeface=".VnArial" pitchFamily="34" charset="0"/>
              </a:rPr>
              <a:t>nưíc</a:t>
            </a:r>
            <a:r>
              <a:rPr lang="en-US">
                <a:latin typeface=".VnArial" pitchFamily="34" charset="0"/>
              </a:rPr>
              <a:t> </a:t>
            </a:r>
            <a:r>
              <a:rPr lang="en-US" err="1">
                <a:latin typeface=".VnArial" pitchFamily="34" charset="0"/>
              </a:rPr>
              <a:t>cộng</a:t>
            </a:r>
            <a:r>
              <a:rPr lang="en-US">
                <a:latin typeface=".VnArial" pitchFamily="34" charset="0"/>
              </a:rPr>
              <a:t> </a:t>
            </a:r>
            <a:r>
              <a:rPr lang="en-US" err="1">
                <a:latin typeface=".VnArial" pitchFamily="34" charset="0"/>
              </a:rPr>
              <a:t>h</a:t>
            </a:r>
            <a:r>
              <a:rPr lang="en-US" err="1">
                <a:latin typeface="Arial" panose="020B0604020202020204" pitchFamily="34" charset="0"/>
                <a:cs typeface="Arial" panose="020B0604020202020204" pitchFamily="34" charset="0"/>
              </a:rPr>
              <a:t>òa</a:t>
            </a:r>
            <a:r>
              <a:rPr lang="en-US">
                <a:latin typeface=".VnArial" pitchFamily="34" charset="0"/>
              </a:rPr>
              <a:t> XHCNVN</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457200" y="14811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39</a:t>
            </a:fld>
            <a:endParaRPr lang="en-US"/>
          </a:p>
        </p:txBody>
      </p:sp>
      <p:sp>
        <p:nvSpPr>
          <p:cNvPr id="2" name="Title 1"/>
          <p:cNvSpPr>
            <a:spLocks noGrp="1"/>
          </p:cNvSpPr>
          <p:nvPr>
            <p:ph type="title"/>
          </p:nvPr>
        </p:nvSpPr>
        <p:spPr/>
        <p:txBody>
          <a:bodyPr>
            <a:normAutofit fontScale="90000"/>
          </a:bodyPr>
          <a:lstStyle/>
          <a:p>
            <a:r>
              <a:rPr lang="en-US"/>
              <a:t>1. Hệ thống chính trị ở Việt Nam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228600" y="1371600"/>
          <a:ext cx="86106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40</a:t>
            </a:fld>
            <a:endParaRPr lang="en-US"/>
          </a:p>
        </p:txBody>
      </p:sp>
      <p:sp>
        <p:nvSpPr>
          <p:cNvPr id="2" name="Title 1"/>
          <p:cNvSpPr>
            <a:spLocks noGrp="1"/>
          </p:cNvSpPr>
          <p:nvPr>
            <p:ph type="title"/>
          </p:nvPr>
        </p:nvSpPr>
        <p:spPr>
          <a:xfrm>
            <a:off x="457200" y="0"/>
            <a:ext cx="8229600" cy="685800"/>
          </a:xfrm>
        </p:spPr>
        <p:txBody>
          <a:bodyPr>
            <a:normAutofit/>
          </a:bodyPr>
          <a:lstStyle/>
          <a:p>
            <a:r>
              <a:rPr lang="en-US" sz="2400"/>
              <a:t>2. Bộ máy nhà nước CHXHCN Việt Nam</a:t>
            </a:r>
          </a:p>
        </p:txBody>
      </p:sp>
      <p:sp>
        <p:nvSpPr>
          <p:cNvPr id="6" name="Rectangle 5"/>
          <p:cNvSpPr/>
          <p:nvPr/>
        </p:nvSpPr>
        <p:spPr>
          <a:xfrm>
            <a:off x="295752" y="618331"/>
            <a:ext cx="85344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a:t>Nguyên  tắc tổ chức bộ máy nhà nước CHXHCN Việt Nam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81000" y="1233486"/>
            <a:ext cx="8449152" cy="4741863"/>
          </a:xfrm>
        </p:spPr>
        <p:style>
          <a:lnRef idx="2">
            <a:schemeClr val="accent1"/>
          </a:lnRef>
          <a:fillRef idx="1">
            <a:schemeClr val="lt1"/>
          </a:fillRef>
          <a:effectRef idx="0">
            <a:schemeClr val="accent1"/>
          </a:effectRef>
          <a:fontRef idx="minor">
            <a:schemeClr val="dk1"/>
          </a:fontRef>
        </p:style>
        <p:txBody>
          <a:bodyPr/>
          <a:lstStyle/>
          <a:p>
            <a:pPr eaLnBrk="1" hangingPunct="1">
              <a:buFontTx/>
              <a:buNone/>
            </a:pPr>
            <a:r>
              <a:rPr lang="en-US" sz="2000">
                <a:latin typeface=".VnArial" pitchFamily="34" charset="0"/>
              </a:rPr>
              <a:t>S¬ ®å </a:t>
            </a:r>
            <a:r>
              <a:rPr lang="en-US" sz="2000" err="1">
                <a:latin typeface=".VnArial" pitchFamily="34" charset="0"/>
              </a:rPr>
              <a:t>bé</a:t>
            </a:r>
            <a:r>
              <a:rPr lang="en-US" sz="2000">
                <a:latin typeface=".VnArial" pitchFamily="34" charset="0"/>
              </a:rPr>
              <a:t> </a:t>
            </a:r>
            <a:r>
              <a:rPr lang="en-US" sz="2000" err="1">
                <a:latin typeface=".VnArial" pitchFamily="34" charset="0"/>
              </a:rPr>
              <a:t>m¸y</a:t>
            </a:r>
            <a:r>
              <a:rPr lang="en-US" sz="2000">
                <a:latin typeface=".VnArial" pitchFamily="34" charset="0"/>
              </a:rPr>
              <a:t> </a:t>
            </a:r>
            <a:r>
              <a:rPr lang="en-US" sz="2000" err="1">
                <a:latin typeface=".VnArial" pitchFamily="34" charset="0"/>
              </a:rPr>
              <a:t>nh</a:t>
            </a:r>
            <a:r>
              <a:rPr lang="en-US" sz="2000">
                <a:latin typeface=".VnArial" pitchFamily="34" charset="0"/>
              </a:rPr>
              <a:t>µ </a:t>
            </a:r>
            <a:r>
              <a:rPr lang="en-US" sz="2000" err="1">
                <a:latin typeface=".VnArial" pitchFamily="34" charset="0"/>
              </a:rPr>
              <a:t>nưíc</a:t>
            </a:r>
            <a:endParaRPr lang="en-US" sz="2000">
              <a:latin typeface=".VnArial" pitchFamily="34" charset="0"/>
            </a:endParaRPr>
          </a:p>
        </p:txBody>
      </p:sp>
      <p:sp>
        <p:nvSpPr>
          <p:cNvPr id="55" name="Footer Placeholder 54"/>
          <p:cNvSpPr>
            <a:spLocks noGrp="1"/>
          </p:cNvSpPr>
          <p:nvPr>
            <p:ph type="ftr" sz="quarter" idx="11"/>
          </p:nvPr>
        </p:nvSpPr>
        <p:spPr/>
        <p:txBody>
          <a:bodyPr/>
          <a:lstStyle/>
          <a:p>
            <a:r>
              <a:rPr lang="en-US"/>
              <a:t>Nguyễn Thị Yến</a:t>
            </a:r>
          </a:p>
        </p:txBody>
      </p:sp>
      <p:sp>
        <p:nvSpPr>
          <p:cNvPr id="52" name="Slide Number Placeholder 51"/>
          <p:cNvSpPr>
            <a:spLocks noGrp="1"/>
          </p:cNvSpPr>
          <p:nvPr>
            <p:ph type="sldNum" sz="quarter" idx="12"/>
          </p:nvPr>
        </p:nvSpPr>
        <p:spPr/>
        <p:txBody>
          <a:bodyPr/>
          <a:lstStyle/>
          <a:p>
            <a:fld id="{C700A7F4-E0AA-4BCB-9880-DD9265D58A00}" type="slidenum">
              <a:rPr lang="en-US" smtClean="0"/>
              <a:pPr/>
              <a:t>41</a:t>
            </a:fld>
            <a:endParaRPr lang="en-US"/>
          </a:p>
        </p:txBody>
      </p:sp>
      <p:sp>
        <p:nvSpPr>
          <p:cNvPr id="22530" name="Rectangle 2"/>
          <p:cNvSpPr>
            <a:spLocks noGrp="1" noChangeArrowheads="1"/>
          </p:cNvSpPr>
          <p:nvPr>
            <p:ph type="title"/>
          </p:nvPr>
        </p:nvSpPr>
        <p:spPr/>
        <p:txBody>
          <a:bodyPr>
            <a:normAutofit/>
          </a:bodyPr>
          <a:lstStyle/>
          <a:p>
            <a:pPr eaLnBrk="1" hangingPunct="1"/>
            <a:r>
              <a:rPr lang="en-US" sz="3200" err="1">
                <a:latin typeface=".VnArial" pitchFamily="34" charset="0"/>
              </a:rPr>
              <a:t>Tæ</a:t>
            </a:r>
            <a:r>
              <a:rPr lang="en-US" sz="3200">
                <a:latin typeface=".VnArial" pitchFamily="34" charset="0"/>
              </a:rPr>
              <a:t> </a:t>
            </a:r>
            <a:r>
              <a:rPr lang="en-US" sz="3200" err="1">
                <a:latin typeface=".VnArial" pitchFamily="34" charset="0"/>
              </a:rPr>
              <a:t>chøc</a:t>
            </a:r>
            <a:r>
              <a:rPr lang="en-US" sz="3200">
                <a:latin typeface=".VnArial" pitchFamily="34" charset="0"/>
              </a:rPr>
              <a:t> </a:t>
            </a:r>
            <a:r>
              <a:rPr lang="en-US" sz="3200" err="1">
                <a:latin typeface=".VnArial" pitchFamily="34" charset="0"/>
              </a:rPr>
              <a:t>bé</a:t>
            </a:r>
            <a:r>
              <a:rPr lang="en-US" sz="3200">
                <a:latin typeface=".VnArial" pitchFamily="34" charset="0"/>
              </a:rPr>
              <a:t> </a:t>
            </a:r>
            <a:r>
              <a:rPr lang="en-US" sz="3200" err="1">
                <a:latin typeface=".VnArial" pitchFamily="34" charset="0"/>
              </a:rPr>
              <a:t>m¸y</a:t>
            </a:r>
            <a:r>
              <a:rPr lang="en-US" sz="3200">
                <a:latin typeface=".VnArial" pitchFamily="34" charset="0"/>
              </a:rPr>
              <a:t> </a:t>
            </a:r>
            <a:r>
              <a:rPr lang="en-US" sz="3200" err="1">
                <a:latin typeface=".VnArial" pitchFamily="34" charset="0"/>
              </a:rPr>
              <a:t>nh</a:t>
            </a:r>
            <a:r>
              <a:rPr lang="en-US" sz="3200">
                <a:latin typeface=".VnArial" pitchFamily="34" charset="0"/>
              </a:rPr>
              <a:t>µ </a:t>
            </a:r>
            <a:r>
              <a:rPr lang="en-US" sz="3200" err="1">
                <a:latin typeface=".VnArial" pitchFamily="34" charset="0"/>
              </a:rPr>
              <a:t>nưíc</a:t>
            </a:r>
            <a:r>
              <a:rPr lang="en-US" sz="3200">
                <a:latin typeface=".VnArial" pitchFamily="34" charset="0"/>
              </a:rPr>
              <a:t> XHCNVN</a:t>
            </a:r>
          </a:p>
        </p:txBody>
      </p:sp>
      <p:sp>
        <p:nvSpPr>
          <p:cNvPr id="22532" name="Rectangle 6"/>
          <p:cNvSpPr>
            <a:spLocks noChangeArrowheads="1"/>
          </p:cNvSpPr>
          <p:nvPr/>
        </p:nvSpPr>
        <p:spPr bwMode="auto">
          <a:xfrm>
            <a:off x="2268538" y="1989138"/>
            <a:ext cx="1081087"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Quèc héi</a:t>
            </a:r>
          </a:p>
        </p:txBody>
      </p:sp>
      <p:sp>
        <p:nvSpPr>
          <p:cNvPr id="22533" name="Rectangle 7"/>
          <p:cNvSpPr>
            <a:spLocks noChangeArrowheads="1"/>
          </p:cNvSpPr>
          <p:nvPr/>
        </p:nvSpPr>
        <p:spPr bwMode="auto">
          <a:xfrm>
            <a:off x="755650" y="1989138"/>
            <a:ext cx="1008063"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ChÝnh phñ</a:t>
            </a:r>
          </a:p>
        </p:txBody>
      </p:sp>
      <p:sp>
        <p:nvSpPr>
          <p:cNvPr id="22534" name="Rectangle 8"/>
          <p:cNvSpPr>
            <a:spLocks noChangeArrowheads="1"/>
          </p:cNvSpPr>
          <p:nvPr/>
        </p:nvSpPr>
        <p:spPr bwMode="auto">
          <a:xfrm>
            <a:off x="3924300" y="1989138"/>
            <a:ext cx="1081088"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err="1">
                <a:latin typeface=".VnArial" pitchFamily="34" charset="0"/>
              </a:rPr>
              <a:t>Chñ</a:t>
            </a:r>
            <a:r>
              <a:rPr lang="en-US" sz="1400">
                <a:latin typeface=".VnArial" pitchFamily="34" charset="0"/>
              </a:rPr>
              <a:t> </a:t>
            </a:r>
            <a:r>
              <a:rPr lang="en-US" sz="1400" err="1">
                <a:latin typeface=".VnArial" pitchFamily="34" charset="0"/>
              </a:rPr>
              <a:t>tÞch</a:t>
            </a:r>
            <a:r>
              <a:rPr lang="en-US" sz="1400">
                <a:latin typeface=".VnArial" pitchFamily="34" charset="0"/>
              </a:rPr>
              <a:t> </a:t>
            </a:r>
            <a:r>
              <a:rPr lang="en-US" sz="1400" err="1">
                <a:latin typeface=".VnArial" pitchFamily="34" charset="0"/>
              </a:rPr>
              <a:t>n­íc</a:t>
            </a:r>
            <a:endParaRPr lang="en-US" sz="1400">
              <a:latin typeface=".VnArial" pitchFamily="34" charset="0"/>
            </a:endParaRPr>
          </a:p>
        </p:txBody>
      </p:sp>
      <p:sp>
        <p:nvSpPr>
          <p:cNvPr id="22535" name="Rectangle 9"/>
          <p:cNvSpPr>
            <a:spLocks noChangeArrowheads="1"/>
          </p:cNvSpPr>
          <p:nvPr/>
        </p:nvSpPr>
        <p:spPr bwMode="auto">
          <a:xfrm>
            <a:off x="5435600" y="2060575"/>
            <a:ext cx="935038"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TAND </a:t>
            </a:r>
          </a:p>
          <a:p>
            <a:pPr algn="ctr"/>
            <a:r>
              <a:rPr lang="en-US" sz="1400">
                <a:latin typeface=".VnArial" pitchFamily="34" charset="0"/>
              </a:rPr>
              <a:t>tèi cao</a:t>
            </a:r>
          </a:p>
        </p:txBody>
      </p:sp>
      <p:sp>
        <p:nvSpPr>
          <p:cNvPr id="22536" name="Rectangle 10"/>
          <p:cNvSpPr>
            <a:spLocks noChangeArrowheads="1"/>
          </p:cNvSpPr>
          <p:nvPr/>
        </p:nvSpPr>
        <p:spPr bwMode="auto">
          <a:xfrm>
            <a:off x="6659563" y="2060575"/>
            <a:ext cx="1225550"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err="1">
                <a:latin typeface=".VnArial" pitchFamily="34" charset="0"/>
              </a:rPr>
              <a:t>ViÖn</a:t>
            </a:r>
            <a:r>
              <a:rPr lang="en-US" sz="1400">
                <a:latin typeface=".VnArial" pitchFamily="34" charset="0"/>
              </a:rPr>
              <a:t> </a:t>
            </a:r>
            <a:r>
              <a:rPr lang="en-US" sz="1400" err="1">
                <a:latin typeface=".VnArial" pitchFamily="34" charset="0"/>
              </a:rPr>
              <a:t>trưëng</a:t>
            </a:r>
            <a:r>
              <a:rPr lang="en-US" sz="1400">
                <a:latin typeface=".VnArial" pitchFamily="34" charset="0"/>
              </a:rPr>
              <a:t> </a:t>
            </a:r>
          </a:p>
          <a:p>
            <a:pPr algn="ctr"/>
            <a:r>
              <a:rPr lang="en-US" sz="1400">
                <a:latin typeface=".VnArial" pitchFamily="34" charset="0"/>
              </a:rPr>
              <a:t>VKSND </a:t>
            </a:r>
            <a:r>
              <a:rPr lang="en-US" sz="1400" err="1">
                <a:latin typeface=".VnArial" pitchFamily="34" charset="0"/>
              </a:rPr>
              <a:t>tèi</a:t>
            </a:r>
            <a:r>
              <a:rPr lang="en-US" sz="1400">
                <a:latin typeface=".VnArial" pitchFamily="34" charset="0"/>
              </a:rPr>
              <a:t> </a:t>
            </a:r>
            <a:r>
              <a:rPr lang="en-US" sz="1400" err="1">
                <a:latin typeface=".VnArial" pitchFamily="34" charset="0"/>
              </a:rPr>
              <a:t>cao</a:t>
            </a:r>
            <a:r>
              <a:rPr lang="en-US" sz="1400">
                <a:latin typeface=".VnArial" pitchFamily="34" charset="0"/>
              </a:rPr>
              <a:t> </a:t>
            </a:r>
          </a:p>
        </p:txBody>
      </p:sp>
      <p:sp>
        <p:nvSpPr>
          <p:cNvPr id="22537" name="Rectangle 11"/>
          <p:cNvSpPr>
            <a:spLocks noChangeArrowheads="1"/>
          </p:cNvSpPr>
          <p:nvPr/>
        </p:nvSpPr>
        <p:spPr bwMode="auto">
          <a:xfrm>
            <a:off x="2268538" y="2924175"/>
            <a:ext cx="1008062"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H§ND </a:t>
            </a:r>
          </a:p>
          <a:p>
            <a:pPr algn="ctr"/>
            <a:r>
              <a:rPr lang="en-US" sz="1400" err="1">
                <a:latin typeface=".VnArial" pitchFamily="34" charset="0"/>
              </a:rPr>
              <a:t>Tỉnh</a:t>
            </a:r>
            <a:endParaRPr lang="en-US" sz="1400">
              <a:latin typeface=".VnArial" pitchFamily="34" charset="0"/>
            </a:endParaRPr>
          </a:p>
        </p:txBody>
      </p:sp>
      <p:sp>
        <p:nvSpPr>
          <p:cNvPr id="22538" name="Rectangle 12"/>
          <p:cNvSpPr>
            <a:spLocks noChangeArrowheads="1"/>
          </p:cNvSpPr>
          <p:nvPr/>
        </p:nvSpPr>
        <p:spPr bwMode="auto">
          <a:xfrm>
            <a:off x="827088" y="2924175"/>
            <a:ext cx="863600"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UBND </a:t>
            </a:r>
          </a:p>
          <a:p>
            <a:pPr algn="ctr"/>
            <a:r>
              <a:rPr lang="en-US" sz="1400" err="1">
                <a:latin typeface=".VnArial" pitchFamily="34" charset="0"/>
              </a:rPr>
              <a:t>Tỉnh</a:t>
            </a:r>
            <a:endParaRPr lang="en-US" sz="1400">
              <a:latin typeface=".VnArial" pitchFamily="34" charset="0"/>
            </a:endParaRPr>
          </a:p>
        </p:txBody>
      </p:sp>
      <p:sp>
        <p:nvSpPr>
          <p:cNvPr id="22539" name="Rectangle 13"/>
          <p:cNvSpPr>
            <a:spLocks noChangeArrowheads="1"/>
          </p:cNvSpPr>
          <p:nvPr/>
        </p:nvSpPr>
        <p:spPr bwMode="auto">
          <a:xfrm>
            <a:off x="5435600" y="3068638"/>
            <a:ext cx="935038"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TAND tØnh</a:t>
            </a:r>
          </a:p>
        </p:txBody>
      </p:sp>
      <p:sp>
        <p:nvSpPr>
          <p:cNvPr id="22540" name="Rectangle 14"/>
          <p:cNvSpPr>
            <a:spLocks noChangeArrowheads="1"/>
          </p:cNvSpPr>
          <p:nvPr/>
        </p:nvSpPr>
        <p:spPr bwMode="auto">
          <a:xfrm>
            <a:off x="6732588" y="3068638"/>
            <a:ext cx="1150937"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err="1">
                <a:latin typeface=".VnArial" pitchFamily="34" charset="0"/>
              </a:rPr>
              <a:t>ViÖn</a:t>
            </a:r>
            <a:r>
              <a:rPr lang="en-US" sz="1400">
                <a:latin typeface=".VnArial" pitchFamily="34" charset="0"/>
              </a:rPr>
              <a:t> </a:t>
            </a:r>
            <a:r>
              <a:rPr lang="en-US" sz="1400" err="1">
                <a:latin typeface=".VnArial" pitchFamily="34" charset="0"/>
              </a:rPr>
              <a:t>tr­ëng</a:t>
            </a:r>
            <a:endParaRPr lang="en-US" sz="1400">
              <a:latin typeface=".VnArial" pitchFamily="34" charset="0"/>
            </a:endParaRPr>
          </a:p>
          <a:p>
            <a:pPr algn="ctr"/>
            <a:r>
              <a:rPr lang="en-US" sz="1400">
                <a:latin typeface=".VnArial" pitchFamily="34" charset="0"/>
              </a:rPr>
              <a:t>VKSND </a:t>
            </a:r>
            <a:r>
              <a:rPr lang="en-US" sz="1400" err="1">
                <a:latin typeface=".VnArial" pitchFamily="34" charset="0"/>
              </a:rPr>
              <a:t>tØnh</a:t>
            </a:r>
            <a:endParaRPr lang="en-US" sz="1400">
              <a:latin typeface=".VnArial" pitchFamily="34" charset="0"/>
            </a:endParaRPr>
          </a:p>
        </p:txBody>
      </p:sp>
      <p:sp>
        <p:nvSpPr>
          <p:cNvPr id="22541" name="Rectangle 15"/>
          <p:cNvSpPr>
            <a:spLocks noChangeArrowheads="1"/>
          </p:cNvSpPr>
          <p:nvPr/>
        </p:nvSpPr>
        <p:spPr bwMode="auto">
          <a:xfrm>
            <a:off x="5435600" y="4005263"/>
            <a:ext cx="1008063"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a:latin typeface=".VnArial" pitchFamily="34" charset="0"/>
              </a:rPr>
              <a:t>TAND </a:t>
            </a:r>
          </a:p>
          <a:p>
            <a:pPr algn="ctr"/>
            <a:r>
              <a:rPr lang="en-US" sz="1400" err="1">
                <a:latin typeface=".VnArial" pitchFamily="34" charset="0"/>
              </a:rPr>
              <a:t>Khu</a:t>
            </a:r>
            <a:r>
              <a:rPr lang="en-US" sz="1400">
                <a:latin typeface=".VnArial" pitchFamily="34" charset="0"/>
              </a:rPr>
              <a:t> </a:t>
            </a:r>
            <a:r>
              <a:rPr lang="en-US" sz="1400" err="1">
                <a:latin typeface=".VnArial" pitchFamily="34" charset="0"/>
              </a:rPr>
              <a:t>vực</a:t>
            </a:r>
            <a:endParaRPr lang="en-US" sz="1400">
              <a:latin typeface=".VnArial" pitchFamily="34" charset="0"/>
            </a:endParaRPr>
          </a:p>
        </p:txBody>
      </p:sp>
      <p:sp>
        <p:nvSpPr>
          <p:cNvPr id="22542" name="Rectangle 16"/>
          <p:cNvSpPr>
            <a:spLocks noChangeArrowheads="1"/>
          </p:cNvSpPr>
          <p:nvPr/>
        </p:nvSpPr>
        <p:spPr bwMode="auto">
          <a:xfrm>
            <a:off x="6732588" y="4005263"/>
            <a:ext cx="1150937" cy="43180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r>
              <a:rPr lang="en-US" sz="1400" err="1">
                <a:latin typeface=".VnArial" pitchFamily="34" charset="0"/>
              </a:rPr>
              <a:t>ViÖn</a:t>
            </a:r>
            <a:r>
              <a:rPr lang="en-US" sz="1400">
                <a:latin typeface=".VnArial" pitchFamily="34" charset="0"/>
              </a:rPr>
              <a:t> </a:t>
            </a:r>
            <a:r>
              <a:rPr lang="en-US" sz="1400" err="1">
                <a:latin typeface=".VnArial" pitchFamily="34" charset="0"/>
              </a:rPr>
              <a:t>tr­ëng</a:t>
            </a:r>
            <a:endParaRPr lang="en-US" sz="1400">
              <a:latin typeface=".VnArial" pitchFamily="34" charset="0"/>
            </a:endParaRPr>
          </a:p>
          <a:p>
            <a:pPr algn="ctr"/>
            <a:r>
              <a:rPr lang="en-US" sz="1400">
                <a:latin typeface=".VnArial" pitchFamily="34" charset="0"/>
              </a:rPr>
              <a:t>VKSND </a:t>
            </a:r>
            <a:r>
              <a:rPr lang="en-US" sz="1400" err="1">
                <a:latin typeface=".VnArial" pitchFamily="34" charset="0"/>
              </a:rPr>
              <a:t>khu</a:t>
            </a:r>
            <a:r>
              <a:rPr lang="en-US" sz="1400">
                <a:latin typeface=".VnArial" pitchFamily="34" charset="0"/>
              </a:rPr>
              <a:t> </a:t>
            </a:r>
            <a:r>
              <a:rPr lang="en-US" sz="1400" err="1">
                <a:latin typeface=".VnArial" pitchFamily="34" charset="0"/>
              </a:rPr>
              <a:t>vực</a:t>
            </a:r>
            <a:endParaRPr lang="en-US" sz="1400">
              <a:latin typeface=".VnArial" pitchFamily="34" charset="0"/>
            </a:endParaRPr>
          </a:p>
        </p:txBody>
      </p:sp>
      <p:sp>
        <p:nvSpPr>
          <p:cNvPr id="22543" name="Line 18"/>
          <p:cNvSpPr>
            <a:spLocks noChangeShapeType="1"/>
          </p:cNvSpPr>
          <p:nvPr/>
        </p:nvSpPr>
        <p:spPr bwMode="auto">
          <a:xfrm flipH="1">
            <a:off x="1763713" y="2133600"/>
            <a:ext cx="504825" cy="0"/>
          </a:xfrm>
          <a:prstGeom prst="line">
            <a:avLst/>
          </a:prstGeom>
          <a:noFill/>
          <a:ln w="9525">
            <a:solidFill>
              <a:schemeClr val="tx1"/>
            </a:solidFill>
            <a:round/>
            <a:headEnd/>
            <a:tailEnd type="triangle" w="med" len="med"/>
          </a:ln>
        </p:spPr>
        <p:txBody>
          <a:bodyPr/>
          <a:lstStyle/>
          <a:p>
            <a:endParaRPr lang="en-US"/>
          </a:p>
        </p:txBody>
      </p:sp>
      <p:sp>
        <p:nvSpPr>
          <p:cNvPr id="22544" name="Line 19"/>
          <p:cNvSpPr>
            <a:spLocks noChangeShapeType="1"/>
          </p:cNvSpPr>
          <p:nvPr/>
        </p:nvSpPr>
        <p:spPr bwMode="auto">
          <a:xfrm>
            <a:off x="3348038" y="2205038"/>
            <a:ext cx="576262" cy="0"/>
          </a:xfrm>
          <a:prstGeom prst="line">
            <a:avLst/>
          </a:prstGeom>
          <a:noFill/>
          <a:ln w="9525">
            <a:solidFill>
              <a:schemeClr val="tx1"/>
            </a:solidFill>
            <a:round/>
            <a:headEnd/>
            <a:tailEnd type="triangle" w="med" len="med"/>
          </a:ln>
        </p:spPr>
        <p:txBody>
          <a:bodyPr/>
          <a:lstStyle/>
          <a:p>
            <a:endParaRPr lang="en-US"/>
          </a:p>
        </p:txBody>
      </p:sp>
      <p:sp>
        <p:nvSpPr>
          <p:cNvPr id="22545" name="Line 20"/>
          <p:cNvSpPr>
            <a:spLocks noChangeShapeType="1"/>
          </p:cNvSpPr>
          <p:nvPr/>
        </p:nvSpPr>
        <p:spPr bwMode="auto">
          <a:xfrm>
            <a:off x="2700338" y="1773238"/>
            <a:ext cx="4535487" cy="0"/>
          </a:xfrm>
          <a:prstGeom prst="line">
            <a:avLst/>
          </a:prstGeom>
          <a:noFill/>
          <a:ln w="9525">
            <a:solidFill>
              <a:schemeClr val="tx1"/>
            </a:solidFill>
            <a:round/>
            <a:headEnd/>
            <a:tailEnd/>
          </a:ln>
        </p:spPr>
        <p:txBody>
          <a:bodyPr/>
          <a:lstStyle/>
          <a:p>
            <a:endParaRPr lang="en-US"/>
          </a:p>
        </p:txBody>
      </p:sp>
      <p:sp>
        <p:nvSpPr>
          <p:cNvPr id="22546" name="Line 21"/>
          <p:cNvSpPr>
            <a:spLocks noChangeShapeType="1"/>
          </p:cNvSpPr>
          <p:nvPr/>
        </p:nvSpPr>
        <p:spPr bwMode="auto">
          <a:xfrm>
            <a:off x="2700338" y="1773238"/>
            <a:ext cx="0" cy="215900"/>
          </a:xfrm>
          <a:prstGeom prst="line">
            <a:avLst/>
          </a:prstGeom>
          <a:noFill/>
          <a:ln w="9525">
            <a:solidFill>
              <a:schemeClr val="tx1"/>
            </a:solidFill>
            <a:round/>
            <a:headEnd/>
            <a:tailEnd/>
          </a:ln>
        </p:spPr>
        <p:txBody>
          <a:bodyPr/>
          <a:lstStyle/>
          <a:p>
            <a:endParaRPr lang="en-US"/>
          </a:p>
        </p:txBody>
      </p:sp>
      <p:sp>
        <p:nvSpPr>
          <p:cNvPr id="22547" name="Line 22"/>
          <p:cNvSpPr>
            <a:spLocks noChangeShapeType="1"/>
          </p:cNvSpPr>
          <p:nvPr/>
        </p:nvSpPr>
        <p:spPr bwMode="auto">
          <a:xfrm>
            <a:off x="5867400" y="1773238"/>
            <a:ext cx="0" cy="287337"/>
          </a:xfrm>
          <a:prstGeom prst="line">
            <a:avLst/>
          </a:prstGeom>
          <a:noFill/>
          <a:ln w="9525">
            <a:solidFill>
              <a:schemeClr val="tx1"/>
            </a:solidFill>
            <a:round/>
            <a:headEnd/>
            <a:tailEnd type="triangle" w="med" len="med"/>
          </a:ln>
        </p:spPr>
        <p:txBody>
          <a:bodyPr/>
          <a:lstStyle/>
          <a:p>
            <a:endParaRPr lang="en-US"/>
          </a:p>
        </p:txBody>
      </p:sp>
      <p:sp>
        <p:nvSpPr>
          <p:cNvPr id="22548" name="Line 23"/>
          <p:cNvSpPr>
            <a:spLocks noChangeShapeType="1"/>
          </p:cNvSpPr>
          <p:nvPr/>
        </p:nvSpPr>
        <p:spPr bwMode="auto">
          <a:xfrm>
            <a:off x="7235825" y="1773238"/>
            <a:ext cx="0" cy="287337"/>
          </a:xfrm>
          <a:prstGeom prst="line">
            <a:avLst/>
          </a:prstGeom>
          <a:noFill/>
          <a:ln w="9525">
            <a:solidFill>
              <a:schemeClr val="tx1"/>
            </a:solidFill>
            <a:round/>
            <a:headEnd/>
            <a:tailEnd type="triangle" w="med" len="med"/>
          </a:ln>
        </p:spPr>
        <p:txBody>
          <a:bodyPr/>
          <a:lstStyle/>
          <a:p>
            <a:endParaRPr lang="en-US"/>
          </a:p>
        </p:txBody>
      </p:sp>
      <p:sp>
        <p:nvSpPr>
          <p:cNvPr id="22549" name="Line 24"/>
          <p:cNvSpPr>
            <a:spLocks noChangeShapeType="1"/>
          </p:cNvSpPr>
          <p:nvPr/>
        </p:nvSpPr>
        <p:spPr bwMode="auto">
          <a:xfrm flipH="1">
            <a:off x="1692275" y="3068638"/>
            <a:ext cx="576263" cy="0"/>
          </a:xfrm>
          <a:prstGeom prst="line">
            <a:avLst/>
          </a:prstGeom>
          <a:noFill/>
          <a:ln w="9525">
            <a:solidFill>
              <a:schemeClr val="tx1"/>
            </a:solidFill>
            <a:round/>
            <a:headEnd/>
            <a:tailEnd type="triangle" w="med" len="med"/>
          </a:ln>
        </p:spPr>
        <p:txBody>
          <a:bodyPr/>
          <a:lstStyle/>
          <a:p>
            <a:endParaRPr lang="en-US"/>
          </a:p>
        </p:txBody>
      </p:sp>
      <p:sp>
        <p:nvSpPr>
          <p:cNvPr id="22550" name="Line 25"/>
          <p:cNvSpPr>
            <a:spLocks noChangeShapeType="1"/>
          </p:cNvSpPr>
          <p:nvPr/>
        </p:nvSpPr>
        <p:spPr bwMode="auto">
          <a:xfrm>
            <a:off x="1258888" y="2420938"/>
            <a:ext cx="0" cy="503237"/>
          </a:xfrm>
          <a:prstGeom prst="line">
            <a:avLst/>
          </a:prstGeom>
          <a:noFill/>
          <a:ln w="9525">
            <a:solidFill>
              <a:schemeClr val="tx1"/>
            </a:solidFill>
            <a:prstDash val="dashDot"/>
            <a:round/>
            <a:headEnd/>
            <a:tailEnd type="triangle" w="med" len="med"/>
          </a:ln>
        </p:spPr>
        <p:txBody>
          <a:bodyPr/>
          <a:lstStyle/>
          <a:p>
            <a:endParaRPr lang="en-US"/>
          </a:p>
        </p:txBody>
      </p:sp>
      <p:sp>
        <p:nvSpPr>
          <p:cNvPr id="22551" name="Line 26"/>
          <p:cNvSpPr>
            <a:spLocks noChangeShapeType="1"/>
          </p:cNvSpPr>
          <p:nvPr/>
        </p:nvSpPr>
        <p:spPr bwMode="auto">
          <a:xfrm>
            <a:off x="2771775" y="2420938"/>
            <a:ext cx="0" cy="503237"/>
          </a:xfrm>
          <a:prstGeom prst="line">
            <a:avLst/>
          </a:prstGeom>
          <a:noFill/>
          <a:ln w="9525">
            <a:solidFill>
              <a:schemeClr val="tx1"/>
            </a:solidFill>
            <a:prstDash val="dashDot"/>
            <a:round/>
            <a:headEnd/>
            <a:tailEnd type="triangle" w="med" len="med"/>
          </a:ln>
        </p:spPr>
        <p:txBody>
          <a:bodyPr/>
          <a:lstStyle/>
          <a:p>
            <a:endParaRPr lang="en-US"/>
          </a:p>
        </p:txBody>
      </p:sp>
      <p:sp>
        <p:nvSpPr>
          <p:cNvPr id="22552" name="Line 27"/>
          <p:cNvSpPr>
            <a:spLocks noChangeShapeType="1"/>
          </p:cNvSpPr>
          <p:nvPr/>
        </p:nvSpPr>
        <p:spPr bwMode="auto">
          <a:xfrm flipH="1">
            <a:off x="1763713" y="2276475"/>
            <a:ext cx="504825" cy="0"/>
          </a:xfrm>
          <a:prstGeom prst="line">
            <a:avLst/>
          </a:prstGeom>
          <a:noFill/>
          <a:ln w="9525">
            <a:solidFill>
              <a:schemeClr val="tx1"/>
            </a:solidFill>
            <a:prstDash val="dashDot"/>
            <a:round/>
            <a:headEnd/>
            <a:tailEnd type="triangle" w="med" len="med"/>
          </a:ln>
        </p:spPr>
        <p:txBody>
          <a:bodyPr/>
          <a:lstStyle/>
          <a:p>
            <a:endParaRPr lang="en-US"/>
          </a:p>
        </p:txBody>
      </p:sp>
      <p:sp>
        <p:nvSpPr>
          <p:cNvPr id="22553" name="Line 28"/>
          <p:cNvSpPr>
            <a:spLocks noChangeShapeType="1"/>
          </p:cNvSpPr>
          <p:nvPr/>
        </p:nvSpPr>
        <p:spPr bwMode="auto">
          <a:xfrm>
            <a:off x="3348038" y="2276475"/>
            <a:ext cx="576262" cy="0"/>
          </a:xfrm>
          <a:prstGeom prst="line">
            <a:avLst/>
          </a:prstGeom>
          <a:noFill/>
          <a:ln w="9525">
            <a:solidFill>
              <a:schemeClr val="tx1"/>
            </a:solidFill>
            <a:prstDash val="dashDot"/>
            <a:round/>
            <a:headEnd/>
            <a:tailEnd type="triangle" w="med" len="med"/>
          </a:ln>
        </p:spPr>
        <p:txBody>
          <a:bodyPr/>
          <a:lstStyle/>
          <a:p>
            <a:endParaRPr lang="en-US"/>
          </a:p>
        </p:txBody>
      </p:sp>
      <p:sp>
        <p:nvSpPr>
          <p:cNvPr id="22554" name="Line 29"/>
          <p:cNvSpPr>
            <a:spLocks noChangeShapeType="1"/>
          </p:cNvSpPr>
          <p:nvPr/>
        </p:nvSpPr>
        <p:spPr bwMode="auto">
          <a:xfrm flipV="1">
            <a:off x="2987675" y="1844675"/>
            <a:ext cx="0" cy="144463"/>
          </a:xfrm>
          <a:prstGeom prst="line">
            <a:avLst/>
          </a:prstGeom>
          <a:noFill/>
          <a:ln w="9525">
            <a:solidFill>
              <a:schemeClr val="tx1"/>
            </a:solidFill>
            <a:prstDash val="dashDot"/>
            <a:round/>
            <a:headEnd/>
            <a:tailEnd/>
          </a:ln>
        </p:spPr>
        <p:txBody>
          <a:bodyPr/>
          <a:lstStyle/>
          <a:p>
            <a:endParaRPr lang="en-US"/>
          </a:p>
        </p:txBody>
      </p:sp>
      <p:sp>
        <p:nvSpPr>
          <p:cNvPr id="22555" name="Line 30"/>
          <p:cNvSpPr>
            <a:spLocks noChangeShapeType="1"/>
          </p:cNvSpPr>
          <p:nvPr/>
        </p:nvSpPr>
        <p:spPr bwMode="auto">
          <a:xfrm>
            <a:off x="2987675" y="1844675"/>
            <a:ext cx="4032250" cy="0"/>
          </a:xfrm>
          <a:prstGeom prst="line">
            <a:avLst/>
          </a:prstGeom>
          <a:noFill/>
          <a:ln w="9525">
            <a:solidFill>
              <a:schemeClr val="tx1"/>
            </a:solidFill>
            <a:prstDash val="dashDot"/>
            <a:round/>
            <a:headEnd/>
            <a:tailEnd/>
          </a:ln>
        </p:spPr>
        <p:txBody>
          <a:bodyPr/>
          <a:lstStyle/>
          <a:p>
            <a:endParaRPr lang="en-US"/>
          </a:p>
        </p:txBody>
      </p:sp>
      <p:sp>
        <p:nvSpPr>
          <p:cNvPr id="22556" name="Line 31"/>
          <p:cNvSpPr>
            <a:spLocks noChangeShapeType="1"/>
          </p:cNvSpPr>
          <p:nvPr/>
        </p:nvSpPr>
        <p:spPr bwMode="auto">
          <a:xfrm>
            <a:off x="5795963" y="1844675"/>
            <a:ext cx="0" cy="215900"/>
          </a:xfrm>
          <a:prstGeom prst="line">
            <a:avLst/>
          </a:prstGeom>
          <a:noFill/>
          <a:ln w="9525">
            <a:solidFill>
              <a:schemeClr val="tx1"/>
            </a:solidFill>
            <a:prstDash val="dashDot"/>
            <a:round/>
            <a:headEnd/>
            <a:tailEnd type="triangle" w="med" len="med"/>
          </a:ln>
        </p:spPr>
        <p:txBody>
          <a:bodyPr/>
          <a:lstStyle/>
          <a:p>
            <a:endParaRPr lang="en-US"/>
          </a:p>
        </p:txBody>
      </p:sp>
      <p:sp>
        <p:nvSpPr>
          <p:cNvPr id="22557" name="Line 32"/>
          <p:cNvSpPr>
            <a:spLocks noChangeShapeType="1"/>
          </p:cNvSpPr>
          <p:nvPr/>
        </p:nvSpPr>
        <p:spPr bwMode="auto">
          <a:xfrm>
            <a:off x="7019925" y="1844675"/>
            <a:ext cx="0" cy="215900"/>
          </a:xfrm>
          <a:prstGeom prst="line">
            <a:avLst/>
          </a:prstGeom>
          <a:noFill/>
          <a:ln w="9525">
            <a:solidFill>
              <a:schemeClr val="tx1"/>
            </a:solidFill>
            <a:prstDash val="dash"/>
            <a:round/>
            <a:headEnd/>
            <a:tailEnd type="triangle" w="med" len="med"/>
          </a:ln>
        </p:spPr>
        <p:txBody>
          <a:bodyPr/>
          <a:lstStyle/>
          <a:p>
            <a:endParaRPr lang="en-US"/>
          </a:p>
        </p:txBody>
      </p:sp>
      <p:sp>
        <p:nvSpPr>
          <p:cNvPr id="22558" name="Line 33"/>
          <p:cNvSpPr>
            <a:spLocks noChangeShapeType="1"/>
          </p:cNvSpPr>
          <p:nvPr/>
        </p:nvSpPr>
        <p:spPr bwMode="auto">
          <a:xfrm flipH="1">
            <a:off x="1692275" y="3213100"/>
            <a:ext cx="576263" cy="0"/>
          </a:xfrm>
          <a:prstGeom prst="line">
            <a:avLst/>
          </a:prstGeom>
          <a:noFill/>
          <a:ln w="9525">
            <a:solidFill>
              <a:schemeClr val="tx1"/>
            </a:solidFill>
            <a:prstDash val="dashDot"/>
            <a:round/>
            <a:headEnd/>
            <a:tailEnd type="triangle" w="med" len="med"/>
          </a:ln>
        </p:spPr>
        <p:txBody>
          <a:bodyPr/>
          <a:lstStyle/>
          <a:p>
            <a:endParaRPr lang="en-US"/>
          </a:p>
        </p:txBody>
      </p:sp>
      <p:sp>
        <p:nvSpPr>
          <p:cNvPr id="22559" name="Line 34"/>
          <p:cNvSpPr>
            <a:spLocks noChangeShapeType="1"/>
          </p:cNvSpPr>
          <p:nvPr/>
        </p:nvSpPr>
        <p:spPr bwMode="auto">
          <a:xfrm>
            <a:off x="4427538" y="2420938"/>
            <a:ext cx="0" cy="1800225"/>
          </a:xfrm>
          <a:prstGeom prst="line">
            <a:avLst/>
          </a:prstGeom>
          <a:noFill/>
          <a:ln w="9525">
            <a:solidFill>
              <a:schemeClr val="tx1"/>
            </a:solidFill>
            <a:round/>
            <a:headEnd/>
            <a:tailEnd/>
          </a:ln>
        </p:spPr>
        <p:txBody>
          <a:bodyPr/>
          <a:lstStyle/>
          <a:p>
            <a:endParaRPr lang="en-US"/>
          </a:p>
        </p:txBody>
      </p:sp>
      <p:sp>
        <p:nvSpPr>
          <p:cNvPr id="22560" name="Line 35"/>
          <p:cNvSpPr>
            <a:spLocks noChangeShapeType="1"/>
          </p:cNvSpPr>
          <p:nvPr/>
        </p:nvSpPr>
        <p:spPr bwMode="auto">
          <a:xfrm>
            <a:off x="4427538" y="4221163"/>
            <a:ext cx="1008062" cy="0"/>
          </a:xfrm>
          <a:prstGeom prst="line">
            <a:avLst/>
          </a:prstGeom>
          <a:noFill/>
          <a:ln w="9525">
            <a:solidFill>
              <a:schemeClr val="tx1"/>
            </a:solidFill>
            <a:round/>
            <a:headEnd/>
            <a:tailEnd type="triangle" w="med" len="med"/>
          </a:ln>
        </p:spPr>
        <p:txBody>
          <a:bodyPr/>
          <a:lstStyle/>
          <a:p>
            <a:endParaRPr lang="en-US"/>
          </a:p>
        </p:txBody>
      </p:sp>
      <p:sp>
        <p:nvSpPr>
          <p:cNvPr id="22561" name="Line 36"/>
          <p:cNvSpPr>
            <a:spLocks noChangeShapeType="1"/>
          </p:cNvSpPr>
          <p:nvPr/>
        </p:nvSpPr>
        <p:spPr bwMode="auto">
          <a:xfrm>
            <a:off x="4427538" y="3284538"/>
            <a:ext cx="1008062" cy="0"/>
          </a:xfrm>
          <a:prstGeom prst="line">
            <a:avLst/>
          </a:prstGeom>
          <a:noFill/>
          <a:ln w="9525">
            <a:solidFill>
              <a:schemeClr val="tx1"/>
            </a:solidFill>
            <a:round/>
            <a:headEnd/>
            <a:tailEnd type="triangle" w="med" len="med"/>
          </a:ln>
        </p:spPr>
        <p:txBody>
          <a:bodyPr/>
          <a:lstStyle/>
          <a:p>
            <a:endParaRPr lang="en-US"/>
          </a:p>
        </p:txBody>
      </p:sp>
      <p:sp>
        <p:nvSpPr>
          <p:cNvPr id="22562" name="Line 37"/>
          <p:cNvSpPr>
            <a:spLocks noChangeShapeType="1"/>
          </p:cNvSpPr>
          <p:nvPr/>
        </p:nvSpPr>
        <p:spPr bwMode="auto">
          <a:xfrm>
            <a:off x="4427538" y="2781300"/>
            <a:ext cx="1439862" cy="0"/>
          </a:xfrm>
          <a:prstGeom prst="line">
            <a:avLst/>
          </a:prstGeom>
          <a:noFill/>
          <a:ln w="9525">
            <a:solidFill>
              <a:schemeClr val="tx1"/>
            </a:solidFill>
            <a:round/>
            <a:headEnd/>
            <a:tailEnd/>
          </a:ln>
        </p:spPr>
        <p:txBody>
          <a:bodyPr/>
          <a:lstStyle/>
          <a:p>
            <a:endParaRPr lang="en-US"/>
          </a:p>
        </p:txBody>
      </p:sp>
      <p:sp>
        <p:nvSpPr>
          <p:cNvPr id="22563" name="Line 38"/>
          <p:cNvSpPr>
            <a:spLocks noChangeShapeType="1"/>
          </p:cNvSpPr>
          <p:nvPr/>
        </p:nvSpPr>
        <p:spPr bwMode="auto">
          <a:xfrm flipV="1">
            <a:off x="5867400" y="2492375"/>
            <a:ext cx="0" cy="288925"/>
          </a:xfrm>
          <a:prstGeom prst="line">
            <a:avLst/>
          </a:prstGeom>
          <a:noFill/>
          <a:ln w="9525">
            <a:solidFill>
              <a:schemeClr val="tx1"/>
            </a:solidFill>
            <a:round/>
            <a:headEnd/>
            <a:tailEnd type="triangle" w="med" len="med"/>
          </a:ln>
        </p:spPr>
        <p:txBody>
          <a:bodyPr/>
          <a:lstStyle/>
          <a:p>
            <a:endParaRPr lang="en-US"/>
          </a:p>
        </p:txBody>
      </p:sp>
      <p:sp>
        <p:nvSpPr>
          <p:cNvPr id="22564" name="Line 40"/>
          <p:cNvSpPr>
            <a:spLocks noChangeShapeType="1"/>
          </p:cNvSpPr>
          <p:nvPr/>
        </p:nvSpPr>
        <p:spPr bwMode="auto">
          <a:xfrm>
            <a:off x="8172450" y="2276475"/>
            <a:ext cx="0" cy="1873250"/>
          </a:xfrm>
          <a:prstGeom prst="line">
            <a:avLst/>
          </a:prstGeom>
          <a:noFill/>
          <a:ln w="9525">
            <a:solidFill>
              <a:schemeClr val="tx1"/>
            </a:solidFill>
            <a:round/>
            <a:headEnd/>
            <a:tailEnd/>
          </a:ln>
        </p:spPr>
        <p:txBody>
          <a:bodyPr/>
          <a:lstStyle/>
          <a:p>
            <a:endParaRPr lang="en-US"/>
          </a:p>
        </p:txBody>
      </p:sp>
      <p:sp>
        <p:nvSpPr>
          <p:cNvPr id="22565" name="Line 41"/>
          <p:cNvSpPr>
            <a:spLocks noChangeShapeType="1"/>
          </p:cNvSpPr>
          <p:nvPr/>
        </p:nvSpPr>
        <p:spPr bwMode="auto">
          <a:xfrm>
            <a:off x="7885113" y="2276475"/>
            <a:ext cx="287337" cy="0"/>
          </a:xfrm>
          <a:prstGeom prst="line">
            <a:avLst/>
          </a:prstGeom>
          <a:noFill/>
          <a:ln w="9525">
            <a:solidFill>
              <a:schemeClr val="tx1"/>
            </a:solidFill>
            <a:round/>
            <a:headEnd/>
            <a:tailEnd/>
          </a:ln>
        </p:spPr>
        <p:txBody>
          <a:bodyPr/>
          <a:lstStyle/>
          <a:p>
            <a:endParaRPr lang="en-US"/>
          </a:p>
        </p:txBody>
      </p:sp>
      <p:sp>
        <p:nvSpPr>
          <p:cNvPr id="22566" name="Line 42"/>
          <p:cNvSpPr>
            <a:spLocks noChangeShapeType="1"/>
          </p:cNvSpPr>
          <p:nvPr/>
        </p:nvSpPr>
        <p:spPr bwMode="auto">
          <a:xfrm flipH="1">
            <a:off x="7885113" y="3213100"/>
            <a:ext cx="287337" cy="0"/>
          </a:xfrm>
          <a:prstGeom prst="line">
            <a:avLst/>
          </a:prstGeom>
          <a:noFill/>
          <a:ln w="9525">
            <a:solidFill>
              <a:schemeClr val="tx1"/>
            </a:solidFill>
            <a:round/>
            <a:headEnd/>
            <a:tailEnd type="triangle" w="med" len="med"/>
          </a:ln>
        </p:spPr>
        <p:txBody>
          <a:bodyPr/>
          <a:lstStyle/>
          <a:p>
            <a:endParaRPr lang="en-US"/>
          </a:p>
        </p:txBody>
      </p:sp>
      <p:sp>
        <p:nvSpPr>
          <p:cNvPr id="22567" name="Line 43"/>
          <p:cNvSpPr>
            <a:spLocks noChangeShapeType="1"/>
          </p:cNvSpPr>
          <p:nvPr/>
        </p:nvSpPr>
        <p:spPr bwMode="auto">
          <a:xfrm flipH="1">
            <a:off x="7885113" y="4149725"/>
            <a:ext cx="287337" cy="0"/>
          </a:xfrm>
          <a:prstGeom prst="line">
            <a:avLst/>
          </a:prstGeom>
          <a:noFill/>
          <a:ln w="9525">
            <a:solidFill>
              <a:schemeClr val="tx1"/>
            </a:solidFill>
            <a:round/>
            <a:headEnd/>
            <a:tailEnd type="triangle" w="med" len="med"/>
          </a:ln>
        </p:spPr>
        <p:txBody>
          <a:bodyPr/>
          <a:lstStyle/>
          <a:p>
            <a:endParaRPr lang="en-US"/>
          </a:p>
        </p:txBody>
      </p:sp>
      <p:sp>
        <p:nvSpPr>
          <p:cNvPr id="22568" name="Line 44"/>
          <p:cNvSpPr>
            <a:spLocks noChangeShapeType="1"/>
          </p:cNvSpPr>
          <p:nvPr/>
        </p:nvSpPr>
        <p:spPr bwMode="auto">
          <a:xfrm>
            <a:off x="6011863" y="2492375"/>
            <a:ext cx="0" cy="576263"/>
          </a:xfrm>
          <a:prstGeom prst="line">
            <a:avLst/>
          </a:prstGeom>
          <a:noFill/>
          <a:ln w="9525">
            <a:solidFill>
              <a:schemeClr val="tx1"/>
            </a:solidFill>
            <a:prstDash val="dashDot"/>
            <a:round/>
            <a:headEnd/>
            <a:tailEnd type="triangle" w="med" len="med"/>
          </a:ln>
        </p:spPr>
        <p:txBody>
          <a:bodyPr/>
          <a:lstStyle/>
          <a:p>
            <a:endParaRPr lang="en-US"/>
          </a:p>
        </p:txBody>
      </p:sp>
      <p:sp>
        <p:nvSpPr>
          <p:cNvPr id="22569" name="Line 45"/>
          <p:cNvSpPr>
            <a:spLocks noChangeShapeType="1"/>
          </p:cNvSpPr>
          <p:nvPr/>
        </p:nvSpPr>
        <p:spPr bwMode="auto">
          <a:xfrm>
            <a:off x="6011863" y="3500438"/>
            <a:ext cx="0" cy="504825"/>
          </a:xfrm>
          <a:prstGeom prst="line">
            <a:avLst/>
          </a:prstGeom>
          <a:noFill/>
          <a:ln w="9525">
            <a:solidFill>
              <a:schemeClr val="tx1"/>
            </a:solidFill>
            <a:prstDash val="dashDot"/>
            <a:round/>
            <a:headEnd/>
            <a:tailEnd type="triangle" w="med" len="med"/>
          </a:ln>
        </p:spPr>
        <p:txBody>
          <a:bodyPr/>
          <a:lstStyle/>
          <a:p>
            <a:endParaRPr lang="en-US"/>
          </a:p>
        </p:txBody>
      </p:sp>
      <p:sp>
        <p:nvSpPr>
          <p:cNvPr id="22570" name="Line 46"/>
          <p:cNvSpPr>
            <a:spLocks noChangeShapeType="1"/>
          </p:cNvSpPr>
          <p:nvPr/>
        </p:nvSpPr>
        <p:spPr bwMode="auto">
          <a:xfrm>
            <a:off x="7235825" y="2492375"/>
            <a:ext cx="0" cy="576263"/>
          </a:xfrm>
          <a:prstGeom prst="line">
            <a:avLst/>
          </a:prstGeom>
          <a:noFill/>
          <a:ln w="9525">
            <a:solidFill>
              <a:schemeClr val="tx1"/>
            </a:solidFill>
            <a:prstDash val="dashDot"/>
            <a:round/>
            <a:headEnd/>
            <a:tailEnd type="triangle" w="med" len="med"/>
          </a:ln>
        </p:spPr>
        <p:txBody>
          <a:bodyPr/>
          <a:lstStyle/>
          <a:p>
            <a:endParaRPr lang="en-US"/>
          </a:p>
        </p:txBody>
      </p:sp>
      <p:sp>
        <p:nvSpPr>
          <p:cNvPr id="22571" name="Line 47"/>
          <p:cNvSpPr>
            <a:spLocks noChangeShapeType="1"/>
          </p:cNvSpPr>
          <p:nvPr/>
        </p:nvSpPr>
        <p:spPr bwMode="auto">
          <a:xfrm>
            <a:off x="7235825" y="3500438"/>
            <a:ext cx="0" cy="504825"/>
          </a:xfrm>
          <a:prstGeom prst="line">
            <a:avLst/>
          </a:prstGeom>
          <a:noFill/>
          <a:ln w="9525">
            <a:solidFill>
              <a:schemeClr val="tx1"/>
            </a:solidFill>
            <a:prstDash val="dashDot"/>
            <a:round/>
            <a:headEnd/>
            <a:tailEnd type="triangle" w="med" len="med"/>
          </a:ln>
        </p:spPr>
        <p:txBody>
          <a:bodyPr/>
          <a:lstStyle/>
          <a:p>
            <a:endParaRPr lang="en-US"/>
          </a:p>
        </p:txBody>
      </p:sp>
      <p:sp>
        <p:nvSpPr>
          <p:cNvPr id="22572" name="Line 48"/>
          <p:cNvSpPr>
            <a:spLocks noChangeShapeType="1"/>
          </p:cNvSpPr>
          <p:nvPr/>
        </p:nvSpPr>
        <p:spPr bwMode="auto">
          <a:xfrm>
            <a:off x="1476375" y="5516563"/>
            <a:ext cx="1366838" cy="0"/>
          </a:xfrm>
          <a:prstGeom prst="line">
            <a:avLst/>
          </a:prstGeom>
          <a:noFill/>
          <a:ln w="9525">
            <a:solidFill>
              <a:schemeClr val="tx1"/>
            </a:solidFill>
            <a:round/>
            <a:headEnd/>
            <a:tailEnd type="triangle" w="med" len="med"/>
          </a:ln>
        </p:spPr>
        <p:txBody>
          <a:bodyPr/>
          <a:lstStyle/>
          <a:p>
            <a:endParaRPr lang="en-US"/>
          </a:p>
        </p:txBody>
      </p:sp>
      <p:sp>
        <p:nvSpPr>
          <p:cNvPr id="22573" name="Line 49"/>
          <p:cNvSpPr>
            <a:spLocks noChangeShapeType="1"/>
          </p:cNvSpPr>
          <p:nvPr/>
        </p:nvSpPr>
        <p:spPr bwMode="auto">
          <a:xfrm>
            <a:off x="1476375" y="5876925"/>
            <a:ext cx="1295400" cy="0"/>
          </a:xfrm>
          <a:prstGeom prst="line">
            <a:avLst/>
          </a:prstGeom>
          <a:noFill/>
          <a:ln w="9525">
            <a:solidFill>
              <a:schemeClr val="tx1"/>
            </a:solidFill>
            <a:prstDash val="dashDot"/>
            <a:round/>
            <a:headEnd/>
            <a:tailEnd type="triangle" w="med" len="med"/>
          </a:ln>
        </p:spPr>
        <p:txBody>
          <a:bodyPr/>
          <a:lstStyle/>
          <a:p>
            <a:endParaRPr lang="en-US"/>
          </a:p>
        </p:txBody>
      </p:sp>
      <p:sp>
        <p:nvSpPr>
          <p:cNvPr id="26670" name="Rectangle 50"/>
          <p:cNvSpPr>
            <a:spLocks noChangeArrowheads="1"/>
          </p:cNvSpPr>
          <p:nvPr/>
        </p:nvSpPr>
        <p:spPr bwMode="auto">
          <a:xfrm>
            <a:off x="1619250" y="5157788"/>
            <a:ext cx="1081088" cy="287337"/>
          </a:xfrm>
          <a:prstGeom prst="rect">
            <a:avLst/>
          </a:prstGeom>
          <a:solidFill>
            <a:schemeClr val="bg1"/>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sz="1200" err="1">
                <a:latin typeface=".VnArial" pitchFamily="34" charset="0"/>
              </a:rPr>
              <a:t>TrËt</a:t>
            </a:r>
            <a:r>
              <a:rPr lang="en-US" sz="1200">
                <a:latin typeface=".VnArial" pitchFamily="34" charset="0"/>
              </a:rPr>
              <a:t> </a:t>
            </a:r>
            <a:r>
              <a:rPr lang="en-US" sz="1200" err="1">
                <a:latin typeface=".VnArial" pitchFamily="34" charset="0"/>
              </a:rPr>
              <a:t>tù</a:t>
            </a:r>
            <a:r>
              <a:rPr lang="en-US" sz="1200">
                <a:latin typeface=".VnArial" pitchFamily="34" charset="0"/>
              </a:rPr>
              <a:t> </a:t>
            </a:r>
            <a:r>
              <a:rPr lang="en-US" sz="1200" err="1">
                <a:latin typeface=".VnArial" pitchFamily="34" charset="0"/>
              </a:rPr>
              <a:t>hinh</a:t>
            </a:r>
            <a:r>
              <a:rPr lang="en-US" sz="1200">
                <a:latin typeface=".VnArial" pitchFamily="34" charset="0"/>
              </a:rPr>
              <a:t> </a:t>
            </a:r>
            <a:r>
              <a:rPr lang="en-US" sz="1200" err="1">
                <a:latin typeface=".VnArial" pitchFamily="34" charset="0"/>
              </a:rPr>
              <a:t>thµnh</a:t>
            </a:r>
            <a:endParaRPr lang="en-US" sz="1200">
              <a:latin typeface=".VnArial" pitchFamily="34" charset="0"/>
            </a:endParaRPr>
          </a:p>
        </p:txBody>
      </p:sp>
      <p:sp>
        <p:nvSpPr>
          <p:cNvPr id="26671" name="Rectangle 51"/>
          <p:cNvSpPr>
            <a:spLocks noChangeArrowheads="1"/>
          </p:cNvSpPr>
          <p:nvPr/>
        </p:nvSpPr>
        <p:spPr bwMode="auto">
          <a:xfrm>
            <a:off x="1547813" y="5589588"/>
            <a:ext cx="1152525" cy="215900"/>
          </a:xfrm>
          <a:prstGeom prst="rect">
            <a:avLst/>
          </a:prstGeom>
          <a:solidFill>
            <a:schemeClr val="bg1"/>
          </a:solidFill>
          <a:ln>
            <a:headEnd/>
            <a:tailEnd/>
          </a:ln>
        </p:spPr>
        <p:style>
          <a:lnRef idx="1">
            <a:schemeClr val="dk1"/>
          </a:lnRef>
          <a:fillRef idx="2">
            <a:schemeClr val="dk1"/>
          </a:fillRef>
          <a:effectRef idx="1">
            <a:schemeClr val="dk1"/>
          </a:effectRef>
          <a:fontRef idx="minor">
            <a:schemeClr val="dk1"/>
          </a:fontRef>
        </p:style>
        <p:txBody>
          <a:bodyPr wrap="none" anchor="ctr"/>
          <a:lstStyle/>
          <a:p>
            <a:pPr algn="ctr">
              <a:defRPr/>
            </a:pPr>
            <a:r>
              <a:rPr lang="en-US" sz="1200">
                <a:latin typeface=".VnArial" pitchFamily="34" charset="0"/>
              </a:rPr>
              <a:t>Quan hÖ gi¸m s¸t, kiÓm tra</a:t>
            </a:r>
          </a:p>
        </p:txBody>
      </p:sp>
      <p:sp>
        <p:nvSpPr>
          <p:cNvPr id="22576" name="Line 30"/>
          <p:cNvSpPr>
            <a:spLocks noChangeShapeType="1"/>
          </p:cNvSpPr>
          <p:nvPr/>
        </p:nvSpPr>
        <p:spPr bwMode="auto">
          <a:xfrm>
            <a:off x="2971800" y="3733800"/>
            <a:ext cx="4032250" cy="0"/>
          </a:xfrm>
          <a:prstGeom prst="line">
            <a:avLst/>
          </a:prstGeom>
          <a:noFill/>
          <a:ln w="9525">
            <a:solidFill>
              <a:schemeClr val="tx1"/>
            </a:solidFill>
            <a:prstDash val="dashDot"/>
            <a:round/>
            <a:headEnd/>
            <a:tailEnd/>
          </a:ln>
        </p:spPr>
        <p:txBody>
          <a:bodyPr/>
          <a:lstStyle/>
          <a:p>
            <a:endParaRPr lang="en-US"/>
          </a:p>
        </p:txBody>
      </p:sp>
      <p:cxnSp>
        <p:nvCxnSpPr>
          <p:cNvPr id="57" name="Straight Connector 56"/>
          <p:cNvCxnSpPr/>
          <p:nvPr/>
        </p:nvCxnSpPr>
        <p:spPr>
          <a:xfrm rot="5400000">
            <a:off x="2781301" y="3543300"/>
            <a:ext cx="381000"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rot="5400000" flipH="1" flipV="1">
            <a:off x="5676901" y="3619500"/>
            <a:ext cx="228600" cy="3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4" name="Straight Arrow Connector 53"/>
          <p:cNvCxnSpPr/>
          <p:nvPr/>
        </p:nvCxnSpPr>
        <p:spPr>
          <a:xfrm rot="5400000" flipH="1" flipV="1">
            <a:off x="6896894" y="3618706"/>
            <a:ext cx="2286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D5FC6A1B-8797-46C7-A3AC-FF2BB48E120E}"/>
              </a:ext>
            </a:extLst>
          </p:cNvPr>
          <p:cNvSpPr/>
          <p:nvPr/>
        </p:nvSpPr>
        <p:spPr>
          <a:xfrm>
            <a:off x="2185994" y="3886200"/>
            <a:ext cx="938206" cy="43179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700"/>
              <a:t>HĐND </a:t>
            </a:r>
            <a:r>
              <a:rPr lang="en-US" sz="1700" err="1"/>
              <a:t>Xã</a:t>
            </a:r>
            <a:endParaRPr lang="en-US" sz="1700"/>
          </a:p>
        </p:txBody>
      </p:sp>
      <p:sp>
        <p:nvSpPr>
          <p:cNvPr id="59" name="Rectangle 58">
            <a:extLst>
              <a:ext uri="{FF2B5EF4-FFF2-40B4-BE49-F238E27FC236}">
                <a16:creationId xmlns:a16="http://schemas.microsoft.com/office/drawing/2014/main" id="{3ECC2D83-232C-4226-8445-69A25A42555B}"/>
              </a:ext>
            </a:extLst>
          </p:cNvPr>
          <p:cNvSpPr/>
          <p:nvPr/>
        </p:nvSpPr>
        <p:spPr>
          <a:xfrm>
            <a:off x="718350" y="3810000"/>
            <a:ext cx="907255" cy="43179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700"/>
              <a:t>UBND </a:t>
            </a:r>
            <a:r>
              <a:rPr lang="en-US" sz="1700" err="1"/>
              <a:t>Xã</a:t>
            </a:r>
            <a:endParaRPr lang="en-US" sz="1700"/>
          </a:p>
        </p:txBody>
      </p:sp>
      <p:sp>
        <p:nvSpPr>
          <p:cNvPr id="62" name="Line 26">
            <a:extLst>
              <a:ext uri="{FF2B5EF4-FFF2-40B4-BE49-F238E27FC236}">
                <a16:creationId xmlns:a16="http://schemas.microsoft.com/office/drawing/2014/main" id="{827D2469-FF31-4085-A62D-98D5C66D1D9A}"/>
              </a:ext>
            </a:extLst>
          </p:cNvPr>
          <p:cNvSpPr>
            <a:spLocks noChangeShapeType="1"/>
          </p:cNvSpPr>
          <p:nvPr/>
        </p:nvSpPr>
        <p:spPr bwMode="auto">
          <a:xfrm>
            <a:off x="1210868" y="3293268"/>
            <a:ext cx="0" cy="503237"/>
          </a:xfrm>
          <a:prstGeom prst="line">
            <a:avLst/>
          </a:prstGeom>
          <a:noFill/>
          <a:ln w="9525">
            <a:solidFill>
              <a:schemeClr val="tx1"/>
            </a:solidFill>
            <a:prstDash val="dashDot"/>
            <a:round/>
            <a:headEnd/>
            <a:tailEnd type="triangle" w="med" len="med"/>
          </a:ln>
        </p:spPr>
        <p:txBody>
          <a:bodyPr/>
          <a:lstStyle/>
          <a:p>
            <a:endParaRPr lang="en-US"/>
          </a:p>
        </p:txBody>
      </p:sp>
      <p:sp>
        <p:nvSpPr>
          <p:cNvPr id="64" name="Line 26">
            <a:extLst>
              <a:ext uri="{FF2B5EF4-FFF2-40B4-BE49-F238E27FC236}">
                <a16:creationId xmlns:a16="http://schemas.microsoft.com/office/drawing/2014/main" id="{E6BEDA8E-6F34-4E90-AFF8-6A2EC1A5D80C}"/>
              </a:ext>
            </a:extLst>
          </p:cNvPr>
          <p:cNvSpPr>
            <a:spLocks noChangeShapeType="1"/>
          </p:cNvSpPr>
          <p:nvPr/>
        </p:nvSpPr>
        <p:spPr bwMode="auto">
          <a:xfrm>
            <a:off x="2667953" y="3382963"/>
            <a:ext cx="0" cy="503237"/>
          </a:xfrm>
          <a:prstGeom prst="line">
            <a:avLst/>
          </a:prstGeom>
          <a:noFill/>
          <a:ln w="9525">
            <a:solidFill>
              <a:schemeClr val="tx1"/>
            </a:solidFill>
            <a:prstDash val="dashDot"/>
            <a:round/>
            <a:headEnd/>
            <a:tailEnd type="triangle" w="med" len="med"/>
          </a:ln>
        </p:spPr>
        <p:txBody>
          <a:bodyPr/>
          <a:lstStyle/>
          <a:p>
            <a:endParaRPr lang="en-US"/>
          </a:p>
        </p:txBody>
      </p:sp>
      <p:sp>
        <p:nvSpPr>
          <p:cNvPr id="66" name="Line 24">
            <a:extLst>
              <a:ext uri="{FF2B5EF4-FFF2-40B4-BE49-F238E27FC236}">
                <a16:creationId xmlns:a16="http://schemas.microsoft.com/office/drawing/2014/main" id="{205DEB6A-A73C-4FF6-920D-F29265920D2F}"/>
              </a:ext>
            </a:extLst>
          </p:cNvPr>
          <p:cNvSpPr>
            <a:spLocks noChangeShapeType="1"/>
          </p:cNvSpPr>
          <p:nvPr/>
        </p:nvSpPr>
        <p:spPr bwMode="auto">
          <a:xfrm flipH="1">
            <a:off x="1625605" y="4099243"/>
            <a:ext cx="576263" cy="0"/>
          </a:xfrm>
          <a:prstGeom prst="line">
            <a:avLst/>
          </a:prstGeom>
          <a:noFill/>
          <a:ln w="9525">
            <a:solidFill>
              <a:schemeClr val="tx1"/>
            </a:solidFill>
            <a:round/>
            <a:headEnd/>
            <a:tailEnd type="triangle" w="med" len="med"/>
          </a:ln>
        </p:spPr>
        <p:txBody>
          <a:bodyPr/>
          <a:lstStyle/>
          <a:p>
            <a:endParaRPr lang="en-US"/>
          </a:p>
        </p:txBody>
      </p:sp>
      <p:sp>
        <p:nvSpPr>
          <p:cNvPr id="68" name="Line 33">
            <a:extLst>
              <a:ext uri="{FF2B5EF4-FFF2-40B4-BE49-F238E27FC236}">
                <a16:creationId xmlns:a16="http://schemas.microsoft.com/office/drawing/2014/main" id="{1D2D834F-5F6C-4238-92DF-6B188B9587EA}"/>
              </a:ext>
            </a:extLst>
          </p:cNvPr>
          <p:cNvSpPr>
            <a:spLocks noChangeShapeType="1"/>
          </p:cNvSpPr>
          <p:nvPr/>
        </p:nvSpPr>
        <p:spPr bwMode="auto">
          <a:xfrm flipH="1">
            <a:off x="1583531" y="3939540"/>
            <a:ext cx="576263" cy="0"/>
          </a:xfrm>
          <a:prstGeom prst="line">
            <a:avLst/>
          </a:prstGeom>
          <a:noFill/>
          <a:ln w="9525">
            <a:solidFill>
              <a:schemeClr val="tx1"/>
            </a:solidFill>
            <a:prstDash val="dashDot"/>
            <a:round/>
            <a:headEnd/>
            <a:tailEnd type="triangle" w="med" len="med"/>
          </a:ln>
        </p:spPr>
        <p:txBody>
          <a:bodyPr/>
          <a:lstStyle/>
          <a:p>
            <a:endParaRPr lang="en-US"/>
          </a:p>
        </p:txBody>
      </p:sp>
      <p:cxnSp>
        <p:nvCxnSpPr>
          <p:cNvPr id="70" name="Straight Connector 69">
            <a:extLst>
              <a:ext uri="{FF2B5EF4-FFF2-40B4-BE49-F238E27FC236}">
                <a16:creationId xmlns:a16="http://schemas.microsoft.com/office/drawing/2014/main" id="{8935A03D-9615-4C30-B1D9-8C1F21BCFEAE}"/>
              </a:ext>
            </a:extLst>
          </p:cNvPr>
          <p:cNvCxnSpPr/>
          <p:nvPr/>
        </p:nvCxnSpPr>
        <p:spPr>
          <a:xfrm rot="5400000">
            <a:off x="3011487" y="3617912"/>
            <a:ext cx="381000" cy="3175"/>
          </a:xfrm>
          <a:prstGeom prst="line">
            <a:avLst/>
          </a:prstGeom>
        </p:spPr>
        <p:style>
          <a:lnRef idx="1">
            <a:schemeClr val="accent1"/>
          </a:lnRef>
          <a:fillRef idx="0">
            <a:schemeClr val="accent1"/>
          </a:fillRef>
          <a:effectRef idx="0">
            <a:schemeClr val="accent1"/>
          </a:effectRef>
          <a:fontRef idx="minor">
            <a:schemeClr val="tx1"/>
          </a:fontRef>
        </p:style>
      </p:cxnSp>
      <p:sp>
        <p:nvSpPr>
          <p:cNvPr id="71" name="Line 30">
            <a:extLst>
              <a:ext uri="{FF2B5EF4-FFF2-40B4-BE49-F238E27FC236}">
                <a16:creationId xmlns:a16="http://schemas.microsoft.com/office/drawing/2014/main" id="{7DB2CA30-5456-4C6A-B72F-3128D0D16571}"/>
              </a:ext>
            </a:extLst>
          </p:cNvPr>
          <p:cNvSpPr>
            <a:spLocks noChangeShapeType="1"/>
          </p:cNvSpPr>
          <p:nvPr/>
        </p:nvSpPr>
        <p:spPr bwMode="auto">
          <a:xfrm>
            <a:off x="3124200" y="4648200"/>
            <a:ext cx="4032250" cy="0"/>
          </a:xfrm>
          <a:prstGeom prst="line">
            <a:avLst/>
          </a:prstGeom>
          <a:noFill/>
          <a:ln w="9525">
            <a:solidFill>
              <a:schemeClr val="tx1"/>
            </a:solidFill>
            <a:prstDash val="dashDot"/>
            <a:round/>
            <a:headEnd/>
            <a:tailEnd/>
          </a:ln>
        </p:spPr>
        <p:txBody>
          <a:bodyPr/>
          <a:lstStyle/>
          <a:p>
            <a:endParaRPr lang="en-US"/>
          </a:p>
        </p:txBody>
      </p:sp>
      <p:cxnSp>
        <p:nvCxnSpPr>
          <p:cNvPr id="72" name="Straight Arrow Connector 71">
            <a:extLst>
              <a:ext uri="{FF2B5EF4-FFF2-40B4-BE49-F238E27FC236}">
                <a16:creationId xmlns:a16="http://schemas.microsoft.com/office/drawing/2014/main" id="{73203FFF-FE15-4C18-AE1C-015F965BBFF7}"/>
              </a:ext>
            </a:extLst>
          </p:cNvPr>
          <p:cNvCxnSpPr/>
          <p:nvPr/>
        </p:nvCxnSpPr>
        <p:spPr>
          <a:xfrm rot="5400000" flipH="1" flipV="1">
            <a:off x="5829301" y="4532312"/>
            <a:ext cx="228600" cy="3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18382424-0540-4845-82A8-A65F3B011AEB}"/>
              </a:ext>
            </a:extLst>
          </p:cNvPr>
          <p:cNvCxnSpPr/>
          <p:nvPr/>
        </p:nvCxnSpPr>
        <p:spPr>
          <a:xfrm rot="5400000" flipH="1" flipV="1">
            <a:off x="7046912" y="4532312"/>
            <a:ext cx="228600" cy="3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rot="5400000">
            <a:off x="2781300" y="4228306"/>
            <a:ext cx="8382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783B0C-4CA7-4AAC-B742-5671EB62FAF5}"/>
              </a:ext>
            </a:extLst>
          </p:cNvPr>
          <p:cNvSpPr>
            <a:spLocks noGrp="1"/>
          </p:cNvSpPr>
          <p:nvPr>
            <p:ph idx="1"/>
          </p:nvPr>
        </p:nvSpPr>
        <p:spPr/>
        <p:txBody>
          <a:bodyPr/>
          <a:lstStyle/>
          <a:p>
            <a:r>
              <a:rPr lang="en-US" err="1"/>
              <a:t>Cấp</a:t>
            </a:r>
            <a:r>
              <a:rPr lang="en-US"/>
              <a:t> 1. </a:t>
            </a:r>
            <a:r>
              <a:rPr lang="en-US" err="1"/>
              <a:t>Cấp</a:t>
            </a:r>
            <a:r>
              <a:rPr lang="en-US"/>
              <a:t> TW: </a:t>
            </a:r>
            <a:r>
              <a:rPr lang="en-US" err="1"/>
              <a:t>Chủ</a:t>
            </a:r>
            <a:r>
              <a:rPr lang="en-US"/>
              <a:t> </a:t>
            </a:r>
            <a:r>
              <a:rPr lang="en-US" err="1"/>
              <a:t>tịch</a:t>
            </a:r>
            <a:r>
              <a:rPr lang="en-US"/>
              <a:t> </a:t>
            </a:r>
            <a:r>
              <a:rPr lang="en-US" err="1"/>
              <a:t>nước</a:t>
            </a:r>
            <a:r>
              <a:rPr lang="en-US"/>
              <a:t>, QH, CP(</a:t>
            </a:r>
            <a:r>
              <a:rPr lang="en-US" err="1"/>
              <a:t>Bộ</a:t>
            </a:r>
            <a:r>
              <a:rPr lang="en-US"/>
              <a:t>), TATC, VKSTC</a:t>
            </a:r>
          </a:p>
          <a:p>
            <a:r>
              <a:rPr lang="en-US" err="1"/>
              <a:t>Cấp</a:t>
            </a:r>
            <a:r>
              <a:rPr lang="en-US"/>
              <a:t> 2. </a:t>
            </a:r>
            <a:r>
              <a:rPr lang="en-US" err="1"/>
              <a:t>Cấp</a:t>
            </a:r>
            <a:r>
              <a:rPr lang="en-US"/>
              <a:t> </a:t>
            </a:r>
            <a:r>
              <a:rPr lang="en-US" err="1"/>
              <a:t>tỉnh</a:t>
            </a:r>
            <a:r>
              <a:rPr lang="en-US"/>
              <a:t> (</a:t>
            </a:r>
            <a:r>
              <a:rPr lang="en-US" err="1"/>
              <a:t>thành</a:t>
            </a:r>
            <a:r>
              <a:rPr lang="en-US"/>
              <a:t> </a:t>
            </a:r>
            <a:r>
              <a:rPr lang="en-US" err="1"/>
              <a:t>phố</a:t>
            </a:r>
            <a:r>
              <a:rPr lang="en-US"/>
              <a:t> </a:t>
            </a:r>
            <a:r>
              <a:rPr lang="en-US" err="1"/>
              <a:t>trực</a:t>
            </a:r>
            <a:r>
              <a:rPr lang="en-US"/>
              <a:t> </a:t>
            </a:r>
            <a:r>
              <a:rPr lang="en-US" err="1"/>
              <a:t>thuộc</a:t>
            </a:r>
            <a:r>
              <a:rPr lang="en-US"/>
              <a:t> TW). HĐND, UBND(</a:t>
            </a:r>
            <a:r>
              <a:rPr lang="en-US" err="1"/>
              <a:t>Sở</a:t>
            </a:r>
            <a:r>
              <a:rPr lang="en-US"/>
              <a:t>), TAND </a:t>
            </a:r>
            <a:r>
              <a:rPr lang="en-US" err="1"/>
              <a:t>tỉnh</a:t>
            </a:r>
            <a:r>
              <a:rPr lang="en-US"/>
              <a:t>, VKSND </a:t>
            </a:r>
            <a:r>
              <a:rPr lang="en-US" err="1"/>
              <a:t>tỉnh</a:t>
            </a:r>
            <a:endParaRPr lang="en-US"/>
          </a:p>
          <a:p>
            <a:r>
              <a:rPr lang="en-US" err="1"/>
              <a:t>Cấp</a:t>
            </a:r>
            <a:r>
              <a:rPr lang="en-US"/>
              <a:t> 4. </a:t>
            </a:r>
            <a:r>
              <a:rPr lang="en-US" err="1"/>
              <a:t>Cấp</a:t>
            </a:r>
            <a:r>
              <a:rPr lang="en-US"/>
              <a:t> </a:t>
            </a:r>
            <a:r>
              <a:rPr lang="en-US" err="1"/>
              <a:t>xã</a:t>
            </a:r>
            <a:r>
              <a:rPr lang="en-US"/>
              <a:t> (</a:t>
            </a:r>
            <a:r>
              <a:rPr lang="en-US" err="1"/>
              <a:t>phường</a:t>
            </a:r>
            <a:r>
              <a:rPr lang="en-US"/>
              <a:t>, </a:t>
            </a:r>
            <a:r>
              <a:rPr lang="en-US" err="1"/>
              <a:t>thị</a:t>
            </a:r>
            <a:r>
              <a:rPr lang="en-US"/>
              <a:t> </a:t>
            </a:r>
            <a:r>
              <a:rPr lang="en-US" err="1"/>
              <a:t>trấn</a:t>
            </a:r>
            <a:r>
              <a:rPr lang="en-US"/>
              <a:t>, </a:t>
            </a:r>
            <a:r>
              <a:rPr lang="en-US" err="1"/>
              <a:t>Đặc</a:t>
            </a:r>
            <a:r>
              <a:rPr lang="en-US"/>
              <a:t> </a:t>
            </a:r>
            <a:r>
              <a:rPr lang="en-US" err="1"/>
              <a:t>khu</a:t>
            </a:r>
            <a:r>
              <a:rPr lang="en-US"/>
              <a:t>). HĐND, UBND(Ban).</a:t>
            </a:r>
          </a:p>
        </p:txBody>
      </p:sp>
      <p:sp>
        <p:nvSpPr>
          <p:cNvPr id="3" name="Footer Placeholder 2">
            <a:extLst>
              <a:ext uri="{FF2B5EF4-FFF2-40B4-BE49-F238E27FC236}">
                <a16:creationId xmlns:a16="http://schemas.microsoft.com/office/drawing/2014/main" id="{6D2C388D-A7D8-4661-ABE0-ED47ECCFB812}"/>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3E43DD5E-EF45-4CC5-9CB3-54581A6C5C6A}"/>
              </a:ext>
            </a:extLst>
          </p:cNvPr>
          <p:cNvSpPr>
            <a:spLocks noGrp="1"/>
          </p:cNvSpPr>
          <p:nvPr>
            <p:ph type="sldNum" sz="quarter" idx="12"/>
          </p:nvPr>
        </p:nvSpPr>
        <p:spPr/>
        <p:txBody>
          <a:bodyPr/>
          <a:lstStyle/>
          <a:p>
            <a:fld id="{C700A7F4-E0AA-4BCB-9880-DD9265D58A00}" type="slidenum">
              <a:rPr lang="en-US" smtClean="0"/>
              <a:pPr/>
              <a:t>42</a:t>
            </a:fld>
            <a:endParaRPr lang="en-US"/>
          </a:p>
        </p:txBody>
      </p:sp>
      <p:sp>
        <p:nvSpPr>
          <p:cNvPr id="5" name="Title 4">
            <a:extLst>
              <a:ext uri="{FF2B5EF4-FFF2-40B4-BE49-F238E27FC236}">
                <a16:creationId xmlns:a16="http://schemas.microsoft.com/office/drawing/2014/main" id="{C36C07D2-D821-4612-849B-7AAADDC4248C}"/>
              </a:ext>
            </a:extLst>
          </p:cNvPr>
          <p:cNvSpPr>
            <a:spLocks noGrp="1"/>
          </p:cNvSpPr>
          <p:nvPr>
            <p:ph type="title"/>
          </p:nvPr>
        </p:nvSpPr>
        <p:spPr/>
        <p:txBody>
          <a:bodyPr>
            <a:normAutofit fontScale="90000"/>
          </a:bodyPr>
          <a:lstStyle/>
          <a:p>
            <a:r>
              <a:rPr lang="en-US" err="1"/>
              <a:t>Bộ</a:t>
            </a:r>
            <a:r>
              <a:rPr lang="en-US"/>
              <a:t> </a:t>
            </a:r>
            <a:r>
              <a:rPr lang="en-US" err="1"/>
              <a:t>máy</a:t>
            </a:r>
            <a:r>
              <a:rPr lang="en-US"/>
              <a:t> </a:t>
            </a:r>
            <a:r>
              <a:rPr lang="en-US" err="1"/>
              <a:t>nhà</a:t>
            </a:r>
            <a:r>
              <a:rPr lang="en-US"/>
              <a:t> </a:t>
            </a:r>
            <a:r>
              <a:rPr lang="en-US" err="1"/>
              <a:t>nước</a:t>
            </a:r>
            <a:r>
              <a:rPr lang="en-US"/>
              <a:t> </a:t>
            </a:r>
            <a:r>
              <a:rPr lang="en-US" err="1"/>
              <a:t>được</a:t>
            </a:r>
            <a:r>
              <a:rPr lang="en-US"/>
              <a:t> </a:t>
            </a:r>
            <a:r>
              <a:rPr lang="en-US" err="1"/>
              <a:t>thành</a:t>
            </a:r>
            <a:r>
              <a:rPr lang="en-US"/>
              <a:t> </a:t>
            </a:r>
            <a:r>
              <a:rPr lang="en-US" err="1"/>
              <a:t>lập</a:t>
            </a:r>
            <a:r>
              <a:rPr lang="en-US"/>
              <a:t> ở 3 </a:t>
            </a:r>
            <a:r>
              <a:rPr lang="en-US" err="1"/>
              <a:t>cấp</a:t>
            </a:r>
            <a:endParaRPr lang="en-US"/>
          </a:p>
        </p:txBody>
      </p:sp>
    </p:spTree>
    <p:extLst>
      <p:ext uri="{BB962C8B-B14F-4D97-AF65-F5344CB8AC3E}">
        <p14:creationId xmlns:p14="http://schemas.microsoft.com/office/powerpoint/2010/main" val="942400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833EA5-640B-49A3-B16E-3E41CFDD9EFF}"/>
              </a:ext>
            </a:extLst>
          </p:cNvPr>
          <p:cNvSpPr>
            <a:spLocks noGrp="1"/>
          </p:cNvSpPr>
          <p:nvPr>
            <p:ph idx="1"/>
          </p:nvPr>
        </p:nvSpPr>
        <p:spPr/>
        <p:txBody>
          <a:bodyPr/>
          <a:lstStyle/>
          <a:p>
            <a:r>
              <a:rPr lang="en-US" err="1"/>
              <a:t>Bộ</a:t>
            </a:r>
            <a:r>
              <a:rPr lang="en-US"/>
              <a:t> </a:t>
            </a:r>
            <a:r>
              <a:rPr lang="en-US" err="1"/>
              <a:t>máy</a:t>
            </a:r>
            <a:r>
              <a:rPr lang="en-US"/>
              <a:t> </a:t>
            </a:r>
            <a:r>
              <a:rPr lang="en-US" err="1"/>
              <a:t>nhà</a:t>
            </a:r>
            <a:r>
              <a:rPr lang="en-US"/>
              <a:t> </a:t>
            </a:r>
            <a:r>
              <a:rPr lang="en-US" err="1"/>
              <a:t>nước</a:t>
            </a:r>
            <a:r>
              <a:rPr lang="en-US"/>
              <a:t> </a:t>
            </a:r>
            <a:r>
              <a:rPr lang="en-US" err="1"/>
              <a:t>gồm</a:t>
            </a:r>
            <a:r>
              <a:rPr lang="en-US"/>
              <a:t> </a:t>
            </a:r>
            <a:r>
              <a:rPr lang="en-US" err="1"/>
              <a:t>có</a:t>
            </a:r>
            <a:r>
              <a:rPr lang="en-US"/>
              <a:t> 3 </a:t>
            </a:r>
            <a:r>
              <a:rPr lang="en-US" err="1"/>
              <a:t>hệ</a:t>
            </a:r>
            <a:r>
              <a:rPr lang="en-US"/>
              <a:t> </a:t>
            </a:r>
            <a:r>
              <a:rPr lang="en-US" err="1"/>
              <a:t>thống</a:t>
            </a:r>
            <a:r>
              <a:rPr lang="en-US"/>
              <a:t> </a:t>
            </a:r>
            <a:r>
              <a:rPr lang="en-US" err="1"/>
              <a:t>cơ</a:t>
            </a:r>
            <a:r>
              <a:rPr lang="en-US"/>
              <a:t> </a:t>
            </a:r>
            <a:r>
              <a:rPr lang="en-US" err="1"/>
              <a:t>quan</a:t>
            </a:r>
            <a:r>
              <a:rPr lang="en-US"/>
              <a:t>:</a:t>
            </a:r>
          </a:p>
          <a:p>
            <a:r>
              <a:rPr lang="en-US"/>
              <a:t>- </a:t>
            </a:r>
            <a:r>
              <a:rPr lang="en-US" err="1"/>
              <a:t>Hệ</a:t>
            </a:r>
            <a:r>
              <a:rPr lang="en-US"/>
              <a:t> </a:t>
            </a:r>
            <a:r>
              <a:rPr lang="en-US" err="1"/>
              <a:t>thống</a:t>
            </a:r>
            <a:r>
              <a:rPr lang="en-US"/>
              <a:t> </a:t>
            </a:r>
            <a:r>
              <a:rPr lang="en-US" err="1"/>
              <a:t>cơ</a:t>
            </a:r>
            <a:r>
              <a:rPr lang="en-US"/>
              <a:t> </a:t>
            </a:r>
            <a:r>
              <a:rPr lang="en-US" err="1"/>
              <a:t>quan</a:t>
            </a:r>
            <a:r>
              <a:rPr lang="en-US"/>
              <a:t> </a:t>
            </a:r>
            <a:r>
              <a:rPr lang="en-US" err="1"/>
              <a:t>quyền</a:t>
            </a:r>
            <a:r>
              <a:rPr lang="en-US"/>
              <a:t> </a:t>
            </a:r>
            <a:r>
              <a:rPr lang="en-US" err="1"/>
              <a:t>lực</a:t>
            </a:r>
            <a:r>
              <a:rPr lang="en-US"/>
              <a:t>, </a:t>
            </a:r>
            <a:r>
              <a:rPr lang="en-US" err="1"/>
              <a:t>thực</a:t>
            </a:r>
            <a:r>
              <a:rPr lang="en-US"/>
              <a:t> </a:t>
            </a:r>
            <a:r>
              <a:rPr lang="en-US" err="1"/>
              <a:t>hiện</a:t>
            </a:r>
            <a:r>
              <a:rPr lang="en-US"/>
              <a:t> </a:t>
            </a:r>
            <a:r>
              <a:rPr lang="en-US" err="1"/>
              <a:t>quyền</a:t>
            </a:r>
            <a:r>
              <a:rPr lang="en-US"/>
              <a:t> </a:t>
            </a:r>
            <a:r>
              <a:rPr lang="en-US" err="1"/>
              <a:t>lập</a:t>
            </a:r>
            <a:r>
              <a:rPr lang="en-US"/>
              <a:t> </a:t>
            </a:r>
            <a:r>
              <a:rPr lang="en-US" err="1"/>
              <a:t>pháp</a:t>
            </a:r>
            <a:r>
              <a:rPr lang="en-US"/>
              <a:t>: QH, HĐND </a:t>
            </a:r>
            <a:r>
              <a:rPr lang="en-US" err="1"/>
              <a:t>các</a:t>
            </a:r>
            <a:r>
              <a:rPr lang="en-US"/>
              <a:t> </a:t>
            </a:r>
            <a:r>
              <a:rPr lang="en-US" err="1"/>
              <a:t>cấp</a:t>
            </a:r>
            <a:r>
              <a:rPr lang="en-US"/>
              <a:t> </a:t>
            </a:r>
          </a:p>
          <a:p>
            <a:r>
              <a:rPr lang="en-US"/>
              <a:t>- </a:t>
            </a:r>
            <a:r>
              <a:rPr lang="en-US" err="1"/>
              <a:t>Hệ</a:t>
            </a:r>
            <a:r>
              <a:rPr lang="en-US"/>
              <a:t> </a:t>
            </a:r>
            <a:r>
              <a:rPr lang="en-US" err="1"/>
              <a:t>thống</a:t>
            </a:r>
            <a:r>
              <a:rPr lang="en-US"/>
              <a:t> </a:t>
            </a:r>
            <a:r>
              <a:rPr lang="en-US" err="1"/>
              <a:t>cơ</a:t>
            </a:r>
            <a:r>
              <a:rPr lang="en-US"/>
              <a:t> </a:t>
            </a:r>
            <a:r>
              <a:rPr lang="en-US" err="1"/>
              <a:t>quan</a:t>
            </a:r>
            <a:r>
              <a:rPr lang="en-US"/>
              <a:t> </a:t>
            </a:r>
            <a:r>
              <a:rPr lang="en-US" err="1"/>
              <a:t>hành</a:t>
            </a:r>
            <a:r>
              <a:rPr lang="en-US"/>
              <a:t> </a:t>
            </a:r>
            <a:r>
              <a:rPr lang="en-US" err="1"/>
              <a:t>chính</a:t>
            </a:r>
            <a:r>
              <a:rPr lang="en-US"/>
              <a:t>, </a:t>
            </a:r>
            <a:r>
              <a:rPr lang="en-US" err="1"/>
              <a:t>thực</a:t>
            </a:r>
            <a:r>
              <a:rPr lang="en-US"/>
              <a:t> </a:t>
            </a:r>
            <a:r>
              <a:rPr lang="en-US" err="1"/>
              <a:t>hiện</a:t>
            </a:r>
            <a:r>
              <a:rPr lang="en-US"/>
              <a:t> </a:t>
            </a:r>
            <a:r>
              <a:rPr lang="en-US" err="1"/>
              <a:t>quyền</a:t>
            </a:r>
            <a:r>
              <a:rPr lang="en-US"/>
              <a:t> </a:t>
            </a:r>
            <a:r>
              <a:rPr lang="en-US" err="1"/>
              <a:t>hành</a:t>
            </a:r>
            <a:r>
              <a:rPr lang="en-US"/>
              <a:t> </a:t>
            </a:r>
            <a:r>
              <a:rPr lang="en-US" err="1"/>
              <a:t>pháp</a:t>
            </a:r>
            <a:r>
              <a:rPr lang="en-US"/>
              <a:t>: </a:t>
            </a:r>
            <a:r>
              <a:rPr lang="en-US" err="1"/>
              <a:t>Chính</a:t>
            </a:r>
            <a:r>
              <a:rPr lang="en-US"/>
              <a:t> </a:t>
            </a:r>
            <a:r>
              <a:rPr lang="en-US" err="1"/>
              <a:t>phủ</a:t>
            </a:r>
            <a:r>
              <a:rPr lang="en-US"/>
              <a:t> (</a:t>
            </a:r>
            <a:r>
              <a:rPr lang="en-US" err="1"/>
              <a:t>bộ</a:t>
            </a:r>
            <a:r>
              <a:rPr lang="en-US"/>
              <a:t>), UBND </a:t>
            </a:r>
            <a:r>
              <a:rPr lang="en-US" err="1"/>
              <a:t>tỉnh</a:t>
            </a:r>
            <a:r>
              <a:rPr lang="en-US"/>
              <a:t> (</a:t>
            </a:r>
            <a:r>
              <a:rPr lang="en-US" err="1"/>
              <a:t>Sở</a:t>
            </a:r>
            <a:r>
              <a:rPr lang="en-US"/>
              <a:t>), UBND </a:t>
            </a:r>
            <a:r>
              <a:rPr lang="en-US" err="1"/>
              <a:t>huyện</a:t>
            </a:r>
            <a:r>
              <a:rPr lang="en-US"/>
              <a:t> (</a:t>
            </a:r>
            <a:r>
              <a:rPr lang="en-US" err="1"/>
              <a:t>Phòng</a:t>
            </a:r>
            <a:r>
              <a:rPr lang="en-US"/>
              <a:t>), UBND </a:t>
            </a:r>
            <a:r>
              <a:rPr lang="en-US" err="1"/>
              <a:t>xã</a:t>
            </a:r>
            <a:r>
              <a:rPr lang="en-US"/>
              <a:t> (Ban)</a:t>
            </a:r>
          </a:p>
          <a:p>
            <a:r>
              <a:rPr lang="en-US"/>
              <a:t>- </a:t>
            </a:r>
            <a:r>
              <a:rPr lang="en-US" err="1"/>
              <a:t>Hệ</a:t>
            </a:r>
            <a:r>
              <a:rPr lang="en-US"/>
              <a:t> </a:t>
            </a:r>
            <a:r>
              <a:rPr lang="en-US" err="1"/>
              <a:t>thống</a:t>
            </a:r>
            <a:r>
              <a:rPr lang="en-US"/>
              <a:t> </a:t>
            </a:r>
            <a:r>
              <a:rPr lang="en-US" err="1"/>
              <a:t>cơ</a:t>
            </a:r>
            <a:r>
              <a:rPr lang="en-US"/>
              <a:t> </a:t>
            </a:r>
            <a:r>
              <a:rPr lang="en-US" err="1"/>
              <a:t>quan</a:t>
            </a:r>
            <a:r>
              <a:rPr lang="en-US"/>
              <a:t> </a:t>
            </a:r>
            <a:r>
              <a:rPr lang="en-US" err="1"/>
              <a:t>xét</a:t>
            </a:r>
            <a:r>
              <a:rPr lang="en-US"/>
              <a:t> </a:t>
            </a:r>
            <a:r>
              <a:rPr lang="en-US" err="1"/>
              <a:t>xử</a:t>
            </a:r>
            <a:r>
              <a:rPr lang="en-US"/>
              <a:t>, </a:t>
            </a:r>
            <a:r>
              <a:rPr lang="en-US" err="1"/>
              <a:t>thực</a:t>
            </a:r>
            <a:r>
              <a:rPr lang="en-US"/>
              <a:t> </a:t>
            </a:r>
            <a:r>
              <a:rPr lang="en-US" err="1"/>
              <a:t>hiện</a:t>
            </a:r>
            <a:r>
              <a:rPr lang="en-US"/>
              <a:t> </a:t>
            </a:r>
            <a:r>
              <a:rPr lang="en-US" err="1"/>
              <a:t>quyền</a:t>
            </a:r>
            <a:r>
              <a:rPr lang="en-US"/>
              <a:t> </a:t>
            </a:r>
            <a:r>
              <a:rPr lang="en-US" err="1"/>
              <a:t>tư</a:t>
            </a:r>
            <a:r>
              <a:rPr lang="en-US"/>
              <a:t> </a:t>
            </a:r>
            <a:r>
              <a:rPr lang="en-US" err="1"/>
              <a:t>pháp</a:t>
            </a:r>
            <a:r>
              <a:rPr lang="en-US"/>
              <a:t>: TATC, VKSTC, TA </a:t>
            </a:r>
            <a:r>
              <a:rPr lang="en-US" err="1"/>
              <a:t>tỉnh</a:t>
            </a:r>
            <a:r>
              <a:rPr lang="en-US"/>
              <a:t>, VKS </a:t>
            </a:r>
            <a:r>
              <a:rPr lang="en-US" err="1"/>
              <a:t>tỉnh</a:t>
            </a:r>
            <a:r>
              <a:rPr lang="en-US"/>
              <a:t>, TA </a:t>
            </a:r>
            <a:r>
              <a:rPr lang="en-US" err="1"/>
              <a:t>khu</a:t>
            </a:r>
            <a:r>
              <a:rPr lang="en-US"/>
              <a:t> </a:t>
            </a:r>
            <a:r>
              <a:rPr lang="en-US" err="1"/>
              <a:t>vực</a:t>
            </a:r>
            <a:r>
              <a:rPr lang="en-US"/>
              <a:t>, VKS </a:t>
            </a:r>
            <a:r>
              <a:rPr lang="en-US" err="1"/>
              <a:t>khu</a:t>
            </a:r>
            <a:r>
              <a:rPr lang="en-US"/>
              <a:t> </a:t>
            </a:r>
            <a:r>
              <a:rPr lang="en-US" err="1"/>
              <a:t>vực</a:t>
            </a:r>
            <a:endParaRPr lang="en-US"/>
          </a:p>
        </p:txBody>
      </p:sp>
      <p:sp>
        <p:nvSpPr>
          <p:cNvPr id="3" name="Footer Placeholder 2">
            <a:extLst>
              <a:ext uri="{FF2B5EF4-FFF2-40B4-BE49-F238E27FC236}">
                <a16:creationId xmlns:a16="http://schemas.microsoft.com/office/drawing/2014/main" id="{CB10BB81-29B7-4AED-AAD6-FD45A908EA90}"/>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4B7221B9-B5AA-4BD0-A54B-0C5CD2A4D40A}"/>
              </a:ext>
            </a:extLst>
          </p:cNvPr>
          <p:cNvSpPr>
            <a:spLocks noGrp="1"/>
          </p:cNvSpPr>
          <p:nvPr>
            <p:ph type="sldNum" sz="quarter" idx="12"/>
          </p:nvPr>
        </p:nvSpPr>
        <p:spPr/>
        <p:txBody>
          <a:bodyPr/>
          <a:lstStyle/>
          <a:p>
            <a:fld id="{C700A7F4-E0AA-4BCB-9880-DD9265D58A00}" type="slidenum">
              <a:rPr lang="en-US" smtClean="0"/>
              <a:pPr/>
              <a:t>43</a:t>
            </a:fld>
            <a:endParaRPr lang="en-US"/>
          </a:p>
        </p:txBody>
      </p:sp>
      <p:sp>
        <p:nvSpPr>
          <p:cNvPr id="5" name="Title 4">
            <a:extLst>
              <a:ext uri="{FF2B5EF4-FFF2-40B4-BE49-F238E27FC236}">
                <a16:creationId xmlns:a16="http://schemas.microsoft.com/office/drawing/2014/main" id="{2F635854-1B64-49F3-9E19-D5CC83BAA1D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06305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5B5B7F-82BD-46A7-858E-95F3419FA539}"/>
              </a:ext>
            </a:extLst>
          </p:cNvPr>
          <p:cNvSpPr>
            <a:spLocks noGrp="1"/>
          </p:cNvSpPr>
          <p:nvPr>
            <p:ph idx="1"/>
          </p:nvPr>
        </p:nvSpPr>
        <p:spPr/>
        <p:txBody>
          <a:bodyPr>
            <a:normAutofit lnSpcReduction="10000"/>
          </a:bodyPr>
          <a:lstStyle/>
          <a:p>
            <a:r>
              <a:rPr lang="en-US" err="1"/>
              <a:t>Chế</a:t>
            </a:r>
            <a:r>
              <a:rPr lang="en-US"/>
              <a:t> </a:t>
            </a:r>
            <a:r>
              <a:rPr lang="en-US" err="1"/>
              <a:t>định</a:t>
            </a:r>
            <a:r>
              <a:rPr lang="en-US"/>
              <a:t> </a:t>
            </a:r>
            <a:r>
              <a:rPr lang="en-US" err="1"/>
              <a:t>chủ</a:t>
            </a:r>
            <a:r>
              <a:rPr lang="en-US"/>
              <a:t> </a:t>
            </a:r>
            <a:r>
              <a:rPr lang="en-US" err="1"/>
              <a:t>tịch</a:t>
            </a:r>
            <a:r>
              <a:rPr lang="en-US"/>
              <a:t> </a:t>
            </a:r>
            <a:r>
              <a:rPr lang="en-US" err="1"/>
              <a:t>nước</a:t>
            </a:r>
            <a:r>
              <a:rPr lang="en-US"/>
              <a:t>. </a:t>
            </a:r>
            <a:r>
              <a:rPr lang="en-US" err="1"/>
              <a:t>Là</a:t>
            </a:r>
            <a:r>
              <a:rPr lang="en-US"/>
              <a:t> </a:t>
            </a:r>
            <a:r>
              <a:rPr lang="en-US" err="1"/>
              <a:t>cá</a:t>
            </a:r>
            <a:r>
              <a:rPr lang="en-US"/>
              <a:t> </a:t>
            </a:r>
            <a:r>
              <a:rPr lang="en-US" err="1"/>
              <a:t>nhân</a:t>
            </a:r>
            <a:r>
              <a:rPr lang="en-US"/>
              <a:t>, </a:t>
            </a:r>
            <a:r>
              <a:rPr lang="en-US" err="1"/>
              <a:t>không</a:t>
            </a:r>
            <a:r>
              <a:rPr lang="en-US"/>
              <a:t> </a:t>
            </a:r>
            <a:r>
              <a:rPr lang="en-US" err="1"/>
              <a:t>nằm</a:t>
            </a:r>
            <a:r>
              <a:rPr lang="en-US"/>
              <a:t> </a:t>
            </a:r>
            <a:r>
              <a:rPr lang="en-US" err="1"/>
              <a:t>trong</a:t>
            </a:r>
            <a:r>
              <a:rPr lang="en-US"/>
              <a:t> </a:t>
            </a:r>
            <a:r>
              <a:rPr lang="en-US" err="1"/>
              <a:t>hệ</a:t>
            </a:r>
            <a:r>
              <a:rPr lang="en-US"/>
              <a:t> </a:t>
            </a:r>
            <a:r>
              <a:rPr lang="en-US" err="1"/>
              <a:t>thống</a:t>
            </a:r>
            <a:r>
              <a:rPr lang="en-US"/>
              <a:t> </a:t>
            </a:r>
            <a:r>
              <a:rPr lang="en-US" err="1"/>
              <a:t>cơ</a:t>
            </a:r>
            <a:r>
              <a:rPr lang="en-US"/>
              <a:t> </a:t>
            </a:r>
            <a:r>
              <a:rPr lang="en-US" err="1"/>
              <a:t>quan</a:t>
            </a:r>
            <a:r>
              <a:rPr lang="en-US"/>
              <a:t> </a:t>
            </a:r>
            <a:r>
              <a:rPr lang="en-US" err="1"/>
              <a:t>nào</a:t>
            </a:r>
            <a:r>
              <a:rPr lang="en-US"/>
              <a:t> </a:t>
            </a:r>
            <a:r>
              <a:rPr lang="en-US" err="1"/>
              <a:t>của</a:t>
            </a:r>
            <a:r>
              <a:rPr lang="en-US"/>
              <a:t> </a:t>
            </a:r>
            <a:r>
              <a:rPr lang="en-US" err="1"/>
              <a:t>bộ</a:t>
            </a:r>
            <a:r>
              <a:rPr lang="en-US"/>
              <a:t> </a:t>
            </a:r>
            <a:r>
              <a:rPr lang="en-US" err="1"/>
              <a:t>máy</a:t>
            </a:r>
            <a:r>
              <a:rPr lang="en-US"/>
              <a:t> </a:t>
            </a:r>
            <a:r>
              <a:rPr lang="en-US" err="1"/>
              <a:t>nhà</a:t>
            </a:r>
            <a:r>
              <a:rPr lang="en-US"/>
              <a:t> </a:t>
            </a:r>
            <a:r>
              <a:rPr lang="en-US" err="1"/>
              <a:t>nước</a:t>
            </a:r>
            <a:r>
              <a:rPr lang="en-US"/>
              <a:t>, </a:t>
            </a:r>
            <a:r>
              <a:rPr lang="en-US" err="1"/>
              <a:t>là</a:t>
            </a:r>
            <a:r>
              <a:rPr lang="en-US"/>
              <a:t> </a:t>
            </a:r>
            <a:r>
              <a:rPr lang="en-US" err="1"/>
              <a:t>chế</a:t>
            </a:r>
            <a:r>
              <a:rPr lang="en-US"/>
              <a:t> </a:t>
            </a:r>
            <a:r>
              <a:rPr lang="en-US" err="1"/>
              <a:t>định</a:t>
            </a:r>
            <a:r>
              <a:rPr lang="en-US"/>
              <a:t> </a:t>
            </a:r>
            <a:r>
              <a:rPr lang="en-US" err="1"/>
              <a:t>độc</a:t>
            </a:r>
            <a:r>
              <a:rPr lang="en-US"/>
              <a:t> </a:t>
            </a:r>
            <a:r>
              <a:rPr lang="en-US" err="1"/>
              <a:t>lập</a:t>
            </a:r>
            <a:r>
              <a:rPr lang="en-US"/>
              <a:t> </a:t>
            </a:r>
            <a:r>
              <a:rPr lang="en-US" err="1"/>
              <a:t>nhưng</a:t>
            </a:r>
            <a:r>
              <a:rPr lang="en-US"/>
              <a:t> </a:t>
            </a:r>
            <a:r>
              <a:rPr lang="en-US" err="1"/>
              <a:t>lại</a:t>
            </a:r>
            <a:r>
              <a:rPr lang="en-US"/>
              <a:t> </a:t>
            </a:r>
            <a:r>
              <a:rPr lang="en-US" err="1"/>
              <a:t>nắm</a:t>
            </a:r>
            <a:r>
              <a:rPr lang="en-US"/>
              <a:t> </a:t>
            </a:r>
            <a:r>
              <a:rPr lang="en-US" err="1"/>
              <a:t>trong</a:t>
            </a:r>
            <a:r>
              <a:rPr lang="en-US"/>
              <a:t> </a:t>
            </a:r>
            <a:r>
              <a:rPr lang="en-US" err="1"/>
              <a:t>tay</a:t>
            </a:r>
            <a:r>
              <a:rPr lang="en-US"/>
              <a:t> </a:t>
            </a:r>
            <a:r>
              <a:rPr lang="en-US" err="1"/>
              <a:t>quyền</a:t>
            </a:r>
            <a:r>
              <a:rPr lang="en-US"/>
              <a:t> </a:t>
            </a:r>
            <a:r>
              <a:rPr lang="en-US" err="1"/>
              <a:t>hành</a:t>
            </a:r>
            <a:r>
              <a:rPr lang="en-US"/>
              <a:t> </a:t>
            </a:r>
            <a:r>
              <a:rPr lang="en-US" err="1"/>
              <a:t>của</a:t>
            </a:r>
            <a:r>
              <a:rPr lang="en-US"/>
              <a:t> </a:t>
            </a:r>
            <a:r>
              <a:rPr lang="en-US" err="1"/>
              <a:t>cả</a:t>
            </a:r>
            <a:r>
              <a:rPr lang="en-US"/>
              <a:t> 3 </a:t>
            </a:r>
            <a:r>
              <a:rPr lang="en-US" err="1"/>
              <a:t>lĩnh</a:t>
            </a:r>
            <a:r>
              <a:rPr lang="en-US"/>
              <a:t> </a:t>
            </a:r>
            <a:r>
              <a:rPr lang="en-US" err="1"/>
              <a:t>vực</a:t>
            </a:r>
            <a:r>
              <a:rPr lang="en-US"/>
              <a:t> </a:t>
            </a:r>
            <a:r>
              <a:rPr lang="en-US" err="1"/>
              <a:t>Lập</a:t>
            </a:r>
            <a:r>
              <a:rPr lang="en-US"/>
              <a:t> </a:t>
            </a:r>
            <a:r>
              <a:rPr lang="en-US" err="1"/>
              <a:t>pháp</a:t>
            </a:r>
            <a:r>
              <a:rPr lang="en-US"/>
              <a:t>, </a:t>
            </a:r>
            <a:r>
              <a:rPr lang="en-US" err="1"/>
              <a:t>Hành</a:t>
            </a:r>
            <a:r>
              <a:rPr lang="en-US"/>
              <a:t> </a:t>
            </a:r>
            <a:r>
              <a:rPr lang="en-US" err="1"/>
              <a:t>pháp</a:t>
            </a:r>
            <a:r>
              <a:rPr lang="en-US"/>
              <a:t>, </a:t>
            </a:r>
            <a:r>
              <a:rPr lang="en-US" err="1"/>
              <a:t>Tư</a:t>
            </a:r>
            <a:r>
              <a:rPr lang="en-US"/>
              <a:t> </a:t>
            </a:r>
            <a:r>
              <a:rPr lang="en-US" err="1"/>
              <a:t>pháp</a:t>
            </a:r>
            <a:r>
              <a:rPr lang="en-US"/>
              <a:t>.</a:t>
            </a:r>
          </a:p>
          <a:p>
            <a:r>
              <a:rPr lang="en-US"/>
              <a:t>- </a:t>
            </a:r>
            <a:r>
              <a:rPr lang="en-US" err="1"/>
              <a:t>Quyền</a:t>
            </a:r>
            <a:r>
              <a:rPr lang="en-US"/>
              <a:t> </a:t>
            </a:r>
            <a:r>
              <a:rPr lang="en-US" err="1"/>
              <a:t>lập</a:t>
            </a:r>
            <a:r>
              <a:rPr lang="en-US"/>
              <a:t> </a:t>
            </a:r>
            <a:r>
              <a:rPr lang="en-US" err="1"/>
              <a:t>pháp</a:t>
            </a:r>
            <a:r>
              <a:rPr lang="en-US"/>
              <a:t>: Ban </a:t>
            </a:r>
            <a:r>
              <a:rPr lang="en-US" err="1"/>
              <a:t>hành</a:t>
            </a:r>
            <a:r>
              <a:rPr lang="en-US"/>
              <a:t> </a:t>
            </a:r>
            <a:r>
              <a:rPr lang="en-US" err="1"/>
              <a:t>lệnh</a:t>
            </a:r>
            <a:r>
              <a:rPr lang="en-US"/>
              <a:t> </a:t>
            </a:r>
            <a:r>
              <a:rPr lang="en-US" err="1"/>
              <a:t>công</a:t>
            </a:r>
            <a:r>
              <a:rPr lang="en-US"/>
              <a:t> </a:t>
            </a:r>
            <a:r>
              <a:rPr lang="en-US" err="1"/>
              <a:t>bố</a:t>
            </a:r>
            <a:r>
              <a:rPr lang="en-US"/>
              <a:t> </a:t>
            </a:r>
            <a:r>
              <a:rPr lang="en-US" err="1"/>
              <a:t>Hiến</a:t>
            </a:r>
            <a:r>
              <a:rPr lang="en-US"/>
              <a:t> </a:t>
            </a:r>
            <a:r>
              <a:rPr lang="en-US" err="1"/>
              <a:t>pháp</a:t>
            </a:r>
            <a:r>
              <a:rPr lang="en-US"/>
              <a:t>, </a:t>
            </a:r>
            <a:r>
              <a:rPr lang="en-US" err="1"/>
              <a:t>Luật</a:t>
            </a:r>
            <a:r>
              <a:rPr lang="en-US"/>
              <a:t>, </a:t>
            </a:r>
            <a:r>
              <a:rPr lang="en-US" err="1"/>
              <a:t>trình</a:t>
            </a:r>
            <a:r>
              <a:rPr lang="en-US"/>
              <a:t> </a:t>
            </a:r>
            <a:r>
              <a:rPr lang="en-US" err="1"/>
              <a:t>các</a:t>
            </a:r>
            <a:r>
              <a:rPr lang="en-US"/>
              <a:t> </a:t>
            </a:r>
            <a:r>
              <a:rPr lang="en-US" err="1"/>
              <a:t>dự</a:t>
            </a:r>
            <a:r>
              <a:rPr lang="en-US"/>
              <a:t> </a:t>
            </a:r>
            <a:r>
              <a:rPr lang="en-US" err="1"/>
              <a:t>án</a:t>
            </a:r>
            <a:r>
              <a:rPr lang="en-US"/>
              <a:t> </a:t>
            </a:r>
            <a:r>
              <a:rPr lang="en-US" err="1"/>
              <a:t>luật</a:t>
            </a:r>
            <a:endParaRPr lang="en-US"/>
          </a:p>
          <a:p>
            <a:r>
              <a:rPr lang="en-US"/>
              <a:t>- </a:t>
            </a:r>
            <a:r>
              <a:rPr lang="en-US" err="1"/>
              <a:t>Quyền</a:t>
            </a:r>
            <a:r>
              <a:rPr lang="en-US"/>
              <a:t> </a:t>
            </a:r>
            <a:r>
              <a:rPr lang="en-US" err="1"/>
              <a:t>Hành</a:t>
            </a:r>
            <a:r>
              <a:rPr lang="en-US"/>
              <a:t> </a:t>
            </a:r>
            <a:r>
              <a:rPr lang="en-US" err="1"/>
              <a:t>pháp</a:t>
            </a:r>
            <a:r>
              <a:rPr lang="en-US"/>
              <a:t>: </a:t>
            </a:r>
            <a:r>
              <a:rPr lang="en-US" err="1"/>
              <a:t>Chủ</a:t>
            </a:r>
            <a:r>
              <a:rPr lang="en-US"/>
              <a:t> </a:t>
            </a:r>
            <a:r>
              <a:rPr lang="en-US" err="1"/>
              <a:t>tịch</a:t>
            </a:r>
            <a:r>
              <a:rPr lang="en-US"/>
              <a:t> HĐAN QP, </a:t>
            </a:r>
            <a:r>
              <a:rPr lang="en-US" err="1"/>
              <a:t>thống</a:t>
            </a:r>
            <a:r>
              <a:rPr lang="en-US"/>
              <a:t> </a:t>
            </a:r>
            <a:r>
              <a:rPr lang="en-US" err="1"/>
              <a:t>lĩnh</a:t>
            </a:r>
            <a:r>
              <a:rPr lang="en-US"/>
              <a:t> </a:t>
            </a:r>
            <a:r>
              <a:rPr lang="en-US" err="1"/>
              <a:t>các</a:t>
            </a:r>
            <a:r>
              <a:rPr lang="en-US"/>
              <a:t> </a:t>
            </a:r>
            <a:r>
              <a:rPr lang="en-US" err="1"/>
              <a:t>lực</a:t>
            </a:r>
            <a:r>
              <a:rPr lang="en-US"/>
              <a:t> </a:t>
            </a:r>
            <a:r>
              <a:rPr lang="en-US" err="1"/>
              <a:t>lượng</a:t>
            </a:r>
            <a:r>
              <a:rPr lang="en-US"/>
              <a:t> </a:t>
            </a:r>
            <a:r>
              <a:rPr lang="en-US" err="1"/>
              <a:t>vũ</a:t>
            </a:r>
            <a:r>
              <a:rPr lang="en-US"/>
              <a:t> </a:t>
            </a:r>
            <a:r>
              <a:rPr lang="en-US" err="1"/>
              <a:t>trang</a:t>
            </a:r>
            <a:r>
              <a:rPr lang="en-US"/>
              <a:t>.</a:t>
            </a:r>
          </a:p>
          <a:p>
            <a:r>
              <a:rPr lang="en-US"/>
              <a:t>- </a:t>
            </a:r>
            <a:r>
              <a:rPr lang="en-US" err="1"/>
              <a:t>Quyền</a:t>
            </a:r>
            <a:r>
              <a:rPr lang="en-US"/>
              <a:t> </a:t>
            </a:r>
            <a:r>
              <a:rPr lang="en-US" err="1"/>
              <a:t>Tư</a:t>
            </a:r>
            <a:r>
              <a:rPr lang="en-US"/>
              <a:t> </a:t>
            </a:r>
            <a:r>
              <a:rPr lang="en-US" err="1"/>
              <a:t>pháp</a:t>
            </a:r>
            <a:r>
              <a:rPr lang="en-US"/>
              <a:t>: </a:t>
            </a:r>
            <a:r>
              <a:rPr lang="en-US" err="1"/>
              <a:t>Bổ</a:t>
            </a:r>
            <a:r>
              <a:rPr lang="en-US"/>
              <a:t> </a:t>
            </a:r>
            <a:r>
              <a:rPr lang="en-US" err="1"/>
              <a:t>nhiệm</a:t>
            </a:r>
            <a:r>
              <a:rPr lang="en-US"/>
              <a:t> </a:t>
            </a:r>
            <a:r>
              <a:rPr lang="en-US" err="1"/>
              <a:t>thẩm</a:t>
            </a:r>
            <a:r>
              <a:rPr lang="en-US"/>
              <a:t> </a:t>
            </a:r>
            <a:r>
              <a:rPr lang="en-US" err="1"/>
              <a:t>phán</a:t>
            </a:r>
            <a:r>
              <a:rPr lang="en-US"/>
              <a:t> TAND </a:t>
            </a:r>
            <a:r>
              <a:rPr lang="en-US" err="1"/>
              <a:t>các</a:t>
            </a:r>
            <a:r>
              <a:rPr lang="en-US"/>
              <a:t> </a:t>
            </a:r>
            <a:r>
              <a:rPr lang="en-US" err="1"/>
              <a:t>cấp</a:t>
            </a:r>
            <a:r>
              <a:rPr lang="en-US"/>
              <a:t>. </a:t>
            </a:r>
          </a:p>
        </p:txBody>
      </p:sp>
      <p:sp>
        <p:nvSpPr>
          <p:cNvPr id="3" name="Footer Placeholder 2">
            <a:extLst>
              <a:ext uri="{FF2B5EF4-FFF2-40B4-BE49-F238E27FC236}">
                <a16:creationId xmlns:a16="http://schemas.microsoft.com/office/drawing/2014/main" id="{566A5463-497C-4A74-9167-5709A6CCCEDF}"/>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06497CBF-38A3-4769-969F-A8124AFF32F2}"/>
              </a:ext>
            </a:extLst>
          </p:cNvPr>
          <p:cNvSpPr>
            <a:spLocks noGrp="1"/>
          </p:cNvSpPr>
          <p:nvPr>
            <p:ph type="sldNum" sz="quarter" idx="12"/>
          </p:nvPr>
        </p:nvSpPr>
        <p:spPr/>
        <p:txBody>
          <a:bodyPr/>
          <a:lstStyle/>
          <a:p>
            <a:fld id="{C700A7F4-E0AA-4BCB-9880-DD9265D58A00}" type="slidenum">
              <a:rPr lang="en-US" smtClean="0"/>
              <a:pPr/>
              <a:t>44</a:t>
            </a:fld>
            <a:endParaRPr lang="en-US"/>
          </a:p>
        </p:txBody>
      </p:sp>
      <p:sp>
        <p:nvSpPr>
          <p:cNvPr id="5" name="Title 4">
            <a:extLst>
              <a:ext uri="{FF2B5EF4-FFF2-40B4-BE49-F238E27FC236}">
                <a16:creationId xmlns:a16="http://schemas.microsoft.com/office/drawing/2014/main" id="{C7A55443-D306-4107-BCC1-717B2694691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166922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B617D9-946F-4D12-B718-A44656FF12E0}"/>
              </a:ext>
            </a:extLst>
          </p:cNvPr>
          <p:cNvSpPr>
            <a:spLocks noGrp="1"/>
          </p:cNvSpPr>
          <p:nvPr>
            <p:ph type="ftr" sz="quarter" idx="11"/>
          </p:nvPr>
        </p:nvSpPr>
        <p:spPr/>
        <p:txBody>
          <a:bodyPr/>
          <a:lstStyle/>
          <a:p>
            <a:r>
              <a:rPr lang="en-US"/>
              <a:t>Nguyễn Thị Yến</a:t>
            </a:r>
          </a:p>
        </p:txBody>
      </p:sp>
      <p:sp>
        <p:nvSpPr>
          <p:cNvPr id="3" name="Slide Number Placeholder 2">
            <a:extLst>
              <a:ext uri="{FF2B5EF4-FFF2-40B4-BE49-F238E27FC236}">
                <a16:creationId xmlns:a16="http://schemas.microsoft.com/office/drawing/2014/main" id="{5A99BC40-FD39-4A70-86C7-EF96200854CD}"/>
              </a:ext>
            </a:extLst>
          </p:cNvPr>
          <p:cNvSpPr>
            <a:spLocks noGrp="1"/>
          </p:cNvSpPr>
          <p:nvPr>
            <p:ph type="sldNum" sz="quarter" idx="12"/>
          </p:nvPr>
        </p:nvSpPr>
        <p:spPr/>
        <p:txBody>
          <a:bodyPr/>
          <a:lstStyle/>
          <a:p>
            <a:fld id="{C700A7F4-E0AA-4BCB-9880-DD9265D58A00}" type="slidenum">
              <a:rPr lang="en-US" smtClean="0"/>
              <a:pPr/>
              <a:t>45</a:t>
            </a:fld>
            <a:endParaRPr lang="en-US"/>
          </a:p>
        </p:txBody>
      </p:sp>
      <p:pic>
        <p:nvPicPr>
          <p:cNvPr id="4" name="Picture 3" descr="Sơ đồ tổ chức Quốc hội Việt Nam">
            <a:extLst>
              <a:ext uri="{FF2B5EF4-FFF2-40B4-BE49-F238E27FC236}">
                <a16:creationId xmlns:a16="http://schemas.microsoft.com/office/drawing/2014/main" id="{EA30C91D-9E21-454C-A451-0CB874EDD91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0"/>
            <a:ext cx="8037671" cy="5867400"/>
          </a:xfrm>
          <a:prstGeom prst="rect">
            <a:avLst/>
          </a:prstGeom>
          <a:noFill/>
          <a:ln>
            <a:noFill/>
          </a:ln>
        </p:spPr>
      </p:pic>
    </p:spTree>
    <p:extLst>
      <p:ext uri="{BB962C8B-B14F-4D97-AF65-F5344CB8AC3E}">
        <p14:creationId xmlns:p14="http://schemas.microsoft.com/office/powerpoint/2010/main" val="3174161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4799EB-81E2-49C3-90F1-E577179D4A6E}"/>
              </a:ext>
            </a:extLst>
          </p:cNvPr>
          <p:cNvSpPr>
            <a:spLocks noGrp="1"/>
          </p:cNvSpPr>
          <p:nvPr>
            <p:ph type="ftr" sz="quarter" idx="11"/>
          </p:nvPr>
        </p:nvSpPr>
        <p:spPr/>
        <p:txBody>
          <a:bodyPr/>
          <a:lstStyle/>
          <a:p>
            <a:r>
              <a:rPr lang="en-US"/>
              <a:t>Nguyễn Thị Yến</a:t>
            </a:r>
          </a:p>
        </p:txBody>
      </p:sp>
      <p:sp>
        <p:nvSpPr>
          <p:cNvPr id="3" name="Slide Number Placeholder 2">
            <a:extLst>
              <a:ext uri="{FF2B5EF4-FFF2-40B4-BE49-F238E27FC236}">
                <a16:creationId xmlns:a16="http://schemas.microsoft.com/office/drawing/2014/main" id="{A70F105A-5D61-49CF-8A05-4BC20189DE2B}"/>
              </a:ext>
            </a:extLst>
          </p:cNvPr>
          <p:cNvSpPr>
            <a:spLocks noGrp="1"/>
          </p:cNvSpPr>
          <p:nvPr>
            <p:ph type="sldNum" sz="quarter" idx="12"/>
          </p:nvPr>
        </p:nvSpPr>
        <p:spPr/>
        <p:txBody>
          <a:bodyPr/>
          <a:lstStyle/>
          <a:p>
            <a:fld id="{C700A7F4-E0AA-4BCB-9880-DD9265D58A00}" type="slidenum">
              <a:rPr lang="en-US" smtClean="0"/>
              <a:pPr/>
              <a:t>46</a:t>
            </a:fld>
            <a:endParaRPr lang="en-US"/>
          </a:p>
        </p:txBody>
      </p:sp>
      <p:pic>
        <p:nvPicPr>
          <p:cNvPr id="4" name="Picture 3">
            <a:extLst>
              <a:ext uri="{FF2B5EF4-FFF2-40B4-BE49-F238E27FC236}">
                <a16:creationId xmlns:a16="http://schemas.microsoft.com/office/drawing/2014/main" id="{C231FAE5-955C-4AD7-93D3-4BACE664CB7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968" y="-1"/>
            <a:ext cx="8891112" cy="6773069"/>
          </a:xfrm>
          <a:prstGeom prst="rect">
            <a:avLst/>
          </a:prstGeom>
          <a:noFill/>
          <a:ln>
            <a:noFill/>
          </a:ln>
        </p:spPr>
      </p:pic>
    </p:spTree>
    <p:extLst>
      <p:ext uri="{BB962C8B-B14F-4D97-AF65-F5344CB8AC3E}">
        <p14:creationId xmlns:p14="http://schemas.microsoft.com/office/powerpoint/2010/main" val="2968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D6C7D-84D6-4323-9FA2-CAB11A17A9B2}"/>
              </a:ext>
            </a:extLst>
          </p:cNvPr>
          <p:cNvSpPr>
            <a:spLocks noGrp="1"/>
          </p:cNvSpPr>
          <p:nvPr>
            <p:ph type="title"/>
          </p:nvPr>
        </p:nvSpPr>
        <p:spPr>
          <a:xfrm>
            <a:off x="457200" y="273050"/>
            <a:ext cx="8229600" cy="762000"/>
          </a:xfrm>
        </p:spPr>
        <p:txBody>
          <a:bodyPr>
            <a:noAutofit/>
          </a:bodyPr>
          <a:lstStyle/>
          <a:p>
            <a:r>
              <a:rPr lang="en-US" sz="2800" err="1"/>
              <a:t>Các</a:t>
            </a:r>
            <a:r>
              <a:rPr lang="en-US" sz="2800"/>
              <a:t> </a:t>
            </a:r>
            <a:r>
              <a:rPr lang="en-US" sz="2800" err="1"/>
              <a:t>bộ</a:t>
            </a:r>
            <a:r>
              <a:rPr lang="en-US" sz="2800"/>
              <a:t> </a:t>
            </a:r>
            <a:r>
              <a:rPr lang="en-US" sz="2800" err="1"/>
              <a:t>và</a:t>
            </a:r>
            <a:r>
              <a:rPr lang="en-US" sz="2800"/>
              <a:t> </a:t>
            </a:r>
            <a:r>
              <a:rPr lang="en-US" sz="2800" err="1"/>
              <a:t>cơ</a:t>
            </a:r>
            <a:r>
              <a:rPr lang="en-US" sz="2800"/>
              <a:t> </a:t>
            </a:r>
            <a:r>
              <a:rPr lang="en-US" sz="2800" err="1"/>
              <a:t>quan</a:t>
            </a:r>
            <a:r>
              <a:rPr lang="en-US" sz="2800"/>
              <a:t> </a:t>
            </a:r>
            <a:r>
              <a:rPr lang="en-US" sz="2800" err="1"/>
              <a:t>ngang</a:t>
            </a:r>
            <a:r>
              <a:rPr lang="en-US" sz="2800"/>
              <a:t> </a:t>
            </a:r>
            <a:r>
              <a:rPr lang="en-US" sz="2800" err="1"/>
              <a:t>bộ</a:t>
            </a:r>
            <a:endParaRPr lang="en-US" sz="2800"/>
          </a:p>
        </p:txBody>
      </p:sp>
      <p:sp>
        <p:nvSpPr>
          <p:cNvPr id="6" name="Content Placeholder 5">
            <a:extLst>
              <a:ext uri="{FF2B5EF4-FFF2-40B4-BE49-F238E27FC236}">
                <a16:creationId xmlns:a16="http://schemas.microsoft.com/office/drawing/2014/main" id="{8596A8BA-B8CF-4945-B01B-088E7C5ED74E}"/>
              </a:ext>
            </a:extLst>
          </p:cNvPr>
          <p:cNvSpPr>
            <a:spLocks noGrp="1"/>
          </p:cNvSpPr>
          <p:nvPr>
            <p:ph sz="quarter" idx="4"/>
          </p:nvPr>
        </p:nvSpPr>
        <p:spPr>
          <a:xfrm>
            <a:off x="4645025" y="914400"/>
            <a:ext cx="4041775" cy="5493544"/>
          </a:xfrm>
        </p:spPr>
        <p:txBody>
          <a:bodyPr>
            <a:normAutofit fontScale="92500" lnSpcReduction="20000"/>
          </a:bodyPr>
          <a:lstStyle/>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(14) </a:t>
            </a:r>
            <a:r>
              <a:rPr lang="en-US" sz="2400" err="1">
                <a:solidFill>
                  <a:srgbClr val="000000"/>
                </a:solidFill>
                <a:effectLst/>
                <a:latin typeface="Segoe UI" panose="020B0502040204020203" pitchFamily="34" charset="0"/>
                <a:ea typeface="Times New Roman" panose="02020603050405020304" pitchFamily="18" charset="0"/>
              </a:rPr>
              <a:t>Bộ</a:t>
            </a:r>
            <a:r>
              <a:rPr lang="en-US" sz="2400">
                <a:solidFill>
                  <a:srgbClr val="000000"/>
                </a:solidFill>
                <a:effectLst/>
                <a:latin typeface="Segoe UI" panose="020B0502040204020203" pitchFamily="34" charset="0"/>
                <a:ea typeface="Times New Roman" panose="02020603050405020304" pitchFamily="18" charset="0"/>
              </a:rPr>
              <a:t> Lao </a:t>
            </a:r>
            <a:r>
              <a:rPr lang="en-US" sz="2400" err="1">
                <a:solidFill>
                  <a:srgbClr val="000000"/>
                </a:solidFill>
                <a:effectLst/>
                <a:latin typeface="Segoe UI" panose="020B0502040204020203" pitchFamily="34" charset="0"/>
                <a:ea typeface="Times New Roman" panose="02020603050405020304" pitchFamily="18" charset="0"/>
              </a:rPr>
              <a:t>động</a:t>
            </a:r>
            <a:r>
              <a:rPr lang="en-US" sz="2400">
                <a:solidFill>
                  <a:srgbClr val="000000"/>
                </a:solidFill>
                <a:effectLst/>
                <a:latin typeface="Segoe UI" panose="020B0502040204020203" pitchFamily="34" charset="0"/>
                <a:ea typeface="Times New Roman" panose="02020603050405020304" pitchFamily="18" charset="0"/>
              </a:rPr>
              <a:t> - </a:t>
            </a:r>
            <a:r>
              <a:rPr lang="en-US" sz="2400" err="1">
                <a:solidFill>
                  <a:srgbClr val="000000"/>
                </a:solidFill>
                <a:effectLst/>
                <a:latin typeface="Segoe UI" panose="020B0502040204020203" pitchFamily="34" charset="0"/>
                <a:ea typeface="Times New Roman" panose="02020603050405020304" pitchFamily="18" charset="0"/>
              </a:rPr>
              <a:t>Thương</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binh</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và</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Xã</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hội</a:t>
            </a:r>
            <a:r>
              <a:rPr lang="en-US" sz="2400">
                <a:solidFill>
                  <a:srgbClr val="000000"/>
                </a:solidFill>
                <a:effectLst/>
                <a:latin typeface="Segoe UI" panose="020B0502040204020203" pitchFamily="34" charset="0"/>
                <a:ea typeface="Times New Roman" panose="02020603050405020304" pitchFamily="18" charset="0"/>
              </a:rPr>
              <a:t>;</a:t>
            </a: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(15) </a:t>
            </a:r>
            <a:r>
              <a:rPr lang="en-US" sz="2400" err="1">
                <a:solidFill>
                  <a:srgbClr val="000000"/>
                </a:solidFill>
                <a:effectLst/>
                <a:latin typeface="Segoe UI" panose="020B0502040204020203" pitchFamily="34" charset="0"/>
                <a:ea typeface="Times New Roman" panose="02020603050405020304" pitchFamily="18" charset="0"/>
              </a:rPr>
              <a:t>Bộ</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Văn</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hóa</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Thể</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thao</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và</a:t>
            </a:r>
            <a:r>
              <a:rPr lang="en-US" sz="2400">
                <a:solidFill>
                  <a:srgbClr val="000000"/>
                </a:solidFill>
                <a:effectLst/>
                <a:latin typeface="Segoe UI" panose="020B0502040204020203" pitchFamily="34" charset="0"/>
                <a:ea typeface="Times New Roman" panose="02020603050405020304" pitchFamily="18" charset="0"/>
              </a:rPr>
              <a:t> Du </a:t>
            </a:r>
            <a:r>
              <a:rPr lang="en-US" sz="2400" err="1">
                <a:solidFill>
                  <a:srgbClr val="000000"/>
                </a:solidFill>
                <a:effectLst/>
                <a:latin typeface="Segoe UI" panose="020B0502040204020203" pitchFamily="34" charset="0"/>
                <a:ea typeface="Times New Roman" panose="02020603050405020304" pitchFamily="18" charset="0"/>
              </a:rPr>
              <a:t>lịch</a:t>
            </a:r>
            <a:r>
              <a:rPr lang="en-US" sz="2400">
                <a:solidFill>
                  <a:srgbClr val="000000"/>
                </a:solidFill>
                <a:effectLst/>
                <a:latin typeface="Segoe UI" panose="020B0502040204020203" pitchFamily="34" charset="0"/>
                <a:ea typeface="Times New Roman" panose="02020603050405020304" pitchFamily="18" charset="0"/>
              </a:rPr>
              <a:t>;</a:t>
            </a:r>
            <a:endParaRPr lang="en-US" sz="2400" b="1">
              <a:solidFill>
                <a:srgbClr val="000000"/>
              </a:solidFill>
              <a:effectLst/>
              <a:latin typeface="Segoe UI" panose="020B0502040204020203" pitchFamily="34"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(16)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Khoa </a:t>
            </a:r>
            <a:r>
              <a:rPr lang="en-US" sz="2600" err="1">
                <a:solidFill>
                  <a:srgbClr val="000000"/>
                </a:solidFill>
                <a:effectLst/>
                <a:latin typeface="Segoe UI" panose="020B0502040204020203" pitchFamily="34" charset="0"/>
                <a:ea typeface="Times New Roman" panose="02020603050405020304" pitchFamily="18" charset="0"/>
              </a:rPr>
              <a:t>học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Công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nghệ</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(17)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Giáo</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dục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Đào</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tạo</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(18)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Y </a:t>
            </a:r>
            <a:r>
              <a:rPr lang="en-US" sz="2600" err="1">
                <a:solidFill>
                  <a:srgbClr val="000000"/>
                </a:solidFill>
                <a:effectLst/>
                <a:latin typeface="Segoe UI" panose="020B0502040204020203" pitchFamily="34" charset="0"/>
                <a:ea typeface="Times New Roman" panose="02020603050405020304" pitchFamily="18" charset="0"/>
              </a:rPr>
              <a:t>tế</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endParaRPr lang="en-US" sz="2600" b="1">
              <a:solidFill>
                <a:srgbClr val="000000"/>
              </a:solidFill>
              <a:effectLst/>
              <a:latin typeface="Segoe UI" panose="020B0502040204020203" pitchFamily="34" charset="0"/>
              <a:ea typeface="Times New Roman" panose="02020603050405020304" pitchFamily="18" charset="0"/>
            </a:endParaRPr>
          </a:p>
          <a:p>
            <a:pPr marL="0" marR="0" algn="just">
              <a:spcBef>
                <a:spcPts val="0"/>
              </a:spcBef>
            </a:pPr>
            <a:r>
              <a:rPr lang="en-US" sz="2600" b="1">
                <a:solidFill>
                  <a:srgbClr val="000000"/>
                </a:solidFill>
                <a:effectLst/>
                <a:latin typeface="Segoe UI" panose="020B0502040204020203" pitchFamily="34" charset="0"/>
                <a:ea typeface="Times New Roman" panose="02020603050405020304" pitchFamily="18" charset="0"/>
              </a:rPr>
              <a:t>04 </a:t>
            </a:r>
            <a:r>
              <a:rPr lang="en-US" sz="2600" b="1" err="1">
                <a:solidFill>
                  <a:srgbClr val="000000"/>
                </a:solidFill>
                <a:effectLst/>
                <a:latin typeface="Segoe UI" panose="020B0502040204020203" pitchFamily="34" charset="0"/>
                <a:ea typeface="Times New Roman" panose="02020603050405020304" pitchFamily="18" charset="0"/>
              </a:rPr>
              <a:t>cơ</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quan</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ngang</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bộ</a:t>
            </a:r>
            <a:r>
              <a:rPr lang="en-US" sz="2600" b="1">
                <a:solidFill>
                  <a:srgbClr val="000000"/>
                </a:solidFill>
                <a:effectLst/>
                <a:latin typeface="Segoe UI" panose="020B0502040204020203" pitchFamily="34" charset="0"/>
                <a:ea typeface="Times New Roman" panose="02020603050405020304" pitchFamily="18" charset="0"/>
              </a:rPr>
              <a:t> bao </a:t>
            </a:r>
            <a:r>
              <a:rPr lang="en-US" sz="2600" b="1" err="1">
                <a:solidFill>
                  <a:srgbClr val="000000"/>
                </a:solidFill>
                <a:effectLst/>
                <a:latin typeface="Segoe UI" panose="020B0502040204020203" pitchFamily="34" charset="0"/>
                <a:ea typeface="Times New Roman" panose="02020603050405020304" pitchFamily="18" charset="0"/>
              </a:rPr>
              <a:t>gồm</a:t>
            </a:r>
            <a:r>
              <a:rPr lang="en-US" sz="2600" b="1">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(19) </a:t>
            </a:r>
            <a:r>
              <a:rPr lang="en-US" sz="2600" err="1">
                <a:solidFill>
                  <a:srgbClr val="000000"/>
                </a:solidFill>
                <a:effectLst/>
                <a:latin typeface="Segoe UI" panose="020B0502040204020203" pitchFamily="34" charset="0"/>
                <a:ea typeface="Times New Roman" panose="02020603050405020304" pitchFamily="18" charset="0"/>
              </a:rPr>
              <a:t>Ủy</a:t>
            </a:r>
            <a:r>
              <a:rPr lang="en-US" sz="2600">
                <a:solidFill>
                  <a:srgbClr val="000000"/>
                </a:solidFill>
                <a:effectLst/>
                <a:latin typeface="Segoe UI" panose="020B0502040204020203" pitchFamily="34" charset="0"/>
                <a:ea typeface="Times New Roman" panose="02020603050405020304" pitchFamily="18" charset="0"/>
              </a:rPr>
              <a:t> ban </a:t>
            </a:r>
            <a:r>
              <a:rPr lang="en-US" sz="2600" err="1">
                <a:solidFill>
                  <a:srgbClr val="000000"/>
                </a:solidFill>
                <a:effectLst/>
                <a:latin typeface="Segoe UI" panose="020B0502040204020203" pitchFamily="34" charset="0"/>
                <a:ea typeface="Times New Roman" panose="02020603050405020304" pitchFamily="18" charset="0"/>
              </a:rPr>
              <a:t>Dân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tộc</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(20) </a:t>
            </a:r>
            <a:r>
              <a:rPr lang="en-US" sz="2600" err="1">
                <a:solidFill>
                  <a:srgbClr val="000000"/>
                </a:solidFill>
                <a:effectLst/>
                <a:latin typeface="Segoe UI" panose="020B0502040204020203" pitchFamily="34" charset="0"/>
                <a:ea typeface="Times New Roman" panose="02020603050405020304" pitchFamily="18" charset="0"/>
              </a:rPr>
              <a:t>Ngân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hàng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Nhà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nước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Việt</a:t>
            </a:r>
            <a:r>
              <a:rPr lang="en-US" sz="2600">
                <a:solidFill>
                  <a:srgbClr val="000000"/>
                </a:solidFill>
                <a:effectLst/>
                <a:latin typeface="Segoe UI" panose="020B0502040204020203" pitchFamily="34" charset="0"/>
                <a:ea typeface="Times New Roman" panose="02020603050405020304" pitchFamily="18" charset="0"/>
              </a:rPr>
              <a:t> Nam;</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(21) Thanh </a:t>
            </a:r>
            <a:r>
              <a:rPr lang="en-US" sz="2600" err="1">
                <a:solidFill>
                  <a:srgbClr val="000000"/>
                </a:solidFill>
                <a:effectLst/>
                <a:latin typeface="Segoe UI" panose="020B0502040204020203" pitchFamily="34" charset="0"/>
                <a:ea typeface="Times New Roman" panose="02020603050405020304" pitchFamily="18" charset="0"/>
              </a:rPr>
              <a:t>tra</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Chính</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phủ</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(22) </a:t>
            </a:r>
            <a:r>
              <a:rPr lang="en-US" sz="2600" err="1">
                <a:solidFill>
                  <a:srgbClr val="000000"/>
                </a:solidFill>
                <a:effectLst/>
                <a:latin typeface="Segoe UI" panose="020B0502040204020203" pitchFamily="34" charset="0"/>
                <a:ea typeface="Times New Roman" panose="02020603050405020304" pitchFamily="18" charset="0"/>
              </a:rPr>
              <a:t>Văn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phòng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Chính</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phủ</a:t>
            </a:r>
            <a:r>
              <a:rPr lang="en-US" sz="2300">
                <a:solidFill>
                  <a:srgbClr val="000000"/>
                </a:solidFill>
                <a:latin typeface="Segoe UI" panose="020B0502040204020203" pitchFamily="34" charset="0"/>
                <a:ea typeface="Times New Roman" panose="02020603050405020304" pitchFamily="18" charset="0"/>
              </a:rPr>
              <a:t>.</a:t>
            </a:r>
          </a:p>
          <a:p>
            <a:pPr marL="342900" marR="0" lvl="0" indent="-342900">
              <a:lnSpc>
                <a:spcPct val="107000"/>
              </a:lnSpc>
              <a:spcBef>
                <a:spcPts val="0"/>
              </a:spcBef>
              <a:spcAft>
                <a:spcPts val="120"/>
              </a:spcAft>
              <a:buSzPts val="1000"/>
              <a:buFont typeface="Symbol" panose="05050102010706020507" pitchFamily="18" charset="2"/>
              <a:buChar char=""/>
              <a:tabLst>
                <a:tab pos="457200" algn="l"/>
              </a:tabLst>
            </a:pPr>
            <a:endParaRPr lang="en-US" sz="21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algn="just">
              <a:spcBef>
                <a:spcPts val="0"/>
              </a:spcBef>
            </a:pPr>
            <a:endParaRPr lang="en-US" sz="2400">
              <a:effectLst/>
              <a:latin typeface="Times New Roman" panose="02020603050405020304" pitchFamily="18" charset="0"/>
              <a:ea typeface="Times New Roman" panose="02020603050405020304" pitchFamily="18" charset="0"/>
            </a:endParaRPr>
          </a:p>
        </p:txBody>
      </p:sp>
      <p:sp>
        <p:nvSpPr>
          <p:cNvPr id="7" name="Footer Placeholder 6">
            <a:extLst>
              <a:ext uri="{FF2B5EF4-FFF2-40B4-BE49-F238E27FC236}">
                <a16:creationId xmlns:a16="http://schemas.microsoft.com/office/drawing/2014/main" id="{BD462302-AA25-4F68-BE7A-E05C597C683F}"/>
              </a:ext>
            </a:extLst>
          </p:cNvPr>
          <p:cNvSpPr>
            <a:spLocks noGrp="1"/>
          </p:cNvSpPr>
          <p:nvPr>
            <p:ph type="ftr" sz="quarter" idx="11"/>
          </p:nvPr>
        </p:nvSpPr>
        <p:spPr/>
        <p:txBody>
          <a:bodyPr/>
          <a:lstStyle/>
          <a:p>
            <a:r>
              <a:rPr lang="en-US"/>
              <a:t>Nguyễn Thị Yến</a:t>
            </a:r>
          </a:p>
        </p:txBody>
      </p:sp>
      <p:sp>
        <p:nvSpPr>
          <p:cNvPr id="8" name="Slide Number Placeholder 7">
            <a:extLst>
              <a:ext uri="{FF2B5EF4-FFF2-40B4-BE49-F238E27FC236}">
                <a16:creationId xmlns:a16="http://schemas.microsoft.com/office/drawing/2014/main" id="{5A6B39B3-B6A8-4083-BB95-A75BEDD4EA8D}"/>
              </a:ext>
            </a:extLst>
          </p:cNvPr>
          <p:cNvSpPr>
            <a:spLocks noGrp="1"/>
          </p:cNvSpPr>
          <p:nvPr>
            <p:ph type="sldNum" sz="quarter" idx="12"/>
          </p:nvPr>
        </p:nvSpPr>
        <p:spPr/>
        <p:txBody>
          <a:bodyPr/>
          <a:lstStyle/>
          <a:p>
            <a:fld id="{C700A7F4-E0AA-4BCB-9880-DD9265D58A00}" type="slidenum">
              <a:rPr lang="en-US" smtClean="0"/>
              <a:pPr/>
              <a:t>47</a:t>
            </a:fld>
            <a:endParaRPr lang="en-US"/>
          </a:p>
        </p:txBody>
      </p:sp>
      <p:sp>
        <p:nvSpPr>
          <p:cNvPr id="10" name="Content Placeholder 9">
            <a:extLst>
              <a:ext uri="{FF2B5EF4-FFF2-40B4-BE49-F238E27FC236}">
                <a16:creationId xmlns:a16="http://schemas.microsoft.com/office/drawing/2014/main" id="{E98F6FFF-3C4A-482E-B756-A5753D7E6951}"/>
              </a:ext>
            </a:extLst>
          </p:cNvPr>
          <p:cNvSpPr>
            <a:spLocks noGrp="1"/>
          </p:cNvSpPr>
          <p:nvPr>
            <p:ph sz="quarter" idx="2"/>
          </p:nvPr>
        </p:nvSpPr>
        <p:spPr>
          <a:xfrm>
            <a:off x="457200" y="1444294"/>
            <a:ext cx="4040188" cy="5140656"/>
          </a:xfrm>
        </p:spPr>
        <p:txBody>
          <a:bodyPr>
            <a:normAutofit fontScale="92500" lnSpcReduction="20000"/>
          </a:bodyPr>
          <a:lstStyle/>
          <a:p>
            <a:pPr marL="0" marR="0" algn="just">
              <a:spcBef>
                <a:spcPts val="0"/>
              </a:spcBef>
            </a:pPr>
            <a:r>
              <a:rPr lang="en-US" sz="2600" b="1">
                <a:solidFill>
                  <a:srgbClr val="000000"/>
                </a:solidFill>
                <a:effectLst/>
                <a:latin typeface="Segoe UI" panose="020B0502040204020203" pitchFamily="34" charset="0"/>
                <a:ea typeface="Times New Roman" panose="02020603050405020304" pitchFamily="18" charset="0"/>
              </a:rPr>
              <a:t>18 </a:t>
            </a:r>
            <a:r>
              <a:rPr lang="en-US" sz="2600" b="1" err="1">
                <a:solidFill>
                  <a:srgbClr val="000000"/>
                </a:solidFill>
                <a:effectLst/>
                <a:latin typeface="Segoe UI" panose="020B0502040204020203" pitchFamily="34" charset="0"/>
                <a:ea typeface="Times New Roman" panose="02020603050405020304" pitchFamily="18" charset="0"/>
              </a:rPr>
              <a:t>Bộ</a:t>
            </a:r>
            <a:r>
              <a:rPr lang="en-US" sz="2600" b="1">
                <a:solidFill>
                  <a:srgbClr val="000000"/>
                </a:solidFill>
                <a:effectLst/>
                <a:latin typeface="Segoe UI" panose="020B0502040204020203" pitchFamily="34" charset="0"/>
                <a:ea typeface="Times New Roman" panose="02020603050405020304" pitchFamily="18" charset="0"/>
              </a:rPr>
              <a:t> bao </a:t>
            </a:r>
            <a:r>
              <a:rPr lang="en-US" sz="2600" b="1" err="1">
                <a:solidFill>
                  <a:srgbClr val="000000"/>
                </a:solidFill>
                <a:effectLst/>
                <a:latin typeface="Segoe UI" panose="020B0502040204020203" pitchFamily="34" charset="0"/>
                <a:ea typeface="Times New Roman" panose="02020603050405020304" pitchFamily="18" charset="0"/>
              </a:rPr>
              <a:t>gồm</a:t>
            </a:r>
            <a:r>
              <a:rPr lang="en-US" sz="2600" b="1">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Quốc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phòng</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(2)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Công</a:t>
            </a:r>
            <a:r>
              <a:rPr lang="en-US" sz="2600">
                <a:solidFill>
                  <a:srgbClr val="000000"/>
                </a:solidFill>
                <a:effectLst/>
                <a:latin typeface="Segoe UI" panose="020B0502040204020203" pitchFamily="34" charset="0"/>
                <a:ea typeface="Times New Roman" panose="02020603050405020304" pitchFamily="18" charset="0"/>
              </a:rPr>
              <a:t> an;</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(3)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Ngoại</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giao</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(4)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Nội</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vụ</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(5)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Tư</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pháp</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(6)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Kế</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hoạch</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Đầu</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tư</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(7)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Tài</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chính</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(8)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Công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thương</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(9)</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Nông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nghiệp</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Phát</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triển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nông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thôn</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(10)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Giao </a:t>
            </a:r>
            <a:r>
              <a:rPr lang="en-US" sz="2600" err="1">
                <a:solidFill>
                  <a:srgbClr val="000000"/>
                </a:solidFill>
                <a:effectLst/>
                <a:latin typeface="Segoe UI" panose="020B0502040204020203" pitchFamily="34" charset="0"/>
                <a:ea typeface="Times New Roman" panose="02020603050405020304" pitchFamily="18" charset="0"/>
              </a:rPr>
              <a:t>thông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vận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tải</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(11)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Xây</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dựng</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(12) </a:t>
            </a:r>
            <a:r>
              <a:rPr lang="en-US" sz="2400" err="1">
                <a:solidFill>
                  <a:srgbClr val="000000"/>
                </a:solidFill>
                <a:effectLst/>
                <a:latin typeface="Segoe UI" panose="020B0502040204020203" pitchFamily="34" charset="0"/>
                <a:ea typeface="Times New Roman" panose="02020603050405020304" pitchFamily="18" charset="0"/>
              </a:rPr>
              <a:t>Bộ</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Tài</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nguyên</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và</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Môi</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trường</a:t>
            </a:r>
            <a:r>
              <a:rPr lang="en-US" sz="2400">
                <a:solidFill>
                  <a:srgbClr val="000000"/>
                </a:solidFill>
                <a:effectLst/>
                <a:latin typeface="Segoe UI" panose="020B0502040204020203" pitchFamily="34" charset="0"/>
                <a:ea typeface="Times New Roman" panose="02020603050405020304" pitchFamily="18" charset="0"/>
              </a:rPr>
              <a:t>;</a:t>
            </a:r>
            <a:endParaRPr lang="en-US" sz="2400">
              <a:effectLst/>
              <a:latin typeface="Times New Roman" panose="02020603050405020304" pitchFamily="18" charset="0"/>
              <a:ea typeface="Times New Roman" panose="02020603050405020304" pitchFamily="18" charset="0"/>
            </a:endParaRP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(13) </a:t>
            </a:r>
            <a:r>
              <a:rPr lang="en-US" sz="2400" err="1">
                <a:solidFill>
                  <a:srgbClr val="000000"/>
                </a:solidFill>
                <a:effectLst/>
                <a:latin typeface="Segoe UI" panose="020B0502040204020203" pitchFamily="34" charset="0"/>
                <a:ea typeface="Times New Roman" panose="02020603050405020304" pitchFamily="18" charset="0"/>
              </a:rPr>
              <a:t>Bộ</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Thông</a:t>
            </a:r>
            <a:r>
              <a:rPr lang="en-US" sz="2400">
                <a:solidFill>
                  <a:srgbClr val="000000"/>
                </a:solidFill>
                <a:effectLst/>
                <a:latin typeface="Segoe UI" panose="020B0502040204020203" pitchFamily="34" charset="0"/>
                <a:ea typeface="Times New Roman" panose="02020603050405020304" pitchFamily="18" charset="0"/>
              </a:rPr>
              <a:t> tin </a:t>
            </a:r>
            <a:r>
              <a:rPr lang="en-US" sz="2400" err="1">
                <a:solidFill>
                  <a:srgbClr val="000000"/>
                </a:solidFill>
                <a:effectLst/>
                <a:latin typeface="Segoe UI" panose="020B0502040204020203" pitchFamily="34" charset="0"/>
                <a:ea typeface="Times New Roman" panose="02020603050405020304" pitchFamily="18" charset="0"/>
              </a:rPr>
              <a:t>và</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Truyền</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thông</a:t>
            </a:r>
            <a:r>
              <a:rPr lang="en-US" sz="2400">
                <a:solidFill>
                  <a:srgbClr val="000000"/>
                </a:solidFill>
                <a:effectLst/>
                <a:latin typeface="Segoe UI" panose="020B0502040204020203" pitchFamily="34" charset="0"/>
                <a:ea typeface="Times New Roman" panose="02020603050405020304" pitchFamily="18" charset="0"/>
              </a:rPr>
              <a:t>;</a:t>
            </a:r>
            <a:endParaRPr lang="en-US" sz="2400">
              <a:effectLst/>
              <a:latin typeface="Times New Roman" panose="02020603050405020304" pitchFamily="18" charset="0"/>
              <a:ea typeface="Times New Roman" panose="02020603050405020304" pitchFamily="18" charset="0"/>
            </a:endParaRPr>
          </a:p>
          <a:p>
            <a:endParaRPr lang="en-US"/>
          </a:p>
        </p:txBody>
      </p:sp>
    </p:spTree>
    <p:extLst>
      <p:ext uri="{BB962C8B-B14F-4D97-AF65-F5344CB8AC3E}">
        <p14:creationId xmlns:p14="http://schemas.microsoft.com/office/powerpoint/2010/main" val="581204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D6C7D-84D6-4323-9FA2-CAB11A17A9B2}"/>
              </a:ext>
            </a:extLst>
          </p:cNvPr>
          <p:cNvSpPr>
            <a:spLocks noGrp="1"/>
          </p:cNvSpPr>
          <p:nvPr>
            <p:ph type="title"/>
          </p:nvPr>
        </p:nvSpPr>
        <p:spPr>
          <a:xfrm>
            <a:off x="457200" y="273050"/>
            <a:ext cx="8229600" cy="762000"/>
          </a:xfrm>
        </p:spPr>
        <p:txBody>
          <a:bodyPr>
            <a:noAutofit/>
          </a:bodyPr>
          <a:lstStyle/>
          <a:p>
            <a:r>
              <a:rPr lang="en-US" sz="2800" err="1"/>
              <a:t>Các</a:t>
            </a:r>
            <a:r>
              <a:rPr lang="en-US" sz="2800"/>
              <a:t> </a:t>
            </a:r>
            <a:r>
              <a:rPr lang="en-US" sz="2800" err="1"/>
              <a:t>bộ</a:t>
            </a:r>
            <a:r>
              <a:rPr lang="en-US" sz="2800"/>
              <a:t> </a:t>
            </a:r>
            <a:r>
              <a:rPr lang="en-US" sz="2800" err="1"/>
              <a:t>và</a:t>
            </a:r>
            <a:r>
              <a:rPr lang="en-US" sz="2800"/>
              <a:t> </a:t>
            </a:r>
            <a:r>
              <a:rPr lang="en-US" sz="2800" err="1"/>
              <a:t>cơ</a:t>
            </a:r>
            <a:r>
              <a:rPr lang="en-US" sz="2800"/>
              <a:t> </a:t>
            </a:r>
            <a:r>
              <a:rPr lang="en-US" sz="2800" err="1"/>
              <a:t>quan</a:t>
            </a:r>
            <a:r>
              <a:rPr lang="en-US" sz="2800"/>
              <a:t> </a:t>
            </a:r>
            <a:r>
              <a:rPr lang="en-US" sz="2800" err="1"/>
              <a:t>ngang</a:t>
            </a:r>
            <a:r>
              <a:rPr lang="en-US" sz="2800"/>
              <a:t> </a:t>
            </a:r>
            <a:r>
              <a:rPr lang="en-US" sz="2800" err="1"/>
              <a:t>bộ</a:t>
            </a:r>
            <a:endParaRPr lang="en-US" sz="2800"/>
          </a:p>
        </p:txBody>
      </p:sp>
      <p:sp>
        <p:nvSpPr>
          <p:cNvPr id="6" name="Content Placeholder 5">
            <a:extLst>
              <a:ext uri="{FF2B5EF4-FFF2-40B4-BE49-F238E27FC236}">
                <a16:creationId xmlns:a16="http://schemas.microsoft.com/office/drawing/2014/main" id="{8596A8BA-B8CF-4945-B01B-088E7C5ED74E}"/>
              </a:ext>
            </a:extLst>
          </p:cNvPr>
          <p:cNvSpPr>
            <a:spLocks noGrp="1"/>
          </p:cNvSpPr>
          <p:nvPr>
            <p:ph sz="quarter" idx="4"/>
          </p:nvPr>
        </p:nvSpPr>
        <p:spPr>
          <a:xfrm>
            <a:off x="4645025" y="914400"/>
            <a:ext cx="4041775" cy="5493544"/>
          </a:xfrm>
        </p:spPr>
        <p:txBody>
          <a:bodyPr>
            <a:normAutofit/>
          </a:bodyPr>
          <a:lstStyle/>
          <a:p>
            <a:pPr marL="0" algn="just"/>
            <a:r>
              <a:rPr lang="en-US" sz="2400">
                <a:solidFill>
                  <a:srgbClr val="000000"/>
                </a:solidFill>
                <a:effectLst/>
                <a:latin typeface="Segoe UI" panose="020B0502040204020203" pitchFamily="34" charset="0"/>
                <a:ea typeface="Times New Roman" panose="02020603050405020304" pitchFamily="18" charset="0"/>
              </a:rPr>
              <a:t>(13)</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Bộ</a:t>
            </a:r>
            <a:r>
              <a:rPr lang="en-US">
                <a:solidFill>
                  <a:srgbClr val="000000"/>
                </a:solidFill>
                <a:latin typeface="Segoe UI" panose="020B0502040204020203" pitchFamily="34" charset="0"/>
                <a:ea typeface="Times New Roman" panose="02020603050405020304" pitchFamily="18" charset="0"/>
              </a:rPr>
              <a:t> Y </a:t>
            </a:r>
            <a:r>
              <a:rPr lang="en-US" err="1">
                <a:solidFill>
                  <a:srgbClr val="000000"/>
                </a:solidFill>
                <a:latin typeface="Segoe UI" panose="020B0502040204020203" pitchFamily="34" charset="0"/>
                <a:ea typeface="Times New Roman" panose="02020603050405020304" pitchFamily="18" charset="0"/>
              </a:rPr>
              <a:t>tế</a:t>
            </a:r>
            <a:r>
              <a:rPr lang="en-US">
                <a:solidFill>
                  <a:srgbClr val="000000"/>
                </a:solidFill>
                <a:latin typeface="Segoe UI" panose="020B0502040204020203" pitchFamily="34" charset="0"/>
                <a:ea typeface="Times New Roman" panose="02020603050405020304" pitchFamily="18" charset="0"/>
              </a:rPr>
              <a:t>.</a:t>
            </a:r>
            <a:endParaRPr lang="en-US" sz="2400">
              <a:solidFill>
                <a:srgbClr val="000000"/>
              </a:solidFill>
              <a:effectLst/>
              <a:latin typeface="Segoe UI" panose="020B0502040204020203" pitchFamily="34" charset="0"/>
              <a:ea typeface="Times New Roman" panose="02020603050405020304" pitchFamily="18" charset="0"/>
            </a:endParaRP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(14) </a:t>
            </a:r>
            <a:r>
              <a:rPr lang="en-US" sz="2400" err="1">
                <a:solidFill>
                  <a:srgbClr val="000000"/>
                </a:solidFill>
                <a:effectLst/>
                <a:latin typeface="Segoe UI" panose="020B0502040204020203" pitchFamily="34" charset="0"/>
                <a:ea typeface="Times New Roman" panose="02020603050405020304" pitchFamily="18" charset="0"/>
              </a:rPr>
              <a:t>Bộ</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Dân</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tộc</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và</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Tôn</a:t>
            </a:r>
            <a:r>
              <a:rPr lang="en-US" sz="2400">
                <a:solidFill>
                  <a:srgbClr val="000000"/>
                </a:solidFill>
                <a:effectLst/>
                <a:latin typeface="Segoe UI" panose="020B0502040204020203" pitchFamily="34" charset="0"/>
                <a:ea typeface="Times New Roman" panose="02020603050405020304" pitchFamily="18" charset="0"/>
              </a:rPr>
              <a:t> </a:t>
            </a:r>
            <a:r>
              <a:rPr lang="en-US" sz="2400" err="1">
                <a:solidFill>
                  <a:srgbClr val="000000"/>
                </a:solidFill>
                <a:effectLst/>
                <a:latin typeface="Segoe UI" panose="020B0502040204020203" pitchFamily="34" charset="0"/>
                <a:ea typeface="Times New Roman" panose="02020603050405020304" pitchFamily="18" charset="0"/>
              </a:rPr>
              <a:t>giáo</a:t>
            </a:r>
            <a:r>
              <a:rPr lang="en-US" sz="2400">
                <a:solidFill>
                  <a:srgbClr val="000000"/>
                </a:solidFill>
                <a:effectLst/>
                <a:latin typeface="Segoe UI" panose="020B0502040204020203" pitchFamily="34" charset="0"/>
                <a:ea typeface="Times New Roman" panose="02020603050405020304" pitchFamily="18" charset="0"/>
              </a:rPr>
              <a:t> </a:t>
            </a:r>
            <a:endParaRPr lang="en-US" sz="2400" b="1">
              <a:solidFill>
                <a:srgbClr val="000000"/>
              </a:solidFill>
              <a:effectLst/>
              <a:latin typeface="Segoe UI" panose="020B0502040204020203" pitchFamily="34" charset="0"/>
              <a:ea typeface="Times New Roman" panose="02020603050405020304" pitchFamily="18" charset="0"/>
            </a:endParaRPr>
          </a:p>
          <a:p>
            <a:pPr marL="0" marR="0" algn="just">
              <a:spcBef>
                <a:spcPts val="0"/>
              </a:spcBef>
            </a:pPr>
            <a:r>
              <a:rPr lang="en-US" sz="2600" b="1">
                <a:solidFill>
                  <a:srgbClr val="000000"/>
                </a:solidFill>
                <a:effectLst/>
                <a:latin typeface="Segoe UI" panose="020B0502040204020203" pitchFamily="34" charset="0"/>
                <a:ea typeface="Times New Roman" panose="02020603050405020304" pitchFamily="18" charset="0"/>
              </a:rPr>
              <a:t>03 </a:t>
            </a:r>
            <a:r>
              <a:rPr lang="en-US" sz="2600" b="1" err="1">
                <a:solidFill>
                  <a:srgbClr val="000000"/>
                </a:solidFill>
                <a:effectLst/>
                <a:latin typeface="Segoe UI" panose="020B0502040204020203" pitchFamily="34" charset="0"/>
                <a:ea typeface="Times New Roman" panose="02020603050405020304" pitchFamily="18" charset="0"/>
              </a:rPr>
              <a:t>cơ</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quan</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ngang</a:t>
            </a:r>
            <a:r>
              <a:rPr lang="en-US" sz="2600" b="1">
                <a:solidFill>
                  <a:srgbClr val="000000"/>
                </a:solidFill>
                <a:effectLst/>
                <a:latin typeface="Segoe UI" panose="020B0502040204020203" pitchFamily="34" charset="0"/>
                <a:ea typeface="Times New Roman" panose="02020603050405020304" pitchFamily="18" charset="0"/>
              </a:rPr>
              <a:t> </a:t>
            </a:r>
            <a:r>
              <a:rPr lang="en-US" sz="2600" b="1" err="1">
                <a:solidFill>
                  <a:srgbClr val="000000"/>
                </a:solidFill>
                <a:effectLst/>
                <a:latin typeface="Segoe UI" panose="020B0502040204020203" pitchFamily="34" charset="0"/>
                <a:ea typeface="Times New Roman" panose="02020603050405020304" pitchFamily="18" charset="0"/>
              </a:rPr>
              <a:t>bộ</a:t>
            </a:r>
            <a:r>
              <a:rPr lang="en-US" sz="2600" b="1">
                <a:solidFill>
                  <a:srgbClr val="000000"/>
                </a:solidFill>
                <a:effectLst/>
                <a:latin typeface="Segoe UI" panose="020B0502040204020203" pitchFamily="34" charset="0"/>
                <a:ea typeface="Times New Roman" panose="02020603050405020304" pitchFamily="18" charset="0"/>
              </a:rPr>
              <a:t> bao </a:t>
            </a:r>
            <a:r>
              <a:rPr lang="en-US" sz="2600" b="1" err="1">
                <a:solidFill>
                  <a:srgbClr val="000000"/>
                </a:solidFill>
                <a:effectLst/>
                <a:latin typeface="Segoe UI" panose="020B0502040204020203" pitchFamily="34" charset="0"/>
                <a:ea typeface="Times New Roman" panose="02020603050405020304" pitchFamily="18" charset="0"/>
              </a:rPr>
              <a:t>gồm</a:t>
            </a:r>
            <a:r>
              <a:rPr lang="en-US" sz="2600" b="1">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(15) </a:t>
            </a:r>
            <a:r>
              <a:rPr lang="en-US" sz="2600" err="1">
                <a:solidFill>
                  <a:srgbClr val="000000"/>
                </a:solidFill>
                <a:effectLst/>
                <a:latin typeface="Segoe UI" panose="020B0502040204020203" pitchFamily="34" charset="0"/>
                <a:ea typeface="Times New Roman" panose="02020603050405020304" pitchFamily="18" charset="0"/>
              </a:rPr>
              <a:t>Ngân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hàng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Nhà</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nước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Việt</a:t>
            </a:r>
            <a:r>
              <a:rPr lang="en-US" sz="2600">
                <a:solidFill>
                  <a:srgbClr val="000000"/>
                </a:solidFill>
                <a:effectLst/>
                <a:latin typeface="Segoe UI" panose="020B0502040204020203" pitchFamily="34" charset="0"/>
                <a:ea typeface="Times New Roman" panose="02020603050405020304" pitchFamily="18" charset="0"/>
              </a:rPr>
              <a:t> Nam;</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(16) Thanh </a:t>
            </a:r>
            <a:r>
              <a:rPr lang="en-US" sz="2600" err="1">
                <a:solidFill>
                  <a:srgbClr val="000000"/>
                </a:solidFill>
                <a:effectLst/>
                <a:latin typeface="Segoe UI" panose="020B0502040204020203" pitchFamily="34" charset="0"/>
                <a:ea typeface="Times New Roman" panose="02020603050405020304" pitchFamily="18" charset="0"/>
              </a:rPr>
              <a:t>tra</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Chính</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phủ</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(17) </a:t>
            </a:r>
            <a:r>
              <a:rPr lang="en-US" sz="2600" err="1">
                <a:solidFill>
                  <a:srgbClr val="000000"/>
                </a:solidFill>
                <a:effectLst/>
                <a:latin typeface="Segoe UI" panose="020B0502040204020203" pitchFamily="34" charset="0"/>
                <a:ea typeface="Times New Roman" panose="02020603050405020304" pitchFamily="18" charset="0"/>
              </a:rPr>
              <a:t>Văn</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phòng</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Chính</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phủ</a:t>
            </a:r>
            <a:r>
              <a:rPr lang="en-US" sz="2300">
                <a:solidFill>
                  <a:srgbClr val="000000"/>
                </a:solidFill>
                <a:latin typeface="Segoe UI" panose="020B0502040204020203" pitchFamily="34" charset="0"/>
                <a:ea typeface="Times New Roman" panose="02020603050405020304" pitchFamily="18" charset="0"/>
              </a:rPr>
              <a:t>.</a:t>
            </a:r>
          </a:p>
          <a:p>
            <a:pPr marL="342900" marR="0" lvl="0" indent="-342900">
              <a:lnSpc>
                <a:spcPct val="107000"/>
              </a:lnSpc>
              <a:spcBef>
                <a:spcPts val="0"/>
              </a:spcBef>
              <a:spcAft>
                <a:spcPts val="120"/>
              </a:spcAft>
              <a:buSzPts val="1000"/>
              <a:buFont typeface="Symbol" panose="05050102010706020507" pitchFamily="18" charset="2"/>
              <a:buChar char=""/>
              <a:tabLst>
                <a:tab pos="457200" algn="l"/>
              </a:tabLst>
            </a:pPr>
            <a:endParaRPr lang="en-US" sz="21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algn="just">
              <a:spcBef>
                <a:spcPts val="0"/>
              </a:spcBef>
            </a:pPr>
            <a:endParaRPr lang="en-US" sz="2400">
              <a:effectLst/>
              <a:latin typeface="Times New Roman" panose="02020603050405020304" pitchFamily="18" charset="0"/>
              <a:ea typeface="Times New Roman" panose="02020603050405020304" pitchFamily="18" charset="0"/>
            </a:endParaRPr>
          </a:p>
        </p:txBody>
      </p:sp>
      <p:sp>
        <p:nvSpPr>
          <p:cNvPr id="7" name="Footer Placeholder 6">
            <a:extLst>
              <a:ext uri="{FF2B5EF4-FFF2-40B4-BE49-F238E27FC236}">
                <a16:creationId xmlns:a16="http://schemas.microsoft.com/office/drawing/2014/main" id="{BD462302-AA25-4F68-BE7A-E05C597C683F}"/>
              </a:ext>
            </a:extLst>
          </p:cNvPr>
          <p:cNvSpPr>
            <a:spLocks noGrp="1"/>
          </p:cNvSpPr>
          <p:nvPr>
            <p:ph type="ftr" sz="quarter" idx="11"/>
          </p:nvPr>
        </p:nvSpPr>
        <p:spPr/>
        <p:txBody>
          <a:bodyPr/>
          <a:lstStyle/>
          <a:p>
            <a:r>
              <a:rPr lang="en-US"/>
              <a:t>Nguyễn Thị Yến</a:t>
            </a:r>
          </a:p>
        </p:txBody>
      </p:sp>
      <p:sp>
        <p:nvSpPr>
          <p:cNvPr id="8" name="Slide Number Placeholder 7">
            <a:extLst>
              <a:ext uri="{FF2B5EF4-FFF2-40B4-BE49-F238E27FC236}">
                <a16:creationId xmlns:a16="http://schemas.microsoft.com/office/drawing/2014/main" id="{5A6B39B3-B6A8-4083-BB95-A75BEDD4EA8D}"/>
              </a:ext>
            </a:extLst>
          </p:cNvPr>
          <p:cNvSpPr>
            <a:spLocks noGrp="1"/>
          </p:cNvSpPr>
          <p:nvPr>
            <p:ph type="sldNum" sz="quarter" idx="12"/>
          </p:nvPr>
        </p:nvSpPr>
        <p:spPr/>
        <p:txBody>
          <a:bodyPr/>
          <a:lstStyle/>
          <a:p>
            <a:fld id="{C700A7F4-E0AA-4BCB-9880-DD9265D58A00}" type="slidenum">
              <a:rPr lang="en-US" smtClean="0"/>
              <a:pPr/>
              <a:t>48</a:t>
            </a:fld>
            <a:endParaRPr lang="en-US"/>
          </a:p>
        </p:txBody>
      </p:sp>
      <p:sp>
        <p:nvSpPr>
          <p:cNvPr id="10" name="Content Placeholder 9">
            <a:extLst>
              <a:ext uri="{FF2B5EF4-FFF2-40B4-BE49-F238E27FC236}">
                <a16:creationId xmlns:a16="http://schemas.microsoft.com/office/drawing/2014/main" id="{E98F6FFF-3C4A-482E-B756-A5753D7E6951}"/>
              </a:ext>
            </a:extLst>
          </p:cNvPr>
          <p:cNvSpPr>
            <a:spLocks noGrp="1"/>
          </p:cNvSpPr>
          <p:nvPr>
            <p:ph sz="quarter" idx="2"/>
          </p:nvPr>
        </p:nvSpPr>
        <p:spPr>
          <a:xfrm>
            <a:off x="457200" y="1444294"/>
            <a:ext cx="4040188" cy="5140656"/>
          </a:xfrm>
        </p:spPr>
        <p:txBody>
          <a:bodyPr>
            <a:normAutofit fontScale="92500" lnSpcReduction="20000"/>
          </a:bodyPr>
          <a:lstStyle/>
          <a:p>
            <a:pPr marL="0" marR="0" algn="just">
              <a:spcBef>
                <a:spcPts val="0"/>
              </a:spcBef>
            </a:pPr>
            <a:r>
              <a:rPr lang="en-US" sz="2600" b="1">
                <a:solidFill>
                  <a:srgbClr val="000000"/>
                </a:solidFill>
                <a:effectLst/>
                <a:latin typeface="Segoe UI" panose="020B0502040204020203" pitchFamily="34" charset="0"/>
                <a:ea typeface="Times New Roman" panose="02020603050405020304" pitchFamily="18" charset="0"/>
              </a:rPr>
              <a:t>14 </a:t>
            </a:r>
            <a:r>
              <a:rPr lang="en-US" sz="2600" b="1" err="1">
                <a:solidFill>
                  <a:srgbClr val="000000"/>
                </a:solidFill>
                <a:effectLst/>
                <a:latin typeface="Segoe UI" panose="020B0502040204020203" pitchFamily="34" charset="0"/>
                <a:ea typeface="Times New Roman" panose="02020603050405020304" pitchFamily="18" charset="0"/>
              </a:rPr>
              <a:t>Bộ</a:t>
            </a:r>
            <a:r>
              <a:rPr lang="en-US" sz="2600" b="1">
                <a:solidFill>
                  <a:srgbClr val="000000"/>
                </a:solidFill>
                <a:effectLst/>
                <a:latin typeface="Segoe UI" panose="020B0502040204020203" pitchFamily="34" charset="0"/>
                <a:ea typeface="Times New Roman" panose="02020603050405020304" pitchFamily="18" charset="0"/>
              </a:rPr>
              <a:t> bao </a:t>
            </a:r>
            <a:r>
              <a:rPr lang="en-US" sz="2600" b="1" err="1">
                <a:solidFill>
                  <a:srgbClr val="000000"/>
                </a:solidFill>
                <a:effectLst/>
                <a:latin typeface="Segoe UI" panose="020B0502040204020203" pitchFamily="34" charset="0"/>
                <a:ea typeface="Times New Roman" panose="02020603050405020304" pitchFamily="18" charset="0"/>
              </a:rPr>
              <a:t>gồm</a:t>
            </a:r>
            <a:r>
              <a:rPr lang="en-US" sz="2600" b="1">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(1)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Quốc</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phòng</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(2)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Công</a:t>
            </a:r>
            <a:r>
              <a:rPr lang="en-US" sz="2600">
                <a:solidFill>
                  <a:srgbClr val="000000"/>
                </a:solidFill>
                <a:effectLst/>
                <a:latin typeface="Segoe UI" panose="020B0502040204020203" pitchFamily="34" charset="0"/>
                <a:ea typeface="Times New Roman" panose="02020603050405020304" pitchFamily="18" charset="0"/>
              </a:rPr>
              <a:t> an;</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(3)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Ngoại</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giao</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(4)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Nội</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vụ</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(5) </a:t>
            </a:r>
            <a:r>
              <a:rPr lang="en-US" sz="2600" err="1">
                <a:solidFill>
                  <a:srgbClr val="000000"/>
                </a:solidFill>
                <a:effectLst/>
                <a:latin typeface="Segoe UI" panose="020B0502040204020203" pitchFamily="34" charset="0"/>
                <a:ea typeface="Times New Roman" panose="02020603050405020304" pitchFamily="18" charset="0"/>
              </a:rPr>
              <a:t>Bộ</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Tư</a:t>
            </a:r>
            <a:r>
              <a:rPr lang="en-US" sz="2600">
                <a:solidFill>
                  <a:srgbClr val="000000"/>
                </a:solidFill>
                <a:effectLst/>
                <a:latin typeface="Segoe UI" panose="020B0502040204020203" pitchFamily="34" charset="0"/>
                <a:ea typeface="Times New Roman" panose="02020603050405020304" pitchFamily="18" charset="0"/>
              </a:rPr>
              <a:t> </a:t>
            </a:r>
            <a:r>
              <a:rPr lang="en-US" sz="2600" err="1">
                <a:solidFill>
                  <a:srgbClr val="000000"/>
                </a:solidFill>
                <a:effectLst/>
                <a:latin typeface="Segoe UI" panose="020B0502040204020203" pitchFamily="34" charset="0"/>
                <a:ea typeface="Times New Roman" panose="02020603050405020304" pitchFamily="18" charset="0"/>
              </a:rPr>
              <a:t>pháp</a:t>
            </a:r>
            <a:r>
              <a:rPr lang="en-US" sz="2600">
                <a:solidFill>
                  <a:srgbClr val="000000"/>
                </a:solidFill>
                <a:effectLst/>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a:t>
            </a:r>
            <a:r>
              <a:rPr lang="en-US" sz="2600">
                <a:solidFill>
                  <a:srgbClr val="000000"/>
                </a:solidFill>
                <a:latin typeface="Segoe UI" panose="020B0502040204020203" pitchFamily="34" charset="0"/>
                <a:ea typeface="Times New Roman" panose="02020603050405020304" pitchFamily="18" charset="0"/>
              </a:rPr>
              <a:t>6 </a:t>
            </a:r>
            <a:r>
              <a:rPr lang="en-US" sz="2600" err="1">
                <a:solidFill>
                  <a:srgbClr val="000000"/>
                </a:solidFill>
                <a:latin typeface="Segoe UI" panose="020B0502040204020203" pitchFamily="34" charset="0"/>
                <a:ea typeface="Times New Roman" panose="02020603050405020304" pitchFamily="18" charset="0"/>
              </a:rPr>
              <a:t>Bộ</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Tài</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chính</a:t>
            </a:r>
            <a:r>
              <a:rPr lang="en-US" sz="2600">
                <a:solidFill>
                  <a:srgbClr val="000000"/>
                </a:solidFill>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(7</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Bộ</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Công</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thương</a:t>
            </a:r>
            <a:r>
              <a:rPr lang="en-US" sz="2600">
                <a:solidFill>
                  <a:srgbClr val="000000"/>
                </a:solidFill>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(8</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Bộ</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Nông</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nghiệp</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và</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Môi</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trường</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600">
                <a:solidFill>
                  <a:srgbClr val="000000"/>
                </a:solidFill>
                <a:effectLst/>
                <a:latin typeface="Segoe UI" panose="020B0502040204020203" pitchFamily="34" charset="0"/>
                <a:ea typeface="Times New Roman" panose="02020603050405020304" pitchFamily="18" charset="0"/>
              </a:rPr>
              <a:t>(9</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Bộ</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Xây</a:t>
            </a:r>
            <a:r>
              <a:rPr lang="en-US" sz="2600">
                <a:solidFill>
                  <a:srgbClr val="000000"/>
                </a:solidFill>
                <a:latin typeface="Segoe UI" panose="020B0502040204020203" pitchFamily="34" charset="0"/>
                <a:ea typeface="Times New Roman" panose="02020603050405020304" pitchFamily="18" charset="0"/>
              </a:rPr>
              <a:t> </a:t>
            </a:r>
            <a:r>
              <a:rPr lang="en-US" sz="2600" err="1">
                <a:solidFill>
                  <a:srgbClr val="000000"/>
                </a:solidFill>
                <a:latin typeface="Segoe UI" panose="020B0502040204020203" pitchFamily="34" charset="0"/>
                <a:ea typeface="Times New Roman" panose="02020603050405020304" pitchFamily="18" charset="0"/>
              </a:rPr>
              <a:t>dựng</a:t>
            </a:r>
            <a:r>
              <a:rPr lang="en-US" sz="2600">
                <a:solidFill>
                  <a:srgbClr val="000000"/>
                </a:solidFill>
                <a:latin typeface="Segoe UI" panose="020B0502040204020203" pitchFamily="34" charset="0"/>
                <a:ea typeface="Times New Roman" panose="02020603050405020304" pitchFamily="18" charset="0"/>
              </a:rPr>
              <a:t>; </a:t>
            </a:r>
          </a:p>
          <a:p>
            <a:pPr marL="0" marR="0" algn="just">
              <a:spcBef>
                <a:spcPts val="0"/>
              </a:spcBef>
            </a:pPr>
            <a:r>
              <a:rPr lang="en-US" sz="2600">
                <a:solidFill>
                  <a:srgbClr val="000000"/>
                </a:solidFill>
                <a:latin typeface="Segoe UI" panose="020B0502040204020203" pitchFamily="34" charset="0"/>
                <a:ea typeface="Times New Roman" panose="02020603050405020304" pitchFamily="18" charset="0"/>
              </a:rPr>
              <a:t>(</a:t>
            </a:r>
            <a:r>
              <a:rPr lang="en-US" sz="2600">
                <a:solidFill>
                  <a:srgbClr val="000000"/>
                </a:solidFill>
                <a:effectLst/>
                <a:latin typeface="Segoe UI" panose="020B0502040204020203" pitchFamily="34" charset="0"/>
                <a:ea typeface="Times New Roman" panose="02020603050405020304" pitchFamily="18" charset="0"/>
              </a:rPr>
              <a:t>10)</a:t>
            </a:r>
            <a:r>
              <a:rPr lang="en-US" sz="2800" err="1">
                <a:solidFill>
                  <a:srgbClr val="000000"/>
                </a:solidFill>
                <a:latin typeface="Segoe UI" panose="020B0502040204020203" pitchFamily="34" charset="0"/>
                <a:ea typeface="Times New Roman" panose="02020603050405020304" pitchFamily="18" charset="0"/>
              </a:rPr>
              <a:t>Bộ</a:t>
            </a:r>
            <a:r>
              <a:rPr lang="en-US" sz="2800">
                <a:solidFill>
                  <a:srgbClr val="000000"/>
                </a:solidFill>
                <a:latin typeface="Segoe UI" panose="020B0502040204020203" pitchFamily="34" charset="0"/>
                <a:ea typeface="Times New Roman" panose="02020603050405020304" pitchFamily="18" charset="0"/>
              </a:rPr>
              <a:t> </a:t>
            </a:r>
            <a:r>
              <a:rPr lang="en-US" sz="2800" err="1">
                <a:solidFill>
                  <a:srgbClr val="000000"/>
                </a:solidFill>
                <a:latin typeface="Segoe UI" panose="020B0502040204020203" pitchFamily="34" charset="0"/>
                <a:ea typeface="Times New Roman" panose="02020603050405020304" pitchFamily="18" charset="0"/>
              </a:rPr>
              <a:t>Văn</a:t>
            </a:r>
            <a:r>
              <a:rPr lang="en-US" sz="2800">
                <a:solidFill>
                  <a:srgbClr val="000000"/>
                </a:solidFill>
                <a:latin typeface="Segoe UI" panose="020B0502040204020203" pitchFamily="34" charset="0"/>
                <a:ea typeface="Times New Roman" panose="02020603050405020304" pitchFamily="18" charset="0"/>
              </a:rPr>
              <a:t> </a:t>
            </a:r>
            <a:r>
              <a:rPr lang="en-US" sz="2800" err="1">
                <a:solidFill>
                  <a:srgbClr val="000000"/>
                </a:solidFill>
                <a:latin typeface="Segoe UI" panose="020B0502040204020203" pitchFamily="34" charset="0"/>
                <a:ea typeface="Times New Roman" panose="02020603050405020304" pitchFamily="18" charset="0"/>
              </a:rPr>
              <a:t>hóa</a:t>
            </a:r>
            <a:r>
              <a:rPr lang="en-US" sz="2800">
                <a:solidFill>
                  <a:srgbClr val="000000"/>
                </a:solidFill>
                <a:latin typeface="Segoe UI" panose="020B0502040204020203" pitchFamily="34" charset="0"/>
                <a:ea typeface="Times New Roman" panose="02020603050405020304" pitchFamily="18" charset="0"/>
              </a:rPr>
              <a:t>, </a:t>
            </a:r>
            <a:r>
              <a:rPr lang="en-US" sz="2800" err="1">
                <a:solidFill>
                  <a:srgbClr val="000000"/>
                </a:solidFill>
                <a:latin typeface="Segoe UI" panose="020B0502040204020203" pitchFamily="34" charset="0"/>
                <a:ea typeface="Times New Roman" panose="02020603050405020304" pitchFamily="18" charset="0"/>
              </a:rPr>
              <a:t>Thể</a:t>
            </a:r>
            <a:r>
              <a:rPr lang="en-US" sz="2800">
                <a:solidFill>
                  <a:srgbClr val="000000"/>
                </a:solidFill>
                <a:latin typeface="Segoe UI" panose="020B0502040204020203" pitchFamily="34" charset="0"/>
                <a:ea typeface="Times New Roman" panose="02020603050405020304" pitchFamily="18" charset="0"/>
              </a:rPr>
              <a:t> </a:t>
            </a:r>
            <a:r>
              <a:rPr lang="en-US" sz="2800" err="1">
                <a:solidFill>
                  <a:srgbClr val="000000"/>
                </a:solidFill>
                <a:latin typeface="Segoe UI" panose="020B0502040204020203" pitchFamily="34" charset="0"/>
                <a:ea typeface="Times New Roman" panose="02020603050405020304" pitchFamily="18" charset="0"/>
              </a:rPr>
              <a:t>thao</a:t>
            </a:r>
            <a:r>
              <a:rPr lang="en-US" sz="2800">
                <a:solidFill>
                  <a:srgbClr val="000000"/>
                </a:solidFill>
                <a:latin typeface="Segoe UI" panose="020B0502040204020203" pitchFamily="34" charset="0"/>
                <a:ea typeface="Times New Roman" panose="02020603050405020304" pitchFamily="18" charset="0"/>
              </a:rPr>
              <a:t> </a:t>
            </a:r>
            <a:r>
              <a:rPr lang="en-US" sz="2800" err="1">
                <a:solidFill>
                  <a:srgbClr val="000000"/>
                </a:solidFill>
                <a:latin typeface="Segoe UI" panose="020B0502040204020203" pitchFamily="34" charset="0"/>
                <a:ea typeface="Times New Roman" panose="02020603050405020304" pitchFamily="18" charset="0"/>
              </a:rPr>
              <a:t>và</a:t>
            </a:r>
            <a:r>
              <a:rPr lang="en-US" sz="2800">
                <a:solidFill>
                  <a:srgbClr val="000000"/>
                </a:solidFill>
                <a:latin typeface="Segoe UI" panose="020B0502040204020203" pitchFamily="34" charset="0"/>
                <a:ea typeface="Times New Roman" panose="02020603050405020304" pitchFamily="18" charset="0"/>
              </a:rPr>
              <a:t> Du </a:t>
            </a:r>
            <a:r>
              <a:rPr lang="en-US" sz="2800" err="1">
                <a:solidFill>
                  <a:srgbClr val="000000"/>
                </a:solidFill>
                <a:latin typeface="Segoe UI" panose="020B0502040204020203" pitchFamily="34" charset="0"/>
                <a:ea typeface="Times New Roman" panose="02020603050405020304" pitchFamily="18" charset="0"/>
              </a:rPr>
              <a:t>lịch</a:t>
            </a:r>
            <a:r>
              <a:rPr lang="en-US" sz="2800">
                <a:solidFill>
                  <a:srgbClr val="000000"/>
                </a:solidFill>
                <a:latin typeface="Segoe UI" panose="020B0502040204020203" pitchFamily="34" charset="0"/>
                <a:ea typeface="Times New Roman" panose="02020603050405020304" pitchFamily="18" charset="0"/>
              </a:rPr>
              <a:t>;</a:t>
            </a:r>
            <a:endParaRPr lang="en-US" sz="2600">
              <a:effectLst/>
              <a:latin typeface="Times New Roman" panose="02020603050405020304" pitchFamily="18" charset="0"/>
              <a:ea typeface="Times New Roman" panose="02020603050405020304" pitchFamily="18" charset="0"/>
            </a:endParaRP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(11)</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Bộ</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Khoa</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học</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và</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Công</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nghệ</a:t>
            </a:r>
            <a:r>
              <a:rPr lang="en-US">
                <a:solidFill>
                  <a:srgbClr val="000000"/>
                </a:solidFill>
                <a:latin typeface="Segoe UI" panose="020B0502040204020203" pitchFamily="34" charset="0"/>
                <a:ea typeface="Times New Roman" panose="02020603050405020304" pitchFamily="18" charset="0"/>
              </a:rPr>
              <a:t>;</a:t>
            </a:r>
            <a:endParaRPr lang="en-US" sz="2400">
              <a:effectLst/>
              <a:latin typeface="Times New Roman" panose="02020603050405020304" pitchFamily="18" charset="0"/>
              <a:ea typeface="Times New Roman" panose="02020603050405020304" pitchFamily="18" charset="0"/>
            </a:endParaRPr>
          </a:p>
          <a:p>
            <a:pPr marL="0" marR="0" algn="just">
              <a:spcBef>
                <a:spcPts val="0"/>
              </a:spcBef>
            </a:pPr>
            <a:r>
              <a:rPr lang="en-US" sz="2400">
                <a:solidFill>
                  <a:srgbClr val="000000"/>
                </a:solidFill>
                <a:effectLst/>
                <a:latin typeface="Segoe UI" panose="020B0502040204020203" pitchFamily="34" charset="0"/>
                <a:ea typeface="Times New Roman" panose="02020603050405020304" pitchFamily="18" charset="0"/>
              </a:rPr>
              <a:t>(12)</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Bộ</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Giáo</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dục</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và</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Đào</a:t>
            </a:r>
            <a:r>
              <a:rPr lang="en-US">
                <a:solidFill>
                  <a:srgbClr val="000000"/>
                </a:solidFill>
                <a:latin typeface="Segoe UI" panose="020B0502040204020203" pitchFamily="34" charset="0"/>
                <a:ea typeface="Times New Roman" panose="02020603050405020304" pitchFamily="18" charset="0"/>
              </a:rPr>
              <a:t> </a:t>
            </a:r>
            <a:r>
              <a:rPr lang="en-US" err="1">
                <a:solidFill>
                  <a:srgbClr val="000000"/>
                </a:solidFill>
                <a:latin typeface="Segoe UI" panose="020B0502040204020203" pitchFamily="34" charset="0"/>
                <a:ea typeface="Times New Roman" panose="02020603050405020304" pitchFamily="18" charset="0"/>
              </a:rPr>
              <a:t>tạo</a:t>
            </a:r>
            <a:r>
              <a:rPr lang="en-US">
                <a:solidFill>
                  <a:srgbClr val="000000"/>
                </a:solidFill>
                <a:latin typeface="Segoe UI" panose="020B0502040204020203" pitchFamily="34" charset="0"/>
                <a:ea typeface="Times New Roman" panose="02020603050405020304" pitchFamily="18" charset="0"/>
              </a:rPr>
              <a:t>;</a:t>
            </a:r>
            <a:endParaRPr lang="en-US" sz="2400">
              <a:effectLst/>
              <a:latin typeface="Times New Roman" panose="02020603050405020304" pitchFamily="18" charset="0"/>
              <a:ea typeface="Times New Roman" panose="02020603050405020304" pitchFamily="18" charset="0"/>
            </a:endParaRPr>
          </a:p>
          <a:p>
            <a:endParaRPr lang="en-US"/>
          </a:p>
        </p:txBody>
      </p:sp>
    </p:spTree>
    <p:extLst>
      <p:ext uri="{BB962C8B-B14F-4D97-AF65-F5344CB8AC3E}">
        <p14:creationId xmlns:p14="http://schemas.microsoft.com/office/powerpoint/2010/main" val="581204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09052-805A-4C58-B79F-C9C2CC21D82A}"/>
              </a:ext>
            </a:extLst>
          </p:cNvPr>
          <p:cNvSpPr>
            <a:spLocks noGrp="1"/>
          </p:cNvSpPr>
          <p:nvPr>
            <p:ph type="title"/>
          </p:nvPr>
        </p:nvSpPr>
        <p:spPr/>
        <p:txBody>
          <a:bodyPr>
            <a:normAutofit fontScale="90000"/>
          </a:bodyPr>
          <a:lstStyle/>
          <a:p>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Các</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cơ</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quan</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thuộc</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Chính</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4400" b="1" err="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phủ</a:t>
            </a:r>
            <a:r>
              <a:rPr lang="en-US" sz="4400" b="1">
                <a:solidFill>
                  <a:srgbClr val="202122"/>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US"/>
          </a:p>
        </p:txBody>
      </p:sp>
      <p:sp>
        <p:nvSpPr>
          <p:cNvPr id="5" name="Content Placeholder 4">
            <a:extLst>
              <a:ext uri="{FF2B5EF4-FFF2-40B4-BE49-F238E27FC236}">
                <a16:creationId xmlns:a16="http://schemas.microsoft.com/office/drawing/2014/main" id="{5F5A5802-4463-4D79-AB46-6FA962AC2129}"/>
              </a:ext>
            </a:extLst>
          </p:cNvPr>
          <p:cNvSpPr>
            <a:spLocks noGrp="1"/>
          </p:cNvSpPr>
          <p:nvPr>
            <p:ph sz="quarter" idx="2"/>
          </p:nvPr>
        </p:nvSpPr>
        <p:spPr>
          <a:xfrm>
            <a:off x="457200" y="1444294"/>
            <a:ext cx="4040188" cy="4499306"/>
          </a:xfrm>
        </p:spPr>
        <p:txBody>
          <a:bodyPr>
            <a:normAutofit fontScale="92500"/>
          </a:bodyPr>
          <a:lstStyle/>
          <a:p>
            <a:pPr marL="342900" marR="0" lvl="0" indent="-342900">
              <a:lnSpc>
                <a:spcPct val="107000"/>
              </a:lnSpc>
              <a:spcBef>
                <a:spcPts val="0"/>
              </a:spcBef>
              <a:spcAft>
                <a:spcPts val="120"/>
              </a:spcAft>
              <a:tabLst>
                <a:tab pos="457200" algn="l"/>
              </a:tabLst>
            </a:pPr>
            <a:r>
              <a:rPr lang="en-US" err="1">
                <a:hlinkClick r:id="rId2" tooltip="Đài Truyền hình Việt Nam">
                  <a:extLst>
                    <a:ext uri="{A12FA001-AC4F-418D-AE19-62706E023703}">
                      <ahyp:hlinkClr xmlns:ahyp="http://schemas.microsoft.com/office/drawing/2018/hyperlinkcolor" val="tx"/>
                    </a:ext>
                  </a:extLst>
                </a:hlinkClick>
              </a:rPr>
              <a:t>Đài</a:t>
            </a:r>
            <a:r>
              <a:rPr lang="en-US">
                <a:hlinkClick r:id="rId2" tooltip="Đài Truyền hình Việt Nam">
                  <a:extLst>
                    <a:ext uri="{A12FA001-AC4F-418D-AE19-62706E023703}">
                      <ahyp:hlinkClr xmlns:ahyp="http://schemas.microsoft.com/office/drawing/2018/hyperlinkcolor" val="tx"/>
                    </a:ext>
                  </a:extLst>
                </a:hlinkClick>
              </a:rPr>
              <a:t> </a:t>
            </a:r>
            <a:r>
              <a:rPr lang="en-US" err="1">
                <a:hlinkClick r:id="rId2" tooltip="Đài Truyền hình Việt Nam">
                  <a:extLst>
                    <a:ext uri="{A12FA001-AC4F-418D-AE19-62706E023703}">
                      <ahyp:hlinkClr xmlns:ahyp="http://schemas.microsoft.com/office/drawing/2018/hyperlinkcolor" val="tx"/>
                    </a:ext>
                  </a:extLst>
                </a:hlinkClick>
              </a:rPr>
              <a:t>Truyền</a:t>
            </a:r>
            <a:r>
              <a:rPr lang="en-US">
                <a:hlinkClick r:id="rId2" tooltip="Đài Truyền hình Việt Nam">
                  <a:extLst>
                    <a:ext uri="{A12FA001-AC4F-418D-AE19-62706E023703}">
                      <ahyp:hlinkClr xmlns:ahyp="http://schemas.microsoft.com/office/drawing/2018/hyperlinkcolor" val="tx"/>
                    </a:ext>
                  </a:extLst>
                </a:hlinkClick>
              </a:rPr>
              <a:t> </a:t>
            </a:r>
            <a:r>
              <a:rPr lang="en-US" err="1">
                <a:hlinkClick r:id="rId2" tooltip="Đài Truyền hình Việt Nam">
                  <a:extLst>
                    <a:ext uri="{A12FA001-AC4F-418D-AE19-62706E023703}">
                      <ahyp:hlinkClr xmlns:ahyp="http://schemas.microsoft.com/office/drawing/2018/hyperlinkcolor" val="tx"/>
                    </a:ext>
                  </a:extLst>
                </a:hlinkClick>
              </a:rPr>
              <a:t>hình</a:t>
            </a:r>
            <a:r>
              <a:rPr lang="en-US">
                <a:hlinkClick r:id="rId2" tooltip="Đài Truyền hình Việt Nam">
                  <a:extLst>
                    <a:ext uri="{A12FA001-AC4F-418D-AE19-62706E023703}">
                      <ahyp:hlinkClr xmlns:ahyp="http://schemas.microsoft.com/office/drawing/2018/hyperlinkcolor" val="tx"/>
                    </a:ext>
                  </a:extLst>
                </a:hlinkClick>
              </a:rPr>
              <a:t> </a:t>
            </a:r>
            <a:r>
              <a:rPr lang="en-US" err="1">
                <a:hlinkClick r:id="rId2" tooltip="Đài Truyền hình Việt Nam">
                  <a:extLst>
                    <a:ext uri="{A12FA001-AC4F-418D-AE19-62706E023703}">
                      <ahyp:hlinkClr xmlns:ahyp="http://schemas.microsoft.com/office/drawing/2018/hyperlinkcolor" val="tx"/>
                    </a:ext>
                  </a:extLst>
                </a:hlinkClick>
              </a:rPr>
              <a:t>Việt</a:t>
            </a:r>
            <a:r>
              <a:rPr lang="en-US">
                <a:hlinkClick r:id="rId2" tooltip="Đài Truyền hình Việt Nam">
                  <a:extLst>
                    <a:ext uri="{A12FA001-AC4F-418D-AE19-62706E023703}">
                      <ahyp:hlinkClr xmlns:ahyp="http://schemas.microsoft.com/office/drawing/2018/hyperlinkcolor" val="tx"/>
                    </a:ext>
                  </a:extLst>
                </a:hlinkClick>
              </a:rPr>
              <a:t> Nam</a:t>
            </a:r>
            <a:endParaRPr lang="en-US"/>
          </a:p>
          <a:p>
            <a:pPr marL="342900" marR="0" lvl="0" indent="-342900">
              <a:lnSpc>
                <a:spcPct val="107000"/>
              </a:lnSpc>
              <a:spcBef>
                <a:spcPts val="0"/>
              </a:spcBef>
              <a:spcAft>
                <a:spcPts val="120"/>
              </a:spcAft>
              <a:tabLst>
                <a:tab pos="457200" algn="l"/>
              </a:tabLst>
            </a:pPr>
            <a:r>
              <a:rPr lang="en-US" err="1">
                <a:hlinkClick r:id="rId3" tooltip="Đài Tiếng nói Việt Nam">
                  <a:extLst>
                    <a:ext uri="{A12FA001-AC4F-418D-AE19-62706E023703}">
                      <ahyp:hlinkClr xmlns:ahyp="http://schemas.microsoft.com/office/drawing/2018/hyperlinkcolor" val="tx"/>
                    </a:ext>
                  </a:extLst>
                </a:hlinkClick>
              </a:rPr>
              <a:t>Đài</a:t>
            </a:r>
            <a:r>
              <a:rPr lang="en-US">
                <a:hlinkClick r:id="rId3" tooltip="Đài Tiếng nói Việt Nam">
                  <a:extLst>
                    <a:ext uri="{A12FA001-AC4F-418D-AE19-62706E023703}">
                      <ahyp:hlinkClr xmlns:ahyp="http://schemas.microsoft.com/office/drawing/2018/hyperlinkcolor" val="tx"/>
                    </a:ext>
                  </a:extLst>
                </a:hlinkClick>
              </a:rPr>
              <a:t> </a:t>
            </a:r>
            <a:r>
              <a:rPr lang="en-US" err="1">
                <a:hlinkClick r:id="rId3" tooltip="Đài Tiếng nói Việt Nam">
                  <a:extLst>
                    <a:ext uri="{A12FA001-AC4F-418D-AE19-62706E023703}">
                      <ahyp:hlinkClr xmlns:ahyp="http://schemas.microsoft.com/office/drawing/2018/hyperlinkcolor" val="tx"/>
                    </a:ext>
                  </a:extLst>
                </a:hlinkClick>
              </a:rPr>
              <a:t>Tiếng</a:t>
            </a:r>
            <a:r>
              <a:rPr lang="en-US">
                <a:hlinkClick r:id="rId3" tooltip="Đài Tiếng nói Việt Nam">
                  <a:extLst>
                    <a:ext uri="{A12FA001-AC4F-418D-AE19-62706E023703}">
                      <ahyp:hlinkClr xmlns:ahyp="http://schemas.microsoft.com/office/drawing/2018/hyperlinkcolor" val="tx"/>
                    </a:ext>
                  </a:extLst>
                </a:hlinkClick>
              </a:rPr>
              <a:t> </a:t>
            </a:r>
            <a:r>
              <a:rPr lang="en-US" err="1">
                <a:hlinkClick r:id="rId3" tooltip="Đài Tiếng nói Việt Nam">
                  <a:extLst>
                    <a:ext uri="{A12FA001-AC4F-418D-AE19-62706E023703}">
                      <ahyp:hlinkClr xmlns:ahyp="http://schemas.microsoft.com/office/drawing/2018/hyperlinkcolor" val="tx"/>
                    </a:ext>
                  </a:extLst>
                </a:hlinkClick>
              </a:rPr>
              <a:t>nói</a:t>
            </a:r>
            <a:r>
              <a:rPr lang="en-US">
                <a:hlinkClick r:id="rId3" tooltip="Đài Tiếng nói Việt Nam">
                  <a:extLst>
                    <a:ext uri="{A12FA001-AC4F-418D-AE19-62706E023703}">
                      <ahyp:hlinkClr xmlns:ahyp="http://schemas.microsoft.com/office/drawing/2018/hyperlinkcolor" val="tx"/>
                    </a:ext>
                  </a:extLst>
                </a:hlinkClick>
              </a:rPr>
              <a:t> </a:t>
            </a:r>
            <a:r>
              <a:rPr lang="en-US" err="1">
                <a:hlinkClick r:id="rId3" tooltip="Đài Tiếng nói Việt Nam">
                  <a:extLst>
                    <a:ext uri="{A12FA001-AC4F-418D-AE19-62706E023703}">
                      <ahyp:hlinkClr xmlns:ahyp="http://schemas.microsoft.com/office/drawing/2018/hyperlinkcolor" val="tx"/>
                    </a:ext>
                  </a:extLst>
                </a:hlinkClick>
              </a:rPr>
              <a:t>Việt</a:t>
            </a:r>
            <a:r>
              <a:rPr lang="en-US">
                <a:hlinkClick r:id="rId3" tooltip="Đài Tiếng nói Việt Nam">
                  <a:extLst>
                    <a:ext uri="{A12FA001-AC4F-418D-AE19-62706E023703}">
                      <ahyp:hlinkClr xmlns:ahyp="http://schemas.microsoft.com/office/drawing/2018/hyperlinkcolor" val="tx"/>
                    </a:ext>
                  </a:extLst>
                </a:hlinkClick>
              </a:rPr>
              <a:t> Nam</a:t>
            </a:r>
            <a:endParaRPr lang="en-US"/>
          </a:p>
          <a:p>
            <a:pPr marL="342900" marR="0" lvl="0" indent="-342900">
              <a:lnSpc>
                <a:spcPct val="107000"/>
              </a:lnSpc>
              <a:spcBef>
                <a:spcPts val="0"/>
              </a:spcBef>
              <a:spcAft>
                <a:spcPts val="120"/>
              </a:spcAft>
              <a:tabLst>
                <a:tab pos="457200" algn="l"/>
              </a:tabLst>
            </a:pPr>
            <a:r>
              <a:rPr lang="en-US" err="1">
                <a:hlinkClick r:id="rId4" tooltip="Thông tấn xã Việt Nam">
                  <a:extLst>
                    <a:ext uri="{A12FA001-AC4F-418D-AE19-62706E023703}">
                      <ahyp:hlinkClr xmlns:ahyp="http://schemas.microsoft.com/office/drawing/2018/hyperlinkcolor" val="tx"/>
                    </a:ext>
                  </a:extLst>
                </a:hlinkClick>
              </a:rPr>
              <a:t>Thông</a:t>
            </a:r>
            <a:r>
              <a:rPr lang="en-US">
                <a:hlinkClick r:id="rId4" tooltip="Thông tấn xã Việt Nam">
                  <a:extLst>
                    <a:ext uri="{A12FA001-AC4F-418D-AE19-62706E023703}">
                      <ahyp:hlinkClr xmlns:ahyp="http://schemas.microsoft.com/office/drawing/2018/hyperlinkcolor" val="tx"/>
                    </a:ext>
                  </a:extLst>
                </a:hlinkClick>
              </a:rPr>
              <a:t> </a:t>
            </a:r>
            <a:r>
              <a:rPr lang="en-US" err="1">
                <a:hlinkClick r:id="rId4" tooltip="Thông tấn xã Việt Nam">
                  <a:extLst>
                    <a:ext uri="{A12FA001-AC4F-418D-AE19-62706E023703}">
                      <ahyp:hlinkClr xmlns:ahyp="http://schemas.microsoft.com/office/drawing/2018/hyperlinkcolor" val="tx"/>
                    </a:ext>
                  </a:extLst>
                </a:hlinkClick>
              </a:rPr>
              <a:t>tấn</a:t>
            </a:r>
            <a:r>
              <a:rPr lang="en-US">
                <a:hlinkClick r:id="rId4" tooltip="Thông tấn xã Việt Nam">
                  <a:extLst>
                    <a:ext uri="{A12FA001-AC4F-418D-AE19-62706E023703}">
                      <ahyp:hlinkClr xmlns:ahyp="http://schemas.microsoft.com/office/drawing/2018/hyperlinkcolor" val="tx"/>
                    </a:ext>
                  </a:extLst>
                </a:hlinkClick>
              </a:rPr>
              <a:t> </a:t>
            </a:r>
            <a:r>
              <a:rPr lang="en-US" err="1">
                <a:hlinkClick r:id="rId4" tooltip="Thông tấn xã Việt Nam">
                  <a:extLst>
                    <a:ext uri="{A12FA001-AC4F-418D-AE19-62706E023703}">
                      <ahyp:hlinkClr xmlns:ahyp="http://schemas.microsoft.com/office/drawing/2018/hyperlinkcolor" val="tx"/>
                    </a:ext>
                  </a:extLst>
                </a:hlinkClick>
              </a:rPr>
              <a:t>xã</a:t>
            </a:r>
            <a:r>
              <a:rPr lang="en-US">
                <a:hlinkClick r:id="rId4" tooltip="Thông tấn xã Việt Nam">
                  <a:extLst>
                    <a:ext uri="{A12FA001-AC4F-418D-AE19-62706E023703}">
                      <ahyp:hlinkClr xmlns:ahyp="http://schemas.microsoft.com/office/drawing/2018/hyperlinkcolor" val="tx"/>
                    </a:ext>
                  </a:extLst>
                </a:hlinkClick>
              </a:rPr>
              <a:t> </a:t>
            </a:r>
            <a:r>
              <a:rPr lang="en-US" err="1">
                <a:hlinkClick r:id="rId4" tooltip="Thông tấn xã Việt Nam">
                  <a:extLst>
                    <a:ext uri="{A12FA001-AC4F-418D-AE19-62706E023703}">
                      <ahyp:hlinkClr xmlns:ahyp="http://schemas.microsoft.com/office/drawing/2018/hyperlinkcolor" val="tx"/>
                    </a:ext>
                  </a:extLst>
                </a:hlinkClick>
              </a:rPr>
              <a:t>Việt</a:t>
            </a:r>
            <a:r>
              <a:rPr lang="en-US">
                <a:hlinkClick r:id="rId4" tooltip="Thông tấn xã Việt Nam">
                  <a:extLst>
                    <a:ext uri="{A12FA001-AC4F-418D-AE19-62706E023703}">
                      <ahyp:hlinkClr xmlns:ahyp="http://schemas.microsoft.com/office/drawing/2018/hyperlinkcolor" val="tx"/>
                    </a:ext>
                  </a:extLst>
                </a:hlinkClick>
              </a:rPr>
              <a:t> Nam</a:t>
            </a:r>
            <a:endParaRPr lang="en-US"/>
          </a:p>
          <a:p>
            <a:pPr marL="342900" marR="0" lvl="0" indent="-342900">
              <a:lnSpc>
                <a:spcPct val="107000"/>
              </a:lnSpc>
              <a:spcBef>
                <a:spcPts val="0"/>
              </a:spcBef>
              <a:spcAft>
                <a:spcPts val="120"/>
              </a:spcAft>
              <a:tabLst>
                <a:tab pos="457200" algn="l"/>
              </a:tabLst>
            </a:pPr>
            <a:r>
              <a:rPr lang="en-US" err="1">
                <a:hlinkClick r:id="rId5" tooltip="Học viện Chính trị Quốc gia Hồ Chí Minh">
                  <a:extLst>
                    <a:ext uri="{A12FA001-AC4F-418D-AE19-62706E023703}">
                      <ahyp:hlinkClr xmlns:ahyp="http://schemas.microsoft.com/office/drawing/2018/hyperlinkcolor" val="tx"/>
                    </a:ext>
                  </a:extLst>
                </a:hlinkClick>
              </a:rPr>
              <a:t>Học</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viện</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Chính</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trị</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Quốc</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gia</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Hồ</a:t>
            </a:r>
            <a:r>
              <a:rPr lang="en-US">
                <a:hlinkClick r:id="rId5" tooltip="Học viện Chính trị Quốc gia Hồ Chí Minh">
                  <a:extLst>
                    <a:ext uri="{A12FA001-AC4F-418D-AE19-62706E023703}">
                      <ahyp:hlinkClr xmlns:ahyp="http://schemas.microsoft.com/office/drawing/2018/hyperlinkcolor" val="tx"/>
                    </a:ext>
                  </a:extLst>
                </a:hlinkClick>
              </a:rPr>
              <a:t> </a:t>
            </a:r>
            <a:r>
              <a:rPr lang="en-US" err="1">
                <a:hlinkClick r:id="rId5" tooltip="Học viện Chính trị Quốc gia Hồ Chí Minh">
                  <a:extLst>
                    <a:ext uri="{A12FA001-AC4F-418D-AE19-62706E023703}">
                      <ahyp:hlinkClr xmlns:ahyp="http://schemas.microsoft.com/office/drawing/2018/hyperlinkcolor" val="tx"/>
                    </a:ext>
                  </a:extLst>
                </a:hlinkClick>
              </a:rPr>
              <a:t>Chí</a:t>
            </a:r>
            <a:r>
              <a:rPr lang="en-US">
                <a:hlinkClick r:id="rId5" tooltip="Học viện Chính trị Quốc gia Hồ Chí Minh">
                  <a:extLst>
                    <a:ext uri="{A12FA001-AC4F-418D-AE19-62706E023703}">
                      <ahyp:hlinkClr xmlns:ahyp="http://schemas.microsoft.com/office/drawing/2018/hyperlinkcolor" val="tx"/>
                    </a:ext>
                  </a:extLst>
                </a:hlinkClick>
              </a:rPr>
              <a:t> Minh</a:t>
            </a:r>
            <a:r>
              <a:rPr lang="en-US"/>
              <a:t> (</a:t>
            </a:r>
            <a:r>
              <a:rPr lang="en-US" err="1"/>
              <a:t>từ</a:t>
            </a:r>
            <a:r>
              <a:rPr lang="en-US"/>
              <a:t> </a:t>
            </a:r>
            <a:r>
              <a:rPr lang="en-US" err="1"/>
              <a:t>năm</a:t>
            </a:r>
            <a:r>
              <a:rPr lang="en-US"/>
              <a:t> 2018 </a:t>
            </a:r>
            <a:r>
              <a:rPr lang="en-US" err="1"/>
              <a:t>trở</a:t>
            </a:r>
            <a:r>
              <a:rPr lang="en-US"/>
              <a:t> </a:t>
            </a:r>
            <a:r>
              <a:rPr lang="en-US" err="1"/>
              <a:t>thành</a:t>
            </a:r>
            <a:r>
              <a:rPr lang="en-US"/>
              <a:t> </a:t>
            </a:r>
            <a:r>
              <a:rPr lang="en-US" err="1"/>
              <a:t>đơn</a:t>
            </a:r>
            <a:r>
              <a:rPr lang="en-US"/>
              <a:t> </a:t>
            </a:r>
            <a:r>
              <a:rPr lang="en-US" err="1"/>
              <a:t>vị</a:t>
            </a:r>
            <a:r>
              <a:rPr lang="en-US"/>
              <a:t> </a:t>
            </a:r>
            <a:r>
              <a:rPr lang="en-US" err="1"/>
              <a:t>sự</a:t>
            </a:r>
            <a:r>
              <a:rPr lang="en-US"/>
              <a:t> </a:t>
            </a:r>
            <a:r>
              <a:rPr lang="en-US" err="1"/>
              <a:t>nghiệp</a:t>
            </a:r>
            <a:r>
              <a:rPr lang="en-US"/>
              <a:t> </a:t>
            </a:r>
            <a:r>
              <a:rPr lang="en-US" err="1"/>
              <a:t>trực</a:t>
            </a:r>
            <a:r>
              <a:rPr lang="en-US"/>
              <a:t> </a:t>
            </a:r>
            <a:r>
              <a:rPr lang="en-US" err="1"/>
              <a:t>thuộc</a:t>
            </a:r>
            <a:r>
              <a:rPr lang="en-US"/>
              <a:t> </a:t>
            </a:r>
            <a:r>
              <a:rPr lang="en-US">
                <a:hlinkClick r:id="rId6" tooltip="Ban Chấp hành Trung ương Đảng Cộng sản Việt Nam">
                  <a:extLst>
                    <a:ext uri="{A12FA001-AC4F-418D-AE19-62706E023703}">
                      <ahyp:hlinkClr xmlns:ahyp="http://schemas.microsoft.com/office/drawing/2018/hyperlinkcolor" val="tx"/>
                    </a:ext>
                  </a:extLst>
                </a:hlinkClick>
              </a:rPr>
              <a:t>Ban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Chấp</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hành</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Trung</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ương</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Đảng</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Cộng</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sản</a:t>
            </a:r>
            <a:r>
              <a:rPr lang="en-US">
                <a:hlinkClick r:id="rId6" tooltip="Ban Chấp hành Trung ương Đảng Cộng sản Việt Nam">
                  <a:extLst>
                    <a:ext uri="{A12FA001-AC4F-418D-AE19-62706E023703}">
                      <ahyp:hlinkClr xmlns:ahyp="http://schemas.microsoft.com/office/drawing/2018/hyperlinkcolor" val="tx"/>
                    </a:ext>
                  </a:extLst>
                </a:hlinkClick>
              </a:rPr>
              <a:t> </a:t>
            </a:r>
            <a:r>
              <a:rPr lang="en-US" err="1">
                <a:hlinkClick r:id="rId6" tooltip="Ban Chấp hành Trung ương Đảng Cộng sản Việt Nam">
                  <a:extLst>
                    <a:ext uri="{A12FA001-AC4F-418D-AE19-62706E023703}">
                      <ahyp:hlinkClr xmlns:ahyp="http://schemas.microsoft.com/office/drawing/2018/hyperlinkcolor" val="tx"/>
                    </a:ext>
                  </a:extLst>
                </a:hlinkClick>
              </a:rPr>
              <a:t>Việt</a:t>
            </a:r>
            <a:r>
              <a:rPr lang="en-US">
                <a:hlinkClick r:id="rId6" tooltip="Ban Chấp hành Trung ương Đảng Cộng sản Việt Nam">
                  <a:extLst>
                    <a:ext uri="{A12FA001-AC4F-418D-AE19-62706E023703}">
                      <ahyp:hlinkClr xmlns:ahyp="http://schemas.microsoft.com/office/drawing/2018/hyperlinkcolor" val="tx"/>
                    </a:ext>
                  </a:extLst>
                </a:hlinkClick>
              </a:rPr>
              <a:t> Nam</a:t>
            </a:r>
            <a:r>
              <a:rPr lang="en-US"/>
              <a:t>)</a:t>
            </a:r>
          </a:p>
          <a:p>
            <a:pPr marL="342900" marR="0" lvl="0" indent="-342900">
              <a:lnSpc>
                <a:spcPct val="107000"/>
              </a:lnSpc>
              <a:spcBef>
                <a:spcPts val="0"/>
              </a:spcBef>
              <a:spcAft>
                <a:spcPts val="120"/>
              </a:spcAft>
              <a:tabLst>
                <a:tab pos="457200" algn="l"/>
              </a:tabLst>
            </a:pPr>
            <a:r>
              <a:rPr lang="en-US" err="1">
                <a:hlinkClick r:id="rId7" tooltip="Viện Hàn lâm Khoa học xã hội Việt Nam">
                  <a:extLst>
                    <a:ext uri="{A12FA001-AC4F-418D-AE19-62706E023703}">
                      <ahyp:hlinkClr xmlns:ahyp="http://schemas.microsoft.com/office/drawing/2018/hyperlinkcolor" val="tx"/>
                    </a:ext>
                  </a:extLst>
                </a:hlinkClick>
              </a:rPr>
              <a:t>Viện</a:t>
            </a:r>
            <a:r>
              <a:rPr lang="en-US">
                <a:hlinkClick r:id="rId7" tooltip="Viện Hàn lâm Khoa học xã hội Việt Nam">
                  <a:extLst>
                    <a:ext uri="{A12FA001-AC4F-418D-AE19-62706E023703}">
                      <ahyp:hlinkClr xmlns:ahyp="http://schemas.microsoft.com/office/drawing/2018/hyperlinkcolor" val="tx"/>
                    </a:ext>
                  </a:extLst>
                </a:hlinkClick>
              </a:rPr>
              <a:t> </a:t>
            </a:r>
            <a:r>
              <a:rPr lang="en-US" err="1">
                <a:hlinkClick r:id="rId7" tooltip="Viện Hàn lâm Khoa học xã hội Việt Nam">
                  <a:extLst>
                    <a:ext uri="{A12FA001-AC4F-418D-AE19-62706E023703}">
                      <ahyp:hlinkClr xmlns:ahyp="http://schemas.microsoft.com/office/drawing/2018/hyperlinkcolor" val="tx"/>
                    </a:ext>
                  </a:extLst>
                </a:hlinkClick>
              </a:rPr>
              <a:t>Hàn</a:t>
            </a:r>
            <a:r>
              <a:rPr lang="en-US">
                <a:hlinkClick r:id="rId7" tooltip="Viện Hàn lâm Khoa học xã hội Việt Nam">
                  <a:extLst>
                    <a:ext uri="{A12FA001-AC4F-418D-AE19-62706E023703}">
                      <ahyp:hlinkClr xmlns:ahyp="http://schemas.microsoft.com/office/drawing/2018/hyperlinkcolor" val="tx"/>
                    </a:ext>
                  </a:extLst>
                </a:hlinkClick>
              </a:rPr>
              <a:t> </a:t>
            </a:r>
            <a:r>
              <a:rPr lang="en-US" err="1">
                <a:hlinkClick r:id="rId7" tooltip="Viện Hàn lâm Khoa học xã hội Việt Nam">
                  <a:extLst>
                    <a:ext uri="{A12FA001-AC4F-418D-AE19-62706E023703}">
                      <ahyp:hlinkClr xmlns:ahyp="http://schemas.microsoft.com/office/drawing/2018/hyperlinkcolor" val="tx"/>
                    </a:ext>
                  </a:extLst>
                </a:hlinkClick>
              </a:rPr>
              <a:t>lâm</a:t>
            </a:r>
            <a:r>
              <a:rPr lang="en-US">
                <a:hlinkClick r:id="rId7" tooltip="Viện Hàn lâm Khoa học xã hội Việt Nam">
                  <a:extLst>
                    <a:ext uri="{A12FA001-AC4F-418D-AE19-62706E023703}">
                      <ahyp:hlinkClr xmlns:ahyp="http://schemas.microsoft.com/office/drawing/2018/hyperlinkcolor" val="tx"/>
                    </a:ext>
                  </a:extLst>
                </a:hlinkClick>
              </a:rPr>
              <a:t> Khoa </a:t>
            </a:r>
            <a:r>
              <a:rPr lang="en-US" err="1">
                <a:hlinkClick r:id="rId7" tooltip="Viện Hàn lâm Khoa học xã hội Việt Nam">
                  <a:extLst>
                    <a:ext uri="{A12FA001-AC4F-418D-AE19-62706E023703}">
                      <ahyp:hlinkClr xmlns:ahyp="http://schemas.microsoft.com/office/drawing/2018/hyperlinkcolor" val="tx"/>
                    </a:ext>
                  </a:extLst>
                </a:hlinkClick>
              </a:rPr>
              <a:t>học</a:t>
            </a:r>
            <a:r>
              <a:rPr lang="en-US">
                <a:hlinkClick r:id="rId7" tooltip="Viện Hàn lâm Khoa học xã hội Việt Nam">
                  <a:extLst>
                    <a:ext uri="{A12FA001-AC4F-418D-AE19-62706E023703}">
                      <ahyp:hlinkClr xmlns:ahyp="http://schemas.microsoft.com/office/drawing/2018/hyperlinkcolor" val="tx"/>
                    </a:ext>
                  </a:extLst>
                </a:hlinkClick>
              </a:rPr>
              <a:t> </a:t>
            </a:r>
            <a:r>
              <a:rPr lang="en-US" err="1">
                <a:hlinkClick r:id="rId7" tooltip="Viện Hàn lâm Khoa học xã hội Việt Nam">
                  <a:extLst>
                    <a:ext uri="{A12FA001-AC4F-418D-AE19-62706E023703}">
                      <ahyp:hlinkClr xmlns:ahyp="http://schemas.microsoft.com/office/drawing/2018/hyperlinkcolor" val="tx"/>
                    </a:ext>
                  </a:extLst>
                </a:hlinkClick>
              </a:rPr>
              <a:t>xã</a:t>
            </a:r>
            <a:r>
              <a:rPr lang="en-US">
                <a:hlinkClick r:id="rId7" tooltip="Viện Hàn lâm Khoa học xã hội Việt Nam">
                  <a:extLst>
                    <a:ext uri="{A12FA001-AC4F-418D-AE19-62706E023703}">
                      <ahyp:hlinkClr xmlns:ahyp="http://schemas.microsoft.com/office/drawing/2018/hyperlinkcolor" val="tx"/>
                    </a:ext>
                  </a:extLst>
                </a:hlinkClick>
              </a:rPr>
              <a:t> </a:t>
            </a:r>
            <a:r>
              <a:rPr lang="en-US" err="1">
                <a:hlinkClick r:id="rId7" tooltip="Viện Hàn lâm Khoa học xã hội Việt Nam">
                  <a:extLst>
                    <a:ext uri="{A12FA001-AC4F-418D-AE19-62706E023703}">
                      <ahyp:hlinkClr xmlns:ahyp="http://schemas.microsoft.com/office/drawing/2018/hyperlinkcolor" val="tx"/>
                    </a:ext>
                  </a:extLst>
                </a:hlinkClick>
              </a:rPr>
              <a:t>hội</a:t>
            </a:r>
            <a:r>
              <a:rPr lang="en-US">
                <a:hlinkClick r:id="rId7" tooltip="Viện Hàn lâm Khoa học xã hội Việt Nam">
                  <a:extLst>
                    <a:ext uri="{A12FA001-AC4F-418D-AE19-62706E023703}">
                      <ahyp:hlinkClr xmlns:ahyp="http://schemas.microsoft.com/office/drawing/2018/hyperlinkcolor" val="tx"/>
                    </a:ext>
                  </a:extLst>
                </a:hlinkClick>
              </a:rPr>
              <a:t> </a:t>
            </a:r>
            <a:r>
              <a:rPr lang="en-US" err="1">
                <a:hlinkClick r:id="rId7" tooltip="Viện Hàn lâm Khoa học xã hội Việt Nam">
                  <a:extLst>
                    <a:ext uri="{A12FA001-AC4F-418D-AE19-62706E023703}">
                      <ahyp:hlinkClr xmlns:ahyp="http://schemas.microsoft.com/office/drawing/2018/hyperlinkcolor" val="tx"/>
                    </a:ext>
                  </a:extLst>
                </a:hlinkClick>
              </a:rPr>
              <a:t>Việt</a:t>
            </a:r>
            <a:r>
              <a:rPr lang="en-US">
                <a:hlinkClick r:id="rId7" tooltip="Viện Hàn lâm Khoa học xã hội Việt Nam">
                  <a:extLst>
                    <a:ext uri="{A12FA001-AC4F-418D-AE19-62706E023703}">
                      <ahyp:hlinkClr xmlns:ahyp="http://schemas.microsoft.com/office/drawing/2018/hyperlinkcolor" val="tx"/>
                    </a:ext>
                  </a:extLst>
                </a:hlinkClick>
              </a:rPr>
              <a:t> Nam</a:t>
            </a:r>
            <a:endParaRPr lang="en-US"/>
          </a:p>
          <a:p>
            <a:endParaRPr lang="en-US"/>
          </a:p>
        </p:txBody>
      </p:sp>
      <p:sp>
        <p:nvSpPr>
          <p:cNvPr id="6" name="Content Placeholder 5">
            <a:extLst>
              <a:ext uri="{FF2B5EF4-FFF2-40B4-BE49-F238E27FC236}">
                <a16:creationId xmlns:a16="http://schemas.microsoft.com/office/drawing/2014/main" id="{1BED4D66-D14E-47DD-A89D-1FEF62560786}"/>
              </a:ext>
            </a:extLst>
          </p:cNvPr>
          <p:cNvSpPr>
            <a:spLocks noGrp="1"/>
          </p:cNvSpPr>
          <p:nvPr>
            <p:ph sz="quarter" idx="4"/>
          </p:nvPr>
        </p:nvSpPr>
        <p:spPr>
          <a:xfrm>
            <a:off x="4645025" y="1444294"/>
            <a:ext cx="4041775" cy="4499306"/>
          </a:xfrm>
        </p:spPr>
        <p:txBody>
          <a:bodyPr>
            <a:normAutofit lnSpcReduction="10000"/>
          </a:bodyPr>
          <a:lstStyle/>
          <a:p>
            <a:pPr marL="342900" marR="0" lvl="0" indent="-342900">
              <a:lnSpc>
                <a:spcPct val="107000"/>
              </a:lnSpc>
              <a:spcBef>
                <a:spcPts val="0"/>
              </a:spcBef>
              <a:spcAft>
                <a:spcPts val="120"/>
              </a:spcAft>
              <a:tabLst>
                <a:tab pos="457200" algn="l"/>
              </a:tabLst>
            </a:pPr>
            <a:r>
              <a:rPr lang="en-US" err="1">
                <a:hlinkClick r:id="rId8" tooltip="Viện Hàn lâm Khoa học và Công nghệ Việt Nam">
                  <a:extLst>
                    <a:ext uri="{A12FA001-AC4F-418D-AE19-62706E023703}">
                      <ahyp:hlinkClr xmlns:ahyp="http://schemas.microsoft.com/office/drawing/2018/hyperlinkcolor" val="tx"/>
                    </a:ext>
                  </a:extLst>
                </a:hlinkClick>
              </a:rPr>
              <a:t>Viện</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Hàn</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lâm</a:t>
            </a:r>
            <a:r>
              <a:rPr lang="en-US">
                <a:hlinkClick r:id="rId8" tooltip="Viện Hàn lâm Khoa học và Công nghệ Việt Nam">
                  <a:extLst>
                    <a:ext uri="{A12FA001-AC4F-418D-AE19-62706E023703}">
                      <ahyp:hlinkClr xmlns:ahyp="http://schemas.microsoft.com/office/drawing/2018/hyperlinkcolor" val="tx"/>
                    </a:ext>
                  </a:extLst>
                </a:hlinkClick>
              </a:rPr>
              <a:t> Khoa </a:t>
            </a:r>
            <a:r>
              <a:rPr lang="en-US" err="1">
                <a:hlinkClick r:id="rId8" tooltip="Viện Hàn lâm Khoa học và Công nghệ Việt Nam">
                  <a:extLst>
                    <a:ext uri="{A12FA001-AC4F-418D-AE19-62706E023703}">
                      <ahyp:hlinkClr xmlns:ahyp="http://schemas.microsoft.com/office/drawing/2018/hyperlinkcolor" val="tx"/>
                    </a:ext>
                  </a:extLst>
                </a:hlinkClick>
              </a:rPr>
              <a:t>học</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và</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Công</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nghệ</a:t>
            </a:r>
            <a:r>
              <a:rPr lang="en-US">
                <a:hlinkClick r:id="rId8" tooltip="Viện Hàn lâm Khoa học và Công nghệ Việt Nam">
                  <a:extLst>
                    <a:ext uri="{A12FA001-AC4F-418D-AE19-62706E023703}">
                      <ahyp:hlinkClr xmlns:ahyp="http://schemas.microsoft.com/office/drawing/2018/hyperlinkcolor" val="tx"/>
                    </a:ext>
                  </a:extLst>
                </a:hlinkClick>
              </a:rPr>
              <a:t> </a:t>
            </a:r>
            <a:r>
              <a:rPr lang="en-US" err="1">
                <a:hlinkClick r:id="rId8" tooltip="Viện Hàn lâm Khoa học và Công nghệ Việt Nam">
                  <a:extLst>
                    <a:ext uri="{A12FA001-AC4F-418D-AE19-62706E023703}">
                      <ahyp:hlinkClr xmlns:ahyp="http://schemas.microsoft.com/office/drawing/2018/hyperlinkcolor" val="tx"/>
                    </a:ext>
                  </a:extLst>
                </a:hlinkClick>
              </a:rPr>
              <a:t>Việt</a:t>
            </a:r>
            <a:r>
              <a:rPr lang="en-US">
                <a:hlinkClick r:id="rId8" tooltip="Viện Hàn lâm Khoa học và Công nghệ Việt Nam">
                  <a:extLst>
                    <a:ext uri="{A12FA001-AC4F-418D-AE19-62706E023703}">
                      <ahyp:hlinkClr xmlns:ahyp="http://schemas.microsoft.com/office/drawing/2018/hyperlinkcolor" val="tx"/>
                    </a:ext>
                  </a:extLst>
                </a:hlinkClick>
              </a:rPr>
              <a:t> Nam</a:t>
            </a:r>
            <a:endParaRPr lang="en-US"/>
          </a:p>
          <a:p>
            <a:pPr marL="342900" marR="0" lvl="0" indent="-342900">
              <a:lnSpc>
                <a:spcPct val="107000"/>
              </a:lnSpc>
              <a:spcBef>
                <a:spcPts val="0"/>
              </a:spcBef>
              <a:spcAft>
                <a:spcPts val="120"/>
              </a:spcAft>
              <a:tabLst>
                <a:tab pos="457200" algn="l"/>
              </a:tabLst>
            </a:pPr>
            <a:r>
              <a:rPr lang="en-US" err="1">
                <a:hlinkClick r:id="rId9">
                  <a:extLst>
                    <a:ext uri="{A12FA001-AC4F-418D-AE19-62706E023703}">
                      <ahyp:hlinkClr xmlns:ahyp="http://schemas.microsoft.com/office/drawing/2018/hyperlinkcolor" val="tx"/>
                    </a:ext>
                  </a:extLst>
                </a:hlinkClick>
              </a:rPr>
              <a:t>Đại</a:t>
            </a:r>
            <a:r>
              <a:rPr lang="en-US">
                <a:hlinkClick r:id="rId9">
                  <a:extLst>
                    <a:ext uri="{A12FA001-AC4F-418D-AE19-62706E023703}">
                      <ahyp:hlinkClr xmlns:ahyp="http://schemas.microsoft.com/office/drawing/2018/hyperlinkcolor" val="tx"/>
                    </a:ext>
                  </a:extLst>
                </a:hlinkClick>
              </a:rPr>
              <a:t> </a:t>
            </a:r>
            <a:r>
              <a:rPr lang="en-US" err="1">
                <a:hlinkClick r:id="rId9">
                  <a:extLst>
                    <a:ext uri="{A12FA001-AC4F-418D-AE19-62706E023703}">
                      <ahyp:hlinkClr xmlns:ahyp="http://schemas.microsoft.com/office/drawing/2018/hyperlinkcolor" val="tx"/>
                    </a:ext>
                  </a:extLst>
                </a:hlinkClick>
              </a:rPr>
              <a:t>học</a:t>
            </a:r>
            <a:r>
              <a:rPr lang="en-US">
                <a:hlinkClick r:id="rId9">
                  <a:extLst>
                    <a:ext uri="{A12FA001-AC4F-418D-AE19-62706E023703}">
                      <ahyp:hlinkClr xmlns:ahyp="http://schemas.microsoft.com/office/drawing/2018/hyperlinkcolor" val="tx"/>
                    </a:ext>
                  </a:extLst>
                </a:hlinkClick>
              </a:rPr>
              <a:t> </a:t>
            </a:r>
            <a:r>
              <a:rPr lang="en-US" err="1">
                <a:hlinkClick r:id="rId9">
                  <a:extLst>
                    <a:ext uri="{A12FA001-AC4F-418D-AE19-62706E023703}">
                      <ahyp:hlinkClr xmlns:ahyp="http://schemas.microsoft.com/office/drawing/2018/hyperlinkcolor" val="tx"/>
                    </a:ext>
                  </a:extLst>
                </a:hlinkClick>
              </a:rPr>
              <a:t>Quốc</a:t>
            </a:r>
            <a:r>
              <a:rPr lang="en-US">
                <a:hlinkClick r:id="rId9">
                  <a:extLst>
                    <a:ext uri="{A12FA001-AC4F-418D-AE19-62706E023703}">
                      <ahyp:hlinkClr xmlns:ahyp="http://schemas.microsoft.com/office/drawing/2018/hyperlinkcolor" val="tx"/>
                    </a:ext>
                  </a:extLst>
                </a:hlinkClick>
              </a:rPr>
              <a:t> </a:t>
            </a:r>
            <a:r>
              <a:rPr lang="en-US" err="1">
                <a:hlinkClick r:id="rId9">
                  <a:extLst>
                    <a:ext uri="{A12FA001-AC4F-418D-AE19-62706E023703}">
                      <ahyp:hlinkClr xmlns:ahyp="http://schemas.microsoft.com/office/drawing/2018/hyperlinkcolor" val="tx"/>
                    </a:ext>
                  </a:extLst>
                </a:hlinkClick>
              </a:rPr>
              <a:t>gia</a:t>
            </a:r>
            <a:r>
              <a:rPr lang="en-US">
                <a:hlinkClick r:id="rId9">
                  <a:extLst>
                    <a:ext uri="{A12FA001-AC4F-418D-AE19-62706E023703}">
                      <ahyp:hlinkClr xmlns:ahyp="http://schemas.microsoft.com/office/drawing/2018/hyperlinkcolor" val="tx"/>
                    </a:ext>
                  </a:extLst>
                </a:hlinkClick>
              </a:rPr>
              <a:t> </a:t>
            </a:r>
            <a:r>
              <a:rPr lang="en-US" err="1">
                <a:hlinkClick r:id="rId9">
                  <a:extLst>
                    <a:ext uri="{A12FA001-AC4F-418D-AE19-62706E023703}">
                      <ahyp:hlinkClr xmlns:ahyp="http://schemas.microsoft.com/office/drawing/2018/hyperlinkcolor" val="tx"/>
                    </a:ext>
                  </a:extLst>
                </a:hlinkClick>
              </a:rPr>
              <a:t>Hà</a:t>
            </a:r>
            <a:r>
              <a:rPr lang="en-US">
                <a:hlinkClick r:id="rId9">
                  <a:extLst>
                    <a:ext uri="{A12FA001-AC4F-418D-AE19-62706E023703}">
                      <ahyp:hlinkClr xmlns:ahyp="http://schemas.microsoft.com/office/drawing/2018/hyperlinkcolor" val="tx"/>
                    </a:ext>
                  </a:extLst>
                </a:hlinkClick>
              </a:rPr>
              <a:t> </a:t>
            </a:r>
            <a:r>
              <a:rPr lang="en-US" err="1">
                <a:hlinkClick r:id="rId9">
                  <a:extLst>
                    <a:ext uri="{A12FA001-AC4F-418D-AE19-62706E023703}">
                      <ahyp:hlinkClr xmlns:ahyp="http://schemas.microsoft.com/office/drawing/2018/hyperlinkcolor" val="tx"/>
                    </a:ext>
                  </a:extLst>
                </a:hlinkClick>
              </a:rPr>
              <a:t>Nội</a:t>
            </a:r>
            <a:endParaRPr lang="en-US"/>
          </a:p>
          <a:p>
            <a:pPr marL="342900" marR="0" lvl="0" indent="-342900">
              <a:lnSpc>
                <a:spcPct val="107000"/>
              </a:lnSpc>
              <a:spcBef>
                <a:spcPts val="0"/>
              </a:spcBef>
              <a:spcAft>
                <a:spcPts val="120"/>
              </a:spcAft>
              <a:tabLst>
                <a:tab pos="457200" algn="l"/>
              </a:tabLst>
            </a:pP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Đại</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a:t>
            </a: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học</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a:t>
            </a: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Quốc</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a:t>
            </a: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gia</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TP </a:t>
            </a: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Hồ</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a:t>
            </a:r>
            <a:r>
              <a:rPr lang="en-US" err="1">
                <a:hlinkClick r:id="rId10" tooltip="Đại học Quốc gia TP Hồ Chí Minh (trang chưa được viết)">
                  <a:extLst>
                    <a:ext uri="{A12FA001-AC4F-418D-AE19-62706E023703}">
                      <ahyp:hlinkClr xmlns:ahyp="http://schemas.microsoft.com/office/drawing/2018/hyperlinkcolor" val="tx"/>
                    </a:ext>
                  </a:extLst>
                </a:hlinkClick>
              </a:rPr>
              <a:t>Chí</a:t>
            </a:r>
            <a:r>
              <a:rPr lang="en-US">
                <a:hlinkClick r:id="rId10" tooltip="Đại học Quốc gia TP Hồ Chí Minh (trang chưa được viết)">
                  <a:extLst>
                    <a:ext uri="{A12FA001-AC4F-418D-AE19-62706E023703}">
                      <ahyp:hlinkClr xmlns:ahyp="http://schemas.microsoft.com/office/drawing/2018/hyperlinkcolor" val="tx"/>
                    </a:ext>
                  </a:extLst>
                </a:hlinkClick>
              </a:rPr>
              <a:t> Minh</a:t>
            </a:r>
            <a:endParaRPr lang="en-US"/>
          </a:p>
          <a:p>
            <a:pPr marL="342900" marR="0" lvl="0" indent="-342900">
              <a:lnSpc>
                <a:spcPct val="107000"/>
              </a:lnSpc>
              <a:spcBef>
                <a:spcPts val="0"/>
              </a:spcBef>
              <a:spcAft>
                <a:spcPts val="120"/>
              </a:spcAft>
              <a:tabLst>
                <a:tab pos="457200" algn="l"/>
              </a:tabLst>
            </a:pPr>
            <a:r>
              <a:rPr lang="en-US" err="1">
                <a:hlinkClick r:id="rId11" tooltip="Bảo hiểm Xã hội Việt Nam">
                  <a:extLst>
                    <a:ext uri="{A12FA001-AC4F-418D-AE19-62706E023703}">
                      <ahyp:hlinkClr xmlns:ahyp="http://schemas.microsoft.com/office/drawing/2018/hyperlinkcolor" val="tx"/>
                    </a:ext>
                  </a:extLst>
                </a:hlinkClick>
              </a:rPr>
              <a:t>Bảo</a:t>
            </a:r>
            <a:r>
              <a:rPr lang="en-US">
                <a:hlinkClick r:id="rId11" tooltip="Bảo hiểm Xã hội Việt Nam">
                  <a:extLst>
                    <a:ext uri="{A12FA001-AC4F-418D-AE19-62706E023703}">
                      <ahyp:hlinkClr xmlns:ahyp="http://schemas.microsoft.com/office/drawing/2018/hyperlinkcolor" val="tx"/>
                    </a:ext>
                  </a:extLst>
                </a:hlinkClick>
              </a:rPr>
              <a:t> </a:t>
            </a:r>
            <a:r>
              <a:rPr lang="en-US" err="1">
                <a:hlinkClick r:id="rId11" tooltip="Bảo hiểm Xã hội Việt Nam">
                  <a:extLst>
                    <a:ext uri="{A12FA001-AC4F-418D-AE19-62706E023703}">
                      <ahyp:hlinkClr xmlns:ahyp="http://schemas.microsoft.com/office/drawing/2018/hyperlinkcolor" val="tx"/>
                    </a:ext>
                  </a:extLst>
                </a:hlinkClick>
              </a:rPr>
              <a:t>hiểm</a:t>
            </a:r>
            <a:r>
              <a:rPr lang="en-US">
                <a:hlinkClick r:id="rId11" tooltip="Bảo hiểm Xã hội Việt Nam">
                  <a:extLst>
                    <a:ext uri="{A12FA001-AC4F-418D-AE19-62706E023703}">
                      <ahyp:hlinkClr xmlns:ahyp="http://schemas.microsoft.com/office/drawing/2018/hyperlinkcolor" val="tx"/>
                    </a:ext>
                  </a:extLst>
                </a:hlinkClick>
              </a:rPr>
              <a:t> </a:t>
            </a:r>
            <a:r>
              <a:rPr lang="en-US" err="1">
                <a:hlinkClick r:id="rId11" tooltip="Bảo hiểm Xã hội Việt Nam">
                  <a:extLst>
                    <a:ext uri="{A12FA001-AC4F-418D-AE19-62706E023703}">
                      <ahyp:hlinkClr xmlns:ahyp="http://schemas.microsoft.com/office/drawing/2018/hyperlinkcolor" val="tx"/>
                    </a:ext>
                  </a:extLst>
                </a:hlinkClick>
              </a:rPr>
              <a:t>Xã</a:t>
            </a:r>
            <a:r>
              <a:rPr lang="en-US">
                <a:hlinkClick r:id="rId11" tooltip="Bảo hiểm Xã hội Việt Nam">
                  <a:extLst>
                    <a:ext uri="{A12FA001-AC4F-418D-AE19-62706E023703}">
                      <ahyp:hlinkClr xmlns:ahyp="http://schemas.microsoft.com/office/drawing/2018/hyperlinkcolor" val="tx"/>
                    </a:ext>
                  </a:extLst>
                </a:hlinkClick>
              </a:rPr>
              <a:t> </a:t>
            </a:r>
            <a:r>
              <a:rPr lang="en-US" err="1">
                <a:hlinkClick r:id="rId11" tooltip="Bảo hiểm Xã hội Việt Nam">
                  <a:extLst>
                    <a:ext uri="{A12FA001-AC4F-418D-AE19-62706E023703}">
                      <ahyp:hlinkClr xmlns:ahyp="http://schemas.microsoft.com/office/drawing/2018/hyperlinkcolor" val="tx"/>
                    </a:ext>
                  </a:extLst>
                </a:hlinkClick>
              </a:rPr>
              <a:t>hội</a:t>
            </a:r>
            <a:r>
              <a:rPr lang="en-US">
                <a:hlinkClick r:id="rId11" tooltip="Bảo hiểm Xã hội Việt Nam">
                  <a:extLst>
                    <a:ext uri="{A12FA001-AC4F-418D-AE19-62706E023703}">
                      <ahyp:hlinkClr xmlns:ahyp="http://schemas.microsoft.com/office/drawing/2018/hyperlinkcolor" val="tx"/>
                    </a:ext>
                  </a:extLst>
                </a:hlinkClick>
              </a:rPr>
              <a:t> </a:t>
            </a:r>
            <a:r>
              <a:rPr lang="en-US" err="1">
                <a:hlinkClick r:id="rId11" tooltip="Bảo hiểm Xã hội Việt Nam">
                  <a:extLst>
                    <a:ext uri="{A12FA001-AC4F-418D-AE19-62706E023703}">
                      <ahyp:hlinkClr xmlns:ahyp="http://schemas.microsoft.com/office/drawing/2018/hyperlinkcolor" val="tx"/>
                    </a:ext>
                  </a:extLst>
                </a:hlinkClick>
              </a:rPr>
              <a:t>Việt</a:t>
            </a:r>
            <a:r>
              <a:rPr lang="en-US">
                <a:hlinkClick r:id="rId11" tooltip="Bảo hiểm Xã hội Việt Nam">
                  <a:extLst>
                    <a:ext uri="{A12FA001-AC4F-418D-AE19-62706E023703}">
                      <ahyp:hlinkClr xmlns:ahyp="http://schemas.microsoft.com/office/drawing/2018/hyperlinkcolor" val="tx"/>
                    </a:ext>
                  </a:extLst>
                </a:hlinkClick>
              </a:rPr>
              <a:t> Nam</a:t>
            </a:r>
            <a:endParaRPr lang="en-US"/>
          </a:p>
          <a:p>
            <a:pPr marL="342900" marR="0" lvl="0" indent="-342900">
              <a:lnSpc>
                <a:spcPct val="107000"/>
              </a:lnSpc>
              <a:spcBef>
                <a:spcPts val="0"/>
              </a:spcBef>
              <a:spcAft>
                <a:spcPts val="120"/>
              </a:spcAft>
              <a:tabLst>
                <a:tab pos="457200" algn="l"/>
              </a:tabLst>
            </a:pPr>
            <a:r>
              <a:rPr lang="en-US">
                <a:hlinkClick r:id="rId12" tooltip="Ban Quản lý Lăng Chủ tịch Hồ Chí Minh">
                  <a:extLst>
                    <a:ext uri="{A12FA001-AC4F-418D-AE19-62706E023703}">
                      <ahyp:hlinkClr xmlns:ahyp="http://schemas.microsoft.com/office/drawing/2018/hyperlinkcolor" val="tx"/>
                    </a:ext>
                  </a:extLst>
                </a:hlinkClick>
              </a:rPr>
              <a:t>Ban </a:t>
            </a:r>
            <a:r>
              <a:rPr lang="en-US" err="1">
                <a:hlinkClick r:id="rId12" tooltip="Ban Quản lý Lăng Chủ tịch Hồ Chí Minh">
                  <a:extLst>
                    <a:ext uri="{A12FA001-AC4F-418D-AE19-62706E023703}">
                      <ahyp:hlinkClr xmlns:ahyp="http://schemas.microsoft.com/office/drawing/2018/hyperlinkcolor" val="tx"/>
                    </a:ext>
                  </a:extLst>
                </a:hlinkClick>
              </a:rPr>
              <a:t>Quản</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lý</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Lăng</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Chủ</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tịch</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Hồ</a:t>
            </a:r>
            <a:r>
              <a:rPr lang="en-US">
                <a:hlinkClick r:id="rId12" tooltip="Ban Quản lý Lăng Chủ tịch Hồ Chí Minh">
                  <a:extLst>
                    <a:ext uri="{A12FA001-AC4F-418D-AE19-62706E023703}">
                      <ahyp:hlinkClr xmlns:ahyp="http://schemas.microsoft.com/office/drawing/2018/hyperlinkcolor" val="tx"/>
                    </a:ext>
                  </a:extLst>
                </a:hlinkClick>
              </a:rPr>
              <a:t> </a:t>
            </a:r>
            <a:r>
              <a:rPr lang="en-US" err="1">
                <a:hlinkClick r:id="rId12" tooltip="Ban Quản lý Lăng Chủ tịch Hồ Chí Minh">
                  <a:extLst>
                    <a:ext uri="{A12FA001-AC4F-418D-AE19-62706E023703}">
                      <ahyp:hlinkClr xmlns:ahyp="http://schemas.microsoft.com/office/drawing/2018/hyperlinkcolor" val="tx"/>
                    </a:ext>
                  </a:extLst>
                </a:hlinkClick>
              </a:rPr>
              <a:t>Chí</a:t>
            </a:r>
            <a:r>
              <a:rPr lang="en-US">
                <a:hlinkClick r:id="rId12" tooltip="Ban Quản lý Lăng Chủ tịch Hồ Chí Minh">
                  <a:extLst>
                    <a:ext uri="{A12FA001-AC4F-418D-AE19-62706E023703}">
                      <ahyp:hlinkClr xmlns:ahyp="http://schemas.microsoft.com/office/drawing/2018/hyperlinkcolor" val="tx"/>
                    </a:ext>
                  </a:extLst>
                </a:hlinkClick>
              </a:rPr>
              <a:t> Minh</a:t>
            </a:r>
            <a:endParaRPr lang="en-US"/>
          </a:p>
          <a:p>
            <a:pPr marL="342900" marR="0" lvl="0" indent="-342900">
              <a:lnSpc>
                <a:spcPct val="107000"/>
              </a:lnSpc>
              <a:spcBef>
                <a:spcPts val="0"/>
              </a:spcBef>
              <a:spcAft>
                <a:spcPts val="120"/>
              </a:spcAft>
              <a:tabLst>
                <a:tab pos="457200" algn="l"/>
              </a:tabLst>
            </a:pPr>
            <a:r>
              <a:rPr lang="en-US" err="1">
                <a:hlinkClick r:id="rId13" tooltip="Ủy ban Quản lý vốn Nhà nước tại doanh nghiệp">
                  <a:extLst>
                    <a:ext uri="{A12FA001-AC4F-418D-AE19-62706E023703}">
                      <ahyp:hlinkClr xmlns:ahyp="http://schemas.microsoft.com/office/drawing/2018/hyperlinkcolor" val="tx"/>
                    </a:ext>
                  </a:extLst>
                </a:hlinkClick>
              </a:rPr>
              <a:t>Ủy</a:t>
            </a:r>
            <a:r>
              <a:rPr lang="en-US">
                <a:hlinkClick r:id="rId13" tooltip="Ủy ban Quản lý vốn Nhà nước tại doanh nghiệp">
                  <a:extLst>
                    <a:ext uri="{A12FA001-AC4F-418D-AE19-62706E023703}">
                      <ahyp:hlinkClr xmlns:ahyp="http://schemas.microsoft.com/office/drawing/2018/hyperlinkcolor" val="tx"/>
                    </a:ext>
                  </a:extLst>
                </a:hlinkClick>
              </a:rPr>
              <a:t> ban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Quản</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lý</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vốn</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nhà</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nước</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tại</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doanh</a:t>
            </a:r>
            <a:r>
              <a:rPr lang="en-US">
                <a:hlinkClick r:id="rId13" tooltip="Ủy ban Quản lý vốn Nhà nước tại doanh nghiệp">
                  <a:extLst>
                    <a:ext uri="{A12FA001-AC4F-418D-AE19-62706E023703}">
                      <ahyp:hlinkClr xmlns:ahyp="http://schemas.microsoft.com/office/drawing/2018/hyperlinkcolor" val="tx"/>
                    </a:ext>
                  </a:extLst>
                </a:hlinkClick>
              </a:rPr>
              <a:t> </a:t>
            </a:r>
            <a:r>
              <a:rPr lang="en-US" err="1">
                <a:hlinkClick r:id="rId13" tooltip="Ủy ban Quản lý vốn Nhà nước tại doanh nghiệp">
                  <a:extLst>
                    <a:ext uri="{A12FA001-AC4F-418D-AE19-62706E023703}">
                      <ahyp:hlinkClr xmlns:ahyp="http://schemas.microsoft.com/office/drawing/2018/hyperlinkcolor" val="tx"/>
                    </a:ext>
                  </a:extLst>
                </a:hlinkClick>
              </a:rPr>
              <a:t>nghiệp</a:t>
            </a:r>
            <a:endParaRPr lang="en-US"/>
          </a:p>
          <a:p>
            <a:endParaRPr lang="en-US"/>
          </a:p>
        </p:txBody>
      </p:sp>
      <p:sp>
        <p:nvSpPr>
          <p:cNvPr id="7" name="Footer Placeholder 6">
            <a:extLst>
              <a:ext uri="{FF2B5EF4-FFF2-40B4-BE49-F238E27FC236}">
                <a16:creationId xmlns:a16="http://schemas.microsoft.com/office/drawing/2014/main" id="{278DDB82-760F-421C-81B1-ADBFBBE3B544}"/>
              </a:ext>
            </a:extLst>
          </p:cNvPr>
          <p:cNvSpPr>
            <a:spLocks noGrp="1"/>
          </p:cNvSpPr>
          <p:nvPr>
            <p:ph type="ftr" sz="quarter" idx="11"/>
          </p:nvPr>
        </p:nvSpPr>
        <p:spPr/>
        <p:txBody>
          <a:bodyPr/>
          <a:lstStyle/>
          <a:p>
            <a:r>
              <a:rPr lang="en-US"/>
              <a:t>Nguyễn Thị Yến</a:t>
            </a:r>
          </a:p>
        </p:txBody>
      </p:sp>
      <p:sp>
        <p:nvSpPr>
          <p:cNvPr id="8" name="Slide Number Placeholder 7">
            <a:extLst>
              <a:ext uri="{FF2B5EF4-FFF2-40B4-BE49-F238E27FC236}">
                <a16:creationId xmlns:a16="http://schemas.microsoft.com/office/drawing/2014/main" id="{5F3F16C6-AF6E-453E-B17F-0992A62F0B91}"/>
              </a:ext>
            </a:extLst>
          </p:cNvPr>
          <p:cNvSpPr>
            <a:spLocks noGrp="1"/>
          </p:cNvSpPr>
          <p:nvPr>
            <p:ph type="sldNum" sz="quarter" idx="12"/>
          </p:nvPr>
        </p:nvSpPr>
        <p:spPr/>
        <p:txBody>
          <a:bodyPr/>
          <a:lstStyle/>
          <a:p>
            <a:fld id="{C700A7F4-E0AA-4BCB-9880-DD9265D58A00}" type="slidenum">
              <a:rPr lang="en-US" smtClean="0"/>
              <a:pPr/>
              <a:t>49</a:t>
            </a:fld>
            <a:endParaRPr lang="en-US"/>
          </a:p>
        </p:txBody>
      </p:sp>
    </p:spTree>
    <p:extLst>
      <p:ext uri="{BB962C8B-B14F-4D97-AF65-F5344CB8AC3E}">
        <p14:creationId xmlns:p14="http://schemas.microsoft.com/office/powerpoint/2010/main" val="1466244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C700A7F4-E0AA-4BCB-9880-DD9265D58A00}" type="slidenum">
              <a:rPr lang="en-US" smtClean="0"/>
              <a:pPr/>
              <a:t>50</a:t>
            </a:fld>
            <a:endParaRPr lang="en-US"/>
          </a:p>
        </p:txBody>
      </p:sp>
      <p:pic>
        <p:nvPicPr>
          <p:cNvPr id="1026" name="Picture 2" descr="https://luatquanghuy.vn/wp-content/uploads/befede1b-5c89-4ebb-a439-035cad2d60d7.png"/>
          <p:cNvPicPr>
            <a:picLocks noChangeAspect="1" noChangeArrowheads="1"/>
          </p:cNvPicPr>
          <p:nvPr/>
        </p:nvPicPr>
        <p:blipFill>
          <a:blip r:embed="rId2"/>
          <a:srcRect/>
          <a:stretch>
            <a:fillRect/>
          </a:stretch>
        </p:blipFill>
        <p:spPr bwMode="auto">
          <a:xfrm>
            <a:off x="381000" y="152400"/>
            <a:ext cx="8763000" cy="6283071"/>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458200" cy="5029200"/>
          </a:xfrm>
        </p:spPr>
        <p:txBody>
          <a:bodyPr>
            <a:normAutofit fontScale="70000" lnSpcReduction="20000"/>
          </a:bodyPr>
          <a:lstStyle/>
          <a:p>
            <a:r>
              <a:rPr lang="en-US"/>
              <a:t>Nêu nguồn gốc ra đời của nhà nước, pháp luật theo quan điểm của Mác- Lênin ?</a:t>
            </a:r>
          </a:p>
          <a:p>
            <a:r>
              <a:rPr lang="en-US"/>
              <a:t>Tại sao trong xã hội cộng sản nguyên thủy Nhà nước chưa thể ra đời?</a:t>
            </a:r>
          </a:p>
          <a:p>
            <a:r>
              <a:rPr lang="en-US"/>
              <a:t>Phân biệt hình thức chính thể quân chủ với hình thức chính thể cộng hòa?</a:t>
            </a:r>
          </a:p>
          <a:p>
            <a:r>
              <a:rPr lang="en-US"/>
              <a:t>Chính thể quân chủ, Nhà Vua là người đứng đầu nhà nước và có quyền lực vô hạn.</a:t>
            </a:r>
          </a:p>
          <a:p>
            <a:r>
              <a:rPr lang="en-US"/>
              <a:t>Tổ chức bộ máy nhà nước luôn tuân thủ theo thuyết tam quyền phân lập.</a:t>
            </a:r>
          </a:p>
          <a:p>
            <a:r>
              <a:rPr lang="en-US"/>
              <a:t>Nhà nước chỉ mang bản chất giai cấp.</a:t>
            </a:r>
          </a:p>
          <a:p>
            <a:r>
              <a:rPr lang="en-US"/>
              <a:t>Nhà nước ra đời nhằm mục đích bảo vệ và duy trì trật tự xã hội.</a:t>
            </a:r>
          </a:p>
          <a:p>
            <a:r>
              <a:rPr lang="en-US"/>
              <a:t>Trong tổ chức bộ máy nhà nước Việt Nam, Quốc Hội là chế định trung tâm.</a:t>
            </a:r>
          </a:p>
          <a:p>
            <a:r>
              <a:rPr lang="en-US"/>
              <a:t>Nhà nước tiến bộ thì không còn mang bản chất giai cấp nữa</a:t>
            </a:r>
          </a:p>
          <a:p>
            <a:r>
              <a:rPr lang="en-US"/>
              <a:t>Hình thức tổ chức của Nhà nước cộng hòa xã hội chủ nghĩa Việt nam hiện nay?</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51</a:t>
            </a:fld>
            <a:endParaRPr lang="en-US"/>
          </a:p>
        </p:txBody>
      </p:sp>
      <p:sp>
        <p:nvSpPr>
          <p:cNvPr id="2" name="Title 1"/>
          <p:cNvSpPr>
            <a:spLocks noGrp="1"/>
          </p:cNvSpPr>
          <p:nvPr>
            <p:ph type="title"/>
          </p:nvPr>
        </p:nvSpPr>
        <p:spPr/>
        <p:txBody>
          <a:bodyPr/>
          <a:lstStyle/>
          <a:p>
            <a:r>
              <a:rPr lang="en-US"/>
              <a:t>Câu hỏi về nhà nước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p:txBody>
          <a:bodyPr/>
          <a:lstStyle/>
          <a:p>
            <a:pPr eaLnBrk="1" hangingPunct="1"/>
            <a:r>
              <a:rPr lang="en-US">
                <a:latin typeface=".VnArial" pitchFamily="34" charset="0"/>
              </a:rPr>
              <a:t>2.2.1  </a:t>
            </a:r>
            <a:r>
              <a:rPr lang="en-US" err="1">
                <a:latin typeface=".VnArial" pitchFamily="34" charset="0"/>
              </a:rPr>
              <a:t>B¶n</a:t>
            </a:r>
            <a:r>
              <a:rPr lang="en-US">
                <a:latin typeface=".VnArial" pitchFamily="34" charset="0"/>
              </a:rPr>
              <a:t> </a:t>
            </a:r>
            <a:r>
              <a:rPr lang="en-US" err="1">
                <a:latin typeface=".VnArial" pitchFamily="34" charset="0"/>
              </a:rPr>
              <a:t>chÊt</a:t>
            </a:r>
            <a:r>
              <a:rPr lang="en-US">
                <a:latin typeface=".VnArial" pitchFamily="34" charset="0"/>
              </a:rPr>
              <a:t> vµ </a:t>
            </a:r>
            <a:r>
              <a:rPr lang="en-US" err="1">
                <a:latin typeface=".VnArial" pitchFamily="34" charset="0"/>
              </a:rPr>
              <a:t>c¸c</a:t>
            </a:r>
            <a:r>
              <a:rPr lang="en-US">
                <a:latin typeface=".VnArial" pitchFamily="34" charset="0"/>
              </a:rPr>
              <a:t> ®</a:t>
            </a:r>
            <a:r>
              <a:rPr lang="en-US" err="1">
                <a:latin typeface=".VnArial" pitchFamily="34" charset="0"/>
              </a:rPr>
              <a:t>Æc</a:t>
            </a:r>
            <a:r>
              <a:rPr lang="en-US">
                <a:latin typeface=".VnArial" pitchFamily="34" charset="0"/>
              </a:rPr>
              <a:t> </a:t>
            </a:r>
            <a:r>
              <a:rPr lang="en-US" err="1">
                <a:latin typeface=".VnArial" pitchFamily="34" charset="0"/>
              </a:rPr>
              <a:t>tr­ng</a:t>
            </a:r>
            <a:r>
              <a:rPr lang="en-US">
                <a:latin typeface=".VnArial" pitchFamily="34" charset="0"/>
              </a:rPr>
              <a:t> </a:t>
            </a:r>
            <a:r>
              <a:rPr lang="en-US" err="1">
                <a:latin typeface=".VnArial" pitchFamily="34" charset="0"/>
              </a:rPr>
              <a:t>cña</a:t>
            </a:r>
            <a:r>
              <a:rPr lang="en-US">
                <a:latin typeface=".VnArial" pitchFamily="34" charset="0"/>
              </a:rPr>
              <a:t> </a:t>
            </a:r>
            <a:r>
              <a:rPr lang="en-US" err="1">
                <a:latin typeface=".VnArial" pitchFamily="34" charset="0"/>
              </a:rPr>
              <a:t>ph¸p</a:t>
            </a:r>
            <a:r>
              <a:rPr lang="en-US">
                <a:latin typeface=".VnArial" pitchFamily="34" charset="0"/>
              </a:rPr>
              <a:t> </a:t>
            </a:r>
            <a:r>
              <a:rPr lang="en-US" err="1">
                <a:latin typeface=".VnArial" pitchFamily="34" charset="0"/>
              </a:rPr>
              <a:t>luËt</a:t>
            </a:r>
            <a:endParaRPr lang="en-US">
              <a:latin typeface=".VnArial" pitchFamily="34" charset="0"/>
            </a:endParaRPr>
          </a:p>
          <a:p>
            <a:pPr eaLnBrk="1" hangingPunct="1"/>
            <a:r>
              <a:rPr lang="en-US">
                <a:latin typeface=".VnArial" pitchFamily="34" charset="0"/>
              </a:rPr>
              <a:t>2.2.2  </a:t>
            </a:r>
            <a:r>
              <a:rPr lang="en-US" err="1">
                <a:latin typeface=".VnArial" pitchFamily="34" charset="0"/>
              </a:rPr>
              <a:t>Chức</a:t>
            </a:r>
            <a:r>
              <a:rPr lang="en-US">
                <a:latin typeface=".VnArial" pitchFamily="34" charset="0"/>
              </a:rPr>
              <a:t> </a:t>
            </a:r>
            <a:r>
              <a:rPr lang="en-US" err="1">
                <a:latin typeface=".VnArial" pitchFamily="34" charset="0"/>
              </a:rPr>
              <a:t>năng</a:t>
            </a:r>
            <a:r>
              <a:rPr lang="en-US">
                <a:latin typeface=".VnArial" pitchFamily="34" charset="0"/>
              </a:rPr>
              <a:t> </a:t>
            </a:r>
            <a:r>
              <a:rPr lang="en-US" err="1">
                <a:latin typeface=".VnArial" pitchFamily="34" charset="0"/>
              </a:rPr>
              <a:t>của</a:t>
            </a:r>
            <a:r>
              <a:rPr lang="en-US">
                <a:latin typeface=".VnArial" pitchFamily="34" charset="0"/>
              </a:rPr>
              <a:t> </a:t>
            </a:r>
            <a:r>
              <a:rPr lang="en-US" err="1">
                <a:latin typeface=".VnArial" pitchFamily="34" charset="0"/>
              </a:rPr>
              <a:t>ph</a:t>
            </a:r>
            <a:r>
              <a:rPr lang="en-US" err="1">
                <a:latin typeface="Times New Roman" panose="02020603050405020304" pitchFamily="18" charset="0"/>
                <a:cs typeface="Times New Roman" panose="02020603050405020304" pitchFamily="18" charset="0"/>
              </a:rPr>
              <a:t>áp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luật</a:t>
            </a:r>
            <a:endParaRPr lang="en-US">
              <a:latin typeface="Times New Roman" panose="02020603050405020304" pitchFamily="18" charset="0"/>
              <a:cs typeface="Times New Roman" panose="02020603050405020304" pitchFamily="18" charset="0"/>
            </a:endParaRPr>
          </a:p>
          <a:p>
            <a:pPr eaLnBrk="1" hangingPunct="1"/>
            <a:r>
              <a:rPr lang="en-US">
                <a:latin typeface="Times New Roman" panose="02020603050405020304" pitchFamily="18" charset="0"/>
                <a:cs typeface="Times New Roman" panose="02020603050405020304" pitchFamily="18" charset="0"/>
              </a:rPr>
              <a:t>2.2.3 </a:t>
            </a:r>
            <a:r>
              <a:rPr lang="en-US" err="1">
                <a:latin typeface="Times New Roman" panose="02020603050405020304" pitchFamily="18" charset="0"/>
                <a:cs typeface="Times New Roman" panose="02020603050405020304" pitchFamily="18" charset="0"/>
              </a:rPr>
              <a:t>Mối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quan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hệ</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giữa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pháp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luật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các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tượng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xã</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khác</a:t>
            </a:r>
            <a:r>
              <a:rPr lang="en-US">
                <a:latin typeface="Times New Roman" panose="02020603050405020304" pitchFamily="18" charset="0"/>
                <a:cs typeface="Times New Roman" panose="02020603050405020304" pitchFamily="18" charset="0"/>
              </a:rPr>
              <a:t>.</a:t>
            </a:r>
            <a:endParaRPr lang="en-US">
              <a:latin typeface=".VnArial" pitchFamily="34" charset="0"/>
            </a:endParaRPr>
          </a:p>
          <a:p>
            <a:endParaRPr lang="en-US" sz="1800">
              <a:latin typeface=".VnArial" pitchFamily="34" charset="0"/>
            </a:endParaRPr>
          </a:p>
        </p:txBody>
      </p:sp>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47C9C7F1-D48A-419D-A089-D5BEAE8C5C4F}" type="slidenum">
              <a:rPr lang="en-US" smtClean="0"/>
              <a:pPr>
                <a:defRPr/>
              </a:pPr>
              <a:t>52</a:t>
            </a:fld>
            <a:endParaRPr lang="en-US"/>
          </a:p>
        </p:txBody>
      </p:sp>
      <p:sp>
        <p:nvSpPr>
          <p:cNvPr id="23554" name="Title 1"/>
          <p:cNvSpPr>
            <a:spLocks noGrp="1"/>
          </p:cNvSpPr>
          <p:nvPr>
            <p:ph type="title"/>
          </p:nvPr>
        </p:nvSpPr>
        <p:spPr/>
        <p:txBody>
          <a:bodyPr>
            <a:normAutofit/>
          </a:bodyPr>
          <a:lstStyle/>
          <a:p>
            <a:r>
              <a:rPr lang="en-US" sz="3600">
                <a:latin typeface=".VnArial" pitchFamily="34" charset="0"/>
              </a:rPr>
              <a:t>2.2 Tæng quan vÒ ph¸p luËt</a:t>
            </a:r>
          </a:p>
        </p:txBody>
      </p:sp>
      <p:pic>
        <p:nvPicPr>
          <p:cNvPr id="23557" name="Picture 4" descr="images[6].jpg"/>
          <p:cNvPicPr>
            <a:picLocks noChangeAspect="1"/>
          </p:cNvPicPr>
          <p:nvPr/>
        </p:nvPicPr>
        <p:blipFill>
          <a:blip r:embed="rId3"/>
          <a:srcRect/>
          <a:stretch>
            <a:fillRect/>
          </a:stretch>
        </p:blipFill>
        <p:spPr bwMode="auto">
          <a:xfrm>
            <a:off x="5257800" y="3810000"/>
            <a:ext cx="3276600" cy="22098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Quan </a:t>
            </a:r>
            <a:r>
              <a:rPr lang="en-US" err="1"/>
              <a:t>điểm</a:t>
            </a:r>
            <a:r>
              <a:rPr lang="en-US"/>
              <a:t> phi </a:t>
            </a:r>
            <a:r>
              <a:rPr lang="en-US" err="1"/>
              <a:t>mác</a:t>
            </a:r>
            <a:r>
              <a:rPr lang="en-US"/>
              <a:t> </a:t>
            </a:r>
            <a:r>
              <a:rPr lang="en-US" err="1"/>
              <a:t>xít</a:t>
            </a:r>
            <a:endParaRPr lang="en-US"/>
          </a:p>
          <a:p>
            <a:pPr>
              <a:buFont typeface="Wingdings" pitchFamily="2" charset="2"/>
              <a:buChar char="ü"/>
            </a:pPr>
            <a:r>
              <a:rPr lang="en-US" sz="2800"/>
              <a:t>Quan </a:t>
            </a:r>
            <a:r>
              <a:rPr lang="en-US" sz="2800" err="1"/>
              <a:t>điểm</a:t>
            </a:r>
            <a:r>
              <a:rPr lang="en-US" sz="2800"/>
              <a:t> </a:t>
            </a:r>
            <a:r>
              <a:rPr lang="en-US" sz="2800" err="1"/>
              <a:t>thần</a:t>
            </a:r>
            <a:r>
              <a:rPr lang="en-US" sz="2800"/>
              <a:t> </a:t>
            </a:r>
            <a:r>
              <a:rPr lang="en-US" sz="2800" err="1"/>
              <a:t>học</a:t>
            </a:r>
            <a:endParaRPr lang="en-US" sz="2800"/>
          </a:p>
          <a:p>
            <a:pPr>
              <a:buFont typeface="Wingdings" pitchFamily="2" charset="2"/>
              <a:buChar char="ü"/>
            </a:pPr>
            <a:r>
              <a:rPr lang="en-US" sz="2800" err="1">
                <a:latin typeface=".VnArial" pitchFamily="34" charset="0"/>
              </a:rPr>
              <a:t>ThuyÕt</a:t>
            </a:r>
            <a:r>
              <a:rPr lang="en-US" sz="2800">
                <a:latin typeface=".VnArial" pitchFamily="34" charset="0"/>
              </a:rPr>
              <a:t> </a:t>
            </a:r>
            <a:r>
              <a:rPr lang="en-US" sz="2800" err="1">
                <a:latin typeface=".VnArial" pitchFamily="34" charset="0"/>
              </a:rPr>
              <a:t>gia</a:t>
            </a:r>
            <a:r>
              <a:rPr lang="en-US" sz="2800">
                <a:latin typeface=".VnArial" pitchFamily="34" charset="0"/>
              </a:rPr>
              <a:t> </a:t>
            </a:r>
            <a:r>
              <a:rPr lang="en-US" sz="2800" err="1">
                <a:latin typeface=".VnArial" pitchFamily="34" charset="0"/>
              </a:rPr>
              <a:t>trưëng</a:t>
            </a:r>
            <a:endParaRPr lang="en-US" sz="2800">
              <a:latin typeface=".VnArial" pitchFamily="34" charset="0"/>
            </a:endParaRPr>
          </a:p>
          <a:p>
            <a:pPr>
              <a:buFont typeface="Wingdings" pitchFamily="2" charset="2"/>
              <a:buChar char="ü"/>
            </a:pPr>
            <a:r>
              <a:rPr lang="en-US" sz="2800" err="1">
                <a:latin typeface=".VnArial" pitchFamily="34" charset="0"/>
              </a:rPr>
              <a:t>ThuyÕt</a:t>
            </a:r>
            <a:r>
              <a:rPr lang="en-US" sz="2800">
                <a:latin typeface=".VnArial" pitchFamily="34" charset="0"/>
              </a:rPr>
              <a:t> </a:t>
            </a:r>
            <a:r>
              <a:rPr lang="en-US" sz="2800" err="1">
                <a:latin typeface=".VnArial" pitchFamily="34" charset="0"/>
              </a:rPr>
              <a:t>ph¸p</a:t>
            </a:r>
            <a:r>
              <a:rPr lang="en-US" sz="2800">
                <a:latin typeface=".VnArial" pitchFamily="34" charset="0"/>
              </a:rPr>
              <a:t> </a:t>
            </a:r>
            <a:r>
              <a:rPr lang="en-US" sz="2800" err="1">
                <a:latin typeface=".VnArial" pitchFamily="34" charset="0"/>
              </a:rPr>
              <a:t>quyÒn</a:t>
            </a:r>
            <a:r>
              <a:rPr lang="en-US" sz="2800">
                <a:latin typeface=".VnArial" pitchFamily="34" charset="0"/>
              </a:rPr>
              <a:t> </a:t>
            </a:r>
            <a:r>
              <a:rPr lang="en-US" sz="2800" err="1">
                <a:latin typeface=".VnArial" pitchFamily="34" charset="0"/>
              </a:rPr>
              <a:t>tù</a:t>
            </a:r>
            <a:r>
              <a:rPr lang="en-US" sz="2800">
                <a:latin typeface=".VnArial" pitchFamily="34" charset="0"/>
              </a:rPr>
              <a:t> </a:t>
            </a:r>
            <a:r>
              <a:rPr lang="en-US" sz="2800" err="1">
                <a:latin typeface=".VnArial" pitchFamily="34" charset="0"/>
              </a:rPr>
              <a:t>nhiªn</a:t>
            </a:r>
            <a:endParaRPr lang="en-US" sz="2800">
              <a:latin typeface=".VnArial" pitchFamily="34" charset="0"/>
            </a:endParaRPr>
          </a:p>
          <a:p>
            <a:pPr>
              <a:buFont typeface="Wingdings" pitchFamily="2" charset="2"/>
              <a:buChar char="ü"/>
            </a:pPr>
            <a:r>
              <a:rPr lang="en-US" sz="2800" err="1">
                <a:latin typeface=".VnArial" pitchFamily="34" charset="0"/>
              </a:rPr>
              <a:t>Chñ</a:t>
            </a:r>
            <a:r>
              <a:rPr lang="en-US" sz="2800">
                <a:latin typeface=".VnArial" pitchFamily="34" charset="0"/>
              </a:rPr>
              <a:t> </a:t>
            </a:r>
            <a:r>
              <a:rPr lang="en-US" sz="2800" err="1">
                <a:latin typeface=".VnArial" pitchFamily="34" charset="0"/>
              </a:rPr>
              <a:t>nghÜa</a:t>
            </a:r>
            <a:r>
              <a:rPr lang="en-US" sz="2800">
                <a:latin typeface=".VnArial" pitchFamily="34" charset="0"/>
              </a:rPr>
              <a:t> </a:t>
            </a:r>
            <a:r>
              <a:rPr lang="en-US" sz="2800" err="1">
                <a:latin typeface=".VnArial" pitchFamily="34" charset="0"/>
              </a:rPr>
              <a:t>ph¸p</a:t>
            </a:r>
            <a:r>
              <a:rPr lang="en-US" sz="2800">
                <a:latin typeface=".VnArial" pitchFamily="34" charset="0"/>
              </a:rPr>
              <a:t> </a:t>
            </a:r>
            <a:r>
              <a:rPr lang="en-US" sz="2800" err="1">
                <a:latin typeface=".VnArial" pitchFamily="34" charset="0"/>
              </a:rPr>
              <a:t>luËt</a:t>
            </a:r>
            <a:r>
              <a:rPr lang="en-US" sz="2800">
                <a:latin typeface=".VnArial" pitchFamily="34" charset="0"/>
              </a:rPr>
              <a:t> </a:t>
            </a:r>
            <a:r>
              <a:rPr lang="en-US" sz="2800" err="1">
                <a:latin typeface=".VnArial" pitchFamily="34" charset="0"/>
              </a:rPr>
              <a:t>thùc</a:t>
            </a:r>
            <a:r>
              <a:rPr lang="en-US" sz="2800">
                <a:latin typeface=".VnArial" pitchFamily="34" charset="0"/>
              </a:rPr>
              <a:t> ®</a:t>
            </a:r>
            <a:r>
              <a:rPr lang="en-US" sz="2800" err="1">
                <a:latin typeface=".VnArial" pitchFamily="34" charset="0"/>
              </a:rPr>
              <a:t>Þnh</a:t>
            </a:r>
            <a:r>
              <a:rPr lang="en-US" sz="2800">
                <a:latin typeface=".VnArial" pitchFamily="34" charset="0"/>
              </a:rPr>
              <a:t> </a:t>
            </a:r>
          </a:p>
          <a:p>
            <a:r>
              <a:rPr lang="en-US" sz="2800">
                <a:latin typeface="+mj-lt"/>
              </a:rPr>
              <a:t>Quan </a:t>
            </a:r>
            <a:r>
              <a:rPr lang="en-US" sz="2800" err="1">
                <a:latin typeface="+mj-lt"/>
              </a:rPr>
              <a:t>điểm</a:t>
            </a:r>
            <a:r>
              <a:rPr lang="en-US" sz="2800">
                <a:latin typeface="+mj-lt"/>
              </a:rPr>
              <a:t> </a:t>
            </a:r>
            <a:r>
              <a:rPr lang="en-US" sz="2800" err="1">
                <a:latin typeface="+mj-lt"/>
              </a:rPr>
              <a:t>mác</a:t>
            </a:r>
            <a:r>
              <a:rPr lang="en-US" sz="2800">
                <a:latin typeface="+mj-lt"/>
              </a:rPr>
              <a:t> </a:t>
            </a:r>
            <a:r>
              <a:rPr lang="en-US" sz="2800" err="1">
                <a:latin typeface="+mj-lt"/>
              </a:rPr>
              <a:t>xít</a:t>
            </a:r>
            <a:r>
              <a:rPr lang="en-US" sz="2800">
                <a:latin typeface="+mj-lt"/>
              </a:rPr>
              <a:t> </a:t>
            </a:r>
            <a:r>
              <a:rPr lang="en-US" sz="2800">
                <a:latin typeface=".VnArial" pitchFamily="34" charset="0"/>
              </a:rPr>
              <a:t> </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53</a:t>
            </a:fld>
            <a:endParaRPr lang="en-US"/>
          </a:p>
        </p:txBody>
      </p:sp>
      <p:sp>
        <p:nvSpPr>
          <p:cNvPr id="2" name="Title 1"/>
          <p:cNvSpPr>
            <a:spLocks noGrp="1"/>
          </p:cNvSpPr>
          <p:nvPr>
            <p:ph type="title"/>
          </p:nvPr>
        </p:nvSpPr>
        <p:spPr/>
        <p:txBody>
          <a:bodyPr/>
          <a:lstStyle/>
          <a:p>
            <a:r>
              <a:rPr lang="en-US"/>
              <a:t>Nguồn gốc ra đời của Pháp luật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err="1"/>
              <a:t>Hạn</a:t>
            </a:r>
            <a:r>
              <a:rPr lang="en-US"/>
              <a:t> </a:t>
            </a:r>
            <a:r>
              <a:rPr lang="en-US" err="1"/>
              <a:t>chế</a:t>
            </a:r>
            <a:r>
              <a:rPr lang="en-US"/>
              <a:t> </a:t>
            </a:r>
            <a:r>
              <a:rPr lang="en-US" err="1"/>
              <a:t>của</a:t>
            </a:r>
            <a:r>
              <a:rPr lang="en-US"/>
              <a:t> </a:t>
            </a:r>
            <a:r>
              <a:rPr lang="en-US" err="1"/>
              <a:t>các</a:t>
            </a:r>
            <a:r>
              <a:rPr lang="en-US"/>
              <a:t> </a:t>
            </a:r>
            <a:r>
              <a:rPr lang="en-US" err="1"/>
              <a:t>quy</a:t>
            </a:r>
            <a:r>
              <a:rPr lang="en-US"/>
              <a:t> </a:t>
            </a:r>
            <a:r>
              <a:rPr lang="en-US" err="1"/>
              <a:t>phạm</a:t>
            </a:r>
            <a:r>
              <a:rPr lang="en-US"/>
              <a:t> </a:t>
            </a:r>
            <a:r>
              <a:rPr lang="en-US" err="1"/>
              <a:t>xã</a:t>
            </a:r>
            <a:r>
              <a:rPr lang="en-US"/>
              <a:t> </a:t>
            </a:r>
            <a:r>
              <a:rPr lang="en-US" err="1"/>
              <a:t>hội</a:t>
            </a:r>
            <a:r>
              <a:rPr lang="en-US"/>
              <a:t> </a:t>
            </a:r>
          </a:p>
          <a:p>
            <a:r>
              <a:rPr lang="en-US" err="1"/>
              <a:t>Sự</a:t>
            </a:r>
            <a:r>
              <a:rPr lang="en-US"/>
              <a:t> </a:t>
            </a:r>
            <a:r>
              <a:rPr lang="en-US" err="1"/>
              <a:t>phân</a:t>
            </a:r>
            <a:r>
              <a:rPr lang="en-US"/>
              <a:t> </a:t>
            </a:r>
            <a:r>
              <a:rPr lang="en-US" err="1"/>
              <a:t>chia</a:t>
            </a:r>
            <a:r>
              <a:rPr lang="en-US"/>
              <a:t> </a:t>
            </a:r>
            <a:r>
              <a:rPr lang="en-US" err="1"/>
              <a:t>thành</a:t>
            </a:r>
            <a:r>
              <a:rPr lang="en-US"/>
              <a:t> </a:t>
            </a:r>
            <a:r>
              <a:rPr lang="en-US" err="1"/>
              <a:t>giai</a:t>
            </a:r>
            <a:r>
              <a:rPr lang="en-US"/>
              <a:t> </a:t>
            </a:r>
            <a:r>
              <a:rPr lang="en-US" err="1"/>
              <a:t>cấp</a:t>
            </a:r>
            <a:r>
              <a:rPr lang="en-US"/>
              <a:t>, </a:t>
            </a:r>
            <a:r>
              <a:rPr lang="en-US" err="1"/>
              <a:t>Nhà</a:t>
            </a:r>
            <a:r>
              <a:rPr lang="en-US"/>
              <a:t> </a:t>
            </a:r>
            <a:r>
              <a:rPr lang="en-US" err="1"/>
              <a:t>nước</a:t>
            </a:r>
            <a:r>
              <a:rPr lang="en-US"/>
              <a:t> </a:t>
            </a:r>
            <a:r>
              <a:rPr lang="en-US" err="1"/>
              <a:t>ra</a:t>
            </a:r>
            <a:r>
              <a:rPr lang="en-US"/>
              <a:t> </a:t>
            </a:r>
            <a:r>
              <a:rPr lang="en-US" err="1"/>
              <a:t>đời</a:t>
            </a:r>
            <a:r>
              <a:rPr lang="en-US"/>
              <a:t> </a:t>
            </a:r>
            <a:r>
              <a:rPr lang="en-US" err="1"/>
              <a:t>dẫn</a:t>
            </a:r>
            <a:r>
              <a:rPr lang="en-US"/>
              <a:t> </a:t>
            </a:r>
            <a:r>
              <a:rPr lang="en-US" err="1"/>
              <a:t>đến</a:t>
            </a:r>
            <a:r>
              <a:rPr lang="en-US"/>
              <a:t> </a:t>
            </a:r>
            <a:r>
              <a:rPr lang="en-US" err="1"/>
              <a:t>sự</a:t>
            </a:r>
            <a:r>
              <a:rPr lang="en-US"/>
              <a:t> </a:t>
            </a:r>
            <a:r>
              <a:rPr lang="en-US" err="1"/>
              <a:t>ra</a:t>
            </a:r>
            <a:r>
              <a:rPr lang="en-US"/>
              <a:t> </a:t>
            </a:r>
            <a:r>
              <a:rPr lang="en-US" err="1"/>
              <a:t>đời</a:t>
            </a:r>
            <a:r>
              <a:rPr lang="en-US"/>
              <a:t> </a:t>
            </a:r>
            <a:r>
              <a:rPr lang="en-US" err="1"/>
              <a:t>của</a:t>
            </a:r>
            <a:r>
              <a:rPr lang="en-US"/>
              <a:t> </a:t>
            </a:r>
            <a:r>
              <a:rPr lang="en-US" err="1"/>
              <a:t>Pháp</a:t>
            </a:r>
            <a:r>
              <a:rPr lang="en-US"/>
              <a:t> </a:t>
            </a:r>
            <a:r>
              <a:rPr lang="en-US" err="1"/>
              <a:t>luật</a:t>
            </a:r>
            <a:r>
              <a:rPr lang="en-US"/>
              <a:t>.</a:t>
            </a:r>
          </a:p>
          <a:p>
            <a:r>
              <a:rPr lang="en-US" err="1"/>
              <a:t>Các</a:t>
            </a:r>
            <a:r>
              <a:rPr lang="en-US"/>
              <a:t> con </a:t>
            </a:r>
            <a:r>
              <a:rPr lang="en-US" err="1"/>
              <a:t>đường</a:t>
            </a:r>
            <a:r>
              <a:rPr lang="en-US"/>
              <a:t> </a:t>
            </a:r>
            <a:r>
              <a:rPr lang="en-US" err="1"/>
              <a:t>hình</a:t>
            </a:r>
            <a:r>
              <a:rPr lang="en-US"/>
              <a:t> </a:t>
            </a:r>
            <a:r>
              <a:rPr lang="en-US" err="1"/>
              <a:t>thành</a:t>
            </a:r>
            <a:r>
              <a:rPr lang="en-US"/>
              <a:t> </a:t>
            </a:r>
            <a:r>
              <a:rPr lang="en-US" err="1"/>
              <a:t>quy</a:t>
            </a:r>
            <a:r>
              <a:rPr lang="en-US"/>
              <a:t> </a:t>
            </a:r>
            <a:r>
              <a:rPr lang="en-US" err="1"/>
              <a:t>phạm</a:t>
            </a:r>
            <a:r>
              <a:rPr lang="en-US"/>
              <a:t> </a:t>
            </a:r>
            <a:r>
              <a:rPr lang="en-US" err="1"/>
              <a:t>pháp</a:t>
            </a:r>
            <a:r>
              <a:rPr lang="en-US"/>
              <a:t> </a:t>
            </a:r>
            <a:r>
              <a:rPr lang="en-US" err="1"/>
              <a:t>luật</a:t>
            </a:r>
            <a:r>
              <a:rPr lang="en-US"/>
              <a:t> </a:t>
            </a:r>
            <a:r>
              <a:rPr lang="en-US" err="1"/>
              <a:t>của</a:t>
            </a:r>
            <a:r>
              <a:rPr lang="en-US"/>
              <a:t> </a:t>
            </a:r>
            <a:r>
              <a:rPr lang="en-US" err="1"/>
              <a:t>nhà</a:t>
            </a:r>
            <a:r>
              <a:rPr lang="en-US"/>
              <a:t> </a:t>
            </a:r>
            <a:r>
              <a:rPr lang="en-US" err="1"/>
              <a:t>nước</a:t>
            </a:r>
            <a:endParaRPr lang="en-US"/>
          </a:p>
          <a:p>
            <a:pPr>
              <a:buFont typeface="Wingdings" pitchFamily="2" charset="2"/>
              <a:buChar char="ü"/>
            </a:pPr>
            <a:r>
              <a:rPr lang="en-US" err="1"/>
              <a:t>Nhà</a:t>
            </a:r>
            <a:r>
              <a:rPr lang="en-US"/>
              <a:t> </a:t>
            </a:r>
            <a:r>
              <a:rPr lang="en-US" err="1"/>
              <a:t>nước</a:t>
            </a:r>
            <a:r>
              <a:rPr lang="en-US"/>
              <a:t> </a:t>
            </a:r>
            <a:r>
              <a:rPr lang="en-US" err="1"/>
              <a:t>duy</a:t>
            </a:r>
            <a:r>
              <a:rPr lang="en-US"/>
              <a:t> </a:t>
            </a:r>
            <a:r>
              <a:rPr lang="en-US" err="1"/>
              <a:t>trì</a:t>
            </a:r>
            <a:r>
              <a:rPr lang="en-US"/>
              <a:t> </a:t>
            </a:r>
            <a:r>
              <a:rPr lang="en-US" err="1"/>
              <a:t>phong</a:t>
            </a:r>
            <a:r>
              <a:rPr lang="en-US"/>
              <a:t> </a:t>
            </a:r>
            <a:r>
              <a:rPr lang="en-US" err="1"/>
              <a:t>tục</a:t>
            </a:r>
            <a:r>
              <a:rPr lang="en-US"/>
              <a:t>, </a:t>
            </a:r>
            <a:r>
              <a:rPr lang="en-US" err="1"/>
              <a:t>tập</a:t>
            </a:r>
            <a:r>
              <a:rPr lang="en-US"/>
              <a:t> </a:t>
            </a:r>
            <a:r>
              <a:rPr lang="en-US" err="1"/>
              <a:t>quán</a:t>
            </a:r>
            <a:r>
              <a:rPr lang="en-US"/>
              <a:t> </a:t>
            </a:r>
            <a:r>
              <a:rPr lang="en-US" err="1"/>
              <a:t>có</a:t>
            </a:r>
            <a:r>
              <a:rPr lang="en-US"/>
              <a:t> </a:t>
            </a:r>
            <a:r>
              <a:rPr lang="en-US" err="1"/>
              <a:t>sẵn</a:t>
            </a:r>
            <a:r>
              <a:rPr lang="en-US"/>
              <a:t> </a:t>
            </a:r>
            <a:r>
              <a:rPr lang="en-US" err="1"/>
              <a:t>phù</a:t>
            </a:r>
            <a:r>
              <a:rPr lang="en-US"/>
              <a:t> </a:t>
            </a:r>
            <a:r>
              <a:rPr lang="en-US" err="1"/>
              <a:t>hợp</a:t>
            </a:r>
            <a:r>
              <a:rPr lang="en-US"/>
              <a:t> </a:t>
            </a:r>
            <a:r>
              <a:rPr lang="en-US" err="1"/>
              <a:t>với</a:t>
            </a:r>
            <a:r>
              <a:rPr lang="en-US"/>
              <a:t> </a:t>
            </a:r>
            <a:r>
              <a:rPr lang="en-US" err="1"/>
              <a:t>lợi</a:t>
            </a:r>
            <a:r>
              <a:rPr lang="en-US"/>
              <a:t> </a:t>
            </a:r>
            <a:r>
              <a:rPr lang="en-US" err="1"/>
              <a:t>ích</a:t>
            </a:r>
            <a:r>
              <a:rPr lang="en-US"/>
              <a:t> </a:t>
            </a:r>
            <a:r>
              <a:rPr lang="en-US" err="1"/>
              <a:t>của</a:t>
            </a:r>
            <a:r>
              <a:rPr lang="en-US"/>
              <a:t> </a:t>
            </a:r>
            <a:r>
              <a:rPr lang="en-US" err="1"/>
              <a:t>giai</a:t>
            </a:r>
            <a:r>
              <a:rPr lang="en-US"/>
              <a:t> </a:t>
            </a:r>
            <a:r>
              <a:rPr lang="en-US" err="1"/>
              <a:t>cấp</a:t>
            </a:r>
            <a:r>
              <a:rPr lang="en-US"/>
              <a:t> </a:t>
            </a:r>
            <a:r>
              <a:rPr lang="en-US" err="1"/>
              <a:t>thống</a:t>
            </a:r>
            <a:r>
              <a:rPr lang="en-US"/>
              <a:t> </a:t>
            </a:r>
            <a:r>
              <a:rPr lang="en-US" err="1"/>
              <a:t>trị</a:t>
            </a:r>
            <a:r>
              <a:rPr lang="en-US"/>
              <a:t>, </a:t>
            </a:r>
            <a:r>
              <a:rPr lang="en-US" err="1"/>
              <a:t>bổ</a:t>
            </a:r>
            <a:r>
              <a:rPr lang="en-US"/>
              <a:t> sung, </a:t>
            </a:r>
            <a:r>
              <a:rPr lang="en-US" err="1"/>
              <a:t>sửa</a:t>
            </a:r>
            <a:r>
              <a:rPr lang="en-US"/>
              <a:t> </a:t>
            </a:r>
            <a:r>
              <a:rPr lang="en-US" err="1"/>
              <a:t>đổi</a:t>
            </a:r>
            <a:r>
              <a:rPr lang="en-US"/>
              <a:t> </a:t>
            </a:r>
            <a:r>
              <a:rPr lang="en-US" err="1"/>
              <a:t>những</a:t>
            </a:r>
            <a:r>
              <a:rPr lang="en-US"/>
              <a:t> </a:t>
            </a:r>
            <a:r>
              <a:rPr lang="en-US" err="1"/>
              <a:t>nội</a:t>
            </a:r>
            <a:r>
              <a:rPr lang="en-US"/>
              <a:t> dung </a:t>
            </a:r>
            <a:r>
              <a:rPr lang="en-US" err="1"/>
              <a:t>cho</a:t>
            </a:r>
            <a:r>
              <a:rPr lang="en-US"/>
              <a:t> </a:t>
            </a:r>
            <a:r>
              <a:rPr lang="en-US" err="1"/>
              <a:t>phù</a:t>
            </a:r>
            <a:r>
              <a:rPr lang="en-US"/>
              <a:t> </a:t>
            </a:r>
            <a:r>
              <a:rPr lang="en-US" err="1"/>
              <a:t>hợp</a:t>
            </a:r>
            <a:r>
              <a:rPr lang="en-US"/>
              <a:t> </a:t>
            </a:r>
            <a:r>
              <a:rPr lang="en-US" err="1"/>
              <a:t>và</a:t>
            </a:r>
            <a:r>
              <a:rPr lang="en-US"/>
              <a:t> </a:t>
            </a:r>
            <a:r>
              <a:rPr lang="en-US" err="1"/>
              <a:t>nâng</a:t>
            </a:r>
            <a:r>
              <a:rPr lang="en-US"/>
              <a:t> </a:t>
            </a:r>
            <a:r>
              <a:rPr lang="en-US" err="1"/>
              <a:t>chúng</a:t>
            </a:r>
            <a:r>
              <a:rPr lang="en-US"/>
              <a:t> </a:t>
            </a:r>
            <a:r>
              <a:rPr lang="en-US" err="1"/>
              <a:t>lên</a:t>
            </a:r>
            <a:r>
              <a:rPr lang="en-US"/>
              <a:t> </a:t>
            </a:r>
            <a:r>
              <a:rPr lang="en-US" err="1"/>
              <a:t>thành</a:t>
            </a:r>
            <a:r>
              <a:rPr lang="en-US"/>
              <a:t> </a:t>
            </a:r>
            <a:r>
              <a:rPr lang="en-US" err="1"/>
              <a:t>luật</a:t>
            </a:r>
            <a:r>
              <a:rPr lang="en-US"/>
              <a:t>.</a:t>
            </a:r>
          </a:p>
          <a:p>
            <a:pPr>
              <a:buFont typeface="Wingdings" pitchFamily="2" charset="2"/>
              <a:buChar char="ü"/>
            </a:pPr>
            <a:r>
              <a:rPr lang="en-US" err="1"/>
              <a:t>Nhà</a:t>
            </a:r>
            <a:r>
              <a:rPr lang="en-US"/>
              <a:t> </a:t>
            </a:r>
            <a:r>
              <a:rPr lang="en-US" err="1"/>
              <a:t>nước</a:t>
            </a:r>
            <a:r>
              <a:rPr lang="en-US"/>
              <a:t> ban </a:t>
            </a:r>
            <a:r>
              <a:rPr lang="en-US" err="1"/>
              <a:t>hành</a:t>
            </a:r>
            <a:r>
              <a:rPr lang="en-US"/>
              <a:t> </a:t>
            </a:r>
            <a:r>
              <a:rPr lang="en-US" err="1"/>
              <a:t>các</a:t>
            </a:r>
            <a:r>
              <a:rPr lang="en-US"/>
              <a:t> </a:t>
            </a:r>
            <a:r>
              <a:rPr lang="en-US" err="1"/>
              <a:t>quy</a:t>
            </a:r>
            <a:r>
              <a:rPr lang="en-US"/>
              <a:t> </a:t>
            </a:r>
            <a:r>
              <a:rPr lang="en-US" err="1"/>
              <a:t>tắc</a:t>
            </a:r>
            <a:r>
              <a:rPr lang="en-US"/>
              <a:t> </a:t>
            </a:r>
            <a:r>
              <a:rPr lang="en-US" err="1"/>
              <a:t>xử</a:t>
            </a:r>
            <a:r>
              <a:rPr lang="en-US"/>
              <a:t> </a:t>
            </a:r>
            <a:r>
              <a:rPr lang="en-US" err="1"/>
              <a:t>sự</a:t>
            </a:r>
            <a:r>
              <a:rPr lang="en-US"/>
              <a:t> </a:t>
            </a:r>
            <a:r>
              <a:rPr lang="en-US" err="1"/>
              <a:t>mới</a:t>
            </a:r>
            <a:r>
              <a:rPr lang="en-US"/>
              <a:t> </a:t>
            </a:r>
            <a:r>
              <a:rPr lang="en-US" err="1"/>
              <a:t>và</a:t>
            </a:r>
            <a:r>
              <a:rPr lang="en-US"/>
              <a:t> </a:t>
            </a:r>
            <a:r>
              <a:rPr lang="en-US" err="1"/>
              <a:t>đảm</a:t>
            </a:r>
            <a:r>
              <a:rPr lang="en-US"/>
              <a:t> </a:t>
            </a:r>
            <a:r>
              <a:rPr lang="en-US" err="1"/>
              <a:t>bảo</a:t>
            </a:r>
            <a:r>
              <a:rPr lang="en-US"/>
              <a:t> </a:t>
            </a:r>
            <a:r>
              <a:rPr lang="en-US" err="1"/>
              <a:t>cho</a:t>
            </a:r>
            <a:r>
              <a:rPr lang="en-US"/>
              <a:t> </a:t>
            </a:r>
            <a:r>
              <a:rPr lang="en-US" err="1"/>
              <a:t>chúng</a:t>
            </a:r>
            <a:r>
              <a:rPr lang="en-US"/>
              <a:t> </a:t>
            </a:r>
            <a:r>
              <a:rPr lang="en-US" err="1"/>
              <a:t>được</a:t>
            </a:r>
            <a:r>
              <a:rPr lang="en-US"/>
              <a:t> </a:t>
            </a:r>
            <a:r>
              <a:rPr lang="en-US" err="1"/>
              <a:t>thực</a:t>
            </a:r>
            <a:r>
              <a:rPr lang="en-US"/>
              <a:t> </a:t>
            </a:r>
            <a:r>
              <a:rPr lang="en-US" err="1"/>
              <a:t>hiện</a:t>
            </a:r>
            <a:r>
              <a:rPr lang="en-US"/>
              <a:t>.</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54</a:t>
            </a:fld>
            <a:endParaRPr lang="en-US"/>
          </a:p>
        </p:txBody>
      </p:sp>
      <p:sp>
        <p:nvSpPr>
          <p:cNvPr id="2" name="Title 1"/>
          <p:cNvSpPr>
            <a:spLocks noGrp="1"/>
          </p:cNvSpPr>
          <p:nvPr>
            <p:ph type="title"/>
          </p:nvPr>
        </p:nvSpPr>
        <p:spPr/>
        <p:txBody>
          <a:bodyPr/>
          <a:lstStyle/>
          <a:p>
            <a:r>
              <a:rPr lang="en-US"/>
              <a:t>Nguồn gốc ra đời của pháp luật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089905181"/>
              </p:ext>
            </p:extLst>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8C0F656A-6A65-4619-9060-8E0AD810E20C}" type="slidenum">
              <a:rPr lang="en-US" smtClean="0"/>
              <a:pPr>
                <a:defRPr/>
              </a:pPr>
              <a:t>55</a:t>
            </a:fld>
            <a:endParaRPr lang="en-US"/>
          </a:p>
        </p:txBody>
      </p:sp>
      <p:sp>
        <p:nvSpPr>
          <p:cNvPr id="24578" name="Title 1"/>
          <p:cNvSpPr>
            <a:spLocks noGrp="1"/>
          </p:cNvSpPr>
          <p:nvPr>
            <p:ph type="title"/>
          </p:nvPr>
        </p:nvSpPr>
        <p:spPr/>
        <p:txBody>
          <a:bodyPr>
            <a:normAutofit/>
          </a:bodyPr>
          <a:lstStyle/>
          <a:p>
            <a:r>
              <a:rPr lang="en-US" sz="3600">
                <a:latin typeface=".VnArial" pitchFamily="34" charset="0"/>
              </a:rPr>
              <a:t>2.2.1.2 </a:t>
            </a:r>
            <a:r>
              <a:rPr lang="en-US" sz="3600" err="1">
                <a:latin typeface=".VnArial" pitchFamily="34" charset="0"/>
              </a:rPr>
              <a:t>B¶n</a:t>
            </a:r>
            <a:r>
              <a:rPr lang="en-US" sz="3600">
                <a:latin typeface=".VnArial" pitchFamily="34" charset="0"/>
              </a:rPr>
              <a:t> </a:t>
            </a:r>
            <a:r>
              <a:rPr lang="en-US" sz="3600" err="1">
                <a:latin typeface=".VnArial" pitchFamily="34" charset="0"/>
              </a:rPr>
              <a:t>chÊt</a:t>
            </a:r>
            <a:r>
              <a:rPr lang="en-US" sz="3600">
                <a:latin typeface=".VnArial" pitchFamily="34" charset="0"/>
              </a:rPr>
              <a:t> </a:t>
            </a:r>
            <a:r>
              <a:rPr lang="en-US" sz="3600" err="1">
                <a:latin typeface=".VnArial" pitchFamily="34" charset="0"/>
              </a:rPr>
              <a:t>cña</a:t>
            </a:r>
            <a:r>
              <a:rPr lang="en-US" sz="3600">
                <a:latin typeface=".VnArial" pitchFamily="34" charset="0"/>
              </a:rPr>
              <a:t> </a:t>
            </a:r>
            <a:r>
              <a:rPr lang="en-US" sz="3600" err="1">
                <a:latin typeface=".VnArial" pitchFamily="34" charset="0"/>
              </a:rPr>
              <a:t>ph¸p</a:t>
            </a:r>
            <a:r>
              <a:rPr lang="en-US" sz="3600">
                <a:latin typeface=".VnArial" pitchFamily="34" charset="0"/>
              </a:rPr>
              <a:t> </a:t>
            </a:r>
            <a:r>
              <a:rPr lang="en-US" sz="3600" err="1">
                <a:latin typeface=".VnArial" pitchFamily="34" charset="0"/>
              </a:rPr>
              <a:t>luËt</a:t>
            </a:r>
            <a:endParaRPr lang="en-US" sz="3600">
              <a:latin typeface=".VnArial"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Content Placeholder 5"/>
          <p:cNvSpPr>
            <a:spLocks noGrp="1"/>
          </p:cNvSpPr>
          <p:nvPr>
            <p:ph idx="1"/>
          </p:nvPr>
        </p:nvSpPr>
        <p:spPr>
          <a:xfrm>
            <a:off x="492760" y="655129"/>
            <a:ext cx="8229600" cy="5169091"/>
          </a:xfrm>
        </p:spPr>
        <p:txBody>
          <a:bodyPr>
            <a:normAutofit/>
          </a:bodyPr>
          <a:lstStyle/>
          <a:p>
            <a:pPr algn="just"/>
            <a:r>
              <a:rPr lang="en-US" sz="2000" err="1">
                <a:latin typeface="+mj-lt"/>
              </a:rPr>
              <a:t>Tính</a:t>
            </a:r>
            <a:r>
              <a:rPr lang="en-US" sz="2000">
                <a:latin typeface="+mj-lt"/>
              </a:rPr>
              <a:t> </a:t>
            </a:r>
            <a:r>
              <a:rPr lang="en-US" sz="2000" err="1">
                <a:latin typeface="+mj-lt"/>
              </a:rPr>
              <a:t>quyền</a:t>
            </a:r>
            <a:r>
              <a:rPr lang="en-US" sz="2000">
                <a:latin typeface="+mj-lt"/>
              </a:rPr>
              <a:t> </a:t>
            </a:r>
            <a:r>
              <a:rPr lang="en-US" sz="2000" err="1">
                <a:latin typeface="+mj-lt"/>
              </a:rPr>
              <a:t>lực</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do </a:t>
            </a:r>
            <a:r>
              <a:rPr lang="en-US" sz="2000" err="1">
                <a:latin typeface="+mj-lt"/>
              </a:rPr>
              <a:t>nhà</a:t>
            </a:r>
            <a:r>
              <a:rPr lang="en-US" sz="2000">
                <a:latin typeface="+mj-lt"/>
              </a:rPr>
              <a:t> </a:t>
            </a:r>
            <a:r>
              <a:rPr lang="en-US" sz="2000" err="1">
                <a:latin typeface="+mj-lt"/>
              </a:rPr>
              <a:t>nước</a:t>
            </a:r>
            <a:r>
              <a:rPr lang="en-US" sz="2000">
                <a:latin typeface="+mj-lt"/>
              </a:rPr>
              <a:t> ban </a:t>
            </a:r>
            <a:r>
              <a:rPr lang="en-US" sz="2000" err="1">
                <a:latin typeface="+mj-lt"/>
              </a:rPr>
              <a:t>hành</a:t>
            </a:r>
            <a:r>
              <a:rPr lang="en-US" sz="2000">
                <a:latin typeface="+mj-lt"/>
              </a:rPr>
              <a:t> </a:t>
            </a:r>
            <a:r>
              <a:rPr lang="en-US" sz="2000" err="1">
                <a:latin typeface="+mj-lt"/>
              </a:rPr>
              <a:t>và</a:t>
            </a:r>
            <a:r>
              <a:rPr lang="en-US" sz="2000">
                <a:latin typeface="+mj-lt"/>
              </a:rPr>
              <a:t> </a:t>
            </a:r>
            <a:r>
              <a:rPr lang="en-US" sz="2000" err="1">
                <a:latin typeface="+mj-lt"/>
              </a:rPr>
              <a:t>đảm</a:t>
            </a:r>
            <a:r>
              <a:rPr lang="en-US" sz="2000">
                <a:latin typeface="+mj-lt"/>
              </a:rPr>
              <a:t> </a:t>
            </a:r>
            <a:r>
              <a:rPr lang="en-US" sz="2000" err="1">
                <a:latin typeface="+mj-lt"/>
              </a:rPr>
              <a:t>bảo</a:t>
            </a:r>
            <a:r>
              <a:rPr lang="en-US" sz="2000">
                <a:latin typeface="+mj-lt"/>
              </a:rPr>
              <a:t> </a:t>
            </a:r>
            <a:r>
              <a:rPr lang="en-US" sz="2000" err="1">
                <a:latin typeface="+mj-lt"/>
              </a:rPr>
              <a:t>thực</a:t>
            </a:r>
            <a:r>
              <a:rPr lang="en-US" sz="2000">
                <a:latin typeface="+mj-lt"/>
              </a:rPr>
              <a:t> </a:t>
            </a:r>
            <a:r>
              <a:rPr lang="en-US" sz="2000" err="1">
                <a:latin typeface="+mj-lt"/>
              </a:rPr>
              <a:t>hiện</a:t>
            </a:r>
            <a:endParaRPr lang="en-US" sz="2000">
              <a:latin typeface="+mj-lt"/>
            </a:endParaRPr>
          </a:p>
          <a:p>
            <a:pPr algn="just"/>
            <a:r>
              <a:rPr lang="en-US" sz="2000" err="1">
                <a:latin typeface="+mj-lt"/>
              </a:rPr>
              <a:t>Tính</a:t>
            </a:r>
            <a:r>
              <a:rPr lang="en-US" sz="2000">
                <a:latin typeface="+mj-lt"/>
              </a:rPr>
              <a:t> </a:t>
            </a:r>
            <a:r>
              <a:rPr lang="en-US" sz="2000" err="1">
                <a:latin typeface="+mj-lt"/>
              </a:rPr>
              <a:t>quy</a:t>
            </a:r>
            <a:r>
              <a:rPr lang="en-US" sz="2000">
                <a:latin typeface="+mj-lt"/>
              </a:rPr>
              <a:t> </a:t>
            </a:r>
            <a:r>
              <a:rPr lang="en-US" sz="2000" err="1">
                <a:latin typeface="+mj-lt"/>
              </a:rPr>
              <a:t>phạm</a:t>
            </a:r>
            <a:r>
              <a:rPr lang="en-US" sz="2000">
                <a:latin typeface="+mj-lt"/>
              </a:rPr>
              <a:t> </a:t>
            </a:r>
            <a:r>
              <a:rPr lang="en-US" sz="2000" err="1">
                <a:latin typeface="+mj-lt"/>
              </a:rPr>
              <a:t>phổ</a:t>
            </a:r>
            <a:r>
              <a:rPr lang="en-US" sz="2000">
                <a:latin typeface="+mj-lt"/>
              </a:rPr>
              <a:t> </a:t>
            </a:r>
            <a:r>
              <a:rPr lang="en-US" sz="2000" err="1">
                <a:latin typeface="+mj-lt"/>
              </a:rPr>
              <a:t>biến</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là</a:t>
            </a:r>
            <a:r>
              <a:rPr lang="en-US" sz="2000">
                <a:latin typeface="+mj-lt"/>
              </a:rPr>
              <a:t> </a:t>
            </a:r>
            <a:r>
              <a:rPr lang="en-US" sz="2000" err="1">
                <a:latin typeface="+mj-lt"/>
              </a:rPr>
              <a:t>hệ</a:t>
            </a:r>
            <a:r>
              <a:rPr lang="en-US" sz="2000">
                <a:latin typeface="+mj-lt"/>
              </a:rPr>
              <a:t> </a:t>
            </a:r>
            <a:r>
              <a:rPr lang="en-US" sz="2000" err="1">
                <a:latin typeface="+mj-lt"/>
              </a:rPr>
              <a:t>thống</a:t>
            </a:r>
            <a:r>
              <a:rPr lang="en-US" sz="2000">
                <a:latin typeface="+mj-lt"/>
              </a:rPr>
              <a:t> </a:t>
            </a:r>
            <a:r>
              <a:rPr lang="en-US" sz="2000" err="1">
                <a:latin typeface="+mj-lt"/>
              </a:rPr>
              <a:t>các</a:t>
            </a:r>
            <a:r>
              <a:rPr lang="en-US" sz="2000">
                <a:latin typeface="+mj-lt"/>
              </a:rPr>
              <a:t> </a:t>
            </a:r>
            <a:r>
              <a:rPr lang="en-US" sz="2000" err="1">
                <a:latin typeface="+mj-lt"/>
              </a:rPr>
              <a:t>quy</a:t>
            </a:r>
            <a:r>
              <a:rPr lang="en-US" sz="2000">
                <a:latin typeface="+mj-lt"/>
              </a:rPr>
              <a:t> </a:t>
            </a:r>
            <a:r>
              <a:rPr lang="en-US" sz="2000" err="1">
                <a:latin typeface="+mj-lt"/>
              </a:rPr>
              <a:t>tắc</a:t>
            </a:r>
            <a:r>
              <a:rPr lang="en-US" sz="2000">
                <a:latin typeface="+mj-lt"/>
              </a:rPr>
              <a:t> </a:t>
            </a:r>
            <a:r>
              <a:rPr lang="en-US" sz="2000" err="1">
                <a:latin typeface="+mj-lt"/>
              </a:rPr>
              <a:t>xử</a:t>
            </a:r>
            <a:r>
              <a:rPr lang="en-US" sz="2000">
                <a:latin typeface="+mj-lt"/>
              </a:rPr>
              <a:t> </a:t>
            </a:r>
            <a:r>
              <a:rPr lang="en-US" sz="2000" err="1">
                <a:latin typeface="+mj-lt"/>
              </a:rPr>
              <a:t>sự</a:t>
            </a:r>
            <a:r>
              <a:rPr lang="en-US" sz="2000">
                <a:latin typeface="+mj-lt"/>
              </a:rPr>
              <a:t> </a:t>
            </a:r>
            <a:r>
              <a:rPr lang="en-US" sz="2000" err="1">
                <a:latin typeface="+mj-lt"/>
              </a:rPr>
              <a:t>chung</a:t>
            </a:r>
            <a:r>
              <a:rPr lang="en-US" sz="2000">
                <a:latin typeface="+mj-lt"/>
              </a:rPr>
              <a:t>, </a:t>
            </a:r>
            <a:r>
              <a:rPr lang="en-US" sz="2000" err="1">
                <a:latin typeface="+mj-lt"/>
              </a:rPr>
              <a:t>quy</a:t>
            </a:r>
            <a:r>
              <a:rPr lang="en-US" sz="2000">
                <a:latin typeface="+mj-lt"/>
              </a:rPr>
              <a:t> </a:t>
            </a:r>
            <a:r>
              <a:rPr lang="en-US" sz="2000" err="1">
                <a:latin typeface="+mj-lt"/>
              </a:rPr>
              <a:t>tắc</a:t>
            </a:r>
            <a:r>
              <a:rPr lang="en-US" sz="2000">
                <a:latin typeface="+mj-lt"/>
              </a:rPr>
              <a:t>, </a:t>
            </a:r>
            <a:r>
              <a:rPr lang="en-US" sz="2000" err="1">
                <a:latin typeface="+mj-lt"/>
              </a:rPr>
              <a:t>khuôn</a:t>
            </a:r>
            <a:r>
              <a:rPr lang="en-US" sz="2000">
                <a:latin typeface="+mj-lt"/>
              </a:rPr>
              <a:t> </a:t>
            </a:r>
            <a:r>
              <a:rPr lang="en-US" sz="2000" err="1">
                <a:latin typeface="+mj-lt"/>
              </a:rPr>
              <a:t>mẫu</a:t>
            </a:r>
            <a:r>
              <a:rPr lang="en-US" sz="2000">
                <a:latin typeface="+mj-lt"/>
              </a:rPr>
              <a:t>, </a:t>
            </a:r>
            <a:r>
              <a:rPr lang="en-US" sz="2000" err="1">
                <a:latin typeface="+mj-lt"/>
              </a:rPr>
              <a:t>thước</a:t>
            </a:r>
            <a:r>
              <a:rPr lang="en-US" sz="2000">
                <a:latin typeface="+mj-lt"/>
              </a:rPr>
              <a:t> </a:t>
            </a:r>
            <a:r>
              <a:rPr lang="en-US" sz="2000" err="1">
                <a:latin typeface="+mj-lt"/>
              </a:rPr>
              <a:t>đo</a:t>
            </a:r>
            <a:r>
              <a:rPr lang="en-US" sz="2000">
                <a:latin typeface="+mj-lt"/>
              </a:rPr>
              <a:t> </a:t>
            </a:r>
            <a:r>
              <a:rPr lang="en-US" sz="2000" err="1">
                <a:latin typeface="+mj-lt"/>
              </a:rPr>
              <a:t>tiêu</a:t>
            </a:r>
            <a:r>
              <a:rPr lang="en-US" sz="2000">
                <a:latin typeface="+mj-lt"/>
              </a:rPr>
              <a:t> </a:t>
            </a:r>
            <a:r>
              <a:rPr lang="en-US" sz="2000" err="1">
                <a:latin typeface="+mj-lt"/>
              </a:rPr>
              <a:t>chuẩn</a:t>
            </a:r>
            <a:r>
              <a:rPr lang="en-US" sz="2000">
                <a:latin typeface="+mj-lt"/>
              </a:rPr>
              <a:t> </a:t>
            </a:r>
            <a:r>
              <a:rPr lang="en-US" sz="2000" err="1">
                <a:latin typeface="+mj-lt"/>
              </a:rPr>
              <a:t>hành</a:t>
            </a:r>
            <a:r>
              <a:rPr lang="en-US" sz="2000">
                <a:latin typeface="+mj-lt"/>
              </a:rPr>
              <a:t> vi, </a:t>
            </a:r>
            <a:r>
              <a:rPr lang="en-US" sz="2000" err="1">
                <a:latin typeface="+mj-lt"/>
              </a:rPr>
              <a:t>xác</a:t>
            </a:r>
            <a:r>
              <a:rPr lang="en-US" sz="2000">
                <a:latin typeface="+mj-lt"/>
              </a:rPr>
              <a:t> </a:t>
            </a:r>
            <a:r>
              <a:rPr lang="en-US" sz="2000" err="1">
                <a:latin typeface="+mj-lt"/>
              </a:rPr>
              <a:t>định</a:t>
            </a:r>
            <a:r>
              <a:rPr lang="en-US" sz="2000">
                <a:latin typeface="+mj-lt"/>
              </a:rPr>
              <a:t> </a:t>
            </a:r>
            <a:r>
              <a:rPr lang="en-US" sz="2000" err="1">
                <a:latin typeface="+mj-lt"/>
              </a:rPr>
              <a:t>những</a:t>
            </a:r>
            <a:r>
              <a:rPr lang="en-US" sz="2000">
                <a:latin typeface="+mj-lt"/>
              </a:rPr>
              <a:t> </a:t>
            </a:r>
            <a:r>
              <a:rPr lang="en-US" sz="2000" err="1">
                <a:latin typeface="+mj-lt"/>
              </a:rPr>
              <a:t>cái</a:t>
            </a:r>
            <a:r>
              <a:rPr lang="en-US" sz="2000">
                <a:latin typeface="+mj-lt"/>
              </a:rPr>
              <a:t> </a:t>
            </a:r>
            <a:r>
              <a:rPr lang="en-US" sz="2000" err="1">
                <a:latin typeface="+mj-lt"/>
              </a:rPr>
              <a:t>gì</a:t>
            </a:r>
            <a:r>
              <a:rPr lang="en-US" sz="2000">
                <a:latin typeface="+mj-lt"/>
              </a:rPr>
              <a:t> </a:t>
            </a:r>
            <a:r>
              <a:rPr lang="en-US" sz="2000" err="1">
                <a:latin typeface="+mj-lt"/>
              </a:rPr>
              <a:t>được</a:t>
            </a:r>
            <a:r>
              <a:rPr lang="en-US" sz="2000">
                <a:latin typeface="+mj-lt"/>
              </a:rPr>
              <a:t> </a:t>
            </a:r>
            <a:r>
              <a:rPr lang="en-US" sz="2000" err="1">
                <a:latin typeface="+mj-lt"/>
              </a:rPr>
              <a:t>làm</a:t>
            </a:r>
            <a:r>
              <a:rPr lang="en-US" sz="2000">
                <a:latin typeface="+mj-lt"/>
              </a:rPr>
              <a:t> </a:t>
            </a:r>
            <a:r>
              <a:rPr lang="en-US" sz="2000" err="1">
                <a:latin typeface="+mj-lt"/>
              </a:rPr>
              <a:t>và</a:t>
            </a:r>
            <a:r>
              <a:rPr lang="en-US" sz="2000">
                <a:latin typeface="+mj-lt"/>
              </a:rPr>
              <a:t> </a:t>
            </a:r>
            <a:r>
              <a:rPr lang="en-US" sz="2000" err="1">
                <a:latin typeface="+mj-lt"/>
              </a:rPr>
              <a:t>không</a:t>
            </a:r>
            <a:r>
              <a:rPr lang="en-US" sz="2000">
                <a:latin typeface="+mj-lt"/>
              </a:rPr>
              <a:t> </a:t>
            </a:r>
            <a:r>
              <a:rPr lang="en-US" sz="2000" err="1">
                <a:latin typeface="+mj-lt"/>
              </a:rPr>
              <a:t>được</a:t>
            </a:r>
            <a:r>
              <a:rPr lang="en-US" sz="2000">
                <a:latin typeface="+mj-lt"/>
              </a:rPr>
              <a:t> </a:t>
            </a:r>
            <a:r>
              <a:rPr lang="en-US" sz="2000" err="1">
                <a:latin typeface="+mj-lt"/>
              </a:rPr>
              <a:t>làm</a:t>
            </a:r>
            <a:r>
              <a:rPr lang="en-US" sz="2000">
                <a:latin typeface="+mj-lt"/>
              </a:rPr>
              <a:t>.</a:t>
            </a:r>
          </a:p>
          <a:p>
            <a:pPr algn="just"/>
            <a:r>
              <a:rPr lang="en-US" sz="2000" err="1">
                <a:latin typeface="+mj-lt"/>
              </a:rPr>
              <a:t>Tính</a:t>
            </a:r>
            <a:r>
              <a:rPr lang="en-US" sz="2000">
                <a:latin typeface="+mj-lt"/>
              </a:rPr>
              <a:t> </a:t>
            </a:r>
            <a:r>
              <a:rPr lang="en-US" sz="2000" err="1">
                <a:latin typeface="+mj-lt"/>
              </a:rPr>
              <a:t>khách</a:t>
            </a:r>
            <a:r>
              <a:rPr lang="en-US" sz="2000">
                <a:latin typeface="+mj-lt"/>
              </a:rPr>
              <a:t> </a:t>
            </a:r>
            <a:r>
              <a:rPr lang="en-US" sz="2000" err="1">
                <a:latin typeface="+mj-lt"/>
              </a:rPr>
              <a:t>quan</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luôn</a:t>
            </a:r>
            <a:r>
              <a:rPr lang="en-US" sz="2000">
                <a:latin typeface="+mj-lt"/>
              </a:rPr>
              <a:t> </a:t>
            </a:r>
            <a:r>
              <a:rPr lang="en-US" sz="2000" err="1">
                <a:latin typeface="+mj-lt"/>
              </a:rPr>
              <a:t>phải</a:t>
            </a:r>
            <a:r>
              <a:rPr lang="en-US" sz="2000">
                <a:latin typeface="+mj-lt"/>
              </a:rPr>
              <a:t> </a:t>
            </a:r>
            <a:r>
              <a:rPr lang="en-US" sz="2000" err="1">
                <a:latin typeface="+mj-lt"/>
              </a:rPr>
              <a:t>phù</a:t>
            </a:r>
            <a:r>
              <a:rPr lang="en-US" sz="2000">
                <a:latin typeface="+mj-lt"/>
              </a:rPr>
              <a:t> </a:t>
            </a:r>
            <a:r>
              <a:rPr lang="en-US" sz="2000" err="1">
                <a:latin typeface="+mj-lt"/>
              </a:rPr>
              <a:t>hợp</a:t>
            </a:r>
            <a:r>
              <a:rPr lang="en-US" sz="2000">
                <a:latin typeface="+mj-lt"/>
              </a:rPr>
              <a:t> </a:t>
            </a:r>
            <a:r>
              <a:rPr lang="en-US" sz="2000" err="1">
                <a:latin typeface="+mj-lt"/>
              </a:rPr>
              <a:t>với</a:t>
            </a:r>
            <a:r>
              <a:rPr lang="en-US" sz="2000">
                <a:latin typeface="+mj-lt"/>
              </a:rPr>
              <a:t> </a:t>
            </a:r>
            <a:r>
              <a:rPr lang="en-US" sz="2000" err="1">
                <a:latin typeface="+mj-lt"/>
              </a:rPr>
              <a:t>điều</a:t>
            </a:r>
            <a:r>
              <a:rPr lang="en-US" sz="2000">
                <a:latin typeface="+mj-lt"/>
              </a:rPr>
              <a:t> </a:t>
            </a:r>
            <a:r>
              <a:rPr lang="en-US" sz="2000" err="1">
                <a:latin typeface="+mj-lt"/>
              </a:rPr>
              <a:t>kiện</a:t>
            </a:r>
            <a:r>
              <a:rPr lang="en-US" sz="2000">
                <a:latin typeface="+mj-lt"/>
              </a:rPr>
              <a:t> </a:t>
            </a:r>
            <a:r>
              <a:rPr lang="en-US" sz="2000" err="1">
                <a:latin typeface="+mj-lt"/>
              </a:rPr>
              <a:t>về</a:t>
            </a:r>
            <a:r>
              <a:rPr lang="en-US" sz="2000">
                <a:latin typeface="+mj-lt"/>
              </a:rPr>
              <a:t> </a:t>
            </a:r>
            <a:r>
              <a:rPr lang="en-US" sz="2000" err="1">
                <a:latin typeface="+mj-lt"/>
              </a:rPr>
              <a:t>kinh</a:t>
            </a:r>
            <a:r>
              <a:rPr lang="en-US" sz="2000">
                <a:latin typeface="+mj-lt"/>
              </a:rPr>
              <a:t> </a:t>
            </a:r>
            <a:r>
              <a:rPr lang="en-US" sz="2000" err="1">
                <a:latin typeface="+mj-lt"/>
              </a:rPr>
              <a:t>tế</a:t>
            </a:r>
            <a:r>
              <a:rPr lang="en-US" sz="2000">
                <a:latin typeface="+mj-lt"/>
              </a:rPr>
              <a:t>- </a:t>
            </a:r>
            <a:r>
              <a:rPr lang="en-US" sz="2000" err="1">
                <a:latin typeface="+mj-lt"/>
              </a:rPr>
              <a:t>xã</a:t>
            </a:r>
            <a:r>
              <a:rPr lang="en-US" sz="2000">
                <a:latin typeface="+mj-lt"/>
              </a:rPr>
              <a:t> </a:t>
            </a:r>
            <a:r>
              <a:rPr lang="en-US" sz="2000" err="1">
                <a:latin typeface="+mj-lt"/>
              </a:rPr>
              <a:t>hội</a:t>
            </a:r>
            <a:r>
              <a:rPr lang="en-US" sz="2000">
                <a:latin typeface="+mj-lt"/>
              </a:rPr>
              <a:t> </a:t>
            </a:r>
            <a:r>
              <a:rPr lang="en-US" sz="2000" err="1">
                <a:latin typeface="+mj-lt"/>
              </a:rPr>
              <a:t>của</a:t>
            </a:r>
            <a:r>
              <a:rPr lang="en-US" sz="2000">
                <a:latin typeface="+mj-lt"/>
              </a:rPr>
              <a:t> </a:t>
            </a:r>
            <a:r>
              <a:rPr lang="en-US" sz="2000" err="1">
                <a:latin typeface="+mj-lt"/>
              </a:rPr>
              <a:t>đất</a:t>
            </a:r>
            <a:r>
              <a:rPr lang="en-US" sz="2000">
                <a:latin typeface="+mj-lt"/>
              </a:rPr>
              <a:t> </a:t>
            </a:r>
            <a:r>
              <a:rPr lang="en-US" sz="2000" err="1">
                <a:latin typeface="+mj-lt"/>
              </a:rPr>
              <a:t>nước</a:t>
            </a:r>
            <a:r>
              <a:rPr lang="en-US" sz="2000">
                <a:latin typeface="+mj-lt"/>
              </a:rPr>
              <a:t>.</a:t>
            </a:r>
          </a:p>
          <a:p>
            <a:pPr algn="just"/>
            <a:r>
              <a:rPr lang="en-US" sz="2000" err="1">
                <a:latin typeface="+mj-lt"/>
              </a:rPr>
              <a:t>Tính</a:t>
            </a:r>
            <a:r>
              <a:rPr lang="en-US" sz="2000">
                <a:latin typeface="+mj-lt"/>
              </a:rPr>
              <a:t> </a:t>
            </a:r>
            <a:r>
              <a:rPr lang="en-US" sz="2000" err="1">
                <a:latin typeface="+mj-lt"/>
              </a:rPr>
              <a:t>ổn</a:t>
            </a:r>
            <a:r>
              <a:rPr lang="en-US" sz="2000">
                <a:latin typeface="+mj-lt"/>
              </a:rPr>
              <a:t> </a:t>
            </a:r>
            <a:r>
              <a:rPr lang="en-US" sz="2000" err="1">
                <a:latin typeface="+mj-lt"/>
              </a:rPr>
              <a:t>định</a:t>
            </a:r>
            <a:r>
              <a:rPr lang="en-US" sz="2000">
                <a:latin typeface="+mj-lt"/>
              </a:rPr>
              <a:t> </a:t>
            </a:r>
            <a:r>
              <a:rPr lang="en-US" sz="2000" err="1">
                <a:latin typeface="+mj-lt"/>
              </a:rPr>
              <a:t>tương</a:t>
            </a:r>
            <a:r>
              <a:rPr lang="en-US" sz="2000">
                <a:latin typeface="+mj-lt"/>
              </a:rPr>
              <a:t> </a:t>
            </a:r>
            <a:r>
              <a:rPr lang="en-US" sz="2000" err="1">
                <a:latin typeface="+mj-lt"/>
              </a:rPr>
              <a:t>đối</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là</a:t>
            </a:r>
            <a:r>
              <a:rPr lang="en-US" sz="2000">
                <a:latin typeface="+mj-lt"/>
              </a:rPr>
              <a:t> </a:t>
            </a:r>
            <a:r>
              <a:rPr lang="en-US" sz="2000" err="1">
                <a:latin typeface="+mj-lt"/>
              </a:rPr>
              <a:t>công</a:t>
            </a:r>
            <a:r>
              <a:rPr lang="en-US" sz="2000">
                <a:latin typeface="+mj-lt"/>
              </a:rPr>
              <a:t> </a:t>
            </a:r>
            <a:r>
              <a:rPr lang="en-US" sz="2000" err="1">
                <a:latin typeface="+mj-lt"/>
              </a:rPr>
              <a:t>cụ</a:t>
            </a:r>
            <a:r>
              <a:rPr lang="en-US" sz="2000">
                <a:latin typeface="+mj-lt"/>
              </a:rPr>
              <a:t> </a:t>
            </a:r>
            <a:r>
              <a:rPr lang="en-US" sz="2000" err="1">
                <a:latin typeface="+mj-lt"/>
              </a:rPr>
              <a:t>duy</a:t>
            </a:r>
            <a:r>
              <a:rPr lang="en-US" sz="2000">
                <a:latin typeface="+mj-lt"/>
              </a:rPr>
              <a:t> </a:t>
            </a:r>
            <a:r>
              <a:rPr lang="en-US" sz="2000" err="1">
                <a:latin typeface="+mj-lt"/>
              </a:rPr>
              <a:t>trì</a:t>
            </a:r>
            <a:r>
              <a:rPr lang="en-US" sz="2000">
                <a:latin typeface="+mj-lt"/>
              </a:rPr>
              <a:t> </a:t>
            </a:r>
            <a:r>
              <a:rPr lang="en-US" sz="2000" err="1">
                <a:latin typeface="+mj-lt"/>
              </a:rPr>
              <a:t>trật</a:t>
            </a:r>
            <a:r>
              <a:rPr lang="en-US" sz="2000">
                <a:latin typeface="+mj-lt"/>
              </a:rPr>
              <a:t> </a:t>
            </a:r>
            <a:r>
              <a:rPr lang="en-US" sz="2000" err="1">
                <a:latin typeface="+mj-lt"/>
              </a:rPr>
              <a:t>tự</a:t>
            </a:r>
            <a:r>
              <a:rPr lang="en-US" sz="2000">
                <a:latin typeface="+mj-lt"/>
              </a:rPr>
              <a:t> </a:t>
            </a:r>
            <a:r>
              <a:rPr lang="en-US" sz="2000" err="1">
                <a:latin typeface="+mj-lt"/>
              </a:rPr>
              <a:t>xã</a:t>
            </a:r>
            <a:r>
              <a:rPr lang="en-US" sz="2000">
                <a:latin typeface="+mj-lt"/>
              </a:rPr>
              <a:t> </a:t>
            </a:r>
            <a:r>
              <a:rPr lang="en-US" sz="2000" err="1">
                <a:latin typeface="+mj-lt"/>
              </a:rPr>
              <a:t>hội</a:t>
            </a:r>
            <a:r>
              <a:rPr lang="en-US" sz="2000">
                <a:latin typeface="+mj-lt"/>
              </a:rPr>
              <a:t>, </a:t>
            </a:r>
            <a:r>
              <a:rPr lang="en-US" sz="2000" err="1">
                <a:latin typeface="+mj-lt"/>
              </a:rPr>
              <a:t>vì</a:t>
            </a:r>
            <a:r>
              <a:rPr lang="en-US" sz="2000">
                <a:latin typeface="+mj-lt"/>
              </a:rPr>
              <a:t> </a:t>
            </a:r>
            <a:r>
              <a:rPr lang="en-US" sz="2000" err="1">
                <a:latin typeface="+mj-lt"/>
              </a:rPr>
              <a:t>vậy</a:t>
            </a:r>
            <a:r>
              <a:rPr lang="en-US" sz="2000">
                <a:latin typeface="+mj-lt"/>
              </a:rPr>
              <a:t> </a:t>
            </a:r>
            <a:r>
              <a:rPr lang="en-US" sz="2000" err="1">
                <a:latin typeface="+mj-lt"/>
              </a:rPr>
              <a:t>nó</a:t>
            </a:r>
            <a:r>
              <a:rPr lang="en-US" sz="2000">
                <a:latin typeface="+mj-lt"/>
              </a:rPr>
              <a:t> </a:t>
            </a:r>
            <a:r>
              <a:rPr lang="en-US" sz="2000" err="1">
                <a:latin typeface="+mj-lt"/>
              </a:rPr>
              <a:t>phải</a:t>
            </a:r>
            <a:r>
              <a:rPr lang="en-US" sz="2000">
                <a:latin typeface="+mj-lt"/>
              </a:rPr>
              <a:t> </a:t>
            </a:r>
            <a:r>
              <a:rPr lang="en-US" sz="2000" err="1">
                <a:latin typeface="+mj-lt"/>
              </a:rPr>
              <a:t>được</a:t>
            </a:r>
            <a:r>
              <a:rPr lang="en-US" sz="2000">
                <a:latin typeface="+mj-lt"/>
              </a:rPr>
              <a:t> </a:t>
            </a:r>
            <a:r>
              <a:rPr lang="en-US" sz="2000" err="1">
                <a:latin typeface="+mj-lt"/>
              </a:rPr>
              <a:t>thực</a:t>
            </a:r>
            <a:r>
              <a:rPr lang="en-US" sz="2000">
                <a:latin typeface="+mj-lt"/>
              </a:rPr>
              <a:t> </a:t>
            </a:r>
            <a:r>
              <a:rPr lang="en-US" sz="2000" err="1">
                <a:latin typeface="+mj-lt"/>
              </a:rPr>
              <a:t>hiện</a:t>
            </a:r>
            <a:r>
              <a:rPr lang="en-US" sz="2000">
                <a:latin typeface="+mj-lt"/>
              </a:rPr>
              <a:t> </a:t>
            </a:r>
            <a:r>
              <a:rPr lang="en-US" sz="2000" err="1">
                <a:latin typeface="+mj-lt"/>
              </a:rPr>
              <a:t>trong</a:t>
            </a:r>
            <a:r>
              <a:rPr lang="en-US" sz="2000">
                <a:latin typeface="+mj-lt"/>
              </a:rPr>
              <a:t> </a:t>
            </a:r>
            <a:r>
              <a:rPr lang="en-US" sz="2000" err="1">
                <a:latin typeface="+mj-lt"/>
              </a:rPr>
              <a:t>thời</a:t>
            </a:r>
            <a:r>
              <a:rPr lang="en-US" sz="2000">
                <a:latin typeface="+mj-lt"/>
              </a:rPr>
              <a:t> </a:t>
            </a:r>
            <a:r>
              <a:rPr lang="en-US" sz="2000" err="1">
                <a:latin typeface="+mj-lt"/>
              </a:rPr>
              <a:t>gian</a:t>
            </a:r>
            <a:r>
              <a:rPr lang="en-US" sz="2000">
                <a:latin typeface="+mj-lt"/>
              </a:rPr>
              <a:t> </a:t>
            </a:r>
            <a:r>
              <a:rPr lang="en-US" sz="2000" err="1">
                <a:latin typeface="+mj-lt"/>
              </a:rPr>
              <a:t>dài</a:t>
            </a:r>
            <a:r>
              <a:rPr lang="en-US" sz="2000">
                <a:latin typeface="+mj-lt"/>
              </a:rPr>
              <a:t>.</a:t>
            </a:r>
          </a:p>
          <a:p>
            <a:pPr algn="just"/>
            <a:r>
              <a:rPr lang="en-US" sz="2000" err="1">
                <a:latin typeface="+mj-lt"/>
              </a:rPr>
              <a:t>Tính</a:t>
            </a:r>
            <a:r>
              <a:rPr lang="en-US" sz="2000">
                <a:latin typeface="+mj-lt"/>
              </a:rPr>
              <a:t> </a:t>
            </a:r>
            <a:r>
              <a:rPr lang="en-US" sz="2000" err="1">
                <a:latin typeface="+mj-lt"/>
              </a:rPr>
              <a:t>xác</a:t>
            </a:r>
            <a:r>
              <a:rPr lang="en-US" sz="2000">
                <a:latin typeface="+mj-lt"/>
              </a:rPr>
              <a:t> </a:t>
            </a:r>
            <a:r>
              <a:rPr lang="en-US" sz="2000" err="1">
                <a:latin typeface="+mj-lt"/>
              </a:rPr>
              <a:t>định</a:t>
            </a:r>
            <a:r>
              <a:rPr lang="en-US" sz="2000">
                <a:latin typeface="+mj-lt"/>
              </a:rPr>
              <a:t> </a:t>
            </a:r>
            <a:r>
              <a:rPr lang="en-US" sz="2000" err="1">
                <a:latin typeface="+mj-lt"/>
              </a:rPr>
              <a:t>chặt</a:t>
            </a:r>
            <a:r>
              <a:rPr lang="en-US" sz="2000">
                <a:latin typeface="+mj-lt"/>
              </a:rPr>
              <a:t> </a:t>
            </a:r>
            <a:r>
              <a:rPr lang="en-US" sz="2000" err="1">
                <a:latin typeface="+mj-lt"/>
              </a:rPr>
              <a:t>chẽ</a:t>
            </a:r>
            <a:r>
              <a:rPr lang="en-US" sz="2000">
                <a:latin typeface="+mj-lt"/>
              </a:rPr>
              <a:t> </a:t>
            </a:r>
            <a:r>
              <a:rPr lang="en-US" sz="2000" err="1">
                <a:latin typeface="+mj-lt"/>
              </a:rPr>
              <a:t>về</a:t>
            </a:r>
            <a:r>
              <a:rPr lang="en-US" sz="2000">
                <a:latin typeface="+mj-lt"/>
              </a:rPr>
              <a:t> </a:t>
            </a:r>
            <a:r>
              <a:rPr lang="en-US" sz="2000" err="1">
                <a:latin typeface="+mj-lt"/>
              </a:rPr>
              <a:t>hình</a:t>
            </a:r>
            <a:r>
              <a:rPr lang="en-US" sz="2000">
                <a:latin typeface="+mj-lt"/>
              </a:rPr>
              <a:t> </a:t>
            </a:r>
            <a:r>
              <a:rPr lang="en-US" sz="2000" err="1">
                <a:latin typeface="+mj-lt"/>
              </a:rPr>
              <a:t>thức</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Tên</a:t>
            </a:r>
            <a:r>
              <a:rPr lang="en-US" sz="2000">
                <a:latin typeface="+mj-lt"/>
              </a:rPr>
              <a:t> </a:t>
            </a:r>
            <a:r>
              <a:rPr lang="en-US" sz="2000" err="1">
                <a:latin typeface="+mj-lt"/>
              </a:rPr>
              <a:t>gọi</a:t>
            </a:r>
            <a:r>
              <a:rPr lang="en-US" sz="2000">
                <a:latin typeface="+mj-lt"/>
              </a:rPr>
              <a:t>, </a:t>
            </a:r>
            <a:r>
              <a:rPr lang="en-US" sz="2000" err="1">
                <a:latin typeface="+mj-lt"/>
              </a:rPr>
              <a:t>ngôn</a:t>
            </a:r>
            <a:r>
              <a:rPr lang="en-US" sz="2000">
                <a:latin typeface="+mj-lt"/>
              </a:rPr>
              <a:t> </a:t>
            </a:r>
            <a:r>
              <a:rPr lang="en-US" sz="2000" err="1">
                <a:latin typeface="+mj-lt"/>
              </a:rPr>
              <a:t>ngữ</a:t>
            </a:r>
            <a:r>
              <a:rPr lang="en-US" sz="2000">
                <a:latin typeface="+mj-lt"/>
              </a:rPr>
              <a:t>, </a:t>
            </a:r>
            <a:r>
              <a:rPr lang="en-US" sz="2000" err="1">
                <a:latin typeface="+mj-lt"/>
              </a:rPr>
              <a:t>trình</a:t>
            </a:r>
            <a:r>
              <a:rPr lang="en-US" sz="2000">
                <a:latin typeface="+mj-lt"/>
              </a:rPr>
              <a:t> </a:t>
            </a:r>
            <a:r>
              <a:rPr lang="en-US" sz="2000" err="1">
                <a:latin typeface="+mj-lt"/>
              </a:rPr>
              <a:t>tự</a:t>
            </a:r>
            <a:r>
              <a:rPr lang="en-US" sz="2000">
                <a:latin typeface="+mj-lt"/>
              </a:rPr>
              <a:t> ban </a:t>
            </a:r>
            <a:r>
              <a:rPr lang="en-US" sz="2000" err="1">
                <a:latin typeface="+mj-lt"/>
              </a:rPr>
              <a:t>hành</a:t>
            </a:r>
            <a:r>
              <a:rPr lang="en-US" sz="2000">
                <a:latin typeface="+mj-lt"/>
              </a:rPr>
              <a:t>…</a:t>
            </a:r>
          </a:p>
        </p:txBody>
      </p:sp>
      <p:sp>
        <p:nvSpPr>
          <p:cNvPr id="7" name="Footer Placeholder 6"/>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A3EBC6E5-E6E6-45A2-99CC-E4B0A7782A0C}" type="slidenum">
              <a:rPr lang="en-US" smtClean="0"/>
              <a:pPr>
                <a:defRPr/>
              </a:pPr>
              <a:t>56</a:t>
            </a:fld>
            <a:endParaRPr lang="en-US"/>
          </a:p>
        </p:txBody>
      </p:sp>
      <p:sp>
        <p:nvSpPr>
          <p:cNvPr id="25602" name="Title 1"/>
          <p:cNvSpPr>
            <a:spLocks noGrp="1"/>
          </p:cNvSpPr>
          <p:nvPr>
            <p:ph type="title"/>
          </p:nvPr>
        </p:nvSpPr>
        <p:spPr>
          <a:xfrm>
            <a:off x="492760" y="0"/>
            <a:ext cx="8229600" cy="753269"/>
          </a:xfrm>
        </p:spPr>
        <p:txBody>
          <a:bodyPr>
            <a:normAutofit/>
          </a:bodyPr>
          <a:lstStyle/>
          <a:p>
            <a:pPr algn="l"/>
            <a:r>
              <a:rPr lang="en-US" sz="2800" b="1" i="1"/>
              <a:t>2.2.2. </a:t>
            </a:r>
            <a:r>
              <a:rPr lang="en-US" sz="2800" b="1" i="1" err="1"/>
              <a:t>Các</a:t>
            </a:r>
            <a:r>
              <a:rPr lang="en-US" sz="2800" b="1" i="1"/>
              <a:t> </a:t>
            </a:r>
            <a:r>
              <a:rPr lang="en-US" sz="2800" b="1" i="1" err="1"/>
              <a:t>đặc</a:t>
            </a:r>
            <a:r>
              <a:rPr lang="en-US" sz="2800" b="1" i="1"/>
              <a:t> </a:t>
            </a:r>
            <a:r>
              <a:rPr lang="en-US" sz="2800" b="1" i="1" err="1"/>
              <a:t>trưng</a:t>
            </a:r>
            <a:r>
              <a:rPr lang="en-US" sz="2800" b="1" i="1"/>
              <a:t> </a:t>
            </a:r>
            <a:r>
              <a:rPr lang="en-US" sz="2800" b="1" i="1" err="1"/>
              <a:t>của</a:t>
            </a:r>
            <a:r>
              <a:rPr lang="en-US" sz="2800" b="1" i="1"/>
              <a:t> </a:t>
            </a:r>
            <a:r>
              <a:rPr lang="en-US" sz="2800" b="1" i="1" err="1"/>
              <a:t>pháp</a:t>
            </a:r>
            <a:r>
              <a:rPr lang="en-US" sz="2800" b="1" i="1"/>
              <a:t> </a:t>
            </a:r>
            <a:r>
              <a:rPr lang="en-US" sz="2800" b="1" i="1" err="1"/>
              <a:t>luật</a:t>
            </a:r>
            <a:endParaRPr lang="en-US" sz="2800" b="1" i="1"/>
          </a:p>
        </p:txBody>
      </p:sp>
      <p:pic>
        <p:nvPicPr>
          <p:cNvPr id="25604" name="Picture 5" descr="images[9].jpg"/>
          <p:cNvPicPr>
            <a:picLocks noChangeAspect="1"/>
          </p:cNvPicPr>
          <p:nvPr/>
        </p:nvPicPr>
        <p:blipFill>
          <a:blip r:embed="rId2"/>
          <a:srcRect/>
          <a:stretch>
            <a:fillRect/>
          </a:stretch>
        </p:blipFill>
        <p:spPr bwMode="auto">
          <a:xfrm>
            <a:off x="7372350" y="0"/>
            <a:ext cx="1847850" cy="1066800"/>
          </a:xfrm>
          <a:prstGeom prst="rect">
            <a:avLst/>
          </a:prstGeom>
          <a:noFill/>
          <a:ln w="9525">
            <a:noFill/>
            <a:miter lim="800000"/>
            <a:headEnd/>
            <a:tailEnd/>
          </a:ln>
        </p:spPr>
      </p:pic>
      <p:sp>
        <p:nvSpPr>
          <p:cNvPr id="9" name="Oval 8"/>
          <p:cNvSpPr/>
          <p:nvPr/>
        </p:nvSpPr>
        <p:spPr>
          <a:xfrm>
            <a:off x="130968" y="4495800"/>
            <a:ext cx="8705850" cy="2362200"/>
          </a:xfrm>
          <a:prstGeom prst="ellipse">
            <a:avLst/>
          </a:prstGeom>
        </p:spPr>
        <p:style>
          <a:lnRef idx="3">
            <a:schemeClr val="lt1"/>
          </a:lnRef>
          <a:fillRef idx="1">
            <a:schemeClr val="accent1"/>
          </a:fillRef>
          <a:effectRef idx="1">
            <a:schemeClr val="accent1"/>
          </a:effectRef>
          <a:fontRef idx="minor">
            <a:schemeClr val="lt1"/>
          </a:fontRef>
        </p:style>
        <p:txBody>
          <a:bodyPr anchor="ctr"/>
          <a:lstStyle/>
          <a:p>
            <a:pPr algn="just">
              <a:defRPr/>
            </a:pPr>
            <a:r>
              <a:rPr lang="en-US" sz="2200" err="1">
                <a:solidFill>
                  <a:schemeClr val="tx1"/>
                </a:solidFill>
                <a:latin typeface="+mj-lt"/>
              </a:rPr>
              <a:t>Pháp</a:t>
            </a:r>
            <a:r>
              <a:rPr lang="en-US" sz="2200">
                <a:solidFill>
                  <a:schemeClr val="tx1"/>
                </a:solidFill>
                <a:latin typeface="+mj-lt"/>
              </a:rPr>
              <a:t> </a:t>
            </a:r>
            <a:r>
              <a:rPr lang="en-US" sz="2200" err="1">
                <a:solidFill>
                  <a:schemeClr val="tx1"/>
                </a:solidFill>
                <a:latin typeface="+mj-lt"/>
              </a:rPr>
              <a:t>luật</a:t>
            </a:r>
            <a:r>
              <a:rPr lang="en-US" sz="2200">
                <a:solidFill>
                  <a:schemeClr val="tx1"/>
                </a:solidFill>
                <a:latin typeface="+mj-lt"/>
              </a:rPr>
              <a:t> </a:t>
            </a:r>
            <a:r>
              <a:rPr lang="en-US" sz="2200" err="1">
                <a:solidFill>
                  <a:schemeClr val="tx1"/>
                </a:solidFill>
                <a:latin typeface="+mj-lt"/>
              </a:rPr>
              <a:t>là</a:t>
            </a:r>
            <a:r>
              <a:rPr lang="en-US" sz="2200">
                <a:solidFill>
                  <a:schemeClr val="tx1"/>
                </a:solidFill>
                <a:latin typeface="+mj-lt"/>
              </a:rPr>
              <a:t> </a:t>
            </a:r>
            <a:r>
              <a:rPr lang="en-US" sz="2200" err="1">
                <a:solidFill>
                  <a:schemeClr val="tx1"/>
                </a:solidFill>
                <a:latin typeface="+mj-lt"/>
              </a:rPr>
              <a:t>hệ</a:t>
            </a:r>
            <a:r>
              <a:rPr lang="en-US" sz="2200">
                <a:solidFill>
                  <a:schemeClr val="tx1"/>
                </a:solidFill>
                <a:latin typeface="+mj-lt"/>
              </a:rPr>
              <a:t> </a:t>
            </a:r>
            <a:r>
              <a:rPr lang="en-US" sz="2200" err="1">
                <a:solidFill>
                  <a:schemeClr val="tx1"/>
                </a:solidFill>
                <a:latin typeface="+mj-lt"/>
              </a:rPr>
              <a:t>thống</a:t>
            </a:r>
            <a:r>
              <a:rPr lang="en-US" sz="2200">
                <a:solidFill>
                  <a:schemeClr val="tx1"/>
                </a:solidFill>
                <a:latin typeface="+mj-lt"/>
              </a:rPr>
              <a:t> </a:t>
            </a:r>
            <a:r>
              <a:rPr lang="en-US" sz="2200" err="1">
                <a:solidFill>
                  <a:schemeClr val="tx1"/>
                </a:solidFill>
                <a:latin typeface="+mj-lt"/>
              </a:rPr>
              <a:t>các</a:t>
            </a:r>
            <a:r>
              <a:rPr lang="en-US" sz="2200">
                <a:solidFill>
                  <a:schemeClr val="tx1"/>
                </a:solidFill>
                <a:latin typeface="+mj-lt"/>
              </a:rPr>
              <a:t> </a:t>
            </a:r>
            <a:r>
              <a:rPr lang="en-US" sz="2200" err="1">
                <a:solidFill>
                  <a:schemeClr val="tx1"/>
                </a:solidFill>
                <a:latin typeface="+mj-lt"/>
              </a:rPr>
              <a:t>quy</a:t>
            </a:r>
            <a:r>
              <a:rPr lang="en-US" sz="2200">
                <a:solidFill>
                  <a:schemeClr val="tx1"/>
                </a:solidFill>
                <a:latin typeface="+mj-lt"/>
              </a:rPr>
              <a:t> </a:t>
            </a:r>
            <a:r>
              <a:rPr lang="en-US" sz="2200" err="1">
                <a:solidFill>
                  <a:schemeClr val="tx1"/>
                </a:solidFill>
                <a:latin typeface="+mj-lt"/>
              </a:rPr>
              <a:t>tắc</a:t>
            </a:r>
            <a:r>
              <a:rPr lang="en-US" sz="2200">
                <a:solidFill>
                  <a:schemeClr val="tx1"/>
                </a:solidFill>
                <a:latin typeface="+mj-lt"/>
              </a:rPr>
              <a:t> </a:t>
            </a:r>
            <a:r>
              <a:rPr lang="en-US" sz="2200" err="1">
                <a:solidFill>
                  <a:schemeClr val="tx1"/>
                </a:solidFill>
                <a:latin typeface="+mj-lt"/>
              </a:rPr>
              <a:t>xử</a:t>
            </a:r>
            <a:r>
              <a:rPr lang="en-US" sz="2200">
                <a:solidFill>
                  <a:schemeClr val="tx1"/>
                </a:solidFill>
                <a:latin typeface="+mj-lt"/>
              </a:rPr>
              <a:t> </a:t>
            </a:r>
            <a:r>
              <a:rPr lang="en-US" sz="2200" err="1">
                <a:solidFill>
                  <a:schemeClr val="tx1"/>
                </a:solidFill>
                <a:latin typeface="+mj-lt"/>
              </a:rPr>
              <a:t>sự</a:t>
            </a:r>
            <a:r>
              <a:rPr lang="en-US" sz="2200">
                <a:solidFill>
                  <a:schemeClr val="tx1"/>
                </a:solidFill>
                <a:latin typeface="+mj-lt"/>
              </a:rPr>
              <a:t> </a:t>
            </a:r>
            <a:r>
              <a:rPr lang="en-US" sz="2200" err="1">
                <a:solidFill>
                  <a:schemeClr val="tx1"/>
                </a:solidFill>
                <a:latin typeface="+mj-lt"/>
              </a:rPr>
              <a:t>chung</a:t>
            </a:r>
            <a:r>
              <a:rPr lang="en-US" sz="2200">
                <a:solidFill>
                  <a:schemeClr val="tx1"/>
                </a:solidFill>
                <a:latin typeface="+mj-lt"/>
              </a:rPr>
              <a:t> do </a:t>
            </a:r>
            <a:r>
              <a:rPr lang="en-US" sz="2200" err="1">
                <a:solidFill>
                  <a:schemeClr val="tx1"/>
                </a:solidFill>
                <a:latin typeface="+mj-lt"/>
              </a:rPr>
              <a:t>Nhà</a:t>
            </a:r>
            <a:r>
              <a:rPr lang="en-US" sz="2200">
                <a:solidFill>
                  <a:schemeClr val="tx1"/>
                </a:solidFill>
                <a:latin typeface="+mj-lt"/>
              </a:rPr>
              <a:t> </a:t>
            </a:r>
            <a:r>
              <a:rPr lang="en-US" sz="2200" err="1">
                <a:solidFill>
                  <a:schemeClr val="tx1"/>
                </a:solidFill>
                <a:latin typeface="+mj-lt"/>
              </a:rPr>
              <a:t>nước</a:t>
            </a:r>
            <a:r>
              <a:rPr lang="en-US" sz="2200">
                <a:solidFill>
                  <a:schemeClr val="tx1"/>
                </a:solidFill>
                <a:latin typeface="+mj-lt"/>
              </a:rPr>
              <a:t> ban </a:t>
            </a:r>
            <a:r>
              <a:rPr lang="en-US" sz="2200" err="1">
                <a:solidFill>
                  <a:schemeClr val="tx1"/>
                </a:solidFill>
                <a:latin typeface="+mj-lt"/>
              </a:rPr>
              <a:t>hành</a:t>
            </a:r>
            <a:r>
              <a:rPr lang="en-US" sz="2200">
                <a:solidFill>
                  <a:schemeClr val="tx1"/>
                </a:solidFill>
                <a:latin typeface="+mj-lt"/>
              </a:rPr>
              <a:t> </a:t>
            </a:r>
            <a:r>
              <a:rPr lang="en-US" sz="2200" err="1">
                <a:solidFill>
                  <a:schemeClr val="tx1"/>
                </a:solidFill>
                <a:latin typeface="+mj-lt"/>
              </a:rPr>
              <a:t>hoặc</a:t>
            </a:r>
            <a:r>
              <a:rPr lang="en-US" sz="2200">
                <a:solidFill>
                  <a:schemeClr val="tx1"/>
                </a:solidFill>
                <a:latin typeface="+mj-lt"/>
              </a:rPr>
              <a:t> </a:t>
            </a:r>
            <a:r>
              <a:rPr lang="en-US" sz="2200" err="1">
                <a:solidFill>
                  <a:schemeClr val="tx1"/>
                </a:solidFill>
                <a:latin typeface="+mj-lt"/>
              </a:rPr>
              <a:t>thừa</a:t>
            </a:r>
            <a:r>
              <a:rPr lang="en-US" sz="2200">
                <a:solidFill>
                  <a:schemeClr val="tx1"/>
                </a:solidFill>
                <a:latin typeface="+mj-lt"/>
              </a:rPr>
              <a:t> </a:t>
            </a:r>
            <a:r>
              <a:rPr lang="en-US" sz="2200" err="1">
                <a:solidFill>
                  <a:schemeClr val="tx1"/>
                </a:solidFill>
                <a:latin typeface="+mj-lt"/>
              </a:rPr>
              <a:t>nhận</a:t>
            </a:r>
            <a:r>
              <a:rPr lang="en-US" sz="2200">
                <a:solidFill>
                  <a:schemeClr val="tx1"/>
                </a:solidFill>
                <a:latin typeface="+mj-lt"/>
              </a:rPr>
              <a:t> </a:t>
            </a:r>
            <a:r>
              <a:rPr lang="en-US" sz="2200" err="1">
                <a:solidFill>
                  <a:schemeClr val="tx1"/>
                </a:solidFill>
                <a:latin typeface="+mj-lt"/>
              </a:rPr>
              <a:t>và</a:t>
            </a:r>
            <a:r>
              <a:rPr lang="en-US" sz="2200">
                <a:solidFill>
                  <a:schemeClr val="tx1"/>
                </a:solidFill>
                <a:latin typeface="+mj-lt"/>
              </a:rPr>
              <a:t> </a:t>
            </a:r>
            <a:r>
              <a:rPr lang="en-US" sz="2200" err="1">
                <a:solidFill>
                  <a:schemeClr val="tx1"/>
                </a:solidFill>
                <a:latin typeface="+mj-lt"/>
              </a:rPr>
              <a:t>đảm</a:t>
            </a:r>
            <a:r>
              <a:rPr lang="en-US" sz="2200">
                <a:solidFill>
                  <a:schemeClr val="tx1"/>
                </a:solidFill>
                <a:latin typeface="+mj-lt"/>
              </a:rPr>
              <a:t> </a:t>
            </a:r>
            <a:r>
              <a:rPr lang="en-US" sz="2200" err="1">
                <a:solidFill>
                  <a:schemeClr val="tx1"/>
                </a:solidFill>
                <a:latin typeface="+mj-lt"/>
              </a:rPr>
              <a:t>bảo</a:t>
            </a:r>
            <a:r>
              <a:rPr lang="en-US" sz="2200">
                <a:solidFill>
                  <a:schemeClr val="tx1"/>
                </a:solidFill>
                <a:latin typeface="+mj-lt"/>
              </a:rPr>
              <a:t> </a:t>
            </a:r>
            <a:r>
              <a:rPr lang="en-US" sz="2200" err="1">
                <a:solidFill>
                  <a:schemeClr val="tx1"/>
                </a:solidFill>
                <a:latin typeface="+mj-lt"/>
              </a:rPr>
              <a:t>thực</a:t>
            </a:r>
            <a:r>
              <a:rPr lang="en-US" sz="2200">
                <a:solidFill>
                  <a:schemeClr val="tx1"/>
                </a:solidFill>
                <a:latin typeface="+mj-lt"/>
              </a:rPr>
              <a:t> </a:t>
            </a:r>
            <a:r>
              <a:rPr lang="en-US" sz="2200" err="1">
                <a:solidFill>
                  <a:schemeClr val="tx1"/>
                </a:solidFill>
                <a:latin typeface="+mj-lt"/>
              </a:rPr>
              <a:t>hiện</a:t>
            </a:r>
            <a:r>
              <a:rPr lang="en-US" sz="2200">
                <a:solidFill>
                  <a:schemeClr val="tx1"/>
                </a:solidFill>
                <a:latin typeface="+mj-lt"/>
              </a:rPr>
              <a:t>, </a:t>
            </a:r>
            <a:r>
              <a:rPr lang="en-US" sz="2200" err="1">
                <a:solidFill>
                  <a:schemeClr val="tx1"/>
                </a:solidFill>
                <a:latin typeface="+mj-lt"/>
              </a:rPr>
              <a:t>thể</a:t>
            </a:r>
            <a:r>
              <a:rPr lang="en-US" sz="2200">
                <a:solidFill>
                  <a:schemeClr val="tx1"/>
                </a:solidFill>
                <a:latin typeface="+mj-lt"/>
              </a:rPr>
              <a:t> </a:t>
            </a:r>
            <a:r>
              <a:rPr lang="en-US" sz="2200" err="1">
                <a:solidFill>
                  <a:schemeClr val="tx1"/>
                </a:solidFill>
                <a:latin typeface="+mj-lt"/>
              </a:rPr>
              <a:t>hiện</a:t>
            </a:r>
            <a:r>
              <a:rPr lang="en-US" sz="2200">
                <a:solidFill>
                  <a:schemeClr val="tx1"/>
                </a:solidFill>
                <a:latin typeface="+mj-lt"/>
              </a:rPr>
              <a:t> ý </a:t>
            </a:r>
            <a:r>
              <a:rPr lang="en-US" sz="2200" err="1">
                <a:solidFill>
                  <a:schemeClr val="tx1"/>
                </a:solidFill>
                <a:latin typeface="+mj-lt"/>
              </a:rPr>
              <a:t>chí</a:t>
            </a:r>
            <a:r>
              <a:rPr lang="en-US" sz="2200">
                <a:solidFill>
                  <a:schemeClr val="tx1"/>
                </a:solidFill>
                <a:latin typeface="+mj-lt"/>
              </a:rPr>
              <a:t> </a:t>
            </a:r>
            <a:r>
              <a:rPr lang="en-US" sz="2200" err="1">
                <a:solidFill>
                  <a:schemeClr val="tx1"/>
                </a:solidFill>
                <a:latin typeface="+mj-lt"/>
              </a:rPr>
              <a:t>của</a:t>
            </a:r>
            <a:r>
              <a:rPr lang="en-US" sz="2200">
                <a:solidFill>
                  <a:schemeClr val="tx1"/>
                </a:solidFill>
                <a:latin typeface="+mj-lt"/>
              </a:rPr>
              <a:t> </a:t>
            </a:r>
            <a:r>
              <a:rPr lang="en-US" sz="2200" err="1">
                <a:solidFill>
                  <a:schemeClr val="tx1"/>
                </a:solidFill>
                <a:latin typeface="+mj-lt"/>
              </a:rPr>
              <a:t>giai</a:t>
            </a:r>
            <a:r>
              <a:rPr lang="en-US" sz="2200">
                <a:solidFill>
                  <a:schemeClr val="tx1"/>
                </a:solidFill>
                <a:latin typeface="+mj-lt"/>
              </a:rPr>
              <a:t> </a:t>
            </a:r>
            <a:r>
              <a:rPr lang="en-US" sz="2200" err="1">
                <a:solidFill>
                  <a:schemeClr val="tx1"/>
                </a:solidFill>
                <a:latin typeface="+mj-lt"/>
              </a:rPr>
              <a:t>cấp</a:t>
            </a:r>
            <a:r>
              <a:rPr lang="en-US" sz="2200">
                <a:solidFill>
                  <a:schemeClr val="tx1"/>
                </a:solidFill>
                <a:latin typeface="+mj-lt"/>
              </a:rPr>
              <a:t> </a:t>
            </a:r>
            <a:r>
              <a:rPr lang="en-US" sz="2200" err="1">
                <a:solidFill>
                  <a:schemeClr val="tx1"/>
                </a:solidFill>
                <a:latin typeface="+mj-lt"/>
              </a:rPr>
              <a:t>thống</a:t>
            </a:r>
            <a:r>
              <a:rPr lang="en-US" sz="2200">
                <a:solidFill>
                  <a:schemeClr val="tx1"/>
                </a:solidFill>
                <a:latin typeface="+mj-lt"/>
              </a:rPr>
              <a:t> </a:t>
            </a:r>
            <a:r>
              <a:rPr lang="en-US" sz="2200" err="1">
                <a:solidFill>
                  <a:schemeClr val="tx1"/>
                </a:solidFill>
                <a:latin typeface="+mj-lt"/>
              </a:rPr>
              <a:t>trị</a:t>
            </a:r>
            <a:r>
              <a:rPr lang="en-US" sz="2200">
                <a:solidFill>
                  <a:schemeClr val="tx1"/>
                </a:solidFill>
                <a:latin typeface="+mj-lt"/>
              </a:rPr>
              <a:t> </a:t>
            </a:r>
            <a:r>
              <a:rPr lang="en-US" sz="2200" err="1">
                <a:solidFill>
                  <a:schemeClr val="tx1"/>
                </a:solidFill>
                <a:latin typeface="+mj-lt"/>
              </a:rPr>
              <a:t>trong</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r>
              <a:rPr lang="en-US" sz="2200">
                <a:solidFill>
                  <a:schemeClr val="tx1"/>
                </a:solidFill>
                <a:latin typeface="+mj-lt"/>
              </a:rPr>
              <a:t>, </a:t>
            </a:r>
            <a:r>
              <a:rPr lang="en-US" sz="2200" err="1">
                <a:solidFill>
                  <a:schemeClr val="tx1"/>
                </a:solidFill>
                <a:latin typeface="+mj-lt"/>
              </a:rPr>
              <a:t>là</a:t>
            </a:r>
            <a:r>
              <a:rPr lang="en-US" sz="2200">
                <a:solidFill>
                  <a:schemeClr val="tx1"/>
                </a:solidFill>
                <a:latin typeface="+mj-lt"/>
              </a:rPr>
              <a:t> </a:t>
            </a:r>
            <a:r>
              <a:rPr lang="en-US" sz="2200" err="1">
                <a:solidFill>
                  <a:schemeClr val="tx1"/>
                </a:solidFill>
                <a:latin typeface="+mj-lt"/>
              </a:rPr>
              <a:t>nhân</a:t>
            </a:r>
            <a:r>
              <a:rPr lang="en-US" sz="2200">
                <a:solidFill>
                  <a:schemeClr val="tx1"/>
                </a:solidFill>
                <a:latin typeface="+mj-lt"/>
              </a:rPr>
              <a:t> </a:t>
            </a:r>
            <a:r>
              <a:rPr lang="en-US" sz="2200" err="1">
                <a:solidFill>
                  <a:schemeClr val="tx1"/>
                </a:solidFill>
                <a:latin typeface="+mj-lt"/>
              </a:rPr>
              <a:t>tố</a:t>
            </a:r>
            <a:r>
              <a:rPr lang="en-US" sz="2200">
                <a:solidFill>
                  <a:schemeClr val="tx1"/>
                </a:solidFill>
                <a:latin typeface="+mj-lt"/>
              </a:rPr>
              <a:t> </a:t>
            </a:r>
            <a:r>
              <a:rPr lang="en-US" sz="2200" err="1">
                <a:solidFill>
                  <a:schemeClr val="tx1"/>
                </a:solidFill>
                <a:latin typeface="+mj-lt"/>
              </a:rPr>
              <a:t>điều</a:t>
            </a:r>
            <a:r>
              <a:rPr lang="en-US" sz="2200">
                <a:solidFill>
                  <a:schemeClr val="tx1"/>
                </a:solidFill>
                <a:latin typeface="+mj-lt"/>
              </a:rPr>
              <a:t> </a:t>
            </a:r>
            <a:r>
              <a:rPr lang="en-US" sz="2200" err="1">
                <a:solidFill>
                  <a:schemeClr val="tx1"/>
                </a:solidFill>
                <a:latin typeface="+mj-lt"/>
              </a:rPr>
              <a:t>chỉnh</a:t>
            </a:r>
            <a:r>
              <a:rPr lang="en-US" sz="2200">
                <a:solidFill>
                  <a:schemeClr val="tx1"/>
                </a:solidFill>
                <a:latin typeface="+mj-lt"/>
              </a:rPr>
              <a:t> </a:t>
            </a:r>
            <a:r>
              <a:rPr lang="en-US" sz="2200" err="1">
                <a:solidFill>
                  <a:schemeClr val="tx1"/>
                </a:solidFill>
                <a:latin typeface="+mj-lt"/>
              </a:rPr>
              <a:t>các</a:t>
            </a:r>
            <a:r>
              <a:rPr lang="en-US" sz="2200">
                <a:solidFill>
                  <a:schemeClr val="tx1"/>
                </a:solidFill>
                <a:latin typeface="+mj-lt"/>
              </a:rPr>
              <a:t> </a:t>
            </a:r>
            <a:r>
              <a:rPr lang="en-US" sz="2200" err="1">
                <a:solidFill>
                  <a:schemeClr val="tx1"/>
                </a:solidFill>
                <a:latin typeface="+mj-lt"/>
              </a:rPr>
              <a:t>quan</a:t>
            </a:r>
            <a:r>
              <a:rPr lang="en-US" sz="2200">
                <a:solidFill>
                  <a:schemeClr val="tx1"/>
                </a:solidFill>
                <a:latin typeface="+mj-lt"/>
              </a:rPr>
              <a:t> </a:t>
            </a:r>
            <a:r>
              <a:rPr lang="en-US" sz="2200" err="1">
                <a:solidFill>
                  <a:schemeClr val="tx1"/>
                </a:solidFill>
                <a:latin typeface="+mj-lt"/>
              </a:rPr>
              <a:t>hệ</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r>
              <a:rPr lang="en-US" sz="2200">
                <a:solidFill>
                  <a:schemeClr val="tx1"/>
                </a:solidFill>
                <a:latin typeface="+mj-lt"/>
              </a:rPr>
              <a:t> </a:t>
            </a:r>
            <a:r>
              <a:rPr lang="en-US" sz="2200" err="1">
                <a:solidFill>
                  <a:schemeClr val="tx1"/>
                </a:solidFill>
                <a:latin typeface="+mj-lt"/>
              </a:rPr>
              <a:t>nhằm</a:t>
            </a:r>
            <a:r>
              <a:rPr lang="en-US" sz="2200">
                <a:solidFill>
                  <a:schemeClr val="tx1"/>
                </a:solidFill>
                <a:latin typeface="+mj-lt"/>
              </a:rPr>
              <a:t> </a:t>
            </a:r>
            <a:r>
              <a:rPr lang="en-US" sz="2200" err="1">
                <a:solidFill>
                  <a:schemeClr val="tx1"/>
                </a:solidFill>
                <a:latin typeface="+mj-lt"/>
              </a:rPr>
              <a:t>thiết</a:t>
            </a:r>
            <a:r>
              <a:rPr lang="en-US" sz="2200">
                <a:solidFill>
                  <a:schemeClr val="tx1"/>
                </a:solidFill>
                <a:latin typeface="+mj-lt"/>
              </a:rPr>
              <a:t> </a:t>
            </a:r>
            <a:r>
              <a:rPr lang="en-US" sz="2200" err="1">
                <a:solidFill>
                  <a:schemeClr val="tx1"/>
                </a:solidFill>
                <a:latin typeface="+mj-lt"/>
              </a:rPr>
              <a:t>lập</a:t>
            </a:r>
            <a:r>
              <a:rPr lang="en-US" sz="2200">
                <a:solidFill>
                  <a:schemeClr val="tx1"/>
                </a:solidFill>
                <a:latin typeface="+mj-lt"/>
              </a:rPr>
              <a:t> </a:t>
            </a:r>
            <a:r>
              <a:rPr lang="en-US" sz="2200" err="1">
                <a:solidFill>
                  <a:schemeClr val="tx1"/>
                </a:solidFill>
                <a:latin typeface="+mj-lt"/>
              </a:rPr>
              <a:t>trật</a:t>
            </a:r>
            <a:r>
              <a:rPr lang="en-US" sz="2200">
                <a:solidFill>
                  <a:schemeClr val="tx1"/>
                </a:solidFill>
                <a:latin typeface="+mj-lt"/>
              </a:rPr>
              <a:t> </a:t>
            </a:r>
            <a:r>
              <a:rPr lang="en-US" sz="2200" err="1">
                <a:solidFill>
                  <a:schemeClr val="tx1"/>
                </a:solidFill>
                <a:latin typeface="+mj-lt"/>
              </a:rPr>
              <a:t>tự</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endParaRPr lang="en-US" sz="2200">
              <a:solidFill>
                <a:schemeClr val="tx1"/>
              </a:solidFill>
              <a:latin typeface="+mj-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4B212FA-069D-4777-A22A-448264E79AB9}"/>
              </a:ext>
            </a:extLst>
          </p:cNvPr>
          <p:cNvGraphicFramePr>
            <a:graphicFrameLocks noGrp="1"/>
          </p:cNvGraphicFramePr>
          <p:nvPr>
            <p:ph idx="1"/>
            <p:extLst>
              <p:ext uri="{D42A27DB-BD31-4B8C-83A1-F6EECF244321}">
                <p14:modId xmlns:p14="http://schemas.microsoft.com/office/powerpoint/2010/main" val="1595750570"/>
              </p:ext>
            </p:extLst>
          </p:nvPr>
        </p:nvGraphicFramePr>
        <p:xfrm>
          <a:off x="457200" y="1080294"/>
          <a:ext cx="8229600" cy="4926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4F7DDE02-2769-416B-BEFB-BB4FFE70C73A}"/>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F3310533-161C-4FED-9A58-1E2ACBC58288}"/>
              </a:ext>
            </a:extLst>
          </p:cNvPr>
          <p:cNvSpPr>
            <a:spLocks noGrp="1"/>
          </p:cNvSpPr>
          <p:nvPr>
            <p:ph type="sldNum" sz="quarter" idx="12"/>
          </p:nvPr>
        </p:nvSpPr>
        <p:spPr/>
        <p:txBody>
          <a:bodyPr/>
          <a:lstStyle/>
          <a:p>
            <a:fld id="{C700A7F4-E0AA-4BCB-9880-DD9265D58A00}" type="slidenum">
              <a:rPr lang="en-US" smtClean="0"/>
              <a:pPr/>
              <a:t>57</a:t>
            </a:fld>
            <a:endParaRPr lang="en-US"/>
          </a:p>
        </p:txBody>
      </p:sp>
      <p:sp>
        <p:nvSpPr>
          <p:cNvPr id="5" name="Title 4">
            <a:extLst>
              <a:ext uri="{FF2B5EF4-FFF2-40B4-BE49-F238E27FC236}">
                <a16:creationId xmlns:a16="http://schemas.microsoft.com/office/drawing/2014/main" id="{93881FBA-1B3F-4543-AF06-D0572D7CD372}"/>
              </a:ext>
            </a:extLst>
          </p:cNvPr>
          <p:cNvSpPr>
            <a:spLocks noGrp="1"/>
          </p:cNvSpPr>
          <p:nvPr>
            <p:ph type="title"/>
          </p:nvPr>
        </p:nvSpPr>
        <p:spPr>
          <a:xfrm>
            <a:off x="457200" y="274638"/>
            <a:ext cx="8229600" cy="805656"/>
          </a:xfrm>
        </p:spPr>
        <p:txBody>
          <a:bodyPr/>
          <a:lstStyle/>
          <a:p>
            <a:r>
              <a:rPr lang="en-US"/>
              <a:t>2.2.3Chức </a:t>
            </a:r>
            <a:r>
              <a:rPr lang="en-US" err="1"/>
              <a:t>năng</a:t>
            </a:r>
            <a:r>
              <a:rPr lang="en-US"/>
              <a:t> </a:t>
            </a:r>
            <a:r>
              <a:rPr lang="en-US" err="1"/>
              <a:t>của</a:t>
            </a:r>
            <a:r>
              <a:rPr lang="en-US"/>
              <a:t> </a:t>
            </a:r>
            <a:r>
              <a:rPr lang="en-US" err="1"/>
              <a:t>pháp</a:t>
            </a:r>
            <a:r>
              <a:rPr lang="en-US"/>
              <a:t> </a:t>
            </a:r>
            <a:r>
              <a:rPr lang="en-US" err="1"/>
              <a:t>luật</a:t>
            </a:r>
            <a:endParaRPr lang="en-US"/>
          </a:p>
        </p:txBody>
      </p:sp>
    </p:spTree>
    <p:extLst>
      <p:ext uri="{BB962C8B-B14F-4D97-AF65-F5344CB8AC3E}">
        <p14:creationId xmlns:p14="http://schemas.microsoft.com/office/powerpoint/2010/main" val="38643670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43000"/>
          <a:ext cx="8382000" cy="556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a:xfrm>
            <a:off x="6172200" y="6492875"/>
            <a:ext cx="2350681" cy="365125"/>
          </a:xfrm>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58</a:t>
            </a:fld>
            <a:endParaRPr lang="en-US"/>
          </a:p>
        </p:txBody>
      </p:sp>
      <p:sp>
        <p:nvSpPr>
          <p:cNvPr id="2" name="Title 1"/>
          <p:cNvSpPr>
            <a:spLocks noGrp="1"/>
          </p:cNvSpPr>
          <p:nvPr>
            <p:ph type="title"/>
          </p:nvPr>
        </p:nvSpPr>
        <p:spPr>
          <a:xfrm>
            <a:off x="457200" y="152400"/>
            <a:ext cx="8458200" cy="990600"/>
          </a:xfrm>
        </p:spPr>
        <p:txBody>
          <a:bodyPr>
            <a:noAutofit/>
          </a:bodyPr>
          <a:lstStyle/>
          <a:p>
            <a:r>
              <a:rPr lang="en-US" sz="2800"/>
              <a:t>2.2.4 Mối quan hệ giữa pháp luật và các hiện tượng xã hội khác</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257800"/>
          </a:xfrm>
        </p:spPr>
        <p:txBody>
          <a:bodyPr>
            <a:normAutofit fontScale="77500" lnSpcReduction="20000"/>
          </a:bodyPr>
          <a:lstStyle/>
          <a:p>
            <a:r>
              <a:rPr lang="en-US" err="1"/>
              <a:t>Nhà</a:t>
            </a:r>
            <a:r>
              <a:rPr lang="en-US"/>
              <a:t> </a:t>
            </a:r>
            <a:r>
              <a:rPr lang="en-US" err="1"/>
              <a:t>nước</a:t>
            </a:r>
            <a:r>
              <a:rPr lang="en-US"/>
              <a:t> </a:t>
            </a:r>
            <a:r>
              <a:rPr lang="en-US" err="1"/>
              <a:t>chỉ</a:t>
            </a:r>
            <a:r>
              <a:rPr lang="en-US"/>
              <a:t> </a:t>
            </a:r>
            <a:r>
              <a:rPr lang="en-US" err="1"/>
              <a:t>mang</a:t>
            </a:r>
            <a:r>
              <a:rPr lang="en-US"/>
              <a:t> </a:t>
            </a:r>
            <a:r>
              <a:rPr lang="en-US" err="1"/>
              <a:t>bản</a:t>
            </a:r>
            <a:r>
              <a:rPr lang="en-US"/>
              <a:t> </a:t>
            </a:r>
            <a:r>
              <a:rPr lang="en-US" err="1"/>
              <a:t>chất</a:t>
            </a:r>
            <a:r>
              <a:rPr lang="en-US"/>
              <a:t> </a:t>
            </a:r>
            <a:r>
              <a:rPr lang="en-US" err="1"/>
              <a:t>giai</a:t>
            </a:r>
            <a:r>
              <a:rPr lang="en-US"/>
              <a:t> </a:t>
            </a:r>
            <a:r>
              <a:rPr lang="en-US" err="1"/>
              <a:t>cấp</a:t>
            </a:r>
            <a:r>
              <a:rPr lang="en-US"/>
              <a:t>.</a:t>
            </a:r>
          </a:p>
          <a:p>
            <a:r>
              <a:rPr lang="en-US" err="1"/>
              <a:t>Bản</a:t>
            </a:r>
            <a:r>
              <a:rPr lang="en-US"/>
              <a:t> </a:t>
            </a:r>
            <a:r>
              <a:rPr lang="en-US" err="1"/>
              <a:t>chất</a:t>
            </a:r>
            <a:r>
              <a:rPr lang="en-US"/>
              <a:t> </a:t>
            </a:r>
            <a:r>
              <a:rPr lang="en-US" err="1"/>
              <a:t>giai</a:t>
            </a:r>
            <a:r>
              <a:rPr lang="en-US"/>
              <a:t> </a:t>
            </a:r>
            <a:r>
              <a:rPr lang="en-US" err="1"/>
              <a:t>cấp</a:t>
            </a:r>
            <a:r>
              <a:rPr lang="en-US"/>
              <a:t> </a:t>
            </a:r>
            <a:r>
              <a:rPr lang="en-US" err="1"/>
              <a:t>là</a:t>
            </a:r>
            <a:r>
              <a:rPr lang="en-US"/>
              <a:t> </a:t>
            </a:r>
            <a:r>
              <a:rPr lang="en-US" err="1"/>
              <a:t>đặc</a:t>
            </a:r>
            <a:r>
              <a:rPr lang="en-US"/>
              <a:t> </a:t>
            </a:r>
            <a:r>
              <a:rPr lang="en-US" err="1"/>
              <a:t>trưng</a:t>
            </a:r>
            <a:r>
              <a:rPr lang="en-US"/>
              <a:t> </a:t>
            </a:r>
            <a:r>
              <a:rPr lang="en-US" err="1"/>
              <a:t>không</a:t>
            </a:r>
            <a:r>
              <a:rPr lang="en-US"/>
              <a:t> </a:t>
            </a:r>
            <a:r>
              <a:rPr lang="en-US" err="1"/>
              <a:t>thể</a:t>
            </a:r>
            <a:r>
              <a:rPr lang="en-US"/>
              <a:t> </a:t>
            </a:r>
            <a:r>
              <a:rPr lang="en-US" err="1"/>
              <a:t>thiếu</a:t>
            </a:r>
            <a:r>
              <a:rPr lang="en-US"/>
              <a:t> </a:t>
            </a:r>
            <a:r>
              <a:rPr lang="en-US" err="1"/>
              <a:t>được</a:t>
            </a:r>
            <a:r>
              <a:rPr lang="en-US"/>
              <a:t> </a:t>
            </a:r>
            <a:r>
              <a:rPr lang="en-US" err="1"/>
              <a:t>của</a:t>
            </a:r>
            <a:r>
              <a:rPr lang="en-US"/>
              <a:t> </a:t>
            </a:r>
            <a:r>
              <a:rPr lang="en-US" err="1"/>
              <a:t>nhà</a:t>
            </a:r>
            <a:r>
              <a:rPr lang="en-US"/>
              <a:t> </a:t>
            </a:r>
            <a:r>
              <a:rPr lang="en-US" err="1"/>
              <a:t>nước</a:t>
            </a:r>
            <a:r>
              <a:rPr lang="en-US"/>
              <a:t> .</a:t>
            </a:r>
          </a:p>
          <a:p>
            <a:r>
              <a:rPr lang="en-US" err="1"/>
              <a:t>Nhà</a:t>
            </a:r>
            <a:r>
              <a:rPr lang="en-US"/>
              <a:t> </a:t>
            </a:r>
            <a:r>
              <a:rPr lang="en-US" err="1"/>
              <a:t>nước</a:t>
            </a:r>
            <a:r>
              <a:rPr lang="en-US"/>
              <a:t> </a:t>
            </a:r>
            <a:r>
              <a:rPr lang="en-US" err="1"/>
              <a:t>ra</a:t>
            </a:r>
            <a:r>
              <a:rPr lang="en-US"/>
              <a:t> </a:t>
            </a:r>
            <a:r>
              <a:rPr lang="en-US" err="1"/>
              <a:t>đời</a:t>
            </a:r>
            <a:r>
              <a:rPr lang="en-US"/>
              <a:t> </a:t>
            </a:r>
            <a:r>
              <a:rPr lang="en-US" err="1"/>
              <a:t>chỉ</a:t>
            </a:r>
            <a:r>
              <a:rPr lang="en-US"/>
              <a:t> </a:t>
            </a:r>
            <a:r>
              <a:rPr lang="en-US" err="1"/>
              <a:t>nhằm</a:t>
            </a:r>
            <a:r>
              <a:rPr lang="en-US"/>
              <a:t> </a:t>
            </a:r>
            <a:r>
              <a:rPr lang="en-US" err="1"/>
              <a:t>mục</a:t>
            </a:r>
            <a:r>
              <a:rPr lang="en-US"/>
              <a:t> </a:t>
            </a:r>
            <a:r>
              <a:rPr lang="en-US" err="1"/>
              <a:t>đích</a:t>
            </a:r>
            <a:r>
              <a:rPr lang="en-US"/>
              <a:t> </a:t>
            </a:r>
            <a:r>
              <a:rPr lang="en-US" err="1"/>
              <a:t>bảo</a:t>
            </a:r>
            <a:r>
              <a:rPr lang="en-US"/>
              <a:t> </a:t>
            </a:r>
            <a:r>
              <a:rPr lang="en-US" err="1"/>
              <a:t>vệ</a:t>
            </a:r>
            <a:r>
              <a:rPr lang="en-US"/>
              <a:t> </a:t>
            </a:r>
            <a:r>
              <a:rPr lang="en-US" err="1"/>
              <a:t>lợi</a:t>
            </a:r>
            <a:r>
              <a:rPr lang="en-US"/>
              <a:t> </a:t>
            </a:r>
            <a:r>
              <a:rPr lang="en-US" err="1"/>
              <a:t>ích</a:t>
            </a:r>
            <a:r>
              <a:rPr lang="en-US"/>
              <a:t> </a:t>
            </a:r>
            <a:r>
              <a:rPr lang="en-US" err="1"/>
              <a:t>của</a:t>
            </a:r>
            <a:r>
              <a:rPr lang="en-US"/>
              <a:t> </a:t>
            </a:r>
            <a:r>
              <a:rPr lang="en-US" err="1"/>
              <a:t>giai</a:t>
            </a:r>
            <a:r>
              <a:rPr lang="en-US"/>
              <a:t> </a:t>
            </a:r>
            <a:r>
              <a:rPr lang="en-US" err="1"/>
              <a:t>cấp</a:t>
            </a:r>
            <a:r>
              <a:rPr lang="en-US"/>
              <a:t> </a:t>
            </a:r>
            <a:r>
              <a:rPr lang="en-US" err="1"/>
              <a:t>thống</a:t>
            </a:r>
            <a:r>
              <a:rPr lang="en-US"/>
              <a:t> </a:t>
            </a:r>
            <a:r>
              <a:rPr lang="en-US" err="1"/>
              <a:t>trị</a:t>
            </a:r>
            <a:r>
              <a:rPr lang="en-US"/>
              <a:t>.</a:t>
            </a:r>
          </a:p>
          <a:p>
            <a:r>
              <a:rPr lang="en-US"/>
              <a:t>ở </a:t>
            </a:r>
            <a:r>
              <a:rPr lang="en-US" err="1"/>
              <a:t>Việt</a:t>
            </a:r>
            <a:r>
              <a:rPr lang="en-US"/>
              <a:t> </a:t>
            </a:r>
            <a:r>
              <a:rPr lang="en-US" err="1"/>
              <a:t>nam</a:t>
            </a:r>
            <a:r>
              <a:rPr lang="en-US"/>
              <a:t> </a:t>
            </a:r>
            <a:r>
              <a:rPr lang="en-US" err="1"/>
              <a:t>bộ</a:t>
            </a:r>
            <a:r>
              <a:rPr lang="en-US"/>
              <a:t> </a:t>
            </a:r>
            <a:r>
              <a:rPr lang="en-US" err="1"/>
              <a:t>máy</a:t>
            </a:r>
            <a:r>
              <a:rPr lang="en-US"/>
              <a:t> </a:t>
            </a:r>
            <a:r>
              <a:rPr lang="en-US" err="1"/>
              <a:t>nhà</a:t>
            </a:r>
            <a:r>
              <a:rPr lang="en-US"/>
              <a:t> </a:t>
            </a:r>
            <a:r>
              <a:rPr lang="en-US" err="1"/>
              <a:t>nước</a:t>
            </a:r>
            <a:r>
              <a:rPr lang="en-US"/>
              <a:t> </a:t>
            </a:r>
            <a:r>
              <a:rPr lang="en-US" err="1"/>
              <a:t>không</a:t>
            </a:r>
            <a:r>
              <a:rPr lang="en-US"/>
              <a:t> </a:t>
            </a:r>
            <a:r>
              <a:rPr lang="en-US" err="1"/>
              <a:t>phân</a:t>
            </a:r>
            <a:r>
              <a:rPr lang="en-US"/>
              <a:t> </a:t>
            </a:r>
            <a:r>
              <a:rPr lang="en-US" err="1"/>
              <a:t>thành</a:t>
            </a:r>
            <a:r>
              <a:rPr lang="en-US"/>
              <a:t> </a:t>
            </a:r>
            <a:r>
              <a:rPr lang="en-US" err="1"/>
              <a:t>cơ</a:t>
            </a:r>
            <a:r>
              <a:rPr lang="en-US"/>
              <a:t> </a:t>
            </a:r>
            <a:r>
              <a:rPr lang="en-US" err="1"/>
              <a:t>quan</a:t>
            </a:r>
            <a:r>
              <a:rPr lang="en-US"/>
              <a:t> </a:t>
            </a:r>
            <a:r>
              <a:rPr lang="en-US" err="1"/>
              <a:t>lập</a:t>
            </a:r>
            <a:r>
              <a:rPr lang="en-US"/>
              <a:t> </a:t>
            </a:r>
            <a:r>
              <a:rPr lang="en-US" err="1"/>
              <a:t>pháp</a:t>
            </a:r>
            <a:r>
              <a:rPr lang="en-US"/>
              <a:t>, </a:t>
            </a:r>
            <a:r>
              <a:rPr lang="en-US" err="1"/>
              <a:t>hành</a:t>
            </a:r>
            <a:r>
              <a:rPr lang="en-US"/>
              <a:t> </a:t>
            </a:r>
            <a:r>
              <a:rPr lang="en-US" err="1"/>
              <a:t>pháp</a:t>
            </a:r>
            <a:r>
              <a:rPr lang="en-US"/>
              <a:t>, </a:t>
            </a:r>
            <a:r>
              <a:rPr lang="en-US" err="1"/>
              <a:t>tư</a:t>
            </a:r>
            <a:r>
              <a:rPr lang="en-US"/>
              <a:t> </a:t>
            </a:r>
            <a:r>
              <a:rPr lang="en-US" err="1"/>
              <a:t>pháp</a:t>
            </a:r>
            <a:r>
              <a:rPr lang="en-US"/>
              <a:t> </a:t>
            </a:r>
            <a:r>
              <a:rPr lang="en-US" err="1"/>
              <a:t>vì</a:t>
            </a:r>
            <a:r>
              <a:rPr lang="en-US"/>
              <a:t> </a:t>
            </a:r>
            <a:r>
              <a:rPr lang="en-US" err="1"/>
              <a:t>tổ</a:t>
            </a:r>
            <a:r>
              <a:rPr lang="en-US"/>
              <a:t> </a:t>
            </a:r>
            <a:r>
              <a:rPr lang="en-US" err="1"/>
              <a:t>chức</a:t>
            </a:r>
            <a:r>
              <a:rPr lang="en-US"/>
              <a:t> </a:t>
            </a:r>
            <a:r>
              <a:rPr lang="en-US" err="1"/>
              <a:t>bộ</a:t>
            </a:r>
            <a:r>
              <a:rPr lang="en-US"/>
              <a:t> </a:t>
            </a:r>
            <a:r>
              <a:rPr lang="en-US" err="1"/>
              <a:t>máy</a:t>
            </a:r>
            <a:r>
              <a:rPr lang="en-US"/>
              <a:t> </a:t>
            </a:r>
            <a:r>
              <a:rPr lang="en-US" err="1"/>
              <a:t>nhà</a:t>
            </a:r>
            <a:r>
              <a:rPr lang="en-US"/>
              <a:t> </a:t>
            </a:r>
            <a:r>
              <a:rPr lang="en-US" err="1"/>
              <a:t>nước</a:t>
            </a:r>
            <a:r>
              <a:rPr lang="en-US"/>
              <a:t> </a:t>
            </a:r>
            <a:r>
              <a:rPr lang="en-US" err="1"/>
              <a:t>theo</a:t>
            </a:r>
            <a:r>
              <a:rPr lang="en-US"/>
              <a:t> </a:t>
            </a:r>
            <a:r>
              <a:rPr lang="en-US" err="1"/>
              <a:t>nguyên</a:t>
            </a:r>
            <a:r>
              <a:rPr lang="en-US"/>
              <a:t> </a:t>
            </a:r>
            <a:r>
              <a:rPr lang="en-US" err="1"/>
              <a:t>tắc</a:t>
            </a:r>
            <a:r>
              <a:rPr lang="en-US"/>
              <a:t> </a:t>
            </a:r>
            <a:r>
              <a:rPr lang="en-US" err="1"/>
              <a:t>quyền</a:t>
            </a:r>
            <a:r>
              <a:rPr lang="en-US"/>
              <a:t> </a:t>
            </a:r>
            <a:r>
              <a:rPr lang="en-US" err="1"/>
              <a:t>lực</a:t>
            </a:r>
            <a:r>
              <a:rPr lang="en-US"/>
              <a:t> </a:t>
            </a:r>
            <a:r>
              <a:rPr lang="en-US" err="1"/>
              <a:t>nhà</a:t>
            </a:r>
            <a:r>
              <a:rPr lang="en-US"/>
              <a:t> </a:t>
            </a:r>
            <a:r>
              <a:rPr lang="en-US" err="1"/>
              <a:t>nước</a:t>
            </a:r>
            <a:r>
              <a:rPr lang="en-US"/>
              <a:t> </a:t>
            </a:r>
            <a:r>
              <a:rPr lang="en-US" err="1"/>
              <a:t>là</a:t>
            </a:r>
            <a:r>
              <a:rPr lang="en-US"/>
              <a:t> </a:t>
            </a:r>
            <a:r>
              <a:rPr lang="en-US" err="1"/>
              <a:t>tập</a:t>
            </a:r>
            <a:r>
              <a:rPr lang="en-US"/>
              <a:t> </a:t>
            </a:r>
            <a:r>
              <a:rPr lang="en-US" err="1"/>
              <a:t>trung</a:t>
            </a:r>
            <a:r>
              <a:rPr lang="en-US"/>
              <a:t>.</a:t>
            </a:r>
          </a:p>
          <a:p>
            <a:r>
              <a:rPr lang="en-US" err="1">
                <a:solidFill>
                  <a:srgbClr val="FF0000"/>
                </a:solidFill>
              </a:rPr>
              <a:t>Tại</a:t>
            </a:r>
            <a:r>
              <a:rPr lang="en-US">
                <a:solidFill>
                  <a:srgbClr val="FF0000"/>
                </a:solidFill>
              </a:rPr>
              <a:t> </a:t>
            </a:r>
            <a:r>
              <a:rPr lang="en-US" err="1">
                <a:solidFill>
                  <a:srgbClr val="FF0000"/>
                </a:solidFill>
              </a:rPr>
              <a:t>sao</a:t>
            </a:r>
            <a:r>
              <a:rPr lang="en-US">
                <a:solidFill>
                  <a:srgbClr val="FF0000"/>
                </a:solidFill>
              </a:rPr>
              <a:t> </a:t>
            </a:r>
            <a:r>
              <a:rPr lang="en-US" err="1">
                <a:solidFill>
                  <a:srgbClr val="FF0000"/>
                </a:solidFill>
              </a:rPr>
              <a:t>nói</a:t>
            </a:r>
            <a:r>
              <a:rPr lang="en-US">
                <a:solidFill>
                  <a:srgbClr val="FF0000"/>
                </a:solidFill>
              </a:rPr>
              <a:t> </a:t>
            </a:r>
            <a:r>
              <a:rPr lang="en-US" err="1">
                <a:solidFill>
                  <a:srgbClr val="FF0000"/>
                </a:solidFill>
              </a:rPr>
              <a:t>Nhà</a:t>
            </a:r>
            <a:r>
              <a:rPr lang="en-US">
                <a:solidFill>
                  <a:srgbClr val="FF0000"/>
                </a:solidFill>
              </a:rPr>
              <a:t> </a:t>
            </a:r>
            <a:r>
              <a:rPr lang="en-US" err="1">
                <a:solidFill>
                  <a:srgbClr val="FF0000"/>
                </a:solidFill>
              </a:rPr>
              <a:t>Nước</a:t>
            </a:r>
            <a:r>
              <a:rPr lang="en-US">
                <a:solidFill>
                  <a:srgbClr val="FF0000"/>
                </a:solidFill>
              </a:rPr>
              <a:t> </a:t>
            </a:r>
            <a:r>
              <a:rPr lang="en-US" err="1">
                <a:solidFill>
                  <a:srgbClr val="FF0000"/>
                </a:solidFill>
              </a:rPr>
              <a:t>mang</a:t>
            </a:r>
            <a:r>
              <a:rPr lang="en-US">
                <a:solidFill>
                  <a:srgbClr val="FF0000"/>
                </a:solidFill>
              </a:rPr>
              <a:t> </a:t>
            </a:r>
            <a:r>
              <a:rPr lang="en-US" err="1">
                <a:solidFill>
                  <a:srgbClr val="FF0000"/>
                </a:solidFill>
              </a:rPr>
              <a:t>bản</a:t>
            </a:r>
            <a:r>
              <a:rPr lang="en-US">
                <a:solidFill>
                  <a:srgbClr val="FF0000"/>
                </a:solidFill>
              </a:rPr>
              <a:t> </a:t>
            </a:r>
            <a:r>
              <a:rPr lang="en-US" err="1">
                <a:solidFill>
                  <a:srgbClr val="FF0000"/>
                </a:solidFill>
              </a:rPr>
              <a:t>chất</a:t>
            </a:r>
            <a:r>
              <a:rPr lang="en-US">
                <a:solidFill>
                  <a:srgbClr val="FF0000"/>
                </a:solidFill>
              </a:rPr>
              <a:t> </a:t>
            </a:r>
            <a:r>
              <a:rPr lang="en-US" err="1">
                <a:solidFill>
                  <a:srgbClr val="FF0000"/>
                </a:solidFill>
              </a:rPr>
              <a:t>giai</a:t>
            </a:r>
            <a:r>
              <a:rPr lang="en-US">
                <a:solidFill>
                  <a:srgbClr val="FF0000"/>
                </a:solidFill>
              </a:rPr>
              <a:t> </a:t>
            </a:r>
            <a:r>
              <a:rPr lang="en-US" err="1">
                <a:solidFill>
                  <a:srgbClr val="FF0000"/>
                </a:solidFill>
              </a:rPr>
              <a:t>cấp</a:t>
            </a:r>
            <a:r>
              <a:rPr lang="en-US">
                <a:solidFill>
                  <a:srgbClr val="FF0000"/>
                </a:solidFill>
              </a:rPr>
              <a:t> </a:t>
            </a:r>
            <a:r>
              <a:rPr lang="en-US" err="1">
                <a:solidFill>
                  <a:srgbClr val="FF0000"/>
                </a:solidFill>
              </a:rPr>
              <a:t>sâu</a:t>
            </a:r>
            <a:r>
              <a:rPr lang="en-US">
                <a:solidFill>
                  <a:srgbClr val="FF0000"/>
                </a:solidFill>
              </a:rPr>
              <a:t> </a:t>
            </a:r>
            <a:r>
              <a:rPr lang="en-US" err="1">
                <a:solidFill>
                  <a:srgbClr val="FF0000"/>
                </a:solidFill>
              </a:rPr>
              <a:t>sắc</a:t>
            </a:r>
            <a:r>
              <a:rPr lang="en-US">
                <a:solidFill>
                  <a:srgbClr val="FF0000"/>
                </a:solidFill>
              </a:rPr>
              <a:t>?</a:t>
            </a:r>
          </a:p>
          <a:p>
            <a:r>
              <a:rPr lang="en-US" err="1">
                <a:solidFill>
                  <a:srgbClr val="FF0000"/>
                </a:solidFill>
              </a:rPr>
              <a:t>Những</a:t>
            </a:r>
            <a:r>
              <a:rPr lang="en-US">
                <a:solidFill>
                  <a:srgbClr val="FF0000"/>
                </a:solidFill>
              </a:rPr>
              <a:t> </a:t>
            </a:r>
            <a:r>
              <a:rPr lang="en-US" err="1">
                <a:solidFill>
                  <a:srgbClr val="FF0000"/>
                </a:solidFill>
              </a:rPr>
              <a:t>khác</a:t>
            </a:r>
            <a:r>
              <a:rPr lang="en-US">
                <a:solidFill>
                  <a:srgbClr val="FF0000"/>
                </a:solidFill>
              </a:rPr>
              <a:t> </a:t>
            </a:r>
            <a:r>
              <a:rPr lang="en-US" err="1">
                <a:solidFill>
                  <a:srgbClr val="FF0000"/>
                </a:solidFill>
              </a:rPr>
              <a:t>biệt</a:t>
            </a:r>
            <a:r>
              <a:rPr lang="en-US">
                <a:solidFill>
                  <a:srgbClr val="FF0000"/>
                </a:solidFill>
              </a:rPr>
              <a:t> </a:t>
            </a:r>
            <a:r>
              <a:rPr lang="en-US" err="1">
                <a:solidFill>
                  <a:srgbClr val="FF0000"/>
                </a:solidFill>
              </a:rPr>
              <a:t>cơ</a:t>
            </a:r>
            <a:r>
              <a:rPr lang="en-US">
                <a:solidFill>
                  <a:srgbClr val="FF0000"/>
                </a:solidFill>
              </a:rPr>
              <a:t> </a:t>
            </a:r>
            <a:r>
              <a:rPr lang="en-US" err="1">
                <a:solidFill>
                  <a:srgbClr val="FF0000"/>
                </a:solidFill>
              </a:rPr>
              <a:t>bản</a:t>
            </a:r>
            <a:r>
              <a:rPr lang="en-US">
                <a:solidFill>
                  <a:srgbClr val="FF0000"/>
                </a:solidFill>
              </a:rPr>
              <a:t> </a:t>
            </a:r>
            <a:r>
              <a:rPr lang="en-US" err="1">
                <a:solidFill>
                  <a:srgbClr val="FF0000"/>
                </a:solidFill>
              </a:rPr>
              <a:t>giữa</a:t>
            </a:r>
            <a:r>
              <a:rPr lang="en-US">
                <a:solidFill>
                  <a:srgbClr val="FF0000"/>
                </a:solidFill>
              </a:rPr>
              <a:t> </a:t>
            </a:r>
            <a:r>
              <a:rPr lang="en-US" err="1">
                <a:solidFill>
                  <a:srgbClr val="FF0000"/>
                </a:solidFill>
              </a:rPr>
              <a:t>hình</a:t>
            </a:r>
            <a:r>
              <a:rPr lang="en-US">
                <a:solidFill>
                  <a:srgbClr val="FF0000"/>
                </a:solidFill>
              </a:rPr>
              <a:t> </a:t>
            </a:r>
            <a:r>
              <a:rPr lang="en-US" err="1">
                <a:solidFill>
                  <a:srgbClr val="FF0000"/>
                </a:solidFill>
              </a:rPr>
              <a:t>thức</a:t>
            </a:r>
            <a:r>
              <a:rPr lang="en-US">
                <a:solidFill>
                  <a:srgbClr val="FF0000"/>
                </a:solidFill>
              </a:rPr>
              <a:t> </a:t>
            </a:r>
            <a:r>
              <a:rPr lang="en-US" err="1">
                <a:solidFill>
                  <a:srgbClr val="FF0000"/>
                </a:solidFill>
              </a:rPr>
              <a:t>chính</a:t>
            </a:r>
            <a:r>
              <a:rPr lang="en-US">
                <a:solidFill>
                  <a:srgbClr val="FF0000"/>
                </a:solidFill>
              </a:rPr>
              <a:t> </a:t>
            </a:r>
            <a:r>
              <a:rPr lang="en-US" err="1">
                <a:solidFill>
                  <a:srgbClr val="FF0000"/>
                </a:solidFill>
              </a:rPr>
              <a:t>thể</a:t>
            </a:r>
            <a:r>
              <a:rPr lang="en-US">
                <a:solidFill>
                  <a:srgbClr val="FF0000"/>
                </a:solidFill>
              </a:rPr>
              <a:t> </a:t>
            </a:r>
            <a:r>
              <a:rPr lang="en-US" err="1">
                <a:solidFill>
                  <a:srgbClr val="FF0000"/>
                </a:solidFill>
              </a:rPr>
              <a:t>quân</a:t>
            </a:r>
            <a:r>
              <a:rPr lang="en-US">
                <a:solidFill>
                  <a:srgbClr val="FF0000"/>
                </a:solidFill>
              </a:rPr>
              <a:t> </a:t>
            </a:r>
            <a:r>
              <a:rPr lang="en-US" err="1">
                <a:solidFill>
                  <a:srgbClr val="FF0000"/>
                </a:solidFill>
              </a:rPr>
              <a:t>chủ</a:t>
            </a:r>
            <a:r>
              <a:rPr lang="en-US">
                <a:solidFill>
                  <a:srgbClr val="FF0000"/>
                </a:solidFill>
              </a:rPr>
              <a:t> </a:t>
            </a:r>
            <a:r>
              <a:rPr lang="en-US" err="1">
                <a:solidFill>
                  <a:srgbClr val="FF0000"/>
                </a:solidFill>
              </a:rPr>
              <a:t>và</a:t>
            </a:r>
            <a:r>
              <a:rPr lang="en-US">
                <a:solidFill>
                  <a:srgbClr val="FF0000"/>
                </a:solidFill>
              </a:rPr>
              <a:t> </a:t>
            </a:r>
            <a:r>
              <a:rPr lang="en-US" err="1">
                <a:solidFill>
                  <a:srgbClr val="FF0000"/>
                </a:solidFill>
              </a:rPr>
              <a:t>chính</a:t>
            </a:r>
            <a:r>
              <a:rPr lang="en-US">
                <a:solidFill>
                  <a:srgbClr val="FF0000"/>
                </a:solidFill>
              </a:rPr>
              <a:t> </a:t>
            </a:r>
            <a:r>
              <a:rPr lang="en-US" err="1">
                <a:solidFill>
                  <a:srgbClr val="FF0000"/>
                </a:solidFill>
              </a:rPr>
              <a:t>thể</a:t>
            </a:r>
            <a:r>
              <a:rPr lang="en-US">
                <a:solidFill>
                  <a:srgbClr val="FF0000"/>
                </a:solidFill>
              </a:rPr>
              <a:t> </a:t>
            </a:r>
            <a:r>
              <a:rPr lang="en-US" err="1">
                <a:solidFill>
                  <a:srgbClr val="FF0000"/>
                </a:solidFill>
              </a:rPr>
              <a:t>cộng</a:t>
            </a:r>
            <a:r>
              <a:rPr lang="en-US">
                <a:solidFill>
                  <a:srgbClr val="FF0000"/>
                </a:solidFill>
              </a:rPr>
              <a:t> </a:t>
            </a:r>
            <a:r>
              <a:rPr lang="en-US" err="1">
                <a:solidFill>
                  <a:srgbClr val="FF0000"/>
                </a:solidFill>
              </a:rPr>
              <a:t>hòa</a:t>
            </a:r>
            <a:r>
              <a:rPr lang="en-US">
                <a:solidFill>
                  <a:srgbClr val="FF0000"/>
                </a:solidFill>
              </a:rPr>
              <a:t>?</a:t>
            </a:r>
          </a:p>
          <a:p>
            <a:r>
              <a:rPr lang="en-US" err="1"/>
              <a:t>Pháp</a:t>
            </a:r>
            <a:r>
              <a:rPr lang="en-US"/>
              <a:t> </a:t>
            </a:r>
            <a:r>
              <a:rPr lang="en-US" err="1"/>
              <a:t>luật</a:t>
            </a:r>
            <a:r>
              <a:rPr lang="en-US"/>
              <a:t> </a:t>
            </a:r>
            <a:r>
              <a:rPr lang="en-US" err="1"/>
              <a:t>chỉ</a:t>
            </a:r>
            <a:r>
              <a:rPr lang="en-US"/>
              <a:t> </a:t>
            </a:r>
            <a:r>
              <a:rPr lang="en-US" err="1"/>
              <a:t>phản</a:t>
            </a:r>
            <a:r>
              <a:rPr lang="en-US"/>
              <a:t> </a:t>
            </a:r>
            <a:r>
              <a:rPr lang="en-US" err="1"/>
              <a:t>ánh</a:t>
            </a:r>
            <a:r>
              <a:rPr lang="en-US"/>
              <a:t> ý </a:t>
            </a:r>
            <a:r>
              <a:rPr lang="en-US" err="1"/>
              <a:t>chí</a:t>
            </a:r>
            <a:r>
              <a:rPr lang="en-US"/>
              <a:t> </a:t>
            </a:r>
            <a:r>
              <a:rPr lang="en-US" err="1"/>
              <a:t>của</a:t>
            </a:r>
            <a:r>
              <a:rPr lang="en-US"/>
              <a:t> </a:t>
            </a:r>
            <a:r>
              <a:rPr lang="en-US" err="1"/>
              <a:t>giai</a:t>
            </a:r>
            <a:r>
              <a:rPr lang="en-US"/>
              <a:t> </a:t>
            </a:r>
            <a:r>
              <a:rPr lang="en-US" err="1"/>
              <a:t>cấp</a:t>
            </a:r>
            <a:r>
              <a:rPr lang="en-US"/>
              <a:t> </a:t>
            </a:r>
            <a:r>
              <a:rPr lang="en-US" err="1"/>
              <a:t>thống</a:t>
            </a:r>
            <a:r>
              <a:rPr lang="en-US"/>
              <a:t> </a:t>
            </a:r>
            <a:r>
              <a:rPr lang="en-US" err="1"/>
              <a:t>trị</a:t>
            </a:r>
            <a:r>
              <a:rPr lang="en-US"/>
              <a:t> </a:t>
            </a:r>
            <a:r>
              <a:rPr lang="en-US" err="1"/>
              <a:t>trong</a:t>
            </a:r>
            <a:r>
              <a:rPr lang="en-US"/>
              <a:t> </a:t>
            </a:r>
            <a:r>
              <a:rPr lang="en-US" err="1"/>
              <a:t>xã</a:t>
            </a:r>
            <a:r>
              <a:rPr lang="en-US"/>
              <a:t> </a:t>
            </a:r>
            <a:r>
              <a:rPr lang="en-US" err="1"/>
              <a:t>hội</a:t>
            </a:r>
            <a:r>
              <a:rPr lang="en-US"/>
              <a:t>.</a:t>
            </a:r>
          </a:p>
          <a:p>
            <a:r>
              <a:rPr lang="en-US" err="1"/>
              <a:t>Các</a:t>
            </a:r>
            <a:r>
              <a:rPr lang="en-US"/>
              <a:t> </a:t>
            </a:r>
            <a:r>
              <a:rPr lang="en-US" err="1"/>
              <a:t>quy</a:t>
            </a:r>
            <a:r>
              <a:rPr lang="en-US"/>
              <a:t> </a:t>
            </a:r>
            <a:r>
              <a:rPr lang="en-US" err="1"/>
              <a:t>định</a:t>
            </a:r>
            <a:r>
              <a:rPr lang="en-US"/>
              <a:t> </a:t>
            </a:r>
            <a:r>
              <a:rPr lang="en-US" err="1"/>
              <a:t>của</a:t>
            </a:r>
            <a:r>
              <a:rPr lang="en-US"/>
              <a:t> </a:t>
            </a:r>
            <a:r>
              <a:rPr lang="en-US" err="1"/>
              <a:t>pháp</a:t>
            </a:r>
            <a:r>
              <a:rPr lang="en-US"/>
              <a:t> </a:t>
            </a:r>
            <a:r>
              <a:rPr lang="en-US" err="1"/>
              <a:t>luật</a:t>
            </a:r>
            <a:r>
              <a:rPr lang="en-US"/>
              <a:t> </a:t>
            </a:r>
            <a:r>
              <a:rPr lang="en-US" err="1"/>
              <a:t>chỉ</a:t>
            </a:r>
            <a:r>
              <a:rPr lang="en-US"/>
              <a:t> do </a:t>
            </a:r>
            <a:r>
              <a:rPr lang="en-US" err="1"/>
              <a:t>nhà</a:t>
            </a:r>
            <a:r>
              <a:rPr lang="en-US"/>
              <a:t> </a:t>
            </a:r>
            <a:r>
              <a:rPr lang="en-US" err="1"/>
              <a:t>nước</a:t>
            </a:r>
            <a:r>
              <a:rPr lang="en-US"/>
              <a:t> ban </a:t>
            </a:r>
            <a:r>
              <a:rPr lang="en-US" err="1"/>
              <a:t>hành</a:t>
            </a:r>
            <a:r>
              <a:rPr lang="en-US"/>
              <a:t>.</a:t>
            </a:r>
          </a:p>
          <a:p>
            <a:r>
              <a:rPr lang="en-US" err="1"/>
              <a:t>Pháp</a:t>
            </a:r>
            <a:r>
              <a:rPr lang="en-US"/>
              <a:t> </a:t>
            </a:r>
            <a:r>
              <a:rPr lang="en-US" err="1"/>
              <a:t>luật</a:t>
            </a:r>
            <a:r>
              <a:rPr lang="en-US"/>
              <a:t> </a:t>
            </a:r>
            <a:r>
              <a:rPr lang="en-US" err="1"/>
              <a:t>luôn</a:t>
            </a:r>
            <a:r>
              <a:rPr lang="en-US"/>
              <a:t> </a:t>
            </a:r>
            <a:r>
              <a:rPr lang="en-US" err="1"/>
              <a:t>chỉ</a:t>
            </a:r>
            <a:r>
              <a:rPr lang="en-US"/>
              <a:t> </a:t>
            </a:r>
            <a:r>
              <a:rPr lang="en-US" err="1"/>
              <a:t>tác</a:t>
            </a:r>
            <a:r>
              <a:rPr lang="en-US"/>
              <a:t> </a:t>
            </a:r>
            <a:r>
              <a:rPr lang="en-US" err="1"/>
              <a:t>động</a:t>
            </a:r>
            <a:r>
              <a:rPr lang="en-US"/>
              <a:t> </a:t>
            </a:r>
            <a:r>
              <a:rPr lang="en-US" err="1"/>
              <a:t>tích</a:t>
            </a:r>
            <a:r>
              <a:rPr lang="en-US"/>
              <a:t> </a:t>
            </a:r>
            <a:r>
              <a:rPr lang="en-US" err="1"/>
              <a:t>cực</a:t>
            </a:r>
            <a:r>
              <a:rPr lang="en-US"/>
              <a:t> </a:t>
            </a:r>
            <a:r>
              <a:rPr lang="en-US" err="1"/>
              <a:t>đối</a:t>
            </a:r>
            <a:r>
              <a:rPr lang="en-US"/>
              <a:t> </a:t>
            </a:r>
            <a:r>
              <a:rPr lang="en-US" err="1"/>
              <a:t>với</a:t>
            </a:r>
            <a:r>
              <a:rPr lang="en-US"/>
              <a:t> </a:t>
            </a:r>
            <a:r>
              <a:rPr lang="en-US" err="1"/>
              <a:t>kinh</a:t>
            </a:r>
            <a:r>
              <a:rPr lang="en-US"/>
              <a:t> </a:t>
            </a:r>
            <a:r>
              <a:rPr lang="en-US" err="1"/>
              <a:t>tế</a:t>
            </a:r>
            <a:r>
              <a:rPr lang="en-US"/>
              <a:t>, </a:t>
            </a:r>
            <a:r>
              <a:rPr lang="en-US" err="1"/>
              <a:t>thúc</a:t>
            </a:r>
            <a:r>
              <a:rPr lang="en-US"/>
              <a:t> </a:t>
            </a:r>
            <a:r>
              <a:rPr lang="en-US" err="1"/>
              <a:t>đẩy</a:t>
            </a:r>
            <a:r>
              <a:rPr lang="en-US"/>
              <a:t> </a:t>
            </a:r>
            <a:r>
              <a:rPr lang="en-US" err="1"/>
              <a:t>kinh</a:t>
            </a:r>
            <a:r>
              <a:rPr lang="en-US"/>
              <a:t> </a:t>
            </a:r>
            <a:r>
              <a:rPr lang="en-US" err="1"/>
              <a:t>tế</a:t>
            </a:r>
            <a:r>
              <a:rPr lang="en-US"/>
              <a:t> </a:t>
            </a:r>
            <a:r>
              <a:rPr lang="en-US" err="1"/>
              <a:t>phát</a:t>
            </a:r>
            <a:r>
              <a:rPr lang="en-US"/>
              <a:t> </a:t>
            </a:r>
            <a:r>
              <a:rPr lang="en-US" err="1"/>
              <a:t>triển</a:t>
            </a:r>
            <a:r>
              <a:rPr lang="en-US"/>
              <a:t>.</a:t>
            </a:r>
          </a:p>
          <a:p>
            <a:r>
              <a:rPr lang="en-US" err="1"/>
              <a:t>Mọi</a:t>
            </a:r>
            <a:r>
              <a:rPr lang="en-US"/>
              <a:t> </a:t>
            </a:r>
            <a:r>
              <a:rPr lang="en-US" err="1"/>
              <a:t>quy</a:t>
            </a:r>
            <a:r>
              <a:rPr lang="en-US"/>
              <a:t> </a:t>
            </a:r>
            <a:r>
              <a:rPr lang="en-US" err="1"/>
              <a:t>tắc</a:t>
            </a:r>
            <a:r>
              <a:rPr lang="en-US"/>
              <a:t> </a:t>
            </a:r>
            <a:r>
              <a:rPr lang="en-US" err="1"/>
              <a:t>xử</a:t>
            </a:r>
            <a:r>
              <a:rPr lang="en-US"/>
              <a:t> </a:t>
            </a:r>
            <a:r>
              <a:rPr lang="en-US" err="1"/>
              <a:t>sự</a:t>
            </a:r>
            <a:r>
              <a:rPr lang="en-US"/>
              <a:t> </a:t>
            </a:r>
            <a:r>
              <a:rPr lang="en-US" err="1"/>
              <a:t>tồn</a:t>
            </a:r>
            <a:r>
              <a:rPr lang="en-US"/>
              <a:t> </a:t>
            </a:r>
            <a:r>
              <a:rPr lang="en-US" err="1"/>
              <a:t>tại</a:t>
            </a:r>
            <a:r>
              <a:rPr lang="en-US"/>
              <a:t> </a:t>
            </a:r>
            <a:r>
              <a:rPr lang="en-US" err="1"/>
              <a:t>trong</a:t>
            </a:r>
            <a:r>
              <a:rPr lang="en-US"/>
              <a:t> </a:t>
            </a:r>
            <a:r>
              <a:rPr lang="en-US" err="1"/>
              <a:t>xã</a:t>
            </a:r>
            <a:r>
              <a:rPr lang="en-US"/>
              <a:t> </a:t>
            </a:r>
            <a:r>
              <a:rPr lang="en-US" err="1"/>
              <a:t>hội</a:t>
            </a:r>
            <a:r>
              <a:rPr lang="en-US"/>
              <a:t> </a:t>
            </a:r>
            <a:r>
              <a:rPr lang="en-US" err="1"/>
              <a:t>có</a:t>
            </a:r>
            <a:r>
              <a:rPr lang="en-US"/>
              <a:t> </a:t>
            </a:r>
            <a:r>
              <a:rPr lang="en-US" err="1"/>
              <a:t>nhà</a:t>
            </a:r>
            <a:r>
              <a:rPr lang="en-US"/>
              <a:t> </a:t>
            </a:r>
            <a:r>
              <a:rPr lang="en-US" err="1"/>
              <a:t>nước</a:t>
            </a:r>
            <a:r>
              <a:rPr lang="en-US"/>
              <a:t>  </a:t>
            </a:r>
            <a:r>
              <a:rPr lang="en-US" err="1"/>
              <a:t>đều</a:t>
            </a:r>
            <a:r>
              <a:rPr lang="en-US"/>
              <a:t> </a:t>
            </a:r>
            <a:r>
              <a:rPr lang="en-US" err="1"/>
              <a:t>được</a:t>
            </a:r>
            <a:r>
              <a:rPr lang="en-US"/>
              <a:t> </a:t>
            </a:r>
            <a:r>
              <a:rPr lang="en-US" err="1"/>
              <a:t>xem</a:t>
            </a:r>
            <a:r>
              <a:rPr lang="en-US"/>
              <a:t> </a:t>
            </a:r>
            <a:r>
              <a:rPr lang="en-US" err="1"/>
              <a:t>là</a:t>
            </a:r>
            <a:r>
              <a:rPr lang="en-US"/>
              <a:t> </a:t>
            </a:r>
            <a:r>
              <a:rPr lang="en-US" err="1"/>
              <a:t>pháp</a:t>
            </a:r>
            <a:r>
              <a:rPr lang="en-US"/>
              <a:t> </a:t>
            </a:r>
            <a:r>
              <a:rPr lang="en-US" err="1"/>
              <a:t>luật</a:t>
            </a:r>
            <a:endParaRPr lang="en-US"/>
          </a:p>
          <a:p>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59</a:t>
            </a:fld>
            <a:endParaRPr lang="en-US"/>
          </a:p>
        </p:txBody>
      </p:sp>
      <p:sp>
        <p:nvSpPr>
          <p:cNvPr id="2" name="Title 1"/>
          <p:cNvSpPr>
            <a:spLocks noGrp="1"/>
          </p:cNvSpPr>
          <p:nvPr>
            <p:ph type="title"/>
          </p:nvPr>
        </p:nvSpPr>
        <p:spPr>
          <a:xfrm>
            <a:off x="457200" y="274638"/>
            <a:ext cx="8229600" cy="715962"/>
          </a:xfrm>
        </p:spPr>
        <p:txBody>
          <a:bodyPr>
            <a:normAutofit fontScale="90000"/>
          </a:bodyPr>
          <a:lstStyle/>
          <a:p>
            <a:r>
              <a:rPr lang="en-US"/>
              <a:t>Câu hỏi ôn tập chương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p:txBody>
          <a:bodyPr/>
          <a:lstStyle/>
          <a:p>
            <a:pPr eaLnBrk="1" hangingPunct="1"/>
            <a:r>
              <a:rPr lang="en-US">
                <a:latin typeface=".VnArial" pitchFamily="34" charset="0"/>
              </a:rPr>
              <a:t>2.2.1  </a:t>
            </a:r>
            <a:r>
              <a:rPr lang="en-US" err="1">
                <a:latin typeface=".VnArial" pitchFamily="34" charset="0"/>
              </a:rPr>
              <a:t>B¶n</a:t>
            </a:r>
            <a:r>
              <a:rPr lang="en-US">
                <a:latin typeface=".VnArial" pitchFamily="34" charset="0"/>
              </a:rPr>
              <a:t> </a:t>
            </a:r>
            <a:r>
              <a:rPr lang="en-US" err="1">
                <a:latin typeface=".VnArial" pitchFamily="34" charset="0"/>
              </a:rPr>
              <a:t>chÊt</a:t>
            </a:r>
            <a:r>
              <a:rPr lang="en-US">
                <a:latin typeface=".VnArial" pitchFamily="34" charset="0"/>
              </a:rPr>
              <a:t> vµ </a:t>
            </a:r>
            <a:r>
              <a:rPr lang="en-US" err="1">
                <a:latin typeface=".VnArial" pitchFamily="34" charset="0"/>
              </a:rPr>
              <a:t>c¸c</a:t>
            </a:r>
            <a:r>
              <a:rPr lang="en-US">
                <a:latin typeface=".VnArial" pitchFamily="34" charset="0"/>
              </a:rPr>
              <a:t> ®</a:t>
            </a:r>
            <a:r>
              <a:rPr lang="en-US" err="1">
                <a:latin typeface=".VnArial" pitchFamily="34" charset="0"/>
              </a:rPr>
              <a:t>Æc</a:t>
            </a:r>
            <a:r>
              <a:rPr lang="en-US">
                <a:latin typeface=".VnArial" pitchFamily="34" charset="0"/>
              </a:rPr>
              <a:t> </a:t>
            </a:r>
            <a:r>
              <a:rPr lang="en-US" err="1">
                <a:latin typeface=".VnArial" pitchFamily="34" charset="0"/>
              </a:rPr>
              <a:t>tr­ng</a:t>
            </a:r>
            <a:r>
              <a:rPr lang="en-US">
                <a:latin typeface=".VnArial" pitchFamily="34" charset="0"/>
              </a:rPr>
              <a:t> </a:t>
            </a:r>
            <a:r>
              <a:rPr lang="en-US" err="1">
                <a:latin typeface=".VnArial" pitchFamily="34" charset="0"/>
              </a:rPr>
              <a:t>cña</a:t>
            </a:r>
            <a:r>
              <a:rPr lang="en-US">
                <a:latin typeface=".VnArial" pitchFamily="34" charset="0"/>
              </a:rPr>
              <a:t> </a:t>
            </a:r>
            <a:r>
              <a:rPr lang="en-US" err="1">
                <a:latin typeface=".VnArial" pitchFamily="34" charset="0"/>
              </a:rPr>
              <a:t>ph¸p</a:t>
            </a:r>
            <a:r>
              <a:rPr lang="en-US">
                <a:latin typeface=".VnArial" pitchFamily="34" charset="0"/>
              </a:rPr>
              <a:t> </a:t>
            </a:r>
            <a:r>
              <a:rPr lang="en-US" err="1">
                <a:latin typeface=".VnArial" pitchFamily="34" charset="0"/>
              </a:rPr>
              <a:t>luËt</a:t>
            </a:r>
            <a:endParaRPr lang="en-US">
              <a:latin typeface=".VnArial" pitchFamily="34" charset="0"/>
            </a:endParaRPr>
          </a:p>
          <a:p>
            <a:pPr eaLnBrk="1" hangingPunct="1"/>
            <a:r>
              <a:rPr lang="en-US">
                <a:latin typeface=".VnArial" pitchFamily="34" charset="0"/>
              </a:rPr>
              <a:t>2.2.2  </a:t>
            </a:r>
            <a:r>
              <a:rPr lang="en-US" err="1">
                <a:latin typeface=".VnArial" pitchFamily="34" charset="0"/>
              </a:rPr>
              <a:t>Chức</a:t>
            </a:r>
            <a:r>
              <a:rPr lang="en-US">
                <a:latin typeface=".VnArial" pitchFamily="34" charset="0"/>
              </a:rPr>
              <a:t> </a:t>
            </a:r>
            <a:r>
              <a:rPr lang="en-US" err="1">
                <a:latin typeface=".VnArial" pitchFamily="34" charset="0"/>
              </a:rPr>
              <a:t>năng</a:t>
            </a:r>
            <a:r>
              <a:rPr lang="en-US">
                <a:latin typeface=".VnArial" pitchFamily="34" charset="0"/>
              </a:rPr>
              <a:t> </a:t>
            </a:r>
            <a:r>
              <a:rPr lang="en-US" err="1">
                <a:latin typeface=".VnArial" pitchFamily="34" charset="0"/>
              </a:rPr>
              <a:t>của</a:t>
            </a:r>
            <a:r>
              <a:rPr lang="en-US">
                <a:latin typeface=".VnArial" pitchFamily="34" charset="0"/>
              </a:rPr>
              <a:t> </a:t>
            </a:r>
            <a:r>
              <a:rPr lang="en-US" err="1">
                <a:latin typeface=".VnArial" pitchFamily="34" charset="0"/>
              </a:rPr>
              <a:t>ph</a:t>
            </a:r>
            <a:r>
              <a:rPr lang="en-US" err="1">
                <a:latin typeface="Times New Roman" panose="02020603050405020304" pitchFamily="18" charset="0"/>
                <a:cs typeface="Times New Roman" panose="02020603050405020304" pitchFamily="18" charset="0"/>
              </a:rPr>
              <a:t>áp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luật</a:t>
            </a:r>
            <a:endParaRPr lang="en-US">
              <a:latin typeface="Times New Roman" panose="02020603050405020304" pitchFamily="18" charset="0"/>
              <a:cs typeface="Times New Roman" panose="02020603050405020304" pitchFamily="18" charset="0"/>
            </a:endParaRPr>
          </a:p>
          <a:p>
            <a:pPr eaLnBrk="1" hangingPunct="1"/>
            <a:r>
              <a:rPr lang="en-US">
                <a:latin typeface="Times New Roman" panose="02020603050405020304" pitchFamily="18" charset="0"/>
                <a:cs typeface="Times New Roman" panose="02020603050405020304" pitchFamily="18" charset="0"/>
              </a:rPr>
              <a:t>2.2.3 </a:t>
            </a:r>
            <a:r>
              <a:rPr lang="en-US" err="1">
                <a:latin typeface="Times New Roman" panose="02020603050405020304" pitchFamily="18" charset="0"/>
                <a:cs typeface="Times New Roman" panose="02020603050405020304" pitchFamily="18" charset="0"/>
              </a:rPr>
              <a:t>Mối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quan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hệ</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giữa</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pháp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luật</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với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các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hiện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tượng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xã</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hội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khác</a:t>
            </a:r>
            <a:r>
              <a:rPr lang="en-US">
                <a:latin typeface="Times New Roman" panose="02020603050405020304" pitchFamily="18" charset="0"/>
                <a:cs typeface="Times New Roman" panose="02020603050405020304" pitchFamily="18" charset="0"/>
              </a:rPr>
              <a:t>.</a:t>
            </a:r>
            <a:endParaRPr lang="en-US">
              <a:latin typeface=".VnArial" pitchFamily="34" charset="0"/>
            </a:endParaRPr>
          </a:p>
          <a:p>
            <a:endParaRPr lang="en-US" sz="1800">
              <a:latin typeface=".VnArial" pitchFamily="34" charset="0"/>
            </a:endParaRPr>
          </a:p>
        </p:txBody>
      </p:sp>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47C9C7F1-D48A-419D-A089-D5BEAE8C5C4F}" type="slidenum">
              <a:rPr lang="en-US" smtClean="0"/>
              <a:pPr>
                <a:defRPr/>
              </a:pPr>
              <a:t>60</a:t>
            </a:fld>
            <a:endParaRPr lang="en-US"/>
          </a:p>
        </p:txBody>
      </p:sp>
      <p:sp>
        <p:nvSpPr>
          <p:cNvPr id="23554" name="Title 1"/>
          <p:cNvSpPr>
            <a:spLocks noGrp="1"/>
          </p:cNvSpPr>
          <p:nvPr>
            <p:ph type="title"/>
          </p:nvPr>
        </p:nvSpPr>
        <p:spPr/>
        <p:txBody>
          <a:bodyPr>
            <a:normAutofit/>
          </a:bodyPr>
          <a:lstStyle/>
          <a:p>
            <a:r>
              <a:rPr lang="en-US" sz="3600">
                <a:latin typeface=".VnArial" pitchFamily="34" charset="0"/>
              </a:rPr>
              <a:t>2.2 Tæng quan vÒ ph¸p luËt</a:t>
            </a:r>
          </a:p>
        </p:txBody>
      </p:sp>
      <p:pic>
        <p:nvPicPr>
          <p:cNvPr id="23557" name="Picture 4" descr="images[6].jpg"/>
          <p:cNvPicPr>
            <a:picLocks noChangeAspect="1"/>
          </p:cNvPicPr>
          <p:nvPr/>
        </p:nvPicPr>
        <p:blipFill>
          <a:blip r:embed="rId3"/>
          <a:srcRect/>
          <a:stretch>
            <a:fillRect/>
          </a:stretch>
        </p:blipFill>
        <p:spPr bwMode="auto">
          <a:xfrm>
            <a:off x="5257800" y="3810000"/>
            <a:ext cx="3276600" cy="2209800"/>
          </a:xfrm>
          <a:prstGeom prst="rect">
            <a:avLst/>
          </a:prstGeom>
          <a:noFill/>
          <a:ln w="9525">
            <a:noFill/>
            <a:miter lim="800000"/>
            <a:headEnd/>
            <a:tailEnd/>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Quan </a:t>
            </a:r>
            <a:r>
              <a:rPr lang="en-US" err="1"/>
              <a:t>điểm</a:t>
            </a:r>
            <a:r>
              <a:rPr lang="en-US"/>
              <a:t> phi </a:t>
            </a:r>
            <a:r>
              <a:rPr lang="en-US" err="1"/>
              <a:t>mác</a:t>
            </a:r>
            <a:r>
              <a:rPr lang="en-US"/>
              <a:t> </a:t>
            </a:r>
            <a:r>
              <a:rPr lang="en-US" err="1"/>
              <a:t>xít</a:t>
            </a:r>
            <a:endParaRPr lang="en-US"/>
          </a:p>
          <a:p>
            <a:pPr>
              <a:buFont typeface="Wingdings" pitchFamily="2" charset="2"/>
              <a:buChar char="ü"/>
            </a:pPr>
            <a:r>
              <a:rPr lang="en-US" sz="2800"/>
              <a:t>Quan </a:t>
            </a:r>
            <a:r>
              <a:rPr lang="en-US" sz="2800" err="1"/>
              <a:t>điểm</a:t>
            </a:r>
            <a:r>
              <a:rPr lang="en-US" sz="2800"/>
              <a:t> </a:t>
            </a:r>
            <a:r>
              <a:rPr lang="en-US" sz="2800" err="1"/>
              <a:t>thần</a:t>
            </a:r>
            <a:r>
              <a:rPr lang="en-US" sz="2800"/>
              <a:t> </a:t>
            </a:r>
            <a:r>
              <a:rPr lang="en-US" sz="2800" err="1"/>
              <a:t>học</a:t>
            </a:r>
            <a:endParaRPr lang="en-US" sz="2800"/>
          </a:p>
          <a:p>
            <a:pPr>
              <a:buFont typeface="Wingdings" pitchFamily="2" charset="2"/>
              <a:buChar char="ü"/>
            </a:pPr>
            <a:r>
              <a:rPr lang="en-US" sz="2800" err="1">
                <a:latin typeface=".VnArial" pitchFamily="34" charset="0"/>
              </a:rPr>
              <a:t>ThuyÕt</a:t>
            </a:r>
            <a:r>
              <a:rPr lang="en-US" sz="2800">
                <a:latin typeface=".VnArial" pitchFamily="34" charset="0"/>
              </a:rPr>
              <a:t> </a:t>
            </a:r>
            <a:r>
              <a:rPr lang="en-US" sz="2800" err="1">
                <a:latin typeface=".VnArial" pitchFamily="34" charset="0"/>
              </a:rPr>
              <a:t>gia</a:t>
            </a:r>
            <a:r>
              <a:rPr lang="en-US" sz="2800">
                <a:latin typeface=".VnArial" pitchFamily="34" charset="0"/>
              </a:rPr>
              <a:t> </a:t>
            </a:r>
            <a:r>
              <a:rPr lang="en-US" sz="2800" err="1">
                <a:latin typeface=".VnArial" pitchFamily="34" charset="0"/>
              </a:rPr>
              <a:t>trưëng</a:t>
            </a:r>
            <a:endParaRPr lang="en-US" sz="2800">
              <a:latin typeface=".VnArial" pitchFamily="34" charset="0"/>
            </a:endParaRPr>
          </a:p>
          <a:p>
            <a:pPr>
              <a:buFont typeface="Wingdings" pitchFamily="2" charset="2"/>
              <a:buChar char="ü"/>
            </a:pPr>
            <a:r>
              <a:rPr lang="en-US" sz="2800" err="1">
                <a:latin typeface=".VnArial" pitchFamily="34" charset="0"/>
              </a:rPr>
              <a:t>ThuyÕt</a:t>
            </a:r>
            <a:r>
              <a:rPr lang="en-US" sz="2800">
                <a:latin typeface=".VnArial" pitchFamily="34" charset="0"/>
              </a:rPr>
              <a:t> </a:t>
            </a:r>
            <a:r>
              <a:rPr lang="en-US" sz="2800" err="1">
                <a:latin typeface=".VnArial" pitchFamily="34" charset="0"/>
              </a:rPr>
              <a:t>ph¸p</a:t>
            </a:r>
            <a:r>
              <a:rPr lang="en-US" sz="2800">
                <a:latin typeface=".VnArial" pitchFamily="34" charset="0"/>
              </a:rPr>
              <a:t> </a:t>
            </a:r>
            <a:r>
              <a:rPr lang="en-US" sz="2800" err="1">
                <a:latin typeface=".VnArial" pitchFamily="34" charset="0"/>
              </a:rPr>
              <a:t>quyÒn</a:t>
            </a:r>
            <a:r>
              <a:rPr lang="en-US" sz="2800">
                <a:latin typeface=".VnArial" pitchFamily="34" charset="0"/>
              </a:rPr>
              <a:t> </a:t>
            </a:r>
            <a:r>
              <a:rPr lang="en-US" sz="2800" err="1">
                <a:latin typeface=".VnArial" pitchFamily="34" charset="0"/>
              </a:rPr>
              <a:t>tù</a:t>
            </a:r>
            <a:r>
              <a:rPr lang="en-US" sz="2800">
                <a:latin typeface=".VnArial" pitchFamily="34" charset="0"/>
              </a:rPr>
              <a:t> </a:t>
            </a:r>
            <a:r>
              <a:rPr lang="en-US" sz="2800" err="1">
                <a:latin typeface=".VnArial" pitchFamily="34" charset="0"/>
              </a:rPr>
              <a:t>nhiªn</a:t>
            </a:r>
            <a:endParaRPr lang="en-US" sz="2800">
              <a:latin typeface=".VnArial" pitchFamily="34" charset="0"/>
            </a:endParaRPr>
          </a:p>
          <a:p>
            <a:pPr>
              <a:buFont typeface="Wingdings" pitchFamily="2" charset="2"/>
              <a:buChar char="ü"/>
            </a:pPr>
            <a:r>
              <a:rPr lang="en-US" sz="2800" err="1">
                <a:latin typeface=".VnArial" pitchFamily="34" charset="0"/>
              </a:rPr>
              <a:t>Chñ</a:t>
            </a:r>
            <a:r>
              <a:rPr lang="en-US" sz="2800">
                <a:latin typeface=".VnArial" pitchFamily="34" charset="0"/>
              </a:rPr>
              <a:t> </a:t>
            </a:r>
            <a:r>
              <a:rPr lang="en-US" sz="2800" err="1">
                <a:latin typeface=".VnArial" pitchFamily="34" charset="0"/>
              </a:rPr>
              <a:t>nghÜa</a:t>
            </a:r>
            <a:r>
              <a:rPr lang="en-US" sz="2800">
                <a:latin typeface=".VnArial" pitchFamily="34" charset="0"/>
              </a:rPr>
              <a:t> </a:t>
            </a:r>
            <a:r>
              <a:rPr lang="en-US" sz="2800" err="1">
                <a:latin typeface=".VnArial" pitchFamily="34" charset="0"/>
              </a:rPr>
              <a:t>ph¸p</a:t>
            </a:r>
            <a:r>
              <a:rPr lang="en-US" sz="2800">
                <a:latin typeface=".VnArial" pitchFamily="34" charset="0"/>
              </a:rPr>
              <a:t> </a:t>
            </a:r>
            <a:r>
              <a:rPr lang="en-US" sz="2800" err="1">
                <a:latin typeface=".VnArial" pitchFamily="34" charset="0"/>
              </a:rPr>
              <a:t>luËt</a:t>
            </a:r>
            <a:r>
              <a:rPr lang="en-US" sz="2800">
                <a:latin typeface=".VnArial" pitchFamily="34" charset="0"/>
              </a:rPr>
              <a:t> </a:t>
            </a:r>
            <a:r>
              <a:rPr lang="en-US" sz="2800" err="1">
                <a:latin typeface=".VnArial" pitchFamily="34" charset="0"/>
              </a:rPr>
              <a:t>thùc</a:t>
            </a:r>
            <a:r>
              <a:rPr lang="en-US" sz="2800">
                <a:latin typeface=".VnArial" pitchFamily="34" charset="0"/>
              </a:rPr>
              <a:t> ®</a:t>
            </a:r>
            <a:r>
              <a:rPr lang="en-US" sz="2800" err="1">
                <a:latin typeface=".VnArial" pitchFamily="34" charset="0"/>
              </a:rPr>
              <a:t>Þnh</a:t>
            </a:r>
            <a:r>
              <a:rPr lang="en-US" sz="2800">
                <a:latin typeface=".VnArial" pitchFamily="34" charset="0"/>
              </a:rPr>
              <a:t> </a:t>
            </a:r>
          </a:p>
          <a:p>
            <a:r>
              <a:rPr lang="en-US" sz="2800">
                <a:latin typeface="+mj-lt"/>
              </a:rPr>
              <a:t>Quan </a:t>
            </a:r>
            <a:r>
              <a:rPr lang="en-US" sz="2800" err="1">
                <a:latin typeface="+mj-lt"/>
              </a:rPr>
              <a:t>điểm</a:t>
            </a:r>
            <a:r>
              <a:rPr lang="en-US" sz="2800">
                <a:latin typeface="+mj-lt"/>
              </a:rPr>
              <a:t> </a:t>
            </a:r>
            <a:r>
              <a:rPr lang="en-US" sz="2800" err="1">
                <a:latin typeface="+mj-lt"/>
              </a:rPr>
              <a:t>mác</a:t>
            </a:r>
            <a:r>
              <a:rPr lang="en-US" sz="2800">
                <a:latin typeface="+mj-lt"/>
              </a:rPr>
              <a:t> </a:t>
            </a:r>
            <a:r>
              <a:rPr lang="en-US" sz="2800" err="1">
                <a:latin typeface="+mj-lt"/>
              </a:rPr>
              <a:t>xít</a:t>
            </a:r>
            <a:r>
              <a:rPr lang="en-US" sz="2800">
                <a:latin typeface="+mj-lt"/>
              </a:rPr>
              <a:t> </a:t>
            </a:r>
            <a:r>
              <a:rPr lang="en-US" sz="2800">
                <a:latin typeface=".VnArial" pitchFamily="34" charset="0"/>
              </a:rPr>
              <a:t> </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61</a:t>
            </a:fld>
            <a:endParaRPr lang="en-US"/>
          </a:p>
        </p:txBody>
      </p:sp>
      <p:sp>
        <p:nvSpPr>
          <p:cNvPr id="2" name="Title 1"/>
          <p:cNvSpPr>
            <a:spLocks noGrp="1"/>
          </p:cNvSpPr>
          <p:nvPr>
            <p:ph type="title"/>
          </p:nvPr>
        </p:nvSpPr>
        <p:spPr/>
        <p:txBody>
          <a:bodyPr/>
          <a:lstStyle/>
          <a:p>
            <a:r>
              <a:rPr lang="en-US"/>
              <a:t>Nguồn gốc ra đời của Pháp luật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a:t>Hạn chế của các quy phạm xã hội </a:t>
            </a:r>
          </a:p>
          <a:p>
            <a:r>
              <a:rPr lang="en-US"/>
              <a:t>Sự phân chia thành giai cấp, Nhà nước ra đời dẫn đến sự ra đời của Pháp luật.</a:t>
            </a:r>
          </a:p>
          <a:p>
            <a:r>
              <a:rPr lang="en-US"/>
              <a:t>Các con đường hình thành quy phạm pháp luật</a:t>
            </a:r>
          </a:p>
          <a:p>
            <a:pPr>
              <a:buFont typeface="Wingdings" pitchFamily="2" charset="2"/>
              <a:buChar char="ü"/>
            </a:pPr>
            <a:r>
              <a:rPr lang="en-US"/>
              <a:t>Nhà nước duy trì phong tục, tập quán có sẵn phù hợp với lợi ích của giai cấp thống trị, bổ sung, sửa đổi những nội dung cho phù hợp và nâng chúng lên thành luật.</a:t>
            </a:r>
          </a:p>
          <a:p>
            <a:pPr>
              <a:buFont typeface="Wingdings" pitchFamily="2" charset="2"/>
              <a:buChar char="ü"/>
            </a:pPr>
            <a:r>
              <a:rPr lang="en-US"/>
              <a:t>Nhà nước ban hành các quy tắc xử sự mới và đảm bảo cho chúng được thực hiện.</a:t>
            </a:r>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62</a:t>
            </a:fld>
            <a:endParaRPr lang="en-US"/>
          </a:p>
        </p:txBody>
      </p:sp>
      <p:sp>
        <p:nvSpPr>
          <p:cNvPr id="2" name="Title 1"/>
          <p:cNvSpPr>
            <a:spLocks noGrp="1"/>
          </p:cNvSpPr>
          <p:nvPr>
            <p:ph type="title"/>
          </p:nvPr>
        </p:nvSpPr>
        <p:spPr/>
        <p:txBody>
          <a:bodyPr/>
          <a:lstStyle/>
          <a:p>
            <a:r>
              <a:rPr lang="en-US"/>
              <a:t>Nguồn gốc ra đời của pháp luật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089905181"/>
              </p:ext>
            </p:extLst>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8C0F656A-6A65-4619-9060-8E0AD810E20C}" type="slidenum">
              <a:rPr lang="en-US" smtClean="0"/>
              <a:pPr>
                <a:defRPr/>
              </a:pPr>
              <a:t>63</a:t>
            </a:fld>
            <a:endParaRPr lang="en-US"/>
          </a:p>
        </p:txBody>
      </p:sp>
      <p:sp>
        <p:nvSpPr>
          <p:cNvPr id="24578" name="Title 1"/>
          <p:cNvSpPr>
            <a:spLocks noGrp="1"/>
          </p:cNvSpPr>
          <p:nvPr>
            <p:ph type="title"/>
          </p:nvPr>
        </p:nvSpPr>
        <p:spPr/>
        <p:txBody>
          <a:bodyPr>
            <a:normAutofit/>
          </a:bodyPr>
          <a:lstStyle/>
          <a:p>
            <a:r>
              <a:rPr lang="en-US" sz="3600">
                <a:latin typeface=".VnArial" pitchFamily="34" charset="0"/>
              </a:rPr>
              <a:t>2.2.1.2 </a:t>
            </a:r>
            <a:r>
              <a:rPr lang="en-US" sz="3600" err="1">
                <a:latin typeface=".VnArial" pitchFamily="34" charset="0"/>
              </a:rPr>
              <a:t>B¶n</a:t>
            </a:r>
            <a:r>
              <a:rPr lang="en-US" sz="3600">
                <a:latin typeface=".VnArial" pitchFamily="34" charset="0"/>
              </a:rPr>
              <a:t> </a:t>
            </a:r>
            <a:r>
              <a:rPr lang="en-US" sz="3600" err="1">
                <a:latin typeface=".VnArial" pitchFamily="34" charset="0"/>
              </a:rPr>
              <a:t>chÊt</a:t>
            </a:r>
            <a:r>
              <a:rPr lang="en-US" sz="3600">
                <a:latin typeface=".VnArial" pitchFamily="34" charset="0"/>
              </a:rPr>
              <a:t> </a:t>
            </a:r>
            <a:r>
              <a:rPr lang="en-US" sz="3600" err="1">
                <a:latin typeface=".VnArial" pitchFamily="34" charset="0"/>
              </a:rPr>
              <a:t>cña</a:t>
            </a:r>
            <a:r>
              <a:rPr lang="en-US" sz="3600">
                <a:latin typeface=".VnArial" pitchFamily="34" charset="0"/>
              </a:rPr>
              <a:t> </a:t>
            </a:r>
            <a:r>
              <a:rPr lang="en-US" sz="3600" err="1">
                <a:latin typeface=".VnArial" pitchFamily="34" charset="0"/>
              </a:rPr>
              <a:t>ph¸p</a:t>
            </a:r>
            <a:r>
              <a:rPr lang="en-US" sz="3600">
                <a:latin typeface=".VnArial" pitchFamily="34" charset="0"/>
              </a:rPr>
              <a:t> </a:t>
            </a:r>
            <a:r>
              <a:rPr lang="en-US" sz="3600" err="1">
                <a:latin typeface=".VnArial" pitchFamily="34" charset="0"/>
              </a:rPr>
              <a:t>luËt</a:t>
            </a:r>
            <a:endParaRPr lang="en-US" sz="3600">
              <a:latin typeface=".VnArial"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Content Placeholder 5"/>
          <p:cNvSpPr>
            <a:spLocks noGrp="1"/>
          </p:cNvSpPr>
          <p:nvPr>
            <p:ph idx="1"/>
          </p:nvPr>
        </p:nvSpPr>
        <p:spPr>
          <a:xfrm>
            <a:off x="492760" y="655129"/>
            <a:ext cx="8229600" cy="5169091"/>
          </a:xfrm>
        </p:spPr>
        <p:txBody>
          <a:bodyPr>
            <a:normAutofit/>
          </a:bodyPr>
          <a:lstStyle/>
          <a:p>
            <a:pPr algn="just"/>
            <a:r>
              <a:rPr lang="en-US" sz="2000" err="1">
                <a:latin typeface="+mj-lt"/>
              </a:rPr>
              <a:t>Tính</a:t>
            </a:r>
            <a:r>
              <a:rPr lang="en-US" sz="2000">
                <a:latin typeface="+mj-lt"/>
              </a:rPr>
              <a:t> </a:t>
            </a:r>
            <a:r>
              <a:rPr lang="en-US" sz="2000" err="1">
                <a:latin typeface="+mj-lt"/>
              </a:rPr>
              <a:t>quyền</a:t>
            </a:r>
            <a:r>
              <a:rPr lang="en-US" sz="2000">
                <a:latin typeface="+mj-lt"/>
              </a:rPr>
              <a:t> </a:t>
            </a:r>
            <a:r>
              <a:rPr lang="en-US" sz="2000" err="1">
                <a:latin typeface="+mj-lt"/>
              </a:rPr>
              <a:t>lực</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do </a:t>
            </a:r>
            <a:r>
              <a:rPr lang="en-US" sz="2000" err="1">
                <a:latin typeface="+mj-lt"/>
              </a:rPr>
              <a:t>nhà</a:t>
            </a:r>
            <a:r>
              <a:rPr lang="en-US" sz="2000">
                <a:latin typeface="+mj-lt"/>
              </a:rPr>
              <a:t> </a:t>
            </a:r>
            <a:r>
              <a:rPr lang="en-US" sz="2000" err="1">
                <a:latin typeface="+mj-lt"/>
              </a:rPr>
              <a:t>nước</a:t>
            </a:r>
            <a:r>
              <a:rPr lang="en-US" sz="2000">
                <a:latin typeface="+mj-lt"/>
              </a:rPr>
              <a:t> ban </a:t>
            </a:r>
            <a:r>
              <a:rPr lang="en-US" sz="2000" err="1">
                <a:latin typeface="+mj-lt"/>
              </a:rPr>
              <a:t>hành</a:t>
            </a:r>
            <a:r>
              <a:rPr lang="en-US" sz="2000">
                <a:latin typeface="+mj-lt"/>
              </a:rPr>
              <a:t> </a:t>
            </a:r>
            <a:r>
              <a:rPr lang="en-US" sz="2000" err="1">
                <a:latin typeface="+mj-lt"/>
              </a:rPr>
              <a:t>và</a:t>
            </a:r>
            <a:r>
              <a:rPr lang="en-US" sz="2000">
                <a:latin typeface="+mj-lt"/>
              </a:rPr>
              <a:t> </a:t>
            </a:r>
            <a:r>
              <a:rPr lang="en-US" sz="2000" err="1">
                <a:latin typeface="+mj-lt"/>
              </a:rPr>
              <a:t>đảm</a:t>
            </a:r>
            <a:r>
              <a:rPr lang="en-US" sz="2000">
                <a:latin typeface="+mj-lt"/>
              </a:rPr>
              <a:t> </a:t>
            </a:r>
            <a:r>
              <a:rPr lang="en-US" sz="2000" err="1">
                <a:latin typeface="+mj-lt"/>
              </a:rPr>
              <a:t>bảo</a:t>
            </a:r>
            <a:r>
              <a:rPr lang="en-US" sz="2000">
                <a:latin typeface="+mj-lt"/>
              </a:rPr>
              <a:t> </a:t>
            </a:r>
            <a:r>
              <a:rPr lang="en-US" sz="2000" err="1">
                <a:latin typeface="+mj-lt"/>
              </a:rPr>
              <a:t>thực</a:t>
            </a:r>
            <a:r>
              <a:rPr lang="en-US" sz="2000">
                <a:latin typeface="+mj-lt"/>
              </a:rPr>
              <a:t> </a:t>
            </a:r>
            <a:r>
              <a:rPr lang="en-US" sz="2000" err="1">
                <a:latin typeface="+mj-lt"/>
              </a:rPr>
              <a:t>hiện</a:t>
            </a:r>
            <a:endParaRPr lang="en-US" sz="2000">
              <a:latin typeface="+mj-lt"/>
            </a:endParaRPr>
          </a:p>
          <a:p>
            <a:pPr algn="just"/>
            <a:r>
              <a:rPr lang="en-US" sz="2000" err="1">
                <a:latin typeface="+mj-lt"/>
              </a:rPr>
              <a:t>Tính</a:t>
            </a:r>
            <a:r>
              <a:rPr lang="en-US" sz="2000">
                <a:latin typeface="+mj-lt"/>
              </a:rPr>
              <a:t> </a:t>
            </a:r>
            <a:r>
              <a:rPr lang="en-US" sz="2000" err="1">
                <a:latin typeface="+mj-lt"/>
              </a:rPr>
              <a:t>quy</a:t>
            </a:r>
            <a:r>
              <a:rPr lang="en-US" sz="2000">
                <a:latin typeface="+mj-lt"/>
              </a:rPr>
              <a:t> </a:t>
            </a:r>
            <a:r>
              <a:rPr lang="en-US" sz="2000" err="1">
                <a:latin typeface="+mj-lt"/>
              </a:rPr>
              <a:t>phạm</a:t>
            </a:r>
            <a:r>
              <a:rPr lang="en-US" sz="2000">
                <a:latin typeface="+mj-lt"/>
              </a:rPr>
              <a:t> </a:t>
            </a:r>
            <a:r>
              <a:rPr lang="en-US" sz="2000" err="1">
                <a:latin typeface="+mj-lt"/>
              </a:rPr>
              <a:t>phổ</a:t>
            </a:r>
            <a:r>
              <a:rPr lang="en-US" sz="2000">
                <a:latin typeface="+mj-lt"/>
              </a:rPr>
              <a:t> </a:t>
            </a:r>
            <a:r>
              <a:rPr lang="en-US" sz="2000" err="1">
                <a:latin typeface="+mj-lt"/>
              </a:rPr>
              <a:t>biến</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là</a:t>
            </a:r>
            <a:r>
              <a:rPr lang="en-US" sz="2000">
                <a:latin typeface="+mj-lt"/>
              </a:rPr>
              <a:t> </a:t>
            </a:r>
            <a:r>
              <a:rPr lang="en-US" sz="2000" err="1">
                <a:latin typeface="+mj-lt"/>
              </a:rPr>
              <a:t>hệ</a:t>
            </a:r>
            <a:r>
              <a:rPr lang="en-US" sz="2000">
                <a:latin typeface="+mj-lt"/>
              </a:rPr>
              <a:t> </a:t>
            </a:r>
            <a:r>
              <a:rPr lang="en-US" sz="2000" err="1">
                <a:latin typeface="+mj-lt"/>
              </a:rPr>
              <a:t>thống</a:t>
            </a:r>
            <a:r>
              <a:rPr lang="en-US" sz="2000">
                <a:latin typeface="+mj-lt"/>
              </a:rPr>
              <a:t> </a:t>
            </a:r>
            <a:r>
              <a:rPr lang="en-US" sz="2000" err="1">
                <a:latin typeface="+mj-lt"/>
              </a:rPr>
              <a:t>các</a:t>
            </a:r>
            <a:r>
              <a:rPr lang="en-US" sz="2000">
                <a:latin typeface="+mj-lt"/>
              </a:rPr>
              <a:t> </a:t>
            </a:r>
            <a:r>
              <a:rPr lang="en-US" sz="2000" err="1">
                <a:latin typeface="+mj-lt"/>
              </a:rPr>
              <a:t>quy</a:t>
            </a:r>
            <a:r>
              <a:rPr lang="en-US" sz="2000">
                <a:latin typeface="+mj-lt"/>
              </a:rPr>
              <a:t> </a:t>
            </a:r>
            <a:r>
              <a:rPr lang="en-US" sz="2000" err="1">
                <a:latin typeface="+mj-lt"/>
              </a:rPr>
              <a:t>tắc</a:t>
            </a:r>
            <a:r>
              <a:rPr lang="en-US" sz="2000">
                <a:latin typeface="+mj-lt"/>
              </a:rPr>
              <a:t> </a:t>
            </a:r>
            <a:r>
              <a:rPr lang="en-US" sz="2000" err="1">
                <a:latin typeface="+mj-lt"/>
              </a:rPr>
              <a:t>xử</a:t>
            </a:r>
            <a:r>
              <a:rPr lang="en-US" sz="2000">
                <a:latin typeface="+mj-lt"/>
              </a:rPr>
              <a:t> </a:t>
            </a:r>
            <a:r>
              <a:rPr lang="en-US" sz="2000" err="1">
                <a:latin typeface="+mj-lt"/>
              </a:rPr>
              <a:t>sự</a:t>
            </a:r>
            <a:r>
              <a:rPr lang="en-US" sz="2000">
                <a:latin typeface="+mj-lt"/>
              </a:rPr>
              <a:t> </a:t>
            </a:r>
            <a:r>
              <a:rPr lang="en-US" sz="2000" err="1">
                <a:latin typeface="+mj-lt"/>
              </a:rPr>
              <a:t>chung</a:t>
            </a:r>
            <a:r>
              <a:rPr lang="en-US" sz="2000">
                <a:latin typeface="+mj-lt"/>
              </a:rPr>
              <a:t>, </a:t>
            </a:r>
            <a:r>
              <a:rPr lang="en-US" sz="2000" err="1">
                <a:latin typeface="+mj-lt"/>
              </a:rPr>
              <a:t>quy</a:t>
            </a:r>
            <a:r>
              <a:rPr lang="en-US" sz="2000">
                <a:latin typeface="+mj-lt"/>
              </a:rPr>
              <a:t> </a:t>
            </a:r>
            <a:r>
              <a:rPr lang="en-US" sz="2000" err="1">
                <a:latin typeface="+mj-lt"/>
              </a:rPr>
              <a:t>tắc</a:t>
            </a:r>
            <a:r>
              <a:rPr lang="en-US" sz="2000">
                <a:latin typeface="+mj-lt"/>
              </a:rPr>
              <a:t>, </a:t>
            </a:r>
            <a:r>
              <a:rPr lang="en-US" sz="2000" err="1">
                <a:latin typeface="+mj-lt"/>
              </a:rPr>
              <a:t>khuôn</a:t>
            </a:r>
            <a:r>
              <a:rPr lang="en-US" sz="2000">
                <a:latin typeface="+mj-lt"/>
              </a:rPr>
              <a:t> </a:t>
            </a:r>
            <a:r>
              <a:rPr lang="en-US" sz="2000" err="1">
                <a:latin typeface="+mj-lt"/>
              </a:rPr>
              <a:t>mẫu</a:t>
            </a:r>
            <a:r>
              <a:rPr lang="en-US" sz="2000">
                <a:latin typeface="+mj-lt"/>
              </a:rPr>
              <a:t>, </a:t>
            </a:r>
            <a:r>
              <a:rPr lang="en-US" sz="2000" err="1">
                <a:latin typeface="+mj-lt"/>
              </a:rPr>
              <a:t>thước</a:t>
            </a:r>
            <a:r>
              <a:rPr lang="en-US" sz="2000">
                <a:latin typeface="+mj-lt"/>
              </a:rPr>
              <a:t> </a:t>
            </a:r>
            <a:r>
              <a:rPr lang="en-US" sz="2000" err="1">
                <a:latin typeface="+mj-lt"/>
              </a:rPr>
              <a:t>đo</a:t>
            </a:r>
            <a:r>
              <a:rPr lang="en-US" sz="2000">
                <a:latin typeface="+mj-lt"/>
              </a:rPr>
              <a:t> </a:t>
            </a:r>
            <a:r>
              <a:rPr lang="en-US" sz="2000" err="1">
                <a:latin typeface="+mj-lt"/>
              </a:rPr>
              <a:t>tiêu</a:t>
            </a:r>
            <a:r>
              <a:rPr lang="en-US" sz="2000">
                <a:latin typeface="+mj-lt"/>
              </a:rPr>
              <a:t> </a:t>
            </a:r>
            <a:r>
              <a:rPr lang="en-US" sz="2000" err="1">
                <a:latin typeface="+mj-lt"/>
              </a:rPr>
              <a:t>chuẩn</a:t>
            </a:r>
            <a:r>
              <a:rPr lang="en-US" sz="2000">
                <a:latin typeface="+mj-lt"/>
              </a:rPr>
              <a:t> </a:t>
            </a:r>
            <a:r>
              <a:rPr lang="en-US" sz="2000" err="1">
                <a:latin typeface="+mj-lt"/>
              </a:rPr>
              <a:t>hành</a:t>
            </a:r>
            <a:r>
              <a:rPr lang="en-US" sz="2000">
                <a:latin typeface="+mj-lt"/>
              </a:rPr>
              <a:t> vi, </a:t>
            </a:r>
            <a:r>
              <a:rPr lang="en-US" sz="2000" err="1">
                <a:latin typeface="+mj-lt"/>
              </a:rPr>
              <a:t>xác</a:t>
            </a:r>
            <a:r>
              <a:rPr lang="en-US" sz="2000">
                <a:latin typeface="+mj-lt"/>
              </a:rPr>
              <a:t> </a:t>
            </a:r>
            <a:r>
              <a:rPr lang="en-US" sz="2000" err="1">
                <a:latin typeface="+mj-lt"/>
              </a:rPr>
              <a:t>định</a:t>
            </a:r>
            <a:r>
              <a:rPr lang="en-US" sz="2000">
                <a:latin typeface="+mj-lt"/>
              </a:rPr>
              <a:t> </a:t>
            </a:r>
            <a:r>
              <a:rPr lang="en-US" sz="2000" err="1">
                <a:latin typeface="+mj-lt"/>
              </a:rPr>
              <a:t>những</a:t>
            </a:r>
            <a:r>
              <a:rPr lang="en-US" sz="2000">
                <a:latin typeface="+mj-lt"/>
              </a:rPr>
              <a:t> </a:t>
            </a:r>
            <a:r>
              <a:rPr lang="en-US" sz="2000" err="1">
                <a:latin typeface="+mj-lt"/>
              </a:rPr>
              <a:t>cái</a:t>
            </a:r>
            <a:r>
              <a:rPr lang="en-US" sz="2000">
                <a:latin typeface="+mj-lt"/>
              </a:rPr>
              <a:t> </a:t>
            </a:r>
            <a:r>
              <a:rPr lang="en-US" sz="2000" err="1">
                <a:latin typeface="+mj-lt"/>
              </a:rPr>
              <a:t>gì</a:t>
            </a:r>
            <a:r>
              <a:rPr lang="en-US" sz="2000">
                <a:latin typeface="+mj-lt"/>
              </a:rPr>
              <a:t> </a:t>
            </a:r>
            <a:r>
              <a:rPr lang="en-US" sz="2000" err="1">
                <a:latin typeface="+mj-lt"/>
              </a:rPr>
              <a:t>được</a:t>
            </a:r>
            <a:r>
              <a:rPr lang="en-US" sz="2000">
                <a:latin typeface="+mj-lt"/>
              </a:rPr>
              <a:t> </a:t>
            </a:r>
            <a:r>
              <a:rPr lang="en-US" sz="2000" err="1">
                <a:latin typeface="+mj-lt"/>
              </a:rPr>
              <a:t>làm</a:t>
            </a:r>
            <a:r>
              <a:rPr lang="en-US" sz="2000">
                <a:latin typeface="+mj-lt"/>
              </a:rPr>
              <a:t> </a:t>
            </a:r>
            <a:r>
              <a:rPr lang="en-US" sz="2000" err="1">
                <a:latin typeface="+mj-lt"/>
              </a:rPr>
              <a:t>và</a:t>
            </a:r>
            <a:r>
              <a:rPr lang="en-US" sz="2000">
                <a:latin typeface="+mj-lt"/>
              </a:rPr>
              <a:t> </a:t>
            </a:r>
            <a:r>
              <a:rPr lang="en-US" sz="2000" err="1">
                <a:latin typeface="+mj-lt"/>
              </a:rPr>
              <a:t>không</a:t>
            </a:r>
            <a:r>
              <a:rPr lang="en-US" sz="2000">
                <a:latin typeface="+mj-lt"/>
              </a:rPr>
              <a:t> </a:t>
            </a:r>
            <a:r>
              <a:rPr lang="en-US" sz="2000" err="1">
                <a:latin typeface="+mj-lt"/>
              </a:rPr>
              <a:t>được</a:t>
            </a:r>
            <a:r>
              <a:rPr lang="en-US" sz="2000">
                <a:latin typeface="+mj-lt"/>
              </a:rPr>
              <a:t> </a:t>
            </a:r>
            <a:r>
              <a:rPr lang="en-US" sz="2000" err="1">
                <a:latin typeface="+mj-lt"/>
              </a:rPr>
              <a:t>làm</a:t>
            </a:r>
            <a:r>
              <a:rPr lang="en-US" sz="2000">
                <a:latin typeface="+mj-lt"/>
              </a:rPr>
              <a:t>.</a:t>
            </a:r>
          </a:p>
          <a:p>
            <a:pPr algn="just"/>
            <a:r>
              <a:rPr lang="en-US" sz="2000" err="1">
                <a:latin typeface="+mj-lt"/>
              </a:rPr>
              <a:t>Tính</a:t>
            </a:r>
            <a:r>
              <a:rPr lang="en-US" sz="2000">
                <a:latin typeface="+mj-lt"/>
              </a:rPr>
              <a:t> </a:t>
            </a:r>
            <a:r>
              <a:rPr lang="en-US" sz="2000" err="1">
                <a:latin typeface="+mj-lt"/>
              </a:rPr>
              <a:t>khách</a:t>
            </a:r>
            <a:r>
              <a:rPr lang="en-US" sz="2000">
                <a:latin typeface="+mj-lt"/>
              </a:rPr>
              <a:t> </a:t>
            </a:r>
            <a:r>
              <a:rPr lang="en-US" sz="2000" err="1">
                <a:latin typeface="+mj-lt"/>
              </a:rPr>
              <a:t>quan</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luôn</a:t>
            </a:r>
            <a:r>
              <a:rPr lang="en-US" sz="2000">
                <a:latin typeface="+mj-lt"/>
              </a:rPr>
              <a:t> </a:t>
            </a:r>
            <a:r>
              <a:rPr lang="en-US" sz="2000" err="1">
                <a:latin typeface="+mj-lt"/>
              </a:rPr>
              <a:t>phải</a:t>
            </a:r>
            <a:r>
              <a:rPr lang="en-US" sz="2000">
                <a:latin typeface="+mj-lt"/>
              </a:rPr>
              <a:t> </a:t>
            </a:r>
            <a:r>
              <a:rPr lang="en-US" sz="2000" err="1">
                <a:latin typeface="+mj-lt"/>
              </a:rPr>
              <a:t>phù</a:t>
            </a:r>
            <a:r>
              <a:rPr lang="en-US" sz="2000">
                <a:latin typeface="+mj-lt"/>
              </a:rPr>
              <a:t> </a:t>
            </a:r>
            <a:r>
              <a:rPr lang="en-US" sz="2000" err="1">
                <a:latin typeface="+mj-lt"/>
              </a:rPr>
              <a:t>hợp</a:t>
            </a:r>
            <a:r>
              <a:rPr lang="en-US" sz="2000">
                <a:latin typeface="+mj-lt"/>
              </a:rPr>
              <a:t> </a:t>
            </a:r>
            <a:r>
              <a:rPr lang="en-US" sz="2000" err="1">
                <a:latin typeface="+mj-lt"/>
              </a:rPr>
              <a:t>với</a:t>
            </a:r>
            <a:r>
              <a:rPr lang="en-US" sz="2000">
                <a:latin typeface="+mj-lt"/>
              </a:rPr>
              <a:t> </a:t>
            </a:r>
            <a:r>
              <a:rPr lang="en-US" sz="2000" err="1">
                <a:latin typeface="+mj-lt"/>
              </a:rPr>
              <a:t>điều</a:t>
            </a:r>
            <a:r>
              <a:rPr lang="en-US" sz="2000">
                <a:latin typeface="+mj-lt"/>
              </a:rPr>
              <a:t> </a:t>
            </a:r>
            <a:r>
              <a:rPr lang="en-US" sz="2000" err="1">
                <a:latin typeface="+mj-lt"/>
              </a:rPr>
              <a:t>kiện</a:t>
            </a:r>
            <a:r>
              <a:rPr lang="en-US" sz="2000">
                <a:latin typeface="+mj-lt"/>
              </a:rPr>
              <a:t> </a:t>
            </a:r>
            <a:r>
              <a:rPr lang="en-US" sz="2000" err="1">
                <a:latin typeface="+mj-lt"/>
              </a:rPr>
              <a:t>về</a:t>
            </a:r>
            <a:r>
              <a:rPr lang="en-US" sz="2000">
                <a:latin typeface="+mj-lt"/>
              </a:rPr>
              <a:t> </a:t>
            </a:r>
            <a:r>
              <a:rPr lang="en-US" sz="2000" err="1">
                <a:latin typeface="+mj-lt"/>
              </a:rPr>
              <a:t>kinh</a:t>
            </a:r>
            <a:r>
              <a:rPr lang="en-US" sz="2000">
                <a:latin typeface="+mj-lt"/>
              </a:rPr>
              <a:t> </a:t>
            </a:r>
            <a:r>
              <a:rPr lang="en-US" sz="2000" err="1">
                <a:latin typeface="+mj-lt"/>
              </a:rPr>
              <a:t>tế</a:t>
            </a:r>
            <a:r>
              <a:rPr lang="en-US" sz="2000">
                <a:latin typeface="+mj-lt"/>
              </a:rPr>
              <a:t>- </a:t>
            </a:r>
            <a:r>
              <a:rPr lang="en-US" sz="2000" err="1">
                <a:latin typeface="+mj-lt"/>
              </a:rPr>
              <a:t>xã</a:t>
            </a:r>
            <a:r>
              <a:rPr lang="en-US" sz="2000">
                <a:latin typeface="+mj-lt"/>
              </a:rPr>
              <a:t> </a:t>
            </a:r>
            <a:r>
              <a:rPr lang="en-US" sz="2000" err="1">
                <a:latin typeface="+mj-lt"/>
              </a:rPr>
              <a:t>hội</a:t>
            </a:r>
            <a:r>
              <a:rPr lang="en-US" sz="2000">
                <a:latin typeface="+mj-lt"/>
              </a:rPr>
              <a:t> </a:t>
            </a:r>
            <a:r>
              <a:rPr lang="en-US" sz="2000" err="1">
                <a:latin typeface="+mj-lt"/>
              </a:rPr>
              <a:t>của</a:t>
            </a:r>
            <a:r>
              <a:rPr lang="en-US" sz="2000">
                <a:latin typeface="+mj-lt"/>
              </a:rPr>
              <a:t> </a:t>
            </a:r>
            <a:r>
              <a:rPr lang="en-US" sz="2000" err="1">
                <a:latin typeface="+mj-lt"/>
              </a:rPr>
              <a:t>đất</a:t>
            </a:r>
            <a:r>
              <a:rPr lang="en-US" sz="2000">
                <a:latin typeface="+mj-lt"/>
              </a:rPr>
              <a:t> </a:t>
            </a:r>
            <a:r>
              <a:rPr lang="en-US" sz="2000" err="1">
                <a:latin typeface="+mj-lt"/>
              </a:rPr>
              <a:t>nước</a:t>
            </a:r>
            <a:r>
              <a:rPr lang="en-US" sz="2000">
                <a:latin typeface="+mj-lt"/>
              </a:rPr>
              <a:t>.</a:t>
            </a:r>
          </a:p>
          <a:p>
            <a:pPr algn="just"/>
            <a:r>
              <a:rPr lang="en-US" sz="2000" err="1">
                <a:latin typeface="+mj-lt"/>
              </a:rPr>
              <a:t>Tính</a:t>
            </a:r>
            <a:r>
              <a:rPr lang="en-US" sz="2000">
                <a:latin typeface="+mj-lt"/>
              </a:rPr>
              <a:t> </a:t>
            </a:r>
            <a:r>
              <a:rPr lang="en-US" sz="2000" err="1">
                <a:latin typeface="+mj-lt"/>
              </a:rPr>
              <a:t>ổn</a:t>
            </a:r>
            <a:r>
              <a:rPr lang="en-US" sz="2000">
                <a:latin typeface="+mj-lt"/>
              </a:rPr>
              <a:t> </a:t>
            </a:r>
            <a:r>
              <a:rPr lang="en-US" sz="2000" err="1">
                <a:latin typeface="+mj-lt"/>
              </a:rPr>
              <a:t>định</a:t>
            </a:r>
            <a:r>
              <a:rPr lang="en-US" sz="2000">
                <a:latin typeface="+mj-lt"/>
              </a:rPr>
              <a:t> </a:t>
            </a:r>
            <a:r>
              <a:rPr lang="en-US" sz="2000" err="1">
                <a:latin typeface="+mj-lt"/>
              </a:rPr>
              <a:t>tương</a:t>
            </a:r>
            <a:r>
              <a:rPr lang="en-US" sz="2000">
                <a:latin typeface="+mj-lt"/>
              </a:rPr>
              <a:t> </a:t>
            </a:r>
            <a:r>
              <a:rPr lang="en-US" sz="2000" err="1">
                <a:latin typeface="+mj-lt"/>
              </a:rPr>
              <a:t>đối</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là</a:t>
            </a:r>
            <a:r>
              <a:rPr lang="en-US" sz="2000">
                <a:latin typeface="+mj-lt"/>
              </a:rPr>
              <a:t> </a:t>
            </a:r>
            <a:r>
              <a:rPr lang="en-US" sz="2000" err="1">
                <a:latin typeface="+mj-lt"/>
              </a:rPr>
              <a:t>công</a:t>
            </a:r>
            <a:r>
              <a:rPr lang="en-US" sz="2000">
                <a:latin typeface="+mj-lt"/>
              </a:rPr>
              <a:t> </a:t>
            </a:r>
            <a:r>
              <a:rPr lang="en-US" sz="2000" err="1">
                <a:latin typeface="+mj-lt"/>
              </a:rPr>
              <a:t>cụ</a:t>
            </a:r>
            <a:r>
              <a:rPr lang="en-US" sz="2000">
                <a:latin typeface="+mj-lt"/>
              </a:rPr>
              <a:t> </a:t>
            </a:r>
            <a:r>
              <a:rPr lang="en-US" sz="2000" err="1">
                <a:latin typeface="+mj-lt"/>
              </a:rPr>
              <a:t>duy</a:t>
            </a:r>
            <a:r>
              <a:rPr lang="en-US" sz="2000">
                <a:latin typeface="+mj-lt"/>
              </a:rPr>
              <a:t> </a:t>
            </a:r>
            <a:r>
              <a:rPr lang="en-US" sz="2000" err="1">
                <a:latin typeface="+mj-lt"/>
              </a:rPr>
              <a:t>trì</a:t>
            </a:r>
            <a:r>
              <a:rPr lang="en-US" sz="2000">
                <a:latin typeface="+mj-lt"/>
              </a:rPr>
              <a:t> </a:t>
            </a:r>
            <a:r>
              <a:rPr lang="en-US" sz="2000" err="1">
                <a:latin typeface="+mj-lt"/>
              </a:rPr>
              <a:t>trật</a:t>
            </a:r>
            <a:r>
              <a:rPr lang="en-US" sz="2000">
                <a:latin typeface="+mj-lt"/>
              </a:rPr>
              <a:t> </a:t>
            </a:r>
            <a:r>
              <a:rPr lang="en-US" sz="2000" err="1">
                <a:latin typeface="+mj-lt"/>
              </a:rPr>
              <a:t>tự</a:t>
            </a:r>
            <a:r>
              <a:rPr lang="en-US" sz="2000">
                <a:latin typeface="+mj-lt"/>
              </a:rPr>
              <a:t> </a:t>
            </a:r>
            <a:r>
              <a:rPr lang="en-US" sz="2000" err="1">
                <a:latin typeface="+mj-lt"/>
              </a:rPr>
              <a:t>xã</a:t>
            </a:r>
            <a:r>
              <a:rPr lang="en-US" sz="2000">
                <a:latin typeface="+mj-lt"/>
              </a:rPr>
              <a:t> </a:t>
            </a:r>
            <a:r>
              <a:rPr lang="en-US" sz="2000" err="1">
                <a:latin typeface="+mj-lt"/>
              </a:rPr>
              <a:t>hội</a:t>
            </a:r>
            <a:r>
              <a:rPr lang="en-US" sz="2000">
                <a:latin typeface="+mj-lt"/>
              </a:rPr>
              <a:t>, </a:t>
            </a:r>
            <a:r>
              <a:rPr lang="en-US" sz="2000" err="1">
                <a:latin typeface="+mj-lt"/>
              </a:rPr>
              <a:t>vì</a:t>
            </a:r>
            <a:r>
              <a:rPr lang="en-US" sz="2000">
                <a:latin typeface="+mj-lt"/>
              </a:rPr>
              <a:t> </a:t>
            </a:r>
            <a:r>
              <a:rPr lang="en-US" sz="2000" err="1">
                <a:latin typeface="+mj-lt"/>
              </a:rPr>
              <a:t>vậy</a:t>
            </a:r>
            <a:r>
              <a:rPr lang="en-US" sz="2000">
                <a:latin typeface="+mj-lt"/>
              </a:rPr>
              <a:t> </a:t>
            </a:r>
            <a:r>
              <a:rPr lang="en-US" sz="2000" err="1">
                <a:latin typeface="+mj-lt"/>
              </a:rPr>
              <a:t>nó</a:t>
            </a:r>
            <a:r>
              <a:rPr lang="en-US" sz="2000">
                <a:latin typeface="+mj-lt"/>
              </a:rPr>
              <a:t> </a:t>
            </a:r>
            <a:r>
              <a:rPr lang="en-US" sz="2000" err="1">
                <a:latin typeface="+mj-lt"/>
              </a:rPr>
              <a:t>phải</a:t>
            </a:r>
            <a:r>
              <a:rPr lang="en-US" sz="2000">
                <a:latin typeface="+mj-lt"/>
              </a:rPr>
              <a:t> </a:t>
            </a:r>
            <a:r>
              <a:rPr lang="en-US" sz="2000" err="1">
                <a:latin typeface="+mj-lt"/>
              </a:rPr>
              <a:t>được</a:t>
            </a:r>
            <a:r>
              <a:rPr lang="en-US" sz="2000">
                <a:latin typeface="+mj-lt"/>
              </a:rPr>
              <a:t> </a:t>
            </a:r>
            <a:r>
              <a:rPr lang="en-US" sz="2000" err="1">
                <a:latin typeface="+mj-lt"/>
              </a:rPr>
              <a:t>thực</a:t>
            </a:r>
            <a:r>
              <a:rPr lang="en-US" sz="2000">
                <a:latin typeface="+mj-lt"/>
              </a:rPr>
              <a:t> </a:t>
            </a:r>
            <a:r>
              <a:rPr lang="en-US" sz="2000" err="1">
                <a:latin typeface="+mj-lt"/>
              </a:rPr>
              <a:t>hiện</a:t>
            </a:r>
            <a:r>
              <a:rPr lang="en-US" sz="2000">
                <a:latin typeface="+mj-lt"/>
              </a:rPr>
              <a:t> </a:t>
            </a:r>
            <a:r>
              <a:rPr lang="en-US" sz="2000" err="1">
                <a:latin typeface="+mj-lt"/>
              </a:rPr>
              <a:t>trong</a:t>
            </a:r>
            <a:r>
              <a:rPr lang="en-US" sz="2000">
                <a:latin typeface="+mj-lt"/>
              </a:rPr>
              <a:t> </a:t>
            </a:r>
            <a:r>
              <a:rPr lang="en-US" sz="2000" err="1">
                <a:latin typeface="+mj-lt"/>
              </a:rPr>
              <a:t>thời</a:t>
            </a:r>
            <a:r>
              <a:rPr lang="en-US" sz="2000">
                <a:latin typeface="+mj-lt"/>
              </a:rPr>
              <a:t> </a:t>
            </a:r>
            <a:r>
              <a:rPr lang="en-US" sz="2000" err="1">
                <a:latin typeface="+mj-lt"/>
              </a:rPr>
              <a:t>gian</a:t>
            </a:r>
            <a:r>
              <a:rPr lang="en-US" sz="2000">
                <a:latin typeface="+mj-lt"/>
              </a:rPr>
              <a:t> </a:t>
            </a:r>
            <a:r>
              <a:rPr lang="en-US" sz="2000" err="1">
                <a:latin typeface="+mj-lt"/>
              </a:rPr>
              <a:t>dài</a:t>
            </a:r>
            <a:r>
              <a:rPr lang="en-US" sz="2000">
                <a:latin typeface="+mj-lt"/>
              </a:rPr>
              <a:t>.</a:t>
            </a:r>
          </a:p>
          <a:p>
            <a:pPr algn="just"/>
            <a:r>
              <a:rPr lang="en-US" sz="2000" err="1">
                <a:latin typeface="+mj-lt"/>
              </a:rPr>
              <a:t>Tính</a:t>
            </a:r>
            <a:r>
              <a:rPr lang="en-US" sz="2000">
                <a:latin typeface="+mj-lt"/>
              </a:rPr>
              <a:t> </a:t>
            </a:r>
            <a:r>
              <a:rPr lang="en-US" sz="2000" err="1">
                <a:latin typeface="+mj-lt"/>
              </a:rPr>
              <a:t>xác</a:t>
            </a:r>
            <a:r>
              <a:rPr lang="en-US" sz="2000">
                <a:latin typeface="+mj-lt"/>
              </a:rPr>
              <a:t> </a:t>
            </a:r>
            <a:r>
              <a:rPr lang="en-US" sz="2000" err="1">
                <a:latin typeface="+mj-lt"/>
              </a:rPr>
              <a:t>định</a:t>
            </a:r>
            <a:r>
              <a:rPr lang="en-US" sz="2000">
                <a:latin typeface="+mj-lt"/>
              </a:rPr>
              <a:t> </a:t>
            </a:r>
            <a:r>
              <a:rPr lang="en-US" sz="2000" err="1">
                <a:latin typeface="+mj-lt"/>
              </a:rPr>
              <a:t>chặt</a:t>
            </a:r>
            <a:r>
              <a:rPr lang="en-US" sz="2000">
                <a:latin typeface="+mj-lt"/>
              </a:rPr>
              <a:t> </a:t>
            </a:r>
            <a:r>
              <a:rPr lang="en-US" sz="2000" err="1">
                <a:latin typeface="+mj-lt"/>
              </a:rPr>
              <a:t>chẽ</a:t>
            </a:r>
            <a:r>
              <a:rPr lang="en-US" sz="2000">
                <a:latin typeface="+mj-lt"/>
              </a:rPr>
              <a:t> </a:t>
            </a:r>
            <a:r>
              <a:rPr lang="en-US" sz="2000" err="1">
                <a:latin typeface="+mj-lt"/>
              </a:rPr>
              <a:t>về</a:t>
            </a:r>
            <a:r>
              <a:rPr lang="en-US" sz="2000">
                <a:latin typeface="+mj-lt"/>
              </a:rPr>
              <a:t> </a:t>
            </a:r>
            <a:r>
              <a:rPr lang="en-US" sz="2000" err="1">
                <a:latin typeface="+mj-lt"/>
              </a:rPr>
              <a:t>hình</a:t>
            </a:r>
            <a:r>
              <a:rPr lang="en-US" sz="2000">
                <a:latin typeface="+mj-lt"/>
              </a:rPr>
              <a:t> </a:t>
            </a:r>
            <a:r>
              <a:rPr lang="en-US" sz="2000" err="1">
                <a:latin typeface="+mj-lt"/>
              </a:rPr>
              <a:t>thức</a:t>
            </a:r>
            <a:r>
              <a:rPr lang="en-US" sz="2000">
                <a:latin typeface="+mj-lt"/>
              </a:rPr>
              <a:t> </a:t>
            </a:r>
            <a:r>
              <a:rPr lang="en-US" sz="2000" err="1">
                <a:latin typeface="+mj-lt"/>
              </a:rPr>
              <a:t>của</a:t>
            </a:r>
            <a:r>
              <a:rPr lang="en-US" sz="2000">
                <a:latin typeface="+mj-lt"/>
              </a:rPr>
              <a:t> </a:t>
            </a:r>
            <a:r>
              <a:rPr lang="en-US" sz="2000" err="1">
                <a:latin typeface="+mj-lt"/>
              </a:rPr>
              <a:t>pháp</a:t>
            </a:r>
            <a:r>
              <a:rPr lang="en-US" sz="2000">
                <a:latin typeface="+mj-lt"/>
              </a:rPr>
              <a:t> </a:t>
            </a:r>
            <a:r>
              <a:rPr lang="en-US" sz="2000" err="1">
                <a:latin typeface="+mj-lt"/>
              </a:rPr>
              <a:t>luật</a:t>
            </a:r>
            <a:r>
              <a:rPr lang="en-US" sz="2000">
                <a:latin typeface="+mj-lt"/>
              </a:rPr>
              <a:t>. </a:t>
            </a:r>
            <a:r>
              <a:rPr lang="en-US" sz="2000" err="1">
                <a:latin typeface="+mj-lt"/>
              </a:rPr>
              <a:t>Tên</a:t>
            </a:r>
            <a:r>
              <a:rPr lang="en-US" sz="2000">
                <a:latin typeface="+mj-lt"/>
              </a:rPr>
              <a:t> </a:t>
            </a:r>
            <a:r>
              <a:rPr lang="en-US" sz="2000" err="1">
                <a:latin typeface="+mj-lt"/>
              </a:rPr>
              <a:t>gọi</a:t>
            </a:r>
            <a:r>
              <a:rPr lang="en-US" sz="2000">
                <a:latin typeface="+mj-lt"/>
              </a:rPr>
              <a:t>, </a:t>
            </a:r>
            <a:r>
              <a:rPr lang="en-US" sz="2000" err="1">
                <a:latin typeface="+mj-lt"/>
              </a:rPr>
              <a:t>ngôn</a:t>
            </a:r>
            <a:r>
              <a:rPr lang="en-US" sz="2000">
                <a:latin typeface="+mj-lt"/>
              </a:rPr>
              <a:t> </a:t>
            </a:r>
            <a:r>
              <a:rPr lang="en-US" sz="2000" err="1">
                <a:latin typeface="+mj-lt"/>
              </a:rPr>
              <a:t>ngữ</a:t>
            </a:r>
            <a:r>
              <a:rPr lang="en-US" sz="2000">
                <a:latin typeface="+mj-lt"/>
              </a:rPr>
              <a:t>, </a:t>
            </a:r>
            <a:r>
              <a:rPr lang="en-US" sz="2000" err="1">
                <a:latin typeface="+mj-lt"/>
              </a:rPr>
              <a:t>trình</a:t>
            </a:r>
            <a:r>
              <a:rPr lang="en-US" sz="2000">
                <a:latin typeface="+mj-lt"/>
              </a:rPr>
              <a:t> </a:t>
            </a:r>
            <a:r>
              <a:rPr lang="en-US" sz="2000" err="1">
                <a:latin typeface="+mj-lt"/>
              </a:rPr>
              <a:t>tự</a:t>
            </a:r>
            <a:r>
              <a:rPr lang="en-US" sz="2000">
                <a:latin typeface="+mj-lt"/>
              </a:rPr>
              <a:t> ban </a:t>
            </a:r>
            <a:r>
              <a:rPr lang="en-US" sz="2000" err="1">
                <a:latin typeface="+mj-lt"/>
              </a:rPr>
              <a:t>hành</a:t>
            </a:r>
            <a:r>
              <a:rPr lang="en-US" sz="2000">
                <a:latin typeface="+mj-lt"/>
              </a:rPr>
              <a:t>…</a:t>
            </a:r>
          </a:p>
        </p:txBody>
      </p:sp>
      <p:sp>
        <p:nvSpPr>
          <p:cNvPr id="7" name="Footer Placeholder 6"/>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pPr>
              <a:defRPr/>
            </a:pPr>
            <a:fld id="{A3EBC6E5-E6E6-45A2-99CC-E4B0A7782A0C}" type="slidenum">
              <a:rPr lang="en-US" smtClean="0"/>
              <a:pPr>
                <a:defRPr/>
              </a:pPr>
              <a:t>64</a:t>
            </a:fld>
            <a:endParaRPr lang="en-US"/>
          </a:p>
        </p:txBody>
      </p:sp>
      <p:sp>
        <p:nvSpPr>
          <p:cNvPr id="25602" name="Title 1"/>
          <p:cNvSpPr>
            <a:spLocks noGrp="1"/>
          </p:cNvSpPr>
          <p:nvPr>
            <p:ph type="title"/>
          </p:nvPr>
        </p:nvSpPr>
        <p:spPr>
          <a:xfrm>
            <a:off x="492760" y="0"/>
            <a:ext cx="8229600" cy="753269"/>
          </a:xfrm>
        </p:spPr>
        <p:txBody>
          <a:bodyPr>
            <a:normAutofit/>
          </a:bodyPr>
          <a:lstStyle/>
          <a:p>
            <a:pPr algn="l"/>
            <a:r>
              <a:rPr lang="en-US" sz="2800" b="1" i="1"/>
              <a:t>2.2.2. </a:t>
            </a:r>
            <a:r>
              <a:rPr lang="en-US" sz="2800" b="1" i="1" err="1"/>
              <a:t>Các</a:t>
            </a:r>
            <a:r>
              <a:rPr lang="en-US" sz="2800" b="1" i="1"/>
              <a:t> </a:t>
            </a:r>
            <a:r>
              <a:rPr lang="en-US" sz="2800" b="1" i="1" err="1"/>
              <a:t>đặc</a:t>
            </a:r>
            <a:r>
              <a:rPr lang="en-US" sz="2800" b="1" i="1"/>
              <a:t> </a:t>
            </a:r>
            <a:r>
              <a:rPr lang="en-US" sz="2800" b="1" i="1" err="1"/>
              <a:t>trưng</a:t>
            </a:r>
            <a:r>
              <a:rPr lang="en-US" sz="2800" b="1" i="1"/>
              <a:t> </a:t>
            </a:r>
            <a:r>
              <a:rPr lang="en-US" sz="2800" b="1" i="1" err="1"/>
              <a:t>của</a:t>
            </a:r>
            <a:r>
              <a:rPr lang="en-US" sz="2800" b="1" i="1"/>
              <a:t> </a:t>
            </a:r>
            <a:r>
              <a:rPr lang="en-US" sz="2800" b="1" i="1" err="1"/>
              <a:t>pháp</a:t>
            </a:r>
            <a:r>
              <a:rPr lang="en-US" sz="2800" b="1" i="1"/>
              <a:t> </a:t>
            </a:r>
            <a:r>
              <a:rPr lang="en-US" sz="2800" b="1" i="1" err="1"/>
              <a:t>luật</a:t>
            </a:r>
            <a:endParaRPr lang="en-US" sz="2800" b="1" i="1"/>
          </a:p>
        </p:txBody>
      </p:sp>
      <p:pic>
        <p:nvPicPr>
          <p:cNvPr id="25604" name="Picture 5" descr="images[9].jpg"/>
          <p:cNvPicPr>
            <a:picLocks noChangeAspect="1"/>
          </p:cNvPicPr>
          <p:nvPr/>
        </p:nvPicPr>
        <p:blipFill>
          <a:blip r:embed="rId2"/>
          <a:srcRect/>
          <a:stretch>
            <a:fillRect/>
          </a:stretch>
        </p:blipFill>
        <p:spPr bwMode="auto">
          <a:xfrm>
            <a:off x="7372350" y="0"/>
            <a:ext cx="1847850" cy="1066800"/>
          </a:xfrm>
          <a:prstGeom prst="rect">
            <a:avLst/>
          </a:prstGeom>
          <a:noFill/>
          <a:ln w="9525">
            <a:noFill/>
            <a:miter lim="800000"/>
            <a:headEnd/>
            <a:tailEnd/>
          </a:ln>
        </p:spPr>
      </p:pic>
      <p:sp>
        <p:nvSpPr>
          <p:cNvPr id="9" name="Oval 8"/>
          <p:cNvSpPr/>
          <p:nvPr/>
        </p:nvSpPr>
        <p:spPr>
          <a:xfrm>
            <a:off x="130968" y="4495800"/>
            <a:ext cx="8705850" cy="2362200"/>
          </a:xfrm>
          <a:prstGeom prst="ellipse">
            <a:avLst/>
          </a:prstGeom>
        </p:spPr>
        <p:style>
          <a:lnRef idx="3">
            <a:schemeClr val="lt1"/>
          </a:lnRef>
          <a:fillRef idx="1">
            <a:schemeClr val="accent1"/>
          </a:fillRef>
          <a:effectRef idx="1">
            <a:schemeClr val="accent1"/>
          </a:effectRef>
          <a:fontRef idx="minor">
            <a:schemeClr val="lt1"/>
          </a:fontRef>
        </p:style>
        <p:txBody>
          <a:bodyPr anchor="ctr"/>
          <a:lstStyle/>
          <a:p>
            <a:pPr algn="just">
              <a:defRPr/>
            </a:pPr>
            <a:r>
              <a:rPr lang="en-US" sz="2200" err="1">
                <a:solidFill>
                  <a:schemeClr val="tx1"/>
                </a:solidFill>
                <a:latin typeface="+mj-lt"/>
              </a:rPr>
              <a:t>Pháp</a:t>
            </a:r>
            <a:r>
              <a:rPr lang="en-US" sz="2200">
                <a:solidFill>
                  <a:schemeClr val="tx1"/>
                </a:solidFill>
                <a:latin typeface="+mj-lt"/>
              </a:rPr>
              <a:t> </a:t>
            </a:r>
            <a:r>
              <a:rPr lang="en-US" sz="2200" err="1">
                <a:solidFill>
                  <a:schemeClr val="tx1"/>
                </a:solidFill>
                <a:latin typeface="+mj-lt"/>
              </a:rPr>
              <a:t>luật</a:t>
            </a:r>
            <a:r>
              <a:rPr lang="en-US" sz="2200">
                <a:solidFill>
                  <a:schemeClr val="tx1"/>
                </a:solidFill>
                <a:latin typeface="+mj-lt"/>
              </a:rPr>
              <a:t> </a:t>
            </a:r>
            <a:r>
              <a:rPr lang="en-US" sz="2200" err="1">
                <a:solidFill>
                  <a:schemeClr val="tx1"/>
                </a:solidFill>
                <a:latin typeface="+mj-lt"/>
              </a:rPr>
              <a:t>là</a:t>
            </a:r>
            <a:r>
              <a:rPr lang="en-US" sz="2200">
                <a:solidFill>
                  <a:schemeClr val="tx1"/>
                </a:solidFill>
                <a:latin typeface="+mj-lt"/>
              </a:rPr>
              <a:t> </a:t>
            </a:r>
            <a:r>
              <a:rPr lang="en-US" sz="2200" err="1">
                <a:solidFill>
                  <a:schemeClr val="tx1"/>
                </a:solidFill>
                <a:latin typeface="+mj-lt"/>
              </a:rPr>
              <a:t>hệ</a:t>
            </a:r>
            <a:r>
              <a:rPr lang="en-US" sz="2200">
                <a:solidFill>
                  <a:schemeClr val="tx1"/>
                </a:solidFill>
                <a:latin typeface="+mj-lt"/>
              </a:rPr>
              <a:t> </a:t>
            </a:r>
            <a:r>
              <a:rPr lang="en-US" sz="2200" err="1">
                <a:solidFill>
                  <a:schemeClr val="tx1"/>
                </a:solidFill>
                <a:latin typeface="+mj-lt"/>
              </a:rPr>
              <a:t>thống</a:t>
            </a:r>
            <a:r>
              <a:rPr lang="en-US" sz="2200">
                <a:solidFill>
                  <a:schemeClr val="tx1"/>
                </a:solidFill>
                <a:latin typeface="+mj-lt"/>
              </a:rPr>
              <a:t> </a:t>
            </a:r>
            <a:r>
              <a:rPr lang="en-US" sz="2200" err="1">
                <a:solidFill>
                  <a:schemeClr val="tx1"/>
                </a:solidFill>
                <a:latin typeface="+mj-lt"/>
              </a:rPr>
              <a:t>các</a:t>
            </a:r>
            <a:r>
              <a:rPr lang="en-US" sz="2200">
                <a:solidFill>
                  <a:schemeClr val="tx1"/>
                </a:solidFill>
                <a:latin typeface="+mj-lt"/>
              </a:rPr>
              <a:t> </a:t>
            </a:r>
            <a:r>
              <a:rPr lang="en-US" sz="2200" err="1">
                <a:solidFill>
                  <a:schemeClr val="tx1"/>
                </a:solidFill>
                <a:latin typeface="+mj-lt"/>
              </a:rPr>
              <a:t>quy</a:t>
            </a:r>
            <a:r>
              <a:rPr lang="en-US" sz="2200">
                <a:solidFill>
                  <a:schemeClr val="tx1"/>
                </a:solidFill>
                <a:latin typeface="+mj-lt"/>
              </a:rPr>
              <a:t> </a:t>
            </a:r>
            <a:r>
              <a:rPr lang="en-US" sz="2200" err="1">
                <a:solidFill>
                  <a:schemeClr val="tx1"/>
                </a:solidFill>
                <a:latin typeface="+mj-lt"/>
              </a:rPr>
              <a:t>tắc</a:t>
            </a:r>
            <a:r>
              <a:rPr lang="en-US" sz="2200">
                <a:solidFill>
                  <a:schemeClr val="tx1"/>
                </a:solidFill>
                <a:latin typeface="+mj-lt"/>
              </a:rPr>
              <a:t> </a:t>
            </a:r>
            <a:r>
              <a:rPr lang="en-US" sz="2200" err="1">
                <a:solidFill>
                  <a:schemeClr val="tx1"/>
                </a:solidFill>
                <a:latin typeface="+mj-lt"/>
              </a:rPr>
              <a:t>xử</a:t>
            </a:r>
            <a:r>
              <a:rPr lang="en-US" sz="2200">
                <a:solidFill>
                  <a:schemeClr val="tx1"/>
                </a:solidFill>
                <a:latin typeface="+mj-lt"/>
              </a:rPr>
              <a:t> </a:t>
            </a:r>
            <a:r>
              <a:rPr lang="en-US" sz="2200" err="1">
                <a:solidFill>
                  <a:schemeClr val="tx1"/>
                </a:solidFill>
                <a:latin typeface="+mj-lt"/>
              </a:rPr>
              <a:t>sự</a:t>
            </a:r>
            <a:r>
              <a:rPr lang="en-US" sz="2200">
                <a:solidFill>
                  <a:schemeClr val="tx1"/>
                </a:solidFill>
                <a:latin typeface="+mj-lt"/>
              </a:rPr>
              <a:t> do </a:t>
            </a:r>
            <a:r>
              <a:rPr lang="en-US" sz="2200" err="1">
                <a:solidFill>
                  <a:schemeClr val="tx1"/>
                </a:solidFill>
                <a:latin typeface="+mj-lt"/>
              </a:rPr>
              <a:t>Nhà</a:t>
            </a:r>
            <a:r>
              <a:rPr lang="en-US" sz="2200">
                <a:solidFill>
                  <a:schemeClr val="tx1"/>
                </a:solidFill>
                <a:latin typeface="+mj-lt"/>
              </a:rPr>
              <a:t> </a:t>
            </a:r>
            <a:r>
              <a:rPr lang="en-US" sz="2200" err="1">
                <a:solidFill>
                  <a:schemeClr val="tx1"/>
                </a:solidFill>
                <a:latin typeface="+mj-lt"/>
              </a:rPr>
              <a:t>nước</a:t>
            </a:r>
            <a:r>
              <a:rPr lang="en-US" sz="2200">
                <a:solidFill>
                  <a:schemeClr val="tx1"/>
                </a:solidFill>
                <a:latin typeface="+mj-lt"/>
              </a:rPr>
              <a:t> ban </a:t>
            </a:r>
            <a:r>
              <a:rPr lang="en-US" sz="2200" err="1">
                <a:solidFill>
                  <a:schemeClr val="tx1"/>
                </a:solidFill>
                <a:latin typeface="+mj-lt"/>
              </a:rPr>
              <a:t>hành</a:t>
            </a:r>
            <a:r>
              <a:rPr lang="en-US" sz="2200">
                <a:solidFill>
                  <a:schemeClr val="tx1"/>
                </a:solidFill>
                <a:latin typeface="+mj-lt"/>
              </a:rPr>
              <a:t> </a:t>
            </a:r>
            <a:r>
              <a:rPr lang="en-US" sz="2200" err="1">
                <a:solidFill>
                  <a:schemeClr val="tx1"/>
                </a:solidFill>
                <a:latin typeface="+mj-lt"/>
              </a:rPr>
              <a:t>hoặc</a:t>
            </a:r>
            <a:r>
              <a:rPr lang="en-US" sz="2200">
                <a:solidFill>
                  <a:schemeClr val="tx1"/>
                </a:solidFill>
                <a:latin typeface="+mj-lt"/>
              </a:rPr>
              <a:t> </a:t>
            </a:r>
            <a:r>
              <a:rPr lang="en-US" sz="2200" err="1">
                <a:solidFill>
                  <a:schemeClr val="tx1"/>
                </a:solidFill>
                <a:latin typeface="+mj-lt"/>
              </a:rPr>
              <a:t>thừa</a:t>
            </a:r>
            <a:r>
              <a:rPr lang="en-US" sz="2200">
                <a:solidFill>
                  <a:schemeClr val="tx1"/>
                </a:solidFill>
                <a:latin typeface="+mj-lt"/>
              </a:rPr>
              <a:t> </a:t>
            </a:r>
            <a:r>
              <a:rPr lang="en-US" sz="2200" err="1">
                <a:solidFill>
                  <a:schemeClr val="tx1"/>
                </a:solidFill>
                <a:latin typeface="+mj-lt"/>
              </a:rPr>
              <a:t>nhận</a:t>
            </a:r>
            <a:r>
              <a:rPr lang="en-US" sz="2200">
                <a:solidFill>
                  <a:schemeClr val="tx1"/>
                </a:solidFill>
                <a:latin typeface="+mj-lt"/>
              </a:rPr>
              <a:t> </a:t>
            </a:r>
            <a:r>
              <a:rPr lang="en-US" sz="2200" err="1">
                <a:solidFill>
                  <a:schemeClr val="tx1"/>
                </a:solidFill>
                <a:latin typeface="+mj-lt"/>
              </a:rPr>
              <a:t>và</a:t>
            </a:r>
            <a:r>
              <a:rPr lang="en-US" sz="2200">
                <a:solidFill>
                  <a:schemeClr val="tx1"/>
                </a:solidFill>
                <a:latin typeface="+mj-lt"/>
              </a:rPr>
              <a:t> </a:t>
            </a:r>
            <a:r>
              <a:rPr lang="en-US" sz="2200" err="1">
                <a:solidFill>
                  <a:schemeClr val="tx1"/>
                </a:solidFill>
                <a:latin typeface="+mj-lt"/>
              </a:rPr>
              <a:t>đảm</a:t>
            </a:r>
            <a:r>
              <a:rPr lang="en-US" sz="2200">
                <a:solidFill>
                  <a:schemeClr val="tx1"/>
                </a:solidFill>
                <a:latin typeface="+mj-lt"/>
              </a:rPr>
              <a:t> </a:t>
            </a:r>
            <a:r>
              <a:rPr lang="en-US" sz="2200" err="1">
                <a:solidFill>
                  <a:schemeClr val="tx1"/>
                </a:solidFill>
                <a:latin typeface="+mj-lt"/>
              </a:rPr>
              <a:t>bảo</a:t>
            </a:r>
            <a:r>
              <a:rPr lang="en-US" sz="2200">
                <a:solidFill>
                  <a:schemeClr val="tx1"/>
                </a:solidFill>
                <a:latin typeface="+mj-lt"/>
              </a:rPr>
              <a:t> </a:t>
            </a:r>
            <a:r>
              <a:rPr lang="en-US" sz="2200" err="1">
                <a:solidFill>
                  <a:schemeClr val="tx1"/>
                </a:solidFill>
                <a:latin typeface="+mj-lt"/>
              </a:rPr>
              <a:t>thực</a:t>
            </a:r>
            <a:r>
              <a:rPr lang="en-US" sz="2200">
                <a:solidFill>
                  <a:schemeClr val="tx1"/>
                </a:solidFill>
                <a:latin typeface="+mj-lt"/>
              </a:rPr>
              <a:t> </a:t>
            </a:r>
            <a:r>
              <a:rPr lang="en-US" sz="2200" err="1">
                <a:solidFill>
                  <a:schemeClr val="tx1"/>
                </a:solidFill>
                <a:latin typeface="+mj-lt"/>
              </a:rPr>
              <a:t>hiện</a:t>
            </a:r>
            <a:r>
              <a:rPr lang="en-US" sz="2200">
                <a:solidFill>
                  <a:schemeClr val="tx1"/>
                </a:solidFill>
                <a:latin typeface="+mj-lt"/>
              </a:rPr>
              <a:t>, </a:t>
            </a:r>
            <a:r>
              <a:rPr lang="en-US" sz="2200" err="1">
                <a:solidFill>
                  <a:schemeClr val="tx1"/>
                </a:solidFill>
                <a:latin typeface="+mj-lt"/>
              </a:rPr>
              <a:t>thể</a:t>
            </a:r>
            <a:r>
              <a:rPr lang="en-US" sz="2200">
                <a:solidFill>
                  <a:schemeClr val="tx1"/>
                </a:solidFill>
                <a:latin typeface="+mj-lt"/>
              </a:rPr>
              <a:t> </a:t>
            </a:r>
            <a:r>
              <a:rPr lang="en-US" sz="2200" err="1">
                <a:solidFill>
                  <a:schemeClr val="tx1"/>
                </a:solidFill>
                <a:latin typeface="+mj-lt"/>
              </a:rPr>
              <a:t>hiện</a:t>
            </a:r>
            <a:r>
              <a:rPr lang="en-US" sz="2200">
                <a:solidFill>
                  <a:schemeClr val="tx1"/>
                </a:solidFill>
                <a:latin typeface="+mj-lt"/>
              </a:rPr>
              <a:t> ý </a:t>
            </a:r>
            <a:r>
              <a:rPr lang="en-US" sz="2200" err="1">
                <a:solidFill>
                  <a:schemeClr val="tx1"/>
                </a:solidFill>
                <a:latin typeface="+mj-lt"/>
              </a:rPr>
              <a:t>chí</a:t>
            </a:r>
            <a:r>
              <a:rPr lang="en-US" sz="2200">
                <a:solidFill>
                  <a:schemeClr val="tx1"/>
                </a:solidFill>
                <a:latin typeface="+mj-lt"/>
              </a:rPr>
              <a:t> </a:t>
            </a:r>
            <a:r>
              <a:rPr lang="en-US" sz="2200" err="1">
                <a:solidFill>
                  <a:schemeClr val="tx1"/>
                </a:solidFill>
                <a:latin typeface="+mj-lt"/>
              </a:rPr>
              <a:t>của</a:t>
            </a:r>
            <a:r>
              <a:rPr lang="en-US" sz="2200">
                <a:solidFill>
                  <a:schemeClr val="tx1"/>
                </a:solidFill>
                <a:latin typeface="+mj-lt"/>
              </a:rPr>
              <a:t> </a:t>
            </a:r>
            <a:r>
              <a:rPr lang="en-US" sz="2200" err="1">
                <a:solidFill>
                  <a:schemeClr val="tx1"/>
                </a:solidFill>
                <a:latin typeface="+mj-lt"/>
              </a:rPr>
              <a:t>giai</a:t>
            </a:r>
            <a:r>
              <a:rPr lang="en-US" sz="2200">
                <a:solidFill>
                  <a:schemeClr val="tx1"/>
                </a:solidFill>
                <a:latin typeface="+mj-lt"/>
              </a:rPr>
              <a:t> </a:t>
            </a:r>
            <a:r>
              <a:rPr lang="en-US" sz="2200" err="1">
                <a:solidFill>
                  <a:schemeClr val="tx1"/>
                </a:solidFill>
                <a:latin typeface="+mj-lt"/>
              </a:rPr>
              <a:t>cấp</a:t>
            </a:r>
            <a:r>
              <a:rPr lang="en-US" sz="2200">
                <a:solidFill>
                  <a:schemeClr val="tx1"/>
                </a:solidFill>
                <a:latin typeface="+mj-lt"/>
              </a:rPr>
              <a:t> </a:t>
            </a:r>
            <a:r>
              <a:rPr lang="en-US" sz="2200" err="1">
                <a:solidFill>
                  <a:schemeClr val="tx1"/>
                </a:solidFill>
                <a:latin typeface="+mj-lt"/>
              </a:rPr>
              <a:t>thống</a:t>
            </a:r>
            <a:r>
              <a:rPr lang="en-US" sz="2200">
                <a:solidFill>
                  <a:schemeClr val="tx1"/>
                </a:solidFill>
                <a:latin typeface="+mj-lt"/>
              </a:rPr>
              <a:t> </a:t>
            </a:r>
            <a:r>
              <a:rPr lang="en-US" sz="2200" err="1">
                <a:solidFill>
                  <a:schemeClr val="tx1"/>
                </a:solidFill>
                <a:latin typeface="+mj-lt"/>
              </a:rPr>
              <a:t>trị</a:t>
            </a:r>
            <a:r>
              <a:rPr lang="en-US" sz="2200">
                <a:solidFill>
                  <a:schemeClr val="tx1"/>
                </a:solidFill>
                <a:latin typeface="+mj-lt"/>
              </a:rPr>
              <a:t> </a:t>
            </a:r>
            <a:r>
              <a:rPr lang="en-US" sz="2200" err="1">
                <a:solidFill>
                  <a:schemeClr val="tx1"/>
                </a:solidFill>
                <a:latin typeface="+mj-lt"/>
              </a:rPr>
              <a:t>trong</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r>
              <a:rPr lang="en-US" sz="2200">
                <a:solidFill>
                  <a:schemeClr val="tx1"/>
                </a:solidFill>
                <a:latin typeface="+mj-lt"/>
              </a:rPr>
              <a:t>, </a:t>
            </a:r>
            <a:r>
              <a:rPr lang="en-US" sz="2200" err="1">
                <a:solidFill>
                  <a:schemeClr val="tx1"/>
                </a:solidFill>
                <a:latin typeface="+mj-lt"/>
              </a:rPr>
              <a:t>là</a:t>
            </a:r>
            <a:r>
              <a:rPr lang="en-US" sz="2200">
                <a:solidFill>
                  <a:schemeClr val="tx1"/>
                </a:solidFill>
                <a:latin typeface="+mj-lt"/>
              </a:rPr>
              <a:t> </a:t>
            </a:r>
            <a:r>
              <a:rPr lang="en-US" sz="2200" err="1">
                <a:solidFill>
                  <a:schemeClr val="tx1"/>
                </a:solidFill>
                <a:latin typeface="+mj-lt"/>
              </a:rPr>
              <a:t>nhân</a:t>
            </a:r>
            <a:r>
              <a:rPr lang="en-US" sz="2200">
                <a:solidFill>
                  <a:schemeClr val="tx1"/>
                </a:solidFill>
                <a:latin typeface="+mj-lt"/>
              </a:rPr>
              <a:t> </a:t>
            </a:r>
            <a:r>
              <a:rPr lang="en-US" sz="2200" err="1">
                <a:solidFill>
                  <a:schemeClr val="tx1"/>
                </a:solidFill>
                <a:latin typeface="+mj-lt"/>
              </a:rPr>
              <a:t>tố</a:t>
            </a:r>
            <a:r>
              <a:rPr lang="en-US" sz="2200">
                <a:solidFill>
                  <a:schemeClr val="tx1"/>
                </a:solidFill>
                <a:latin typeface="+mj-lt"/>
              </a:rPr>
              <a:t> </a:t>
            </a:r>
            <a:r>
              <a:rPr lang="en-US" sz="2200" err="1">
                <a:solidFill>
                  <a:schemeClr val="tx1"/>
                </a:solidFill>
                <a:latin typeface="+mj-lt"/>
              </a:rPr>
              <a:t>điều</a:t>
            </a:r>
            <a:r>
              <a:rPr lang="en-US" sz="2200">
                <a:solidFill>
                  <a:schemeClr val="tx1"/>
                </a:solidFill>
                <a:latin typeface="+mj-lt"/>
              </a:rPr>
              <a:t> </a:t>
            </a:r>
            <a:r>
              <a:rPr lang="en-US" sz="2200" err="1">
                <a:solidFill>
                  <a:schemeClr val="tx1"/>
                </a:solidFill>
                <a:latin typeface="+mj-lt"/>
              </a:rPr>
              <a:t>chỉnh</a:t>
            </a:r>
            <a:r>
              <a:rPr lang="en-US" sz="2200">
                <a:solidFill>
                  <a:schemeClr val="tx1"/>
                </a:solidFill>
                <a:latin typeface="+mj-lt"/>
              </a:rPr>
              <a:t> </a:t>
            </a:r>
            <a:r>
              <a:rPr lang="en-US" sz="2200" err="1">
                <a:solidFill>
                  <a:schemeClr val="tx1"/>
                </a:solidFill>
                <a:latin typeface="+mj-lt"/>
              </a:rPr>
              <a:t>các</a:t>
            </a:r>
            <a:r>
              <a:rPr lang="en-US" sz="2200">
                <a:solidFill>
                  <a:schemeClr val="tx1"/>
                </a:solidFill>
                <a:latin typeface="+mj-lt"/>
              </a:rPr>
              <a:t> </a:t>
            </a:r>
            <a:r>
              <a:rPr lang="en-US" sz="2200" err="1">
                <a:solidFill>
                  <a:schemeClr val="tx1"/>
                </a:solidFill>
                <a:latin typeface="+mj-lt"/>
              </a:rPr>
              <a:t>quan</a:t>
            </a:r>
            <a:r>
              <a:rPr lang="en-US" sz="2200">
                <a:solidFill>
                  <a:schemeClr val="tx1"/>
                </a:solidFill>
                <a:latin typeface="+mj-lt"/>
              </a:rPr>
              <a:t> </a:t>
            </a:r>
            <a:r>
              <a:rPr lang="en-US" sz="2200" err="1">
                <a:solidFill>
                  <a:schemeClr val="tx1"/>
                </a:solidFill>
                <a:latin typeface="+mj-lt"/>
              </a:rPr>
              <a:t>hệ</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r>
              <a:rPr lang="en-US" sz="2200">
                <a:solidFill>
                  <a:schemeClr val="tx1"/>
                </a:solidFill>
                <a:latin typeface="+mj-lt"/>
              </a:rPr>
              <a:t> </a:t>
            </a:r>
            <a:r>
              <a:rPr lang="en-US" sz="2200" err="1">
                <a:solidFill>
                  <a:schemeClr val="tx1"/>
                </a:solidFill>
                <a:latin typeface="+mj-lt"/>
              </a:rPr>
              <a:t>nhằm</a:t>
            </a:r>
            <a:r>
              <a:rPr lang="en-US" sz="2200">
                <a:solidFill>
                  <a:schemeClr val="tx1"/>
                </a:solidFill>
                <a:latin typeface="+mj-lt"/>
              </a:rPr>
              <a:t> </a:t>
            </a:r>
            <a:r>
              <a:rPr lang="en-US" sz="2200" err="1">
                <a:solidFill>
                  <a:schemeClr val="tx1"/>
                </a:solidFill>
                <a:latin typeface="+mj-lt"/>
              </a:rPr>
              <a:t>thiết</a:t>
            </a:r>
            <a:r>
              <a:rPr lang="en-US" sz="2200">
                <a:solidFill>
                  <a:schemeClr val="tx1"/>
                </a:solidFill>
                <a:latin typeface="+mj-lt"/>
              </a:rPr>
              <a:t> </a:t>
            </a:r>
            <a:r>
              <a:rPr lang="en-US" sz="2200" err="1">
                <a:solidFill>
                  <a:schemeClr val="tx1"/>
                </a:solidFill>
                <a:latin typeface="+mj-lt"/>
              </a:rPr>
              <a:t>lập</a:t>
            </a:r>
            <a:r>
              <a:rPr lang="en-US" sz="2200">
                <a:solidFill>
                  <a:schemeClr val="tx1"/>
                </a:solidFill>
                <a:latin typeface="+mj-lt"/>
              </a:rPr>
              <a:t> </a:t>
            </a:r>
            <a:r>
              <a:rPr lang="en-US" sz="2200" err="1">
                <a:solidFill>
                  <a:schemeClr val="tx1"/>
                </a:solidFill>
                <a:latin typeface="+mj-lt"/>
              </a:rPr>
              <a:t>trật</a:t>
            </a:r>
            <a:r>
              <a:rPr lang="en-US" sz="2200">
                <a:solidFill>
                  <a:schemeClr val="tx1"/>
                </a:solidFill>
                <a:latin typeface="+mj-lt"/>
              </a:rPr>
              <a:t> </a:t>
            </a:r>
            <a:r>
              <a:rPr lang="en-US" sz="2200" err="1">
                <a:solidFill>
                  <a:schemeClr val="tx1"/>
                </a:solidFill>
                <a:latin typeface="+mj-lt"/>
              </a:rPr>
              <a:t>tự</a:t>
            </a:r>
            <a:r>
              <a:rPr lang="en-US" sz="2200">
                <a:solidFill>
                  <a:schemeClr val="tx1"/>
                </a:solidFill>
                <a:latin typeface="+mj-lt"/>
              </a:rPr>
              <a:t> </a:t>
            </a:r>
            <a:r>
              <a:rPr lang="en-US" sz="2200" err="1">
                <a:solidFill>
                  <a:schemeClr val="tx1"/>
                </a:solidFill>
                <a:latin typeface="+mj-lt"/>
              </a:rPr>
              <a:t>xã</a:t>
            </a:r>
            <a:r>
              <a:rPr lang="en-US" sz="2200">
                <a:solidFill>
                  <a:schemeClr val="tx1"/>
                </a:solidFill>
                <a:latin typeface="+mj-lt"/>
              </a:rPr>
              <a:t> </a:t>
            </a:r>
            <a:r>
              <a:rPr lang="en-US" sz="2200" err="1">
                <a:solidFill>
                  <a:schemeClr val="tx1"/>
                </a:solidFill>
                <a:latin typeface="+mj-lt"/>
              </a:rPr>
              <a:t>hội</a:t>
            </a:r>
            <a:endParaRPr lang="en-US" sz="2200">
              <a:solidFill>
                <a:schemeClr val="tx1"/>
              </a:solidFill>
              <a:latin typeface="+mj-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94B212FA-069D-4777-A22A-448264E79AB9}"/>
              </a:ext>
            </a:extLst>
          </p:cNvPr>
          <p:cNvGraphicFramePr>
            <a:graphicFrameLocks noGrp="1"/>
          </p:cNvGraphicFramePr>
          <p:nvPr>
            <p:ph idx="1"/>
            <p:extLst>
              <p:ext uri="{D42A27DB-BD31-4B8C-83A1-F6EECF244321}">
                <p14:modId xmlns:p14="http://schemas.microsoft.com/office/powerpoint/2010/main" val="1595750570"/>
              </p:ext>
            </p:extLst>
          </p:nvPr>
        </p:nvGraphicFramePr>
        <p:xfrm>
          <a:off x="457200" y="1080294"/>
          <a:ext cx="8229600" cy="49268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4F7DDE02-2769-416B-BEFB-BB4FFE70C73A}"/>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id="{F3310533-161C-4FED-9A58-1E2ACBC58288}"/>
              </a:ext>
            </a:extLst>
          </p:cNvPr>
          <p:cNvSpPr>
            <a:spLocks noGrp="1"/>
          </p:cNvSpPr>
          <p:nvPr>
            <p:ph type="sldNum" sz="quarter" idx="12"/>
          </p:nvPr>
        </p:nvSpPr>
        <p:spPr/>
        <p:txBody>
          <a:bodyPr/>
          <a:lstStyle/>
          <a:p>
            <a:fld id="{C700A7F4-E0AA-4BCB-9880-DD9265D58A00}" type="slidenum">
              <a:rPr lang="en-US" smtClean="0"/>
              <a:pPr/>
              <a:t>65</a:t>
            </a:fld>
            <a:endParaRPr lang="en-US"/>
          </a:p>
        </p:txBody>
      </p:sp>
      <p:sp>
        <p:nvSpPr>
          <p:cNvPr id="5" name="Title 4">
            <a:extLst>
              <a:ext uri="{FF2B5EF4-FFF2-40B4-BE49-F238E27FC236}">
                <a16:creationId xmlns:a16="http://schemas.microsoft.com/office/drawing/2014/main" id="{93881FBA-1B3F-4543-AF06-D0572D7CD372}"/>
              </a:ext>
            </a:extLst>
          </p:cNvPr>
          <p:cNvSpPr>
            <a:spLocks noGrp="1"/>
          </p:cNvSpPr>
          <p:nvPr>
            <p:ph type="title"/>
          </p:nvPr>
        </p:nvSpPr>
        <p:spPr>
          <a:xfrm>
            <a:off x="457200" y="274638"/>
            <a:ext cx="8229600" cy="805656"/>
          </a:xfrm>
        </p:spPr>
        <p:txBody>
          <a:bodyPr/>
          <a:lstStyle/>
          <a:p>
            <a:r>
              <a:rPr lang="en-US"/>
              <a:t>2.2.3Chức </a:t>
            </a:r>
            <a:r>
              <a:rPr lang="en-US" err="1"/>
              <a:t>năng</a:t>
            </a:r>
            <a:r>
              <a:rPr lang="en-US"/>
              <a:t> </a:t>
            </a:r>
            <a:r>
              <a:rPr lang="en-US" err="1"/>
              <a:t>của</a:t>
            </a:r>
            <a:r>
              <a:rPr lang="en-US"/>
              <a:t> </a:t>
            </a:r>
            <a:r>
              <a:rPr lang="en-US" err="1"/>
              <a:t>pháp</a:t>
            </a:r>
            <a:r>
              <a:rPr lang="en-US"/>
              <a:t> </a:t>
            </a:r>
            <a:r>
              <a:rPr lang="en-US" err="1"/>
              <a:t>luật</a:t>
            </a:r>
            <a:endParaRPr lang="en-US"/>
          </a:p>
        </p:txBody>
      </p:sp>
    </p:spTree>
    <p:extLst>
      <p:ext uri="{BB962C8B-B14F-4D97-AF65-F5344CB8AC3E}">
        <p14:creationId xmlns:p14="http://schemas.microsoft.com/office/powerpoint/2010/main" val="38643670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43000"/>
          <a:ext cx="8382000" cy="556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a:xfrm>
            <a:off x="6172200" y="6492875"/>
            <a:ext cx="2350681" cy="365125"/>
          </a:xfrm>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66</a:t>
            </a:fld>
            <a:endParaRPr lang="en-US"/>
          </a:p>
        </p:txBody>
      </p:sp>
      <p:sp>
        <p:nvSpPr>
          <p:cNvPr id="2" name="Title 1"/>
          <p:cNvSpPr>
            <a:spLocks noGrp="1"/>
          </p:cNvSpPr>
          <p:nvPr>
            <p:ph type="title"/>
          </p:nvPr>
        </p:nvSpPr>
        <p:spPr>
          <a:xfrm>
            <a:off x="457200" y="152400"/>
            <a:ext cx="8458200" cy="990600"/>
          </a:xfrm>
        </p:spPr>
        <p:txBody>
          <a:bodyPr>
            <a:noAutofit/>
          </a:bodyPr>
          <a:lstStyle/>
          <a:p>
            <a:r>
              <a:rPr lang="en-US" sz="2800"/>
              <a:t>2.2.4 Mối quan hệ giữa pháp luật và các hiện tượng xã hội khác</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257800"/>
          </a:xfrm>
        </p:spPr>
        <p:txBody>
          <a:bodyPr vert="horz" lIns="91440" tIns="45720" rIns="91440" bIns="45720" anchor="t">
            <a:normAutofit fontScale="77500" lnSpcReduction="20000"/>
          </a:bodyPr>
          <a:lstStyle/>
          <a:p>
            <a:r>
              <a:rPr lang="en-US"/>
              <a:t>Nhà nước chỉ mang bản chất giai cấp.</a:t>
            </a:r>
          </a:p>
          <a:p>
            <a:r>
              <a:rPr lang="en-US"/>
              <a:t>Bản chất giai cấp là đặc trưng không thể thiếu được của nhà nước .</a:t>
            </a:r>
          </a:p>
          <a:p>
            <a:pPr indent="-255905"/>
            <a:r>
              <a:rPr lang="en-US"/>
              <a:t>Nhà nước ra đời chỉ nhằm mục đích bảo vệ lợi ích của giai cấp thống trị.</a:t>
            </a:r>
            <a:endParaRPr lang="en-US">
              <a:cs typeface="Lucida Sans Unicode"/>
            </a:endParaRPr>
          </a:p>
          <a:p>
            <a:pPr indent="-255905"/>
            <a:r>
              <a:rPr lang="en-US"/>
              <a:t>ở Việt nam bộ máy nhà nước không phân thành cơ quan lập pháp, hành pháp, tư pháp vì tổ chức bộ máy nhà nước theo nguyên tắc quyền lực nhà nước là tập trung.</a:t>
            </a:r>
            <a:endParaRPr lang="en-US">
              <a:cs typeface="Lucida Sans Unicode"/>
            </a:endParaRPr>
          </a:p>
          <a:p>
            <a:r>
              <a:rPr lang="en-US">
                <a:solidFill>
                  <a:srgbClr val="FF0000"/>
                </a:solidFill>
              </a:rPr>
              <a:t>Tại sao nói Nhà Nước mang bản chất giai cấp sâu sắc?</a:t>
            </a:r>
          </a:p>
          <a:p>
            <a:pPr indent="-255905"/>
            <a:r>
              <a:rPr lang="en-US">
                <a:solidFill>
                  <a:srgbClr val="FF0000"/>
                </a:solidFill>
              </a:rPr>
              <a:t>Những khác biệt cơ bản giữa hình thức chính thể quân chủ và chính thể cộng hòa?</a:t>
            </a:r>
            <a:endParaRPr lang="en-US">
              <a:solidFill>
                <a:srgbClr val="FF0000"/>
              </a:solidFill>
              <a:cs typeface="Lucida Sans Unicode"/>
            </a:endParaRPr>
          </a:p>
          <a:p>
            <a:pPr indent="-255905"/>
            <a:r>
              <a:rPr lang="en-US"/>
              <a:t>Pháp luật chỉ phản ánh ý chí của giai cấp thống trị trong xã hội.</a:t>
            </a:r>
            <a:endParaRPr lang="en-US">
              <a:cs typeface="Lucida Sans Unicode"/>
            </a:endParaRPr>
          </a:p>
          <a:p>
            <a:r>
              <a:rPr lang="en-US"/>
              <a:t>Các quy định của pháp luật chỉ do nhà nước ban hành.</a:t>
            </a:r>
          </a:p>
          <a:p>
            <a:r>
              <a:rPr lang="en-US"/>
              <a:t>Pháp luật luôn chỉ tác động tích cực đối với kinh tế, thúc đẩy kinh tế phát triển.</a:t>
            </a:r>
          </a:p>
          <a:p>
            <a:r>
              <a:rPr lang="en-US"/>
              <a:t>Mọi quy tắc xử sự tồn tại trong xã hội có nhà nước  đều được xem là pháp luật</a:t>
            </a:r>
          </a:p>
          <a:p>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700A7F4-E0AA-4BCB-9880-DD9265D58A00}" type="slidenum">
              <a:rPr lang="en-US" smtClean="0"/>
              <a:pPr/>
              <a:t>67</a:t>
            </a:fld>
            <a:endParaRPr lang="en-US"/>
          </a:p>
        </p:txBody>
      </p:sp>
      <p:sp>
        <p:nvSpPr>
          <p:cNvPr id="2" name="Title 1"/>
          <p:cNvSpPr>
            <a:spLocks noGrp="1"/>
          </p:cNvSpPr>
          <p:nvPr>
            <p:ph type="title"/>
          </p:nvPr>
        </p:nvSpPr>
        <p:spPr>
          <a:xfrm>
            <a:off x="457200" y="274638"/>
            <a:ext cx="8229600" cy="715962"/>
          </a:xfrm>
        </p:spPr>
        <p:txBody>
          <a:bodyPr>
            <a:normAutofit fontScale="90000"/>
          </a:bodyPr>
          <a:lstStyle/>
          <a:p>
            <a:r>
              <a:rPr lang="en-US"/>
              <a:t>Câu hỏi ôn tập chương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3" ma:contentTypeDescription="Create a new document." ma:contentTypeScope="" ma:versionID="261c60b58c452ad9ed03265d176c24a8">
  <xsd:schema xmlns:xsd="http://www.w3.org/2001/XMLSchema" xmlns:xs="http://www.w3.org/2001/XMLSchema" xmlns:p="http://schemas.microsoft.com/office/2006/metadata/properties" xmlns:ns2="9e18689c-e6d7-49bd-8522-da28bab5bbe4" targetNamespace="http://schemas.microsoft.com/office/2006/metadata/properties" ma:root="true" ma:fieldsID="ded7c53be1ef62f52676fa4a9b4f7d87" ns2:_="">
    <xsd:import namespace="9e18689c-e6d7-49bd-8522-da28bab5bbe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689c-e6d7-49bd-8522-da28bab5bb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8D2A965-90EB-473E-980D-760067061659}">
  <ds:schemaRefs>
    <ds:schemaRef ds:uri="http://schemas.microsoft.com/sharepoint/v3/contenttype/forms"/>
  </ds:schemaRefs>
</ds:datastoreItem>
</file>

<file path=customXml/itemProps2.xml><?xml version="1.0" encoding="utf-8"?>
<ds:datastoreItem xmlns:ds="http://schemas.openxmlformats.org/officeDocument/2006/customXml" ds:itemID="{1A0B0458-5187-4809-866A-666E6C688B65}">
  <ds:schemaRefs>
    <ds:schemaRef ds:uri="9e18689c-e6d7-49bd-8522-da28bab5bb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62CA596-7AF4-4BC6-8E8D-197B412B4B93}">
  <ds:schemaRefs>
    <ds:schemaRef ds:uri="9e18689c-e6d7-49bd-8522-da28bab5bbe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Concourse</Template>
  <Application>Microsoft Office PowerPoint</Application>
  <PresentationFormat>On-screen Show (4:3)</PresentationFormat>
  <Slides>67</Slides>
  <Notes>3</Notes>
  <HiddenSlides>0</HiddenSlide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Concourse</vt:lpstr>
      <vt:lpstr>Chương 2. Tổng quan về Nhà nước và Pháp luật</vt:lpstr>
      <vt:lpstr>2.1 Tổng quan về Nhà Nước </vt:lpstr>
      <vt:lpstr>2.1.1. NGUỒN GỐC NHÀ NƯỚC</vt:lpstr>
      <vt:lpstr>2.1.1  Nguồn gốc ra đời và bản chất  của nhà nước</vt:lpstr>
      <vt:lpstr>1.1.1. Những quan điểm phi Mácxít về nguồn gốc Nhà nước</vt:lpstr>
      <vt:lpstr>Phái dân quyền</vt:lpstr>
      <vt:lpstr>Phái giáo quyền</vt:lpstr>
      <vt:lpstr>Phái quân chủ</vt:lpstr>
      <vt:lpstr>1.1.1.2. Thuyết gia trưởng</vt:lpstr>
      <vt:lpstr>1.1.1.3. Thuyết khế ước</vt:lpstr>
      <vt:lpstr>1.1.1.4. Thuyết bạo lực</vt:lpstr>
      <vt:lpstr>1.1.2. Quan điểm Mác – Lênin 1.1.2.1. Xã hội nguyên thuỷ và tổ chức thị tộc, bộ lạc </vt:lpstr>
      <vt:lpstr>1.1.2.2. Sự phân hoá giai cấp trong xã hội và Nhà nước xuất hiện</vt:lpstr>
      <vt:lpstr>2.1.1  Nguồn gốc ra đời của nhà nước </vt:lpstr>
      <vt:lpstr>2. Bản chất của nhà nước</vt:lpstr>
      <vt:lpstr>Chức năng của Nhà nước</vt:lpstr>
      <vt:lpstr>Câu hỏi trắc nghiệm</vt:lpstr>
      <vt:lpstr>Nguồn gốc ra đời của nhà nước theo quan điểm Mác- Lê Nin</vt:lpstr>
      <vt:lpstr>Bản chất của nhà nước</vt:lpstr>
      <vt:lpstr>Quyền lực nhà nước thuộc về</vt:lpstr>
      <vt:lpstr>Bản chất nhà nước chỉ thể hiện trong</vt:lpstr>
      <vt:lpstr>Chức năng của nhà nước là thực hiện các nhiệm vụ của nhà nước trong phạm vi</vt:lpstr>
      <vt:lpstr>Khái niệm về Nhà nước</vt:lpstr>
      <vt:lpstr>Các đặc trưng của nhà nước</vt:lpstr>
      <vt:lpstr>2.1.2 Hình thức, kiểu nhà nước</vt:lpstr>
      <vt:lpstr>1  Hình thức nhà nước</vt:lpstr>
      <vt:lpstr>Hình thức chính thể là cách tổ chức và trình tự lập ra các cơ quan tối cao và mối quan hệ cơ bản của các cơ quan đó</vt:lpstr>
      <vt:lpstr>Chính thể quân chủ</vt:lpstr>
      <vt:lpstr>Chính thể cộng hòa</vt:lpstr>
      <vt:lpstr>PowerPoint Presentation</vt:lpstr>
      <vt:lpstr>Hình thức cấu trúc nhà nước</vt:lpstr>
      <vt:lpstr>2. Kiểu nhà nước</vt:lpstr>
      <vt:lpstr>Các kiểu nhà nước </vt:lpstr>
      <vt:lpstr>Các kiểu Nhà nước trong quá trình phát triển của xã</vt:lpstr>
      <vt:lpstr>2.1.3 Bộ máy nhà nước</vt:lpstr>
      <vt:lpstr>Tæ chøc cña bé m¸y nhµ n­íc</vt:lpstr>
      <vt:lpstr>Ph©n lo¹i c¬ quan nhµ nước</vt:lpstr>
      <vt:lpstr>2.1. 4 Tæ chøc bé m¸y nhµ nưíc cộng hòa XHCNVN</vt:lpstr>
      <vt:lpstr>1. Hệ thống chính trị ở Việt Nam</vt:lpstr>
      <vt:lpstr>2. Bộ máy nhà nước CHXHCN Việt Nam</vt:lpstr>
      <vt:lpstr>Tæ chøc bé m¸y nhµ nưíc XHCNVN</vt:lpstr>
      <vt:lpstr>Bộ máy nhà nước được thành lập ở 3 cấp</vt:lpstr>
      <vt:lpstr>PowerPoint Presentation</vt:lpstr>
      <vt:lpstr>PowerPoint Presentation</vt:lpstr>
      <vt:lpstr>PowerPoint Presentation</vt:lpstr>
      <vt:lpstr>PowerPoint Presentation</vt:lpstr>
      <vt:lpstr>Các bộ và cơ quan ngang bộ</vt:lpstr>
      <vt:lpstr>Các bộ và cơ quan ngang bộ</vt:lpstr>
      <vt:lpstr>Các cơ quan thuộc Chính phủ:</vt:lpstr>
      <vt:lpstr>PowerPoint Presentation</vt:lpstr>
      <vt:lpstr>Câu hỏi về nhà nước</vt:lpstr>
      <vt:lpstr>2.2 Tæng quan vÒ ph¸p luËt</vt:lpstr>
      <vt:lpstr>Nguồn gốc ra đời của Pháp luật</vt:lpstr>
      <vt:lpstr>Nguồn gốc ra đời của pháp luật</vt:lpstr>
      <vt:lpstr>2.2.1.2 B¶n chÊt cña ph¸p luËt</vt:lpstr>
      <vt:lpstr>2.2.2. Các đặc trưng của pháp luật</vt:lpstr>
      <vt:lpstr>2.2.3Chức năng của pháp luật</vt:lpstr>
      <vt:lpstr>2.2.4 Mối quan hệ giữa pháp luật và các hiện tượng xã hội khác</vt:lpstr>
      <vt:lpstr>Câu hỏi ôn tập chương</vt:lpstr>
      <vt:lpstr>2.2 Tæng quan vÒ ph¸p luËt</vt:lpstr>
      <vt:lpstr>Nguồn gốc ra đời của Pháp luật</vt:lpstr>
      <vt:lpstr>Nguồn gốc ra đời của pháp luật</vt:lpstr>
      <vt:lpstr>2.2.1.2 B¶n chÊt cña ph¸p luËt</vt:lpstr>
      <vt:lpstr>2.2.2. Các đặc trưng của pháp luật</vt:lpstr>
      <vt:lpstr>2.2.3Chức năng của pháp luật</vt:lpstr>
      <vt:lpstr>2.2.4 Mối quan hệ giữa pháp luật và các hiện tượng xã hội khác</vt:lpstr>
      <vt:lpstr>Câu hỏi ôn tập chương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sony</dc:creator>
  <cp:revision>1</cp:revision>
  <dcterms:created xsi:type="dcterms:W3CDTF">2013-05-07T04:33:55Z</dcterms:created>
  <dcterms:modified xsi:type="dcterms:W3CDTF">2026-05-27T04:46:54Z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