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diagrams/data9.xml" ContentType="application/vnd.openxmlformats-officedocument.drawingml.diagramData+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diagrams/data10.xml" ContentType="application/vnd.openxmlformats-officedocument.drawingml.diagramData+xml"/>
  <Override PartName="/ppt/diagrams/data11.xml" ContentType="application/vnd.openxmlformats-officedocument.drawingml.diagramData+xml"/>
  <Override PartName="/ppt/diagrams/data12.xml" ContentType="application/vnd.openxmlformats-officedocument.drawingml.diagramData+xml"/>
  <Override PartName="/ppt/diagrams/data14.xml" ContentType="application/vnd.openxmlformats-officedocument.drawingml.diagramData+xml"/>
  <Override PartName="/ppt/diagrams/data15.xml" ContentType="application/vnd.openxmlformats-officedocument.drawingml.diagramData+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1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diagrams/colors2.xml" ContentType="application/vnd.openxmlformats-officedocument.drawingml.diagramColors+xml"/>
  <Override PartName="/ppt/diagrams/drawing2.xml" ContentType="application/vnd.ms-office.drawingml.diagramDrawing+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colors10.xml" ContentType="application/vnd.openxmlformats-officedocument.drawingml.diagramColors+xml"/>
  <Override PartName="/ppt/diagrams/drawing10.xml" ContentType="application/vnd.ms-office.drawingml.diagramDrawing+xml"/>
  <Override PartName="/ppt/diagrams/layout8.xml" ContentType="application/vnd.openxmlformats-officedocument.drawingml.diagramLayout+xml"/>
  <Override PartName="/ppt/diagrams/layout9.xml" ContentType="application/vnd.openxmlformats-officedocument.drawingml.diagramLayout+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quickStyle9.xml" ContentType="application/vnd.openxmlformats-officedocument.drawingml.diagramStyle+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colors8.xml" ContentType="application/vnd.openxmlformats-officedocument.drawingml.diagramColors+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colors9.xml" ContentType="application/vnd.openxmlformats-officedocument.drawingml.diagramColors+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rawing9.xml" ContentType="application/vnd.ms-office.drawingml.diagramDrawing+xml"/>
  <Override PartName="/ppt/diagrams/layout15.xml" ContentType="application/vnd.openxmlformats-officedocument.drawingml.diagramLayout+xml"/>
  <Override PartName="/ppt/diagrams/drawing3.xml" ContentType="application/vnd.ms-office.drawingml.diagramDrawing+xml"/>
  <Override PartName="/ppt/diagrams/colors15.xml" ContentType="application/vnd.openxmlformats-officedocument.drawingml.diagramColors+xml"/>
  <Override PartName="/ppt/diagrams/drawing15.xml" ContentType="application/vnd.ms-office.drawingml.diagramDrawing+xml"/>
  <Override PartName="/ppt/diagrams/quickStyle8.xml" ContentType="application/vnd.openxmlformats-officedocument.drawingml.diagramStyle+xml"/>
  <Override PartName="/ppt/diagrams/drawing8.xml" ContentType="application/vnd.ms-office.drawingml.diagramDrawing+xml"/>
  <Override PartName="/ppt/diagrams/quickStyle15.xml" ContentType="application/vnd.openxmlformats-officedocument.drawingml.diagramStyl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layout10.xml" ContentType="application/vnd.openxmlformats-officedocument.drawingml.diagramLayout+xml"/>
  <Override PartName="/ppt/diagrams/quickStyle10.xml" ContentType="application/vnd.openxmlformats-officedocument.drawingml.diagramStyl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58" r:id="rId3"/>
    <p:sldId id="259" r:id="rId4"/>
    <p:sldId id="261" r:id="rId5"/>
    <p:sldId id="263" r:id="rId6"/>
    <p:sldId id="264" r:id="rId7"/>
    <p:sldId id="298" r:id="rId8"/>
    <p:sldId id="301" r:id="rId9"/>
    <p:sldId id="265" r:id="rId10"/>
    <p:sldId id="266" r:id="rId11"/>
    <p:sldId id="267" r:id="rId12"/>
    <p:sldId id="268" r:id="rId13"/>
    <p:sldId id="300" r:id="rId14"/>
    <p:sldId id="269" r:id="rId15"/>
    <p:sldId id="270" r:id="rId16"/>
    <p:sldId id="271" r:id="rId17"/>
    <p:sldId id="272" r:id="rId18"/>
    <p:sldId id="273" r:id="rId19"/>
    <p:sldId id="275" r:id="rId20"/>
    <p:sldId id="302" r:id="rId21"/>
    <p:sldId id="276" r:id="rId22"/>
    <p:sldId id="303" r:id="rId23"/>
    <p:sldId id="277" r:id="rId24"/>
    <p:sldId id="279" r:id="rId25"/>
    <p:sldId id="280" r:id="rId26"/>
    <p:sldId id="281" r:id="rId27"/>
    <p:sldId id="282" r:id="rId28"/>
    <p:sldId id="283" r:id="rId29"/>
    <p:sldId id="285" r:id="rId30"/>
    <p:sldId id="286" r:id="rId31"/>
    <p:sldId id="287" r:id="rId32"/>
    <p:sldId id="288" r:id="rId33"/>
    <p:sldId id="289" r:id="rId34"/>
    <p:sldId id="291" r:id="rId35"/>
    <p:sldId id="290" r:id="rId36"/>
    <p:sldId id="292" r:id="rId37"/>
    <p:sldId id="293" r:id="rId38"/>
    <p:sldId id="294" r:id="rId39"/>
    <p:sldId id="295" r:id="rId40"/>
    <p:sldId id="296" r:id="rId41"/>
    <p:sldId id="297"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37" d="100"/>
          <a:sy n="37" d="100"/>
        </p:scale>
        <p:origin x="1304"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50"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9.xml.rels><?xml version="1.0" encoding="UTF-8" standalone="yes"?>
<Relationships xmlns="http://schemas.openxmlformats.org/package/2006/relationships"><Relationship Id="rId1" Type="http://schemas.openxmlformats.org/officeDocument/2006/relationships/image" Target="../media/image3.jpe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6AA381-1694-4236-93C8-B555F7FB2948}" type="doc">
      <dgm:prSet loTypeId="urn:microsoft.com/office/officeart/2005/8/layout/pyramid2" loCatId="pyramid" qsTypeId="urn:microsoft.com/office/officeart/2005/8/quickstyle/3d3" qsCatId="3D" csTypeId="urn:microsoft.com/office/officeart/2005/8/colors/colorful5" csCatId="colorful" phldr="1"/>
      <dgm:spPr/>
    </dgm:pt>
    <dgm:pt modelId="{039F4536-F53C-46AD-9B13-8C822E611765}">
      <dgm:prSet phldrT="[Text]" custT="1"/>
      <dgm:spPr/>
      <dgm:t>
        <a:bodyPr/>
        <a:lstStyle/>
        <a:p>
          <a:pPr algn="just"/>
          <a:r>
            <a:rPr lang="en-US" sz="2000">
              <a:latin typeface=".VnArial" pitchFamily="34" charset="0"/>
            </a:rPr>
            <a:t>ĐiÒu chØnh c¸c quan hÖ x· héi ph¸t sinh trong tæ chøc vµ ho¹t ®éng tµi chÝnh cña nhµ n­íc bao gåm:</a:t>
          </a:r>
        </a:p>
      </dgm:t>
    </dgm:pt>
    <dgm:pt modelId="{0CD2D6F1-471D-4094-A105-B1448D453493}" type="parTrans" cxnId="{9B2095C9-A5C6-45C2-B824-FCAD5CB77C08}">
      <dgm:prSet/>
      <dgm:spPr/>
      <dgm:t>
        <a:bodyPr/>
        <a:lstStyle/>
        <a:p>
          <a:endParaRPr lang="en-US"/>
        </a:p>
      </dgm:t>
    </dgm:pt>
    <dgm:pt modelId="{4C9AE15A-7D0A-456A-BBF7-C51A0D0C01D8}" type="sibTrans" cxnId="{9B2095C9-A5C6-45C2-B824-FCAD5CB77C08}">
      <dgm:prSet/>
      <dgm:spPr/>
      <dgm:t>
        <a:bodyPr/>
        <a:lstStyle/>
        <a:p>
          <a:endParaRPr lang="en-US"/>
        </a:p>
      </dgm:t>
    </dgm:pt>
    <dgm:pt modelId="{908DB0BA-90D4-4E5B-AA62-E530FCD3E292}">
      <dgm:prSet phldrT="[Text]" custT="1"/>
      <dgm:spPr/>
      <dgm:t>
        <a:bodyPr/>
        <a:lstStyle/>
        <a:p>
          <a:pPr algn="just"/>
          <a:r>
            <a:rPr lang="en-US" sz="2000">
              <a:latin typeface=".VnArial" pitchFamily="34" charset="0"/>
            </a:rPr>
            <a:t>LËp, phª chuÈn vµ söa dông ng©n s¸ch nhµ n­íc</a:t>
          </a:r>
        </a:p>
      </dgm:t>
    </dgm:pt>
    <dgm:pt modelId="{E36FEB5A-CF23-4A05-8B1C-36F32FB89C1E}" type="parTrans" cxnId="{B2B8407F-C55B-43FB-8AEF-907FE053F3C6}">
      <dgm:prSet/>
      <dgm:spPr/>
      <dgm:t>
        <a:bodyPr/>
        <a:lstStyle/>
        <a:p>
          <a:endParaRPr lang="en-US"/>
        </a:p>
      </dgm:t>
    </dgm:pt>
    <dgm:pt modelId="{13A62B05-88FA-49C8-8EE2-7908134FEFE3}" type="sibTrans" cxnId="{B2B8407F-C55B-43FB-8AEF-907FE053F3C6}">
      <dgm:prSet/>
      <dgm:spPr/>
      <dgm:t>
        <a:bodyPr/>
        <a:lstStyle/>
        <a:p>
          <a:endParaRPr lang="en-US"/>
        </a:p>
      </dgm:t>
    </dgm:pt>
    <dgm:pt modelId="{14C22B68-0112-434B-BED8-352E1E22DC1C}">
      <dgm:prSet phldrT="[Text]" custT="1"/>
      <dgm:spPr/>
      <dgm:t>
        <a:bodyPr/>
        <a:lstStyle/>
        <a:p>
          <a:pPr algn="just"/>
          <a:r>
            <a:rPr lang="en-US" sz="2000">
              <a:latin typeface=".VnArial" pitchFamily="34" charset="0"/>
            </a:rPr>
            <a:t>Quy ®Þnh vµ thu c¸c lo¹i thuÕ, phÝ, lÖ phÝ; ho¹t ®éng tÝn dông NN; thanh quyÕt to¸n qua ng©n hµng, kiÓm to¸n NN. . .</a:t>
          </a:r>
        </a:p>
      </dgm:t>
    </dgm:pt>
    <dgm:pt modelId="{CB1F81CD-C43A-41C8-885F-1A1FDAB54221}" type="parTrans" cxnId="{0658344C-8E44-4A75-A41D-19971A37A850}">
      <dgm:prSet/>
      <dgm:spPr/>
      <dgm:t>
        <a:bodyPr/>
        <a:lstStyle/>
        <a:p>
          <a:endParaRPr lang="en-US"/>
        </a:p>
      </dgm:t>
    </dgm:pt>
    <dgm:pt modelId="{53B0EF2D-8E21-48F4-B7C0-BFCB53638DBD}" type="sibTrans" cxnId="{0658344C-8E44-4A75-A41D-19971A37A850}">
      <dgm:prSet/>
      <dgm:spPr/>
      <dgm:t>
        <a:bodyPr/>
        <a:lstStyle/>
        <a:p>
          <a:endParaRPr lang="en-US"/>
        </a:p>
      </dgm:t>
    </dgm:pt>
    <dgm:pt modelId="{24FAFFAB-F705-4C56-8CA0-7A44C727731C}" type="pres">
      <dgm:prSet presAssocID="{6A6AA381-1694-4236-93C8-B555F7FB2948}" presName="compositeShape" presStyleCnt="0">
        <dgm:presLayoutVars>
          <dgm:dir/>
          <dgm:resizeHandles/>
        </dgm:presLayoutVars>
      </dgm:prSet>
      <dgm:spPr/>
    </dgm:pt>
    <dgm:pt modelId="{D47ECD1F-A700-4184-A8CB-C2589C1904EF}" type="pres">
      <dgm:prSet presAssocID="{6A6AA381-1694-4236-93C8-B555F7FB2948}" presName="pyramid" presStyleLbl="node1" presStyleIdx="0" presStyleCnt="1"/>
      <dgm:spPr/>
    </dgm:pt>
    <dgm:pt modelId="{A15AE0FD-C072-473F-8BBF-C9A8EE431A76}" type="pres">
      <dgm:prSet presAssocID="{6A6AA381-1694-4236-93C8-B555F7FB2948}" presName="theList" presStyleCnt="0"/>
      <dgm:spPr/>
    </dgm:pt>
    <dgm:pt modelId="{0C81DE82-5F63-460A-9F9F-C0502219CC85}" type="pres">
      <dgm:prSet presAssocID="{039F4536-F53C-46AD-9B13-8C822E611765}" presName="aNode" presStyleLbl="fgAcc1" presStyleIdx="0" presStyleCnt="3" custScaleX="120192" custScaleY="145016">
        <dgm:presLayoutVars>
          <dgm:bulletEnabled val="1"/>
        </dgm:presLayoutVars>
      </dgm:prSet>
      <dgm:spPr/>
    </dgm:pt>
    <dgm:pt modelId="{C6AD32D4-4D5D-4EC3-88C2-423451BD452A}" type="pres">
      <dgm:prSet presAssocID="{039F4536-F53C-46AD-9B13-8C822E611765}" presName="aSpace" presStyleCnt="0"/>
      <dgm:spPr/>
    </dgm:pt>
    <dgm:pt modelId="{7F247A5B-82C6-4777-B86D-D10D866B7B54}" type="pres">
      <dgm:prSet presAssocID="{908DB0BA-90D4-4E5B-AA62-E530FCD3E292}" presName="aNode" presStyleLbl="fgAcc1" presStyleIdx="1" presStyleCnt="3" custScaleX="125000" custScaleY="107755" custLinFactY="22029" custLinFactNeighborX="-481" custLinFactNeighborY="100000">
        <dgm:presLayoutVars>
          <dgm:bulletEnabled val="1"/>
        </dgm:presLayoutVars>
      </dgm:prSet>
      <dgm:spPr/>
    </dgm:pt>
    <dgm:pt modelId="{49530CFB-3D52-44CB-843F-ABE46508BFEF}" type="pres">
      <dgm:prSet presAssocID="{908DB0BA-90D4-4E5B-AA62-E530FCD3E292}" presName="aSpace" presStyleCnt="0"/>
      <dgm:spPr/>
    </dgm:pt>
    <dgm:pt modelId="{41AC0672-4C10-4C4A-A9E3-FEC779928DD8}" type="pres">
      <dgm:prSet presAssocID="{14C22B68-0112-434B-BED8-352E1E22DC1C}" presName="aNode" presStyleLbl="fgAcc1" presStyleIdx="2" presStyleCnt="3" custScaleX="124359" custScaleY="146887" custLinFactY="26874" custLinFactNeighborX="-801" custLinFactNeighborY="100000">
        <dgm:presLayoutVars>
          <dgm:bulletEnabled val="1"/>
        </dgm:presLayoutVars>
      </dgm:prSet>
      <dgm:spPr/>
    </dgm:pt>
    <dgm:pt modelId="{CCB27CBD-8E76-4F09-B4D2-FE9117C5C4F9}" type="pres">
      <dgm:prSet presAssocID="{14C22B68-0112-434B-BED8-352E1E22DC1C}" presName="aSpace" presStyleCnt="0"/>
      <dgm:spPr/>
    </dgm:pt>
  </dgm:ptLst>
  <dgm:cxnLst>
    <dgm:cxn modelId="{2B37E60A-9233-4379-8CF4-4289D0E43067}" type="presOf" srcId="{908DB0BA-90D4-4E5B-AA62-E530FCD3E292}" destId="{7F247A5B-82C6-4777-B86D-D10D866B7B54}" srcOrd="0" destOrd="0" presId="urn:microsoft.com/office/officeart/2005/8/layout/pyramid2"/>
    <dgm:cxn modelId="{235FFF12-3613-4377-BDC3-F25120B99DD6}" type="presOf" srcId="{039F4536-F53C-46AD-9B13-8C822E611765}" destId="{0C81DE82-5F63-460A-9F9F-C0502219CC85}" srcOrd="0" destOrd="0" presId="urn:microsoft.com/office/officeart/2005/8/layout/pyramid2"/>
    <dgm:cxn modelId="{7F5D7819-ED0B-4D6A-A362-352FF8E9A6DD}" type="presOf" srcId="{6A6AA381-1694-4236-93C8-B555F7FB2948}" destId="{24FAFFAB-F705-4C56-8CA0-7A44C727731C}" srcOrd="0" destOrd="0" presId="urn:microsoft.com/office/officeart/2005/8/layout/pyramid2"/>
    <dgm:cxn modelId="{0658344C-8E44-4A75-A41D-19971A37A850}" srcId="{6A6AA381-1694-4236-93C8-B555F7FB2948}" destId="{14C22B68-0112-434B-BED8-352E1E22DC1C}" srcOrd="2" destOrd="0" parTransId="{CB1F81CD-C43A-41C8-885F-1A1FDAB54221}" sibTransId="{53B0EF2D-8E21-48F4-B7C0-BFCB53638DBD}"/>
    <dgm:cxn modelId="{B2B8407F-C55B-43FB-8AEF-907FE053F3C6}" srcId="{6A6AA381-1694-4236-93C8-B555F7FB2948}" destId="{908DB0BA-90D4-4E5B-AA62-E530FCD3E292}" srcOrd="1" destOrd="0" parTransId="{E36FEB5A-CF23-4A05-8B1C-36F32FB89C1E}" sibTransId="{13A62B05-88FA-49C8-8EE2-7908134FEFE3}"/>
    <dgm:cxn modelId="{1BCDDA98-0D3F-45E6-85B2-B2DB1B40E70F}" type="presOf" srcId="{14C22B68-0112-434B-BED8-352E1E22DC1C}" destId="{41AC0672-4C10-4C4A-A9E3-FEC779928DD8}" srcOrd="0" destOrd="0" presId="urn:microsoft.com/office/officeart/2005/8/layout/pyramid2"/>
    <dgm:cxn modelId="{9B2095C9-A5C6-45C2-B824-FCAD5CB77C08}" srcId="{6A6AA381-1694-4236-93C8-B555F7FB2948}" destId="{039F4536-F53C-46AD-9B13-8C822E611765}" srcOrd="0" destOrd="0" parTransId="{0CD2D6F1-471D-4094-A105-B1448D453493}" sibTransId="{4C9AE15A-7D0A-456A-BBF7-C51A0D0C01D8}"/>
    <dgm:cxn modelId="{57195916-6872-4A6A-9C6D-455DB4C11B6D}" type="presParOf" srcId="{24FAFFAB-F705-4C56-8CA0-7A44C727731C}" destId="{D47ECD1F-A700-4184-A8CB-C2589C1904EF}" srcOrd="0" destOrd="0" presId="urn:microsoft.com/office/officeart/2005/8/layout/pyramid2"/>
    <dgm:cxn modelId="{98D1274E-63F6-4621-A13C-FB25870DEF22}" type="presParOf" srcId="{24FAFFAB-F705-4C56-8CA0-7A44C727731C}" destId="{A15AE0FD-C072-473F-8BBF-C9A8EE431A76}" srcOrd="1" destOrd="0" presId="urn:microsoft.com/office/officeart/2005/8/layout/pyramid2"/>
    <dgm:cxn modelId="{471772EE-C042-4D4A-AB7C-98D2572D000F}" type="presParOf" srcId="{A15AE0FD-C072-473F-8BBF-C9A8EE431A76}" destId="{0C81DE82-5F63-460A-9F9F-C0502219CC85}" srcOrd="0" destOrd="0" presId="urn:microsoft.com/office/officeart/2005/8/layout/pyramid2"/>
    <dgm:cxn modelId="{8303339D-A716-4303-B181-12ED40404EE5}" type="presParOf" srcId="{A15AE0FD-C072-473F-8BBF-C9A8EE431A76}" destId="{C6AD32D4-4D5D-4EC3-88C2-423451BD452A}" srcOrd="1" destOrd="0" presId="urn:microsoft.com/office/officeart/2005/8/layout/pyramid2"/>
    <dgm:cxn modelId="{1FC71EBE-2B3A-44B8-9311-2E9F780D93C1}" type="presParOf" srcId="{A15AE0FD-C072-473F-8BBF-C9A8EE431A76}" destId="{7F247A5B-82C6-4777-B86D-D10D866B7B54}" srcOrd="2" destOrd="0" presId="urn:microsoft.com/office/officeart/2005/8/layout/pyramid2"/>
    <dgm:cxn modelId="{D096A151-9BE8-421F-B787-1CE99536DF76}" type="presParOf" srcId="{A15AE0FD-C072-473F-8BBF-C9A8EE431A76}" destId="{49530CFB-3D52-44CB-843F-ABE46508BFEF}" srcOrd="3" destOrd="0" presId="urn:microsoft.com/office/officeart/2005/8/layout/pyramid2"/>
    <dgm:cxn modelId="{387EC86A-8965-4643-B282-9131A8904533}" type="presParOf" srcId="{A15AE0FD-C072-473F-8BBF-C9A8EE431A76}" destId="{41AC0672-4C10-4C4A-A9E3-FEC779928DD8}" srcOrd="4" destOrd="0" presId="urn:microsoft.com/office/officeart/2005/8/layout/pyramid2"/>
    <dgm:cxn modelId="{1BDD90D4-5B01-470E-B6FE-94F09E11B8FF}" type="presParOf" srcId="{A15AE0FD-C072-473F-8BBF-C9A8EE431A76}" destId="{CCB27CBD-8E76-4F09-B4D2-FE9117C5C4F9}" srcOrd="5"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FE238D1-86BD-42B3-9A7D-714D7771EAE4}" type="doc">
      <dgm:prSet loTypeId="urn:microsoft.com/office/officeart/2005/8/layout/hProcess7#1" loCatId="process" qsTypeId="urn:microsoft.com/office/officeart/2005/8/quickstyle/3d3" qsCatId="3D" csTypeId="urn:microsoft.com/office/officeart/2005/8/colors/colorful2" csCatId="colorful" phldr="1"/>
      <dgm:spPr/>
      <dgm:t>
        <a:bodyPr/>
        <a:lstStyle/>
        <a:p>
          <a:endParaRPr lang="en-US"/>
        </a:p>
      </dgm:t>
    </dgm:pt>
    <dgm:pt modelId="{F867DD9B-4516-44DF-9B57-738B8F2B85D8}">
      <dgm:prSet phldrT="[Text]"/>
      <dgm:spPr/>
      <dgm:t>
        <a:bodyPr/>
        <a:lstStyle/>
        <a:p>
          <a:r>
            <a:rPr lang="en-US"/>
            <a:t>Phần chung: 77 điều </a:t>
          </a:r>
        </a:p>
      </dgm:t>
    </dgm:pt>
    <dgm:pt modelId="{D177A39C-5309-454E-BD66-830C3B46FD79}" type="parTrans" cxnId="{DD01A3CC-3603-43DD-9B61-AE835DD9932C}">
      <dgm:prSet/>
      <dgm:spPr/>
      <dgm:t>
        <a:bodyPr/>
        <a:lstStyle/>
        <a:p>
          <a:endParaRPr lang="en-US"/>
        </a:p>
      </dgm:t>
    </dgm:pt>
    <dgm:pt modelId="{F7D6D605-A337-441D-ACB5-C1BD592CA1E1}" type="sibTrans" cxnId="{DD01A3CC-3603-43DD-9B61-AE835DD9932C}">
      <dgm:prSet/>
      <dgm:spPr/>
      <dgm:t>
        <a:bodyPr/>
        <a:lstStyle/>
        <a:p>
          <a:endParaRPr lang="en-US"/>
        </a:p>
      </dgm:t>
    </dgm:pt>
    <dgm:pt modelId="{CF153D54-0401-47BB-B54B-7D6410C9AA45}">
      <dgm:prSet phldrT="[Text]" custT="1"/>
      <dgm:spPr/>
      <dgm:t>
        <a:bodyPr/>
        <a:lstStyle/>
        <a:p>
          <a:r>
            <a:rPr lang="en-US" sz="1800"/>
            <a:t>C1. Điều khoản cơ bản</a:t>
          </a:r>
        </a:p>
        <a:p>
          <a:r>
            <a:rPr lang="en-US" sz="1800"/>
            <a:t>C2.Hiệu lực của bộ luật hình sự</a:t>
          </a:r>
        </a:p>
        <a:p>
          <a:r>
            <a:rPr lang="en-US" sz="1800"/>
            <a:t>C3. Tội Phạm</a:t>
          </a:r>
        </a:p>
        <a:p>
          <a:r>
            <a:rPr lang="en-US" sz="1800"/>
            <a:t>C4. Thời hiệu truy cứu, miễn TNHS</a:t>
          </a:r>
        </a:p>
        <a:p>
          <a:r>
            <a:rPr lang="en-US" sz="1800"/>
            <a:t>C5. Hình phạt</a:t>
          </a:r>
        </a:p>
        <a:p>
          <a:r>
            <a:rPr lang="en-US" sz="1800"/>
            <a:t>C6. Các biện pháp tư pháp</a:t>
          </a:r>
        </a:p>
        <a:p>
          <a:r>
            <a:rPr lang="en-US" sz="1800"/>
            <a:t>C7. Quyết định hình phạt</a:t>
          </a:r>
        </a:p>
        <a:p>
          <a:r>
            <a:rPr lang="en-US" sz="1800"/>
            <a:t>C8. Thời hiệu thi hành bản án, miễn chấp hành HP</a:t>
          </a:r>
        </a:p>
        <a:p>
          <a:r>
            <a:rPr lang="en-US" sz="1800"/>
            <a:t>C9.Xóa án tích </a:t>
          </a:r>
        </a:p>
        <a:p>
          <a:r>
            <a:rPr lang="en-US" sz="1800"/>
            <a:t>C10. Quy định với người chưa thành niên phạm tội</a:t>
          </a:r>
        </a:p>
        <a:p>
          <a:endParaRPr lang="en-US" sz="1600"/>
        </a:p>
      </dgm:t>
    </dgm:pt>
    <dgm:pt modelId="{5338FAB9-F14C-4683-9FF3-5616600218FD}" type="parTrans" cxnId="{3EBFF137-95D4-4697-A9BA-DB3ABB7122BB}">
      <dgm:prSet/>
      <dgm:spPr/>
      <dgm:t>
        <a:bodyPr/>
        <a:lstStyle/>
        <a:p>
          <a:endParaRPr lang="en-US"/>
        </a:p>
      </dgm:t>
    </dgm:pt>
    <dgm:pt modelId="{22AF61C1-D239-47F6-BC00-F79B0C82773E}" type="sibTrans" cxnId="{3EBFF137-95D4-4697-A9BA-DB3ABB7122BB}">
      <dgm:prSet/>
      <dgm:spPr/>
      <dgm:t>
        <a:bodyPr/>
        <a:lstStyle/>
        <a:p>
          <a:endParaRPr lang="en-US"/>
        </a:p>
      </dgm:t>
    </dgm:pt>
    <dgm:pt modelId="{60173E6D-300D-4414-ACEA-C6DCF2C91387}">
      <dgm:prSet phldrT="[Text]"/>
      <dgm:spPr/>
      <dgm:t>
        <a:bodyPr/>
        <a:lstStyle/>
        <a:p>
          <a:r>
            <a:rPr lang="en-US"/>
            <a:t>Phần các tội phạm 267 Tội </a:t>
          </a:r>
        </a:p>
      </dgm:t>
    </dgm:pt>
    <dgm:pt modelId="{9C019AF3-5668-439E-A4B9-606E8E82B08A}" type="parTrans" cxnId="{3B0F1431-3F9A-4B79-B9C1-2B45A28658D5}">
      <dgm:prSet/>
      <dgm:spPr/>
      <dgm:t>
        <a:bodyPr/>
        <a:lstStyle/>
        <a:p>
          <a:endParaRPr lang="en-US"/>
        </a:p>
      </dgm:t>
    </dgm:pt>
    <dgm:pt modelId="{A5EB1124-33A4-4A25-AE7B-B4934CB09239}" type="sibTrans" cxnId="{3B0F1431-3F9A-4B79-B9C1-2B45A28658D5}">
      <dgm:prSet/>
      <dgm:spPr/>
      <dgm:t>
        <a:bodyPr/>
        <a:lstStyle/>
        <a:p>
          <a:endParaRPr lang="en-US"/>
        </a:p>
      </dgm:t>
    </dgm:pt>
    <dgm:pt modelId="{EB4277A0-CB13-4A29-B4C3-D93FEE7A0D16}">
      <dgm:prSet phldrT="[Text]" custT="1"/>
      <dgm:spPr/>
      <dgm:t>
        <a:bodyPr/>
        <a:lstStyle/>
        <a:p>
          <a:r>
            <a:rPr lang="en-US" sz="1800"/>
            <a:t>-- Tội phạm an ninh quốc gia</a:t>
          </a:r>
        </a:p>
        <a:p>
          <a:r>
            <a:rPr lang="en-US" sz="1800"/>
            <a:t>- TP xâm phạm tính mạng, sức khỏe, danh dự, nhân phẩm của con người</a:t>
          </a:r>
        </a:p>
        <a:p>
          <a:r>
            <a:rPr lang="en-US" sz="1800"/>
            <a:t>-Tội xâm phạm quyền tự do, dân chủ của công dân</a:t>
          </a:r>
        </a:p>
        <a:p>
          <a:r>
            <a:rPr lang="en-US" sz="1800"/>
            <a:t>- Các tội xâm phạm quyền SH</a:t>
          </a:r>
        </a:p>
        <a:p>
          <a:r>
            <a:rPr lang="en-US" sz="1800"/>
            <a:t>-  Xâm phạm chế độ HN-GĐ</a:t>
          </a:r>
        </a:p>
        <a:p>
          <a:r>
            <a:rPr lang="en-US" sz="1800"/>
            <a:t>- Trật tự quản lý kinh tế</a:t>
          </a:r>
        </a:p>
        <a:p>
          <a:r>
            <a:rPr lang="en-US" sz="1800"/>
            <a:t>- Tp về môi trường</a:t>
          </a:r>
        </a:p>
        <a:p>
          <a:r>
            <a:rPr lang="en-US" sz="1800"/>
            <a:t>-Tp về ma túy</a:t>
          </a:r>
        </a:p>
        <a:p>
          <a:r>
            <a:rPr lang="en-US" sz="1800"/>
            <a:t>-Xâm phạm an toàn, trật tự  CC</a:t>
          </a:r>
        </a:p>
        <a:p>
          <a:r>
            <a:rPr lang="en-US" sz="1800"/>
            <a:t>-Xâm phạm trật tự quản lý hành chính</a:t>
          </a:r>
        </a:p>
        <a:p>
          <a:r>
            <a:rPr lang="en-US" sz="1800"/>
            <a:t>- Tội phạm về chức vụ</a:t>
          </a:r>
        </a:p>
        <a:p>
          <a:endParaRPr lang="en-US" sz="1600"/>
        </a:p>
      </dgm:t>
    </dgm:pt>
    <dgm:pt modelId="{7D7E6194-CF5B-4362-A12D-23925AB6416A}" type="parTrans" cxnId="{075EE24A-89F0-4FBF-9266-BCCB7FD3C61C}">
      <dgm:prSet/>
      <dgm:spPr/>
      <dgm:t>
        <a:bodyPr/>
        <a:lstStyle/>
        <a:p>
          <a:endParaRPr lang="en-US"/>
        </a:p>
      </dgm:t>
    </dgm:pt>
    <dgm:pt modelId="{1FA59C2D-1EEE-4590-81AF-239E48DD88ED}" type="sibTrans" cxnId="{075EE24A-89F0-4FBF-9266-BCCB7FD3C61C}">
      <dgm:prSet/>
      <dgm:spPr/>
      <dgm:t>
        <a:bodyPr/>
        <a:lstStyle/>
        <a:p>
          <a:endParaRPr lang="en-US"/>
        </a:p>
      </dgm:t>
    </dgm:pt>
    <dgm:pt modelId="{3400CE0E-1925-4045-8C08-FC1C0F21ED05}" type="pres">
      <dgm:prSet presAssocID="{8FE238D1-86BD-42B3-9A7D-714D7771EAE4}" presName="Name0" presStyleCnt="0">
        <dgm:presLayoutVars>
          <dgm:dir/>
          <dgm:animLvl val="lvl"/>
          <dgm:resizeHandles val="exact"/>
        </dgm:presLayoutVars>
      </dgm:prSet>
      <dgm:spPr/>
    </dgm:pt>
    <dgm:pt modelId="{944B6389-C0EE-46E1-B0C4-A2C531A433C3}" type="pres">
      <dgm:prSet presAssocID="{F867DD9B-4516-44DF-9B57-738B8F2B85D8}" presName="compositeNode" presStyleCnt="0">
        <dgm:presLayoutVars>
          <dgm:bulletEnabled val="1"/>
        </dgm:presLayoutVars>
      </dgm:prSet>
      <dgm:spPr/>
    </dgm:pt>
    <dgm:pt modelId="{5DD88956-896A-40B0-AC4F-14E77ED43154}" type="pres">
      <dgm:prSet presAssocID="{F867DD9B-4516-44DF-9B57-738B8F2B85D8}" presName="bgRect" presStyleLbl="node1" presStyleIdx="0" presStyleCnt="2"/>
      <dgm:spPr/>
    </dgm:pt>
    <dgm:pt modelId="{D6E485B7-5380-41CA-B399-FCCF775651E8}" type="pres">
      <dgm:prSet presAssocID="{F867DD9B-4516-44DF-9B57-738B8F2B85D8}" presName="parentNode" presStyleLbl="node1" presStyleIdx="0" presStyleCnt="2">
        <dgm:presLayoutVars>
          <dgm:chMax val="0"/>
          <dgm:bulletEnabled val="1"/>
        </dgm:presLayoutVars>
      </dgm:prSet>
      <dgm:spPr/>
    </dgm:pt>
    <dgm:pt modelId="{E2E6E637-2DC2-4656-986C-3699FE06DD30}" type="pres">
      <dgm:prSet presAssocID="{F867DD9B-4516-44DF-9B57-738B8F2B85D8}" presName="childNode" presStyleLbl="node1" presStyleIdx="0" presStyleCnt="2">
        <dgm:presLayoutVars>
          <dgm:bulletEnabled val="1"/>
        </dgm:presLayoutVars>
      </dgm:prSet>
      <dgm:spPr/>
    </dgm:pt>
    <dgm:pt modelId="{144C7489-A975-498A-9BBA-B4AC8F60B6AF}" type="pres">
      <dgm:prSet presAssocID="{F7D6D605-A337-441D-ACB5-C1BD592CA1E1}" presName="hSp" presStyleCnt="0"/>
      <dgm:spPr/>
    </dgm:pt>
    <dgm:pt modelId="{F7BD1FA7-7AB1-443E-A3B2-DBD4E312525C}" type="pres">
      <dgm:prSet presAssocID="{F7D6D605-A337-441D-ACB5-C1BD592CA1E1}" presName="vProcSp" presStyleCnt="0"/>
      <dgm:spPr/>
    </dgm:pt>
    <dgm:pt modelId="{A94CCD2A-9744-441D-B543-DDF619EFEAAF}" type="pres">
      <dgm:prSet presAssocID="{F7D6D605-A337-441D-ACB5-C1BD592CA1E1}" presName="vSp1" presStyleCnt="0"/>
      <dgm:spPr/>
    </dgm:pt>
    <dgm:pt modelId="{F6BA5194-B377-462F-BB31-47CC78AB3208}" type="pres">
      <dgm:prSet presAssocID="{F7D6D605-A337-441D-ACB5-C1BD592CA1E1}" presName="simulatedConn" presStyleLbl="solidFgAcc1" presStyleIdx="0" presStyleCnt="1"/>
      <dgm:spPr/>
    </dgm:pt>
    <dgm:pt modelId="{2ECBAFF7-E0F6-46A9-AE2E-FB7280F82CFD}" type="pres">
      <dgm:prSet presAssocID="{F7D6D605-A337-441D-ACB5-C1BD592CA1E1}" presName="vSp2" presStyleCnt="0"/>
      <dgm:spPr/>
    </dgm:pt>
    <dgm:pt modelId="{8EDF3042-6D86-46F8-BD5E-E4D8722620B3}" type="pres">
      <dgm:prSet presAssocID="{F7D6D605-A337-441D-ACB5-C1BD592CA1E1}" presName="sibTrans" presStyleCnt="0"/>
      <dgm:spPr/>
    </dgm:pt>
    <dgm:pt modelId="{A51B08F4-B3FA-406D-8142-1EDF62A5E9AF}" type="pres">
      <dgm:prSet presAssocID="{60173E6D-300D-4414-ACEA-C6DCF2C91387}" presName="compositeNode" presStyleCnt="0">
        <dgm:presLayoutVars>
          <dgm:bulletEnabled val="1"/>
        </dgm:presLayoutVars>
      </dgm:prSet>
      <dgm:spPr/>
    </dgm:pt>
    <dgm:pt modelId="{353720B0-DFA0-46FA-A277-10DE07481F25}" type="pres">
      <dgm:prSet presAssocID="{60173E6D-300D-4414-ACEA-C6DCF2C91387}" presName="bgRect" presStyleLbl="node1" presStyleIdx="1" presStyleCnt="2"/>
      <dgm:spPr/>
    </dgm:pt>
    <dgm:pt modelId="{48D9B75A-0679-4255-A94A-E498D8204BD7}" type="pres">
      <dgm:prSet presAssocID="{60173E6D-300D-4414-ACEA-C6DCF2C91387}" presName="parentNode" presStyleLbl="node1" presStyleIdx="1" presStyleCnt="2">
        <dgm:presLayoutVars>
          <dgm:chMax val="0"/>
          <dgm:bulletEnabled val="1"/>
        </dgm:presLayoutVars>
      </dgm:prSet>
      <dgm:spPr/>
    </dgm:pt>
    <dgm:pt modelId="{BD804F4A-985B-46F6-99FB-908FDAE12E4C}" type="pres">
      <dgm:prSet presAssocID="{60173E6D-300D-4414-ACEA-C6DCF2C91387}" presName="childNode" presStyleLbl="node1" presStyleIdx="1" presStyleCnt="2">
        <dgm:presLayoutVars>
          <dgm:bulletEnabled val="1"/>
        </dgm:presLayoutVars>
      </dgm:prSet>
      <dgm:spPr/>
    </dgm:pt>
  </dgm:ptLst>
  <dgm:cxnLst>
    <dgm:cxn modelId="{EFDED017-C5AA-43A5-A038-8F6417B7002E}" type="presOf" srcId="{F867DD9B-4516-44DF-9B57-738B8F2B85D8}" destId="{5DD88956-896A-40B0-AC4F-14E77ED43154}" srcOrd="0" destOrd="0" presId="urn:microsoft.com/office/officeart/2005/8/layout/hProcess7#1"/>
    <dgm:cxn modelId="{3B0F1431-3F9A-4B79-B9C1-2B45A28658D5}" srcId="{8FE238D1-86BD-42B3-9A7D-714D7771EAE4}" destId="{60173E6D-300D-4414-ACEA-C6DCF2C91387}" srcOrd="1" destOrd="0" parTransId="{9C019AF3-5668-439E-A4B9-606E8E82B08A}" sibTransId="{A5EB1124-33A4-4A25-AE7B-B4934CB09239}"/>
    <dgm:cxn modelId="{2C474033-68D8-4401-A337-8D6D28AE2F8B}" type="presOf" srcId="{60173E6D-300D-4414-ACEA-C6DCF2C91387}" destId="{48D9B75A-0679-4255-A94A-E498D8204BD7}" srcOrd="1" destOrd="0" presId="urn:microsoft.com/office/officeart/2005/8/layout/hProcess7#1"/>
    <dgm:cxn modelId="{3EBFF137-95D4-4697-A9BA-DB3ABB7122BB}" srcId="{F867DD9B-4516-44DF-9B57-738B8F2B85D8}" destId="{CF153D54-0401-47BB-B54B-7D6410C9AA45}" srcOrd="0" destOrd="0" parTransId="{5338FAB9-F14C-4683-9FF3-5616600218FD}" sibTransId="{22AF61C1-D239-47F6-BC00-F79B0C82773E}"/>
    <dgm:cxn modelId="{0830CC3C-51F5-4901-A4DD-7402DDAD5448}" type="presOf" srcId="{8FE238D1-86BD-42B3-9A7D-714D7771EAE4}" destId="{3400CE0E-1925-4045-8C08-FC1C0F21ED05}" srcOrd="0" destOrd="0" presId="urn:microsoft.com/office/officeart/2005/8/layout/hProcess7#1"/>
    <dgm:cxn modelId="{075EE24A-89F0-4FBF-9266-BCCB7FD3C61C}" srcId="{60173E6D-300D-4414-ACEA-C6DCF2C91387}" destId="{EB4277A0-CB13-4A29-B4C3-D93FEE7A0D16}" srcOrd="0" destOrd="0" parTransId="{7D7E6194-CF5B-4362-A12D-23925AB6416A}" sibTransId="{1FA59C2D-1EEE-4590-81AF-239E48DD88ED}"/>
    <dgm:cxn modelId="{D682B14B-BF1D-4AB9-81E5-686D5F1FD847}" type="presOf" srcId="{F867DD9B-4516-44DF-9B57-738B8F2B85D8}" destId="{D6E485B7-5380-41CA-B399-FCCF775651E8}" srcOrd="1" destOrd="0" presId="urn:microsoft.com/office/officeart/2005/8/layout/hProcess7#1"/>
    <dgm:cxn modelId="{198C866C-F2E0-45D6-B899-E93AA0338E45}" type="presOf" srcId="{60173E6D-300D-4414-ACEA-C6DCF2C91387}" destId="{353720B0-DFA0-46FA-A277-10DE07481F25}" srcOrd="0" destOrd="0" presId="urn:microsoft.com/office/officeart/2005/8/layout/hProcess7#1"/>
    <dgm:cxn modelId="{1EF13BB0-0440-4D02-B1DA-91D458220CF8}" type="presOf" srcId="{CF153D54-0401-47BB-B54B-7D6410C9AA45}" destId="{E2E6E637-2DC2-4656-986C-3699FE06DD30}" srcOrd="0" destOrd="0" presId="urn:microsoft.com/office/officeart/2005/8/layout/hProcess7#1"/>
    <dgm:cxn modelId="{DD01A3CC-3603-43DD-9B61-AE835DD9932C}" srcId="{8FE238D1-86BD-42B3-9A7D-714D7771EAE4}" destId="{F867DD9B-4516-44DF-9B57-738B8F2B85D8}" srcOrd="0" destOrd="0" parTransId="{D177A39C-5309-454E-BD66-830C3B46FD79}" sibTransId="{F7D6D605-A337-441D-ACB5-C1BD592CA1E1}"/>
    <dgm:cxn modelId="{5052D2EF-3140-4CD9-A050-204751B8AA7E}" type="presOf" srcId="{EB4277A0-CB13-4A29-B4C3-D93FEE7A0D16}" destId="{BD804F4A-985B-46F6-99FB-908FDAE12E4C}" srcOrd="0" destOrd="0" presId="urn:microsoft.com/office/officeart/2005/8/layout/hProcess7#1"/>
    <dgm:cxn modelId="{E0D2712C-E92D-498E-9397-3D5849E3ABFA}" type="presParOf" srcId="{3400CE0E-1925-4045-8C08-FC1C0F21ED05}" destId="{944B6389-C0EE-46E1-B0C4-A2C531A433C3}" srcOrd="0" destOrd="0" presId="urn:microsoft.com/office/officeart/2005/8/layout/hProcess7#1"/>
    <dgm:cxn modelId="{B3206976-BADD-4BC1-B578-F88A40E49D3B}" type="presParOf" srcId="{944B6389-C0EE-46E1-B0C4-A2C531A433C3}" destId="{5DD88956-896A-40B0-AC4F-14E77ED43154}" srcOrd="0" destOrd="0" presId="urn:microsoft.com/office/officeart/2005/8/layout/hProcess7#1"/>
    <dgm:cxn modelId="{7951F42D-A3E3-4769-8070-732DDA22003D}" type="presParOf" srcId="{944B6389-C0EE-46E1-B0C4-A2C531A433C3}" destId="{D6E485B7-5380-41CA-B399-FCCF775651E8}" srcOrd="1" destOrd="0" presId="urn:microsoft.com/office/officeart/2005/8/layout/hProcess7#1"/>
    <dgm:cxn modelId="{BC765312-4640-450B-860E-504C775C6A8A}" type="presParOf" srcId="{944B6389-C0EE-46E1-B0C4-A2C531A433C3}" destId="{E2E6E637-2DC2-4656-986C-3699FE06DD30}" srcOrd="2" destOrd="0" presId="urn:microsoft.com/office/officeart/2005/8/layout/hProcess7#1"/>
    <dgm:cxn modelId="{EFC5859F-DD11-4BB1-A757-D70D58B08C00}" type="presParOf" srcId="{3400CE0E-1925-4045-8C08-FC1C0F21ED05}" destId="{144C7489-A975-498A-9BBA-B4AC8F60B6AF}" srcOrd="1" destOrd="0" presId="urn:microsoft.com/office/officeart/2005/8/layout/hProcess7#1"/>
    <dgm:cxn modelId="{CAA50717-E7AD-4C6A-B678-FCAF2BAD57A5}" type="presParOf" srcId="{3400CE0E-1925-4045-8C08-FC1C0F21ED05}" destId="{F7BD1FA7-7AB1-443E-A3B2-DBD4E312525C}" srcOrd="2" destOrd="0" presId="urn:microsoft.com/office/officeart/2005/8/layout/hProcess7#1"/>
    <dgm:cxn modelId="{1CBB5F74-522D-45C1-8EB8-3874404726D2}" type="presParOf" srcId="{F7BD1FA7-7AB1-443E-A3B2-DBD4E312525C}" destId="{A94CCD2A-9744-441D-B543-DDF619EFEAAF}" srcOrd="0" destOrd="0" presId="urn:microsoft.com/office/officeart/2005/8/layout/hProcess7#1"/>
    <dgm:cxn modelId="{29B11E06-52C3-47C7-8CA7-0FC333A37305}" type="presParOf" srcId="{F7BD1FA7-7AB1-443E-A3B2-DBD4E312525C}" destId="{F6BA5194-B377-462F-BB31-47CC78AB3208}" srcOrd="1" destOrd="0" presId="urn:microsoft.com/office/officeart/2005/8/layout/hProcess7#1"/>
    <dgm:cxn modelId="{AA87451D-842A-41E6-83E9-6B009B9F20F7}" type="presParOf" srcId="{F7BD1FA7-7AB1-443E-A3B2-DBD4E312525C}" destId="{2ECBAFF7-E0F6-46A9-AE2E-FB7280F82CFD}" srcOrd="2" destOrd="0" presId="urn:microsoft.com/office/officeart/2005/8/layout/hProcess7#1"/>
    <dgm:cxn modelId="{5FB44116-6B5A-413C-BA93-E2EF80B05B8E}" type="presParOf" srcId="{3400CE0E-1925-4045-8C08-FC1C0F21ED05}" destId="{8EDF3042-6D86-46F8-BD5E-E4D8722620B3}" srcOrd="3" destOrd="0" presId="urn:microsoft.com/office/officeart/2005/8/layout/hProcess7#1"/>
    <dgm:cxn modelId="{78C3D115-2337-4CBA-8420-B9DB97BFAAEF}" type="presParOf" srcId="{3400CE0E-1925-4045-8C08-FC1C0F21ED05}" destId="{A51B08F4-B3FA-406D-8142-1EDF62A5E9AF}" srcOrd="4" destOrd="0" presId="urn:microsoft.com/office/officeart/2005/8/layout/hProcess7#1"/>
    <dgm:cxn modelId="{1D456E6C-E3A9-42A9-A4F0-C4BCAD02FE71}" type="presParOf" srcId="{A51B08F4-B3FA-406D-8142-1EDF62A5E9AF}" destId="{353720B0-DFA0-46FA-A277-10DE07481F25}" srcOrd="0" destOrd="0" presId="urn:microsoft.com/office/officeart/2005/8/layout/hProcess7#1"/>
    <dgm:cxn modelId="{67CB7365-0EB1-481F-86DB-21FFECBD167B}" type="presParOf" srcId="{A51B08F4-B3FA-406D-8142-1EDF62A5E9AF}" destId="{48D9B75A-0679-4255-A94A-E498D8204BD7}" srcOrd="1" destOrd="0" presId="urn:microsoft.com/office/officeart/2005/8/layout/hProcess7#1"/>
    <dgm:cxn modelId="{42BDDBAD-69E5-4053-875A-070BB0B2A39F}" type="presParOf" srcId="{A51B08F4-B3FA-406D-8142-1EDF62A5E9AF}" destId="{BD804F4A-985B-46F6-99FB-908FDAE12E4C}" srcOrd="2" destOrd="0" presId="urn:microsoft.com/office/officeart/2005/8/layout/hProcess7#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6D87B04-10D8-41B4-88CB-BFD5604E3AF4}" type="doc">
      <dgm:prSet loTypeId="urn:microsoft.com/office/officeart/2005/8/layout/hProcess7#2" loCatId="list" qsTypeId="urn:microsoft.com/office/officeart/2005/8/quickstyle/3d3" qsCatId="3D" csTypeId="urn:microsoft.com/office/officeart/2005/8/colors/accent3_4" csCatId="accent3" phldr="1"/>
      <dgm:spPr/>
      <dgm:t>
        <a:bodyPr/>
        <a:lstStyle/>
        <a:p>
          <a:endParaRPr lang="en-US"/>
        </a:p>
      </dgm:t>
    </dgm:pt>
    <dgm:pt modelId="{A67ED7B9-0F7F-4EDD-AB31-9A64137C6B75}">
      <dgm:prSet phldrT="[Text]"/>
      <dgm:spPr/>
      <dgm:t>
        <a:bodyPr/>
        <a:lstStyle/>
        <a:p>
          <a:r>
            <a:rPr lang="en-US">
              <a:solidFill>
                <a:schemeClr val="tx1"/>
              </a:solidFill>
            </a:rPr>
            <a:t>Phần chung 107 Điều </a:t>
          </a:r>
        </a:p>
      </dgm:t>
    </dgm:pt>
    <dgm:pt modelId="{CEF7D5E7-50CD-4900-A406-3F7F33852567}" type="parTrans" cxnId="{F8528FDB-D32A-4596-ACE5-528527EC43E1}">
      <dgm:prSet/>
      <dgm:spPr/>
      <dgm:t>
        <a:bodyPr/>
        <a:lstStyle/>
        <a:p>
          <a:endParaRPr lang="en-US"/>
        </a:p>
      </dgm:t>
    </dgm:pt>
    <dgm:pt modelId="{B901485C-FF65-43F5-8A2D-AE96F4C7C643}" type="sibTrans" cxnId="{F8528FDB-D32A-4596-ACE5-528527EC43E1}">
      <dgm:prSet/>
      <dgm:spPr/>
      <dgm:t>
        <a:bodyPr/>
        <a:lstStyle/>
        <a:p>
          <a:endParaRPr lang="en-US"/>
        </a:p>
      </dgm:t>
    </dgm:pt>
    <dgm:pt modelId="{C6099D1C-B684-430A-98C8-C25E80064798}">
      <dgm:prSet phldrT="[Text]" custT="1"/>
      <dgm:spPr/>
      <dgm:t>
        <a:bodyPr/>
        <a:lstStyle/>
        <a:p>
          <a:r>
            <a:rPr lang="en-US" sz="1800">
              <a:solidFill>
                <a:schemeClr val="tx1"/>
              </a:solidFill>
            </a:rPr>
            <a:t>C1.Điều khoản cơ bản</a:t>
          </a:r>
        </a:p>
        <a:p>
          <a:r>
            <a:rPr lang="en-US" sz="1800">
              <a:solidFill>
                <a:schemeClr val="tx1"/>
              </a:solidFill>
            </a:rPr>
            <a:t>C2.Hiệu lực</a:t>
          </a:r>
        </a:p>
        <a:p>
          <a:r>
            <a:rPr lang="en-US" sz="1800">
              <a:solidFill>
                <a:schemeClr val="tx1"/>
              </a:solidFill>
            </a:rPr>
            <a:t>C3.Tội phạm</a:t>
          </a:r>
        </a:p>
        <a:p>
          <a:r>
            <a:rPr lang="en-US" sz="1800">
              <a:solidFill>
                <a:schemeClr val="tx1"/>
              </a:solidFill>
            </a:rPr>
            <a:t>C4.Những trường hợp loại trừ TNHS</a:t>
          </a:r>
        </a:p>
        <a:p>
          <a:r>
            <a:rPr lang="en-US" sz="1800">
              <a:solidFill>
                <a:schemeClr val="tx1"/>
              </a:solidFill>
            </a:rPr>
            <a:t>C5.Thời hiệu truy cứu TNHS, Miễn TNHS</a:t>
          </a:r>
        </a:p>
        <a:p>
          <a:r>
            <a:rPr lang="en-US" sz="1800">
              <a:solidFill>
                <a:schemeClr val="tx1"/>
              </a:solidFill>
            </a:rPr>
            <a:t>C6.Hình phạt</a:t>
          </a:r>
        </a:p>
        <a:p>
          <a:r>
            <a:rPr lang="en-US" sz="1800">
              <a:solidFill>
                <a:schemeClr val="tx1"/>
              </a:solidFill>
            </a:rPr>
            <a:t>C7.Các biện pháp tư pháp</a:t>
          </a:r>
        </a:p>
        <a:p>
          <a:r>
            <a:rPr lang="en-US" sz="1800">
              <a:solidFill>
                <a:schemeClr val="tx1"/>
              </a:solidFill>
            </a:rPr>
            <a:t>C8.Quyết định hình phạt</a:t>
          </a:r>
        </a:p>
        <a:p>
          <a:r>
            <a:rPr lang="en-US" sz="1800">
              <a:solidFill>
                <a:schemeClr val="tx1"/>
              </a:solidFill>
            </a:rPr>
            <a:t>…….</a:t>
          </a:r>
        </a:p>
        <a:p>
          <a:r>
            <a:rPr lang="en-US" sz="1800">
              <a:solidFill>
                <a:schemeClr val="tx1"/>
              </a:solidFill>
            </a:rPr>
            <a:t>C11. Những quy định đối với pháp nhân  thương mại phạm tội</a:t>
          </a:r>
        </a:p>
        <a:p>
          <a:r>
            <a:rPr lang="en-US" sz="1800">
              <a:solidFill>
                <a:schemeClr val="tx1"/>
              </a:solidFill>
            </a:rPr>
            <a:t>C12.Những quy định đối với người dưới 18 tuổi phạm tội</a:t>
          </a:r>
        </a:p>
        <a:p>
          <a:endParaRPr lang="en-US" sz="1700">
            <a:solidFill>
              <a:schemeClr val="tx1"/>
            </a:solidFill>
          </a:endParaRPr>
        </a:p>
        <a:p>
          <a:endParaRPr lang="en-US" sz="1700">
            <a:solidFill>
              <a:schemeClr val="tx1"/>
            </a:solidFill>
          </a:endParaRPr>
        </a:p>
      </dgm:t>
    </dgm:pt>
    <dgm:pt modelId="{E6DC3E2A-856C-416E-B354-721A4EB0BE36}" type="parTrans" cxnId="{A8DA2AD3-F335-4379-B5DF-20F46600BFEB}">
      <dgm:prSet/>
      <dgm:spPr/>
      <dgm:t>
        <a:bodyPr/>
        <a:lstStyle/>
        <a:p>
          <a:endParaRPr lang="en-US"/>
        </a:p>
      </dgm:t>
    </dgm:pt>
    <dgm:pt modelId="{F0186A7B-3295-45CB-9691-24A4D335FC92}" type="sibTrans" cxnId="{A8DA2AD3-F335-4379-B5DF-20F46600BFEB}">
      <dgm:prSet/>
      <dgm:spPr/>
      <dgm:t>
        <a:bodyPr/>
        <a:lstStyle/>
        <a:p>
          <a:endParaRPr lang="en-US"/>
        </a:p>
      </dgm:t>
    </dgm:pt>
    <dgm:pt modelId="{A9297ED0-ECF7-45B2-B07E-95E674B10FDC}">
      <dgm:prSet phldrT="[Text]"/>
      <dgm:spPr/>
      <dgm:t>
        <a:bodyPr/>
        <a:lstStyle/>
        <a:p>
          <a:r>
            <a:rPr lang="en-US">
              <a:solidFill>
                <a:schemeClr val="tx1"/>
              </a:solidFill>
            </a:rPr>
            <a:t>Phần các TP cụ thể 318 Điều  </a:t>
          </a:r>
        </a:p>
      </dgm:t>
    </dgm:pt>
    <dgm:pt modelId="{6E881A6D-F8A0-4928-A059-9883C970F662}" type="parTrans" cxnId="{55D9553A-0E9A-437F-BA6C-C5C1120F8E4B}">
      <dgm:prSet/>
      <dgm:spPr/>
      <dgm:t>
        <a:bodyPr/>
        <a:lstStyle/>
        <a:p>
          <a:endParaRPr lang="en-US"/>
        </a:p>
      </dgm:t>
    </dgm:pt>
    <dgm:pt modelId="{1D38ED89-7ACC-4B8E-A7E5-7AD819A39240}" type="sibTrans" cxnId="{55D9553A-0E9A-437F-BA6C-C5C1120F8E4B}">
      <dgm:prSet/>
      <dgm:spPr/>
      <dgm:t>
        <a:bodyPr/>
        <a:lstStyle/>
        <a:p>
          <a:endParaRPr lang="en-US"/>
        </a:p>
      </dgm:t>
    </dgm:pt>
    <dgm:pt modelId="{75B96A2D-9B96-44DF-8876-2B65BCBB7051}">
      <dgm:prSet phldrT="[Text]"/>
      <dgm:spPr/>
      <dgm:t>
        <a:bodyPr/>
        <a:lstStyle/>
        <a:p>
          <a:r>
            <a:rPr lang="en-US">
              <a:solidFill>
                <a:schemeClr val="tx1"/>
              </a:solidFill>
            </a:rPr>
            <a:t>- Các tội xâm phậm an ninh quốc gia</a:t>
          </a:r>
        </a:p>
        <a:p>
          <a:r>
            <a:rPr lang="en-US">
              <a:solidFill>
                <a:schemeClr val="tx1"/>
              </a:solidFill>
            </a:rPr>
            <a:t>-Các tội xâm phạm tính mạng, sức khỏe, nhân phẩm, danh dự của con người</a:t>
          </a:r>
        </a:p>
        <a:p>
          <a:r>
            <a:rPr lang="en-US">
              <a:solidFill>
                <a:schemeClr val="tx1"/>
              </a:solidFill>
            </a:rPr>
            <a:t>- Các tội xâm phạm quyền tự do của con người, quyền tự do, dân chủ của công dân</a:t>
          </a:r>
        </a:p>
        <a:p>
          <a:r>
            <a:rPr lang="en-US">
              <a:solidFill>
                <a:schemeClr val="tx1"/>
              </a:solidFill>
            </a:rPr>
            <a:t>- Các tội xâm phạm sở hữu</a:t>
          </a:r>
        </a:p>
        <a:p>
          <a:r>
            <a:rPr lang="en-US">
              <a:solidFill>
                <a:schemeClr val="tx1"/>
              </a:solidFill>
            </a:rPr>
            <a:t>-Các tội xâm phạm chế độ hôn nhân và gia đình</a:t>
          </a:r>
        </a:p>
        <a:p>
          <a:r>
            <a:rPr lang="en-US">
              <a:solidFill>
                <a:schemeClr val="tx1"/>
              </a:solidFill>
            </a:rPr>
            <a:t>-Các tội xâm phạm trật tự quản lý kinh tế</a:t>
          </a:r>
        </a:p>
        <a:p>
          <a:r>
            <a:rPr lang="en-US">
              <a:solidFill>
                <a:schemeClr val="tx1"/>
              </a:solidFill>
            </a:rPr>
            <a:t>- Các tội phạm về môi trường</a:t>
          </a:r>
        </a:p>
        <a:p>
          <a:r>
            <a:rPr lang="en-US">
              <a:solidFill>
                <a:schemeClr val="tx1"/>
              </a:solidFill>
            </a:rPr>
            <a:t>-Các tội phạm về ma túy</a:t>
          </a:r>
        </a:p>
        <a:p>
          <a:r>
            <a:rPr lang="en-US">
              <a:solidFill>
                <a:schemeClr val="tx1"/>
              </a:solidFill>
            </a:rPr>
            <a:t>-Các tội xâm phạm an toàn công cộng, trật tự công cộng</a:t>
          </a:r>
        </a:p>
        <a:p>
          <a:r>
            <a:rPr lang="en-US">
              <a:solidFill>
                <a:schemeClr val="tx1"/>
              </a:solidFill>
            </a:rPr>
            <a:t>- Tội xâm phạm trật tự quản lý hành chính</a:t>
          </a:r>
        </a:p>
        <a:p>
          <a:r>
            <a:rPr lang="en-US">
              <a:solidFill>
                <a:schemeClr val="tx1"/>
              </a:solidFill>
            </a:rPr>
            <a:t>- Các tội phạm về chức vụ…….</a:t>
          </a:r>
        </a:p>
      </dgm:t>
    </dgm:pt>
    <dgm:pt modelId="{DF3642F4-C3A8-442C-B904-DA922EE0EBD0}" type="parTrans" cxnId="{A14DC9BD-48A9-4D86-A842-E3F695B9AE8D}">
      <dgm:prSet/>
      <dgm:spPr/>
      <dgm:t>
        <a:bodyPr/>
        <a:lstStyle/>
        <a:p>
          <a:endParaRPr lang="en-US"/>
        </a:p>
      </dgm:t>
    </dgm:pt>
    <dgm:pt modelId="{D90E9B08-F7A5-4044-8537-11914E665202}" type="sibTrans" cxnId="{A14DC9BD-48A9-4D86-A842-E3F695B9AE8D}">
      <dgm:prSet/>
      <dgm:spPr/>
      <dgm:t>
        <a:bodyPr/>
        <a:lstStyle/>
        <a:p>
          <a:endParaRPr lang="en-US"/>
        </a:p>
      </dgm:t>
    </dgm:pt>
    <dgm:pt modelId="{84C62EC8-E80D-4593-B483-82F5E5312B63}" type="pres">
      <dgm:prSet presAssocID="{C6D87B04-10D8-41B4-88CB-BFD5604E3AF4}" presName="Name0" presStyleCnt="0">
        <dgm:presLayoutVars>
          <dgm:dir/>
          <dgm:animLvl val="lvl"/>
          <dgm:resizeHandles val="exact"/>
        </dgm:presLayoutVars>
      </dgm:prSet>
      <dgm:spPr/>
    </dgm:pt>
    <dgm:pt modelId="{4B865A83-EA39-46C4-A0D8-04123293AC3C}" type="pres">
      <dgm:prSet presAssocID="{A67ED7B9-0F7F-4EDD-AB31-9A64137C6B75}" presName="compositeNode" presStyleCnt="0">
        <dgm:presLayoutVars>
          <dgm:bulletEnabled val="1"/>
        </dgm:presLayoutVars>
      </dgm:prSet>
      <dgm:spPr/>
    </dgm:pt>
    <dgm:pt modelId="{C8528E3D-9286-484E-9091-9869A43C752A}" type="pres">
      <dgm:prSet presAssocID="{A67ED7B9-0F7F-4EDD-AB31-9A64137C6B75}" presName="bgRect" presStyleLbl="node1" presStyleIdx="0" presStyleCnt="2"/>
      <dgm:spPr/>
    </dgm:pt>
    <dgm:pt modelId="{CFA1283C-E8B5-4D59-BC9F-53C41F72A746}" type="pres">
      <dgm:prSet presAssocID="{A67ED7B9-0F7F-4EDD-AB31-9A64137C6B75}" presName="parentNode" presStyleLbl="node1" presStyleIdx="0" presStyleCnt="2">
        <dgm:presLayoutVars>
          <dgm:chMax val="0"/>
          <dgm:bulletEnabled val="1"/>
        </dgm:presLayoutVars>
      </dgm:prSet>
      <dgm:spPr/>
    </dgm:pt>
    <dgm:pt modelId="{6F70EC3D-8E6D-41B2-94D4-2B47153FC0C6}" type="pres">
      <dgm:prSet presAssocID="{A67ED7B9-0F7F-4EDD-AB31-9A64137C6B75}" presName="childNode" presStyleLbl="node1" presStyleIdx="0" presStyleCnt="2">
        <dgm:presLayoutVars>
          <dgm:bulletEnabled val="1"/>
        </dgm:presLayoutVars>
      </dgm:prSet>
      <dgm:spPr/>
    </dgm:pt>
    <dgm:pt modelId="{4A205EEF-1570-428D-9472-67076BDE2AB4}" type="pres">
      <dgm:prSet presAssocID="{B901485C-FF65-43F5-8A2D-AE96F4C7C643}" presName="hSp" presStyleCnt="0"/>
      <dgm:spPr/>
    </dgm:pt>
    <dgm:pt modelId="{95AE5C61-2610-4490-AA45-B8D5B7254A70}" type="pres">
      <dgm:prSet presAssocID="{B901485C-FF65-43F5-8A2D-AE96F4C7C643}" presName="vProcSp" presStyleCnt="0"/>
      <dgm:spPr/>
    </dgm:pt>
    <dgm:pt modelId="{C4165D3E-71A4-4F3B-9AEA-7C7D9ADE956C}" type="pres">
      <dgm:prSet presAssocID="{B901485C-FF65-43F5-8A2D-AE96F4C7C643}" presName="vSp1" presStyleCnt="0"/>
      <dgm:spPr/>
    </dgm:pt>
    <dgm:pt modelId="{B587F902-310F-4458-8253-F98592F3EE9A}" type="pres">
      <dgm:prSet presAssocID="{B901485C-FF65-43F5-8A2D-AE96F4C7C643}" presName="simulatedConn" presStyleLbl="solidFgAcc1" presStyleIdx="0" presStyleCnt="1"/>
      <dgm:spPr/>
    </dgm:pt>
    <dgm:pt modelId="{BB57B592-010C-44BB-AC0D-4D1152336B4C}" type="pres">
      <dgm:prSet presAssocID="{B901485C-FF65-43F5-8A2D-AE96F4C7C643}" presName="vSp2" presStyleCnt="0"/>
      <dgm:spPr/>
    </dgm:pt>
    <dgm:pt modelId="{ED683232-FE8F-489E-99E4-A29BD6360ECE}" type="pres">
      <dgm:prSet presAssocID="{B901485C-FF65-43F5-8A2D-AE96F4C7C643}" presName="sibTrans" presStyleCnt="0"/>
      <dgm:spPr/>
    </dgm:pt>
    <dgm:pt modelId="{1B6D92E4-F4D1-47A1-B334-8879BB40B370}" type="pres">
      <dgm:prSet presAssocID="{A9297ED0-ECF7-45B2-B07E-95E674B10FDC}" presName="compositeNode" presStyleCnt="0">
        <dgm:presLayoutVars>
          <dgm:bulletEnabled val="1"/>
        </dgm:presLayoutVars>
      </dgm:prSet>
      <dgm:spPr/>
    </dgm:pt>
    <dgm:pt modelId="{95F0DFB9-9D1C-485C-8E14-AEB845D33A54}" type="pres">
      <dgm:prSet presAssocID="{A9297ED0-ECF7-45B2-B07E-95E674B10FDC}" presName="bgRect" presStyleLbl="node1" presStyleIdx="1" presStyleCnt="2"/>
      <dgm:spPr/>
    </dgm:pt>
    <dgm:pt modelId="{D62B7AE9-8B7B-4913-8066-1A333AB786A7}" type="pres">
      <dgm:prSet presAssocID="{A9297ED0-ECF7-45B2-B07E-95E674B10FDC}" presName="parentNode" presStyleLbl="node1" presStyleIdx="1" presStyleCnt="2">
        <dgm:presLayoutVars>
          <dgm:chMax val="0"/>
          <dgm:bulletEnabled val="1"/>
        </dgm:presLayoutVars>
      </dgm:prSet>
      <dgm:spPr/>
    </dgm:pt>
    <dgm:pt modelId="{BD31BA42-FBA8-4080-9283-4B9078DBE5A8}" type="pres">
      <dgm:prSet presAssocID="{A9297ED0-ECF7-45B2-B07E-95E674B10FDC}" presName="childNode" presStyleLbl="node1" presStyleIdx="1" presStyleCnt="2">
        <dgm:presLayoutVars>
          <dgm:bulletEnabled val="1"/>
        </dgm:presLayoutVars>
      </dgm:prSet>
      <dgm:spPr/>
    </dgm:pt>
  </dgm:ptLst>
  <dgm:cxnLst>
    <dgm:cxn modelId="{3AB50213-2B37-47D9-A103-194CAF08C9AA}" type="presOf" srcId="{A67ED7B9-0F7F-4EDD-AB31-9A64137C6B75}" destId="{C8528E3D-9286-484E-9091-9869A43C752A}" srcOrd="0" destOrd="0" presId="urn:microsoft.com/office/officeart/2005/8/layout/hProcess7#2"/>
    <dgm:cxn modelId="{D91AED34-091B-4CED-BC19-039CF0BCA2A4}" type="presOf" srcId="{C6D87B04-10D8-41B4-88CB-BFD5604E3AF4}" destId="{84C62EC8-E80D-4593-B483-82F5E5312B63}" srcOrd="0" destOrd="0" presId="urn:microsoft.com/office/officeart/2005/8/layout/hProcess7#2"/>
    <dgm:cxn modelId="{55D9553A-0E9A-437F-BA6C-C5C1120F8E4B}" srcId="{C6D87B04-10D8-41B4-88CB-BFD5604E3AF4}" destId="{A9297ED0-ECF7-45B2-B07E-95E674B10FDC}" srcOrd="1" destOrd="0" parTransId="{6E881A6D-F8A0-4928-A059-9883C970F662}" sibTransId="{1D38ED89-7ACC-4B8E-A7E5-7AD819A39240}"/>
    <dgm:cxn modelId="{067CEC6A-9FBB-4807-B7F3-EADD51D0D8E5}" type="presOf" srcId="{75B96A2D-9B96-44DF-8876-2B65BCBB7051}" destId="{BD31BA42-FBA8-4080-9283-4B9078DBE5A8}" srcOrd="0" destOrd="0" presId="urn:microsoft.com/office/officeart/2005/8/layout/hProcess7#2"/>
    <dgm:cxn modelId="{4960DA4C-5667-4E98-88A0-A69F91064006}" type="presOf" srcId="{C6099D1C-B684-430A-98C8-C25E80064798}" destId="{6F70EC3D-8E6D-41B2-94D4-2B47153FC0C6}" srcOrd="0" destOrd="0" presId="urn:microsoft.com/office/officeart/2005/8/layout/hProcess7#2"/>
    <dgm:cxn modelId="{91A30A54-F9A4-48A6-84C3-535B24843CD3}" type="presOf" srcId="{A9297ED0-ECF7-45B2-B07E-95E674B10FDC}" destId="{D62B7AE9-8B7B-4913-8066-1A333AB786A7}" srcOrd="1" destOrd="0" presId="urn:microsoft.com/office/officeart/2005/8/layout/hProcess7#2"/>
    <dgm:cxn modelId="{1D5A9576-DD37-4962-AFC0-3EE5BD221935}" type="presOf" srcId="{A67ED7B9-0F7F-4EDD-AB31-9A64137C6B75}" destId="{CFA1283C-E8B5-4D59-BC9F-53C41F72A746}" srcOrd="1" destOrd="0" presId="urn:microsoft.com/office/officeart/2005/8/layout/hProcess7#2"/>
    <dgm:cxn modelId="{FF8C28B6-F9D4-4021-8268-1D79E7B31F32}" type="presOf" srcId="{A9297ED0-ECF7-45B2-B07E-95E674B10FDC}" destId="{95F0DFB9-9D1C-485C-8E14-AEB845D33A54}" srcOrd="0" destOrd="0" presId="urn:microsoft.com/office/officeart/2005/8/layout/hProcess7#2"/>
    <dgm:cxn modelId="{A14DC9BD-48A9-4D86-A842-E3F695B9AE8D}" srcId="{A9297ED0-ECF7-45B2-B07E-95E674B10FDC}" destId="{75B96A2D-9B96-44DF-8876-2B65BCBB7051}" srcOrd="0" destOrd="0" parTransId="{DF3642F4-C3A8-442C-B904-DA922EE0EBD0}" sibTransId="{D90E9B08-F7A5-4044-8537-11914E665202}"/>
    <dgm:cxn modelId="{A8DA2AD3-F335-4379-B5DF-20F46600BFEB}" srcId="{A67ED7B9-0F7F-4EDD-AB31-9A64137C6B75}" destId="{C6099D1C-B684-430A-98C8-C25E80064798}" srcOrd="0" destOrd="0" parTransId="{E6DC3E2A-856C-416E-B354-721A4EB0BE36}" sibTransId="{F0186A7B-3295-45CB-9691-24A4D335FC92}"/>
    <dgm:cxn modelId="{F8528FDB-D32A-4596-ACE5-528527EC43E1}" srcId="{C6D87B04-10D8-41B4-88CB-BFD5604E3AF4}" destId="{A67ED7B9-0F7F-4EDD-AB31-9A64137C6B75}" srcOrd="0" destOrd="0" parTransId="{CEF7D5E7-50CD-4900-A406-3F7F33852567}" sibTransId="{B901485C-FF65-43F5-8A2D-AE96F4C7C643}"/>
    <dgm:cxn modelId="{0820EE60-6A3E-4330-976D-E6373B3B71E5}" type="presParOf" srcId="{84C62EC8-E80D-4593-B483-82F5E5312B63}" destId="{4B865A83-EA39-46C4-A0D8-04123293AC3C}" srcOrd="0" destOrd="0" presId="urn:microsoft.com/office/officeart/2005/8/layout/hProcess7#2"/>
    <dgm:cxn modelId="{C7BD9AEC-D7BA-463C-9620-45B718137252}" type="presParOf" srcId="{4B865A83-EA39-46C4-A0D8-04123293AC3C}" destId="{C8528E3D-9286-484E-9091-9869A43C752A}" srcOrd="0" destOrd="0" presId="urn:microsoft.com/office/officeart/2005/8/layout/hProcess7#2"/>
    <dgm:cxn modelId="{248A151C-06F0-4AED-A15D-B9EAA2DCBB1B}" type="presParOf" srcId="{4B865A83-EA39-46C4-A0D8-04123293AC3C}" destId="{CFA1283C-E8B5-4D59-BC9F-53C41F72A746}" srcOrd="1" destOrd="0" presId="urn:microsoft.com/office/officeart/2005/8/layout/hProcess7#2"/>
    <dgm:cxn modelId="{94943326-0634-4A55-AE6E-643993DCF479}" type="presParOf" srcId="{4B865A83-EA39-46C4-A0D8-04123293AC3C}" destId="{6F70EC3D-8E6D-41B2-94D4-2B47153FC0C6}" srcOrd="2" destOrd="0" presId="urn:microsoft.com/office/officeart/2005/8/layout/hProcess7#2"/>
    <dgm:cxn modelId="{B69CCC72-FC49-4205-B75A-77BB72919B0C}" type="presParOf" srcId="{84C62EC8-E80D-4593-B483-82F5E5312B63}" destId="{4A205EEF-1570-428D-9472-67076BDE2AB4}" srcOrd="1" destOrd="0" presId="urn:microsoft.com/office/officeart/2005/8/layout/hProcess7#2"/>
    <dgm:cxn modelId="{75ADA992-B0F0-4941-AE0A-BB23EBAFC009}" type="presParOf" srcId="{84C62EC8-E80D-4593-B483-82F5E5312B63}" destId="{95AE5C61-2610-4490-AA45-B8D5B7254A70}" srcOrd="2" destOrd="0" presId="urn:microsoft.com/office/officeart/2005/8/layout/hProcess7#2"/>
    <dgm:cxn modelId="{7A8EDAE9-612F-41B9-9E8A-D7229979B28E}" type="presParOf" srcId="{95AE5C61-2610-4490-AA45-B8D5B7254A70}" destId="{C4165D3E-71A4-4F3B-9AEA-7C7D9ADE956C}" srcOrd="0" destOrd="0" presId="urn:microsoft.com/office/officeart/2005/8/layout/hProcess7#2"/>
    <dgm:cxn modelId="{823DA1C6-F769-46FF-9231-8AA2D3349992}" type="presParOf" srcId="{95AE5C61-2610-4490-AA45-B8D5B7254A70}" destId="{B587F902-310F-4458-8253-F98592F3EE9A}" srcOrd="1" destOrd="0" presId="urn:microsoft.com/office/officeart/2005/8/layout/hProcess7#2"/>
    <dgm:cxn modelId="{F8ECA581-29A3-4A04-B6B0-74D7DF1EA891}" type="presParOf" srcId="{95AE5C61-2610-4490-AA45-B8D5B7254A70}" destId="{BB57B592-010C-44BB-AC0D-4D1152336B4C}" srcOrd="2" destOrd="0" presId="urn:microsoft.com/office/officeart/2005/8/layout/hProcess7#2"/>
    <dgm:cxn modelId="{59D80FFD-EA4C-4083-8645-FBE6FF908006}" type="presParOf" srcId="{84C62EC8-E80D-4593-B483-82F5E5312B63}" destId="{ED683232-FE8F-489E-99E4-A29BD6360ECE}" srcOrd="3" destOrd="0" presId="urn:microsoft.com/office/officeart/2005/8/layout/hProcess7#2"/>
    <dgm:cxn modelId="{8CF9596D-85D6-4C9A-BF04-39F9C036FEAD}" type="presParOf" srcId="{84C62EC8-E80D-4593-B483-82F5E5312B63}" destId="{1B6D92E4-F4D1-47A1-B334-8879BB40B370}" srcOrd="4" destOrd="0" presId="urn:microsoft.com/office/officeart/2005/8/layout/hProcess7#2"/>
    <dgm:cxn modelId="{9A0FCABD-BA7F-4244-AE9E-B9470FEF83AA}" type="presParOf" srcId="{1B6D92E4-F4D1-47A1-B334-8879BB40B370}" destId="{95F0DFB9-9D1C-485C-8E14-AEB845D33A54}" srcOrd="0" destOrd="0" presId="urn:microsoft.com/office/officeart/2005/8/layout/hProcess7#2"/>
    <dgm:cxn modelId="{7AA9E896-0A2E-48D1-9D3C-FAA87B0123C2}" type="presParOf" srcId="{1B6D92E4-F4D1-47A1-B334-8879BB40B370}" destId="{D62B7AE9-8B7B-4913-8066-1A333AB786A7}" srcOrd="1" destOrd="0" presId="urn:microsoft.com/office/officeart/2005/8/layout/hProcess7#2"/>
    <dgm:cxn modelId="{004D5F86-E9B4-4184-A692-9B72D9BCB7AB}" type="presParOf" srcId="{1B6D92E4-F4D1-47A1-B334-8879BB40B370}" destId="{BD31BA42-FBA8-4080-9283-4B9078DBE5A8}" srcOrd="2" destOrd="0" presId="urn:microsoft.com/office/officeart/2005/8/layout/hProcess7#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AE92C46-5FBB-4BC5-9559-41503BDD51A2}" type="doc">
      <dgm:prSet loTypeId="urn:microsoft.com/office/officeart/2005/8/layout/chevron2" loCatId="process" qsTypeId="urn:microsoft.com/office/officeart/2005/8/quickstyle/3d2#1" qsCatId="3D" csTypeId="urn:microsoft.com/office/officeart/2005/8/colors/accent0_2" csCatId="mainScheme" phldr="1"/>
      <dgm:spPr/>
      <dgm:t>
        <a:bodyPr/>
        <a:lstStyle/>
        <a:p>
          <a:endParaRPr lang="en-US"/>
        </a:p>
      </dgm:t>
    </dgm:pt>
    <dgm:pt modelId="{802D3355-7063-4AFC-B5BA-67E4515A76D0}">
      <dgm:prSet phldrT="[Text]" custT="1"/>
      <dgm:spPr/>
      <dgm:t>
        <a:bodyPr/>
        <a:lstStyle/>
        <a:p>
          <a:r>
            <a:rPr lang="en-US" sz="2400"/>
            <a:t>Khái niệm</a:t>
          </a:r>
        </a:p>
      </dgm:t>
    </dgm:pt>
    <dgm:pt modelId="{0D5BE95A-EF98-42BB-8D99-AA2EF5BC47E4}" type="parTrans" cxnId="{B8915A52-F6D9-43C1-9DA2-C0F4B934F0AA}">
      <dgm:prSet/>
      <dgm:spPr/>
      <dgm:t>
        <a:bodyPr/>
        <a:lstStyle/>
        <a:p>
          <a:endParaRPr lang="en-US"/>
        </a:p>
      </dgm:t>
    </dgm:pt>
    <dgm:pt modelId="{193C33D3-EF49-4698-BC99-6CD2F4043B64}" type="sibTrans" cxnId="{B8915A52-F6D9-43C1-9DA2-C0F4B934F0AA}">
      <dgm:prSet/>
      <dgm:spPr/>
      <dgm:t>
        <a:bodyPr/>
        <a:lstStyle/>
        <a:p>
          <a:endParaRPr lang="en-US"/>
        </a:p>
      </dgm:t>
    </dgm:pt>
    <dgm:pt modelId="{C09BE99B-6A68-4EBD-A71D-4196C57F2F4E}">
      <dgm:prSet phldrT="[Text]" custT="1"/>
      <dgm:spPr/>
      <dgm:t>
        <a:bodyPr/>
        <a:lstStyle/>
        <a:p>
          <a:pPr algn="just"/>
          <a:r>
            <a:rPr lang="en-US" sz="2000">
              <a:latin typeface=".VnArial" pitchFamily="34" charset="0"/>
            </a:rPr>
            <a:t>Quy ®Þnh vÒ téi ph¹m vµ h×nh ph¹t, môc ®Ých cña h×nh ph¹t ®èi víi ng­êi thùc hiÖn hµnh vi nguy hiÓm cho x· héi. Mèi quan hÖ gi÷a NN vµ ng­êi thùc hiÖn hµnh vi nguy hiÓm cho x· héi ®­îc coi lµ téi ph¹m</a:t>
          </a:r>
        </a:p>
      </dgm:t>
    </dgm:pt>
    <dgm:pt modelId="{BDBB8879-C579-4798-A315-69E993917DD0}" type="parTrans" cxnId="{6FC6BDDE-C2EB-45A3-98B1-3C4B8FD0BE4E}">
      <dgm:prSet/>
      <dgm:spPr/>
      <dgm:t>
        <a:bodyPr/>
        <a:lstStyle/>
        <a:p>
          <a:endParaRPr lang="en-US"/>
        </a:p>
      </dgm:t>
    </dgm:pt>
    <dgm:pt modelId="{BB40CAA9-63DF-46E3-BB8A-8EA05EF3E337}" type="sibTrans" cxnId="{6FC6BDDE-C2EB-45A3-98B1-3C4B8FD0BE4E}">
      <dgm:prSet/>
      <dgm:spPr/>
      <dgm:t>
        <a:bodyPr/>
        <a:lstStyle/>
        <a:p>
          <a:endParaRPr lang="en-US"/>
        </a:p>
      </dgm:t>
    </dgm:pt>
    <dgm:pt modelId="{99A226CE-8927-418D-B47C-6326F0A10B8F}">
      <dgm:prSet phldrT="[Text]" custT="1"/>
      <dgm:spPr/>
      <dgm:t>
        <a:bodyPr/>
        <a:lstStyle/>
        <a:p>
          <a:r>
            <a:rPr lang="en-US" sz="2400">
              <a:latin typeface=".VnArial" pitchFamily="34" charset="0"/>
            </a:rPr>
            <a:t>Téi ph¹m</a:t>
          </a:r>
        </a:p>
      </dgm:t>
    </dgm:pt>
    <dgm:pt modelId="{E98FE30D-0A38-4BE1-97D5-E0BFC20064D0}" type="parTrans" cxnId="{ABC2F06A-FA05-43C3-8C08-844A6BCEF549}">
      <dgm:prSet/>
      <dgm:spPr/>
      <dgm:t>
        <a:bodyPr/>
        <a:lstStyle/>
        <a:p>
          <a:endParaRPr lang="en-US"/>
        </a:p>
      </dgm:t>
    </dgm:pt>
    <dgm:pt modelId="{14154E5B-803B-4CEE-B751-214FA9BDDB85}" type="sibTrans" cxnId="{ABC2F06A-FA05-43C3-8C08-844A6BCEF549}">
      <dgm:prSet/>
      <dgm:spPr/>
      <dgm:t>
        <a:bodyPr/>
        <a:lstStyle/>
        <a:p>
          <a:endParaRPr lang="en-US"/>
        </a:p>
      </dgm:t>
    </dgm:pt>
    <dgm:pt modelId="{92ECB1A7-D0A7-40A5-AD29-FD2FB947474C}">
      <dgm:prSet phldrT="[Text]" custT="1"/>
      <dgm:spPr/>
      <dgm:t>
        <a:bodyPr/>
        <a:lstStyle/>
        <a:p>
          <a:pPr algn="just"/>
          <a:r>
            <a:rPr lang="en-US" sz="2000">
              <a:latin typeface=".VnArial" pitchFamily="34" charset="0"/>
            </a:rPr>
            <a:t>Hµnh vi nµo lµ téi ph¹m</a:t>
          </a:r>
        </a:p>
      </dgm:t>
    </dgm:pt>
    <dgm:pt modelId="{05CFF118-9D3E-4DD6-8820-6D4C66CAC3F2}" type="parTrans" cxnId="{6515AA7E-5F2F-46B2-93C1-828067674A94}">
      <dgm:prSet/>
      <dgm:spPr/>
      <dgm:t>
        <a:bodyPr/>
        <a:lstStyle/>
        <a:p>
          <a:endParaRPr lang="en-US"/>
        </a:p>
      </dgm:t>
    </dgm:pt>
    <dgm:pt modelId="{3A8E898A-3946-4BDC-BBE4-37C92746ED2B}" type="sibTrans" cxnId="{6515AA7E-5F2F-46B2-93C1-828067674A94}">
      <dgm:prSet/>
      <dgm:spPr/>
      <dgm:t>
        <a:bodyPr/>
        <a:lstStyle/>
        <a:p>
          <a:endParaRPr lang="en-US"/>
        </a:p>
      </dgm:t>
    </dgm:pt>
    <dgm:pt modelId="{991FACBF-2EBC-45A7-AF2A-E778834AAEC5}">
      <dgm:prSet phldrT="[Text]" custT="1"/>
      <dgm:spPr/>
      <dgm:t>
        <a:bodyPr/>
        <a:lstStyle/>
        <a:p>
          <a:r>
            <a:rPr lang="en-US" sz="2400">
              <a:latin typeface=".VnArial" pitchFamily="34" charset="0"/>
            </a:rPr>
            <a:t>H×nh ph¹t</a:t>
          </a:r>
        </a:p>
      </dgm:t>
    </dgm:pt>
    <dgm:pt modelId="{6F568436-4BC1-49DE-9978-23A9975B1641}" type="parTrans" cxnId="{029D5B51-D47F-479C-B440-641F86922EC3}">
      <dgm:prSet/>
      <dgm:spPr/>
      <dgm:t>
        <a:bodyPr/>
        <a:lstStyle/>
        <a:p>
          <a:endParaRPr lang="en-US"/>
        </a:p>
      </dgm:t>
    </dgm:pt>
    <dgm:pt modelId="{CDB16DFF-71B5-4106-96B3-E32B69AA6064}" type="sibTrans" cxnId="{029D5B51-D47F-479C-B440-641F86922EC3}">
      <dgm:prSet/>
      <dgm:spPr/>
      <dgm:t>
        <a:bodyPr/>
        <a:lstStyle/>
        <a:p>
          <a:endParaRPr lang="en-US"/>
        </a:p>
      </dgm:t>
    </dgm:pt>
    <dgm:pt modelId="{8BBB8A8F-2A05-4276-84DE-48DCEB17D3DC}">
      <dgm:prSet phldrT="[Text]" custT="1"/>
      <dgm:spPr/>
      <dgm:t>
        <a:bodyPr/>
        <a:lstStyle/>
        <a:p>
          <a:pPr algn="just"/>
          <a:r>
            <a:rPr lang="en-US" sz="2000">
              <a:latin typeface=".VnArial" pitchFamily="34" charset="0"/>
            </a:rPr>
            <a:t>Môc ®Ých cña h×nh ph¹t</a:t>
          </a:r>
        </a:p>
      </dgm:t>
    </dgm:pt>
    <dgm:pt modelId="{19DA2432-ED29-4B7C-A515-CBDF1C95EA7E}" type="parTrans" cxnId="{A8F02FB8-453F-4A05-BE87-48DD4C239EDB}">
      <dgm:prSet/>
      <dgm:spPr/>
      <dgm:t>
        <a:bodyPr/>
        <a:lstStyle/>
        <a:p>
          <a:endParaRPr lang="en-US"/>
        </a:p>
      </dgm:t>
    </dgm:pt>
    <dgm:pt modelId="{01DB9370-A153-4BCA-8F84-2A85D9635327}" type="sibTrans" cxnId="{A8F02FB8-453F-4A05-BE87-48DD4C239EDB}">
      <dgm:prSet/>
      <dgm:spPr/>
      <dgm:t>
        <a:bodyPr/>
        <a:lstStyle/>
        <a:p>
          <a:endParaRPr lang="en-US"/>
        </a:p>
      </dgm:t>
    </dgm:pt>
    <dgm:pt modelId="{E96A8AD9-F8BF-4F24-AEAC-62C2F2B2E5C1}">
      <dgm:prSet phldrT="[Text]" custT="1"/>
      <dgm:spPr/>
      <dgm:t>
        <a:bodyPr/>
        <a:lstStyle/>
        <a:p>
          <a:pPr algn="just"/>
          <a:r>
            <a:rPr lang="en-US" sz="2000">
              <a:latin typeface=".VnArial" pitchFamily="34" charset="0"/>
            </a:rPr>
            <a:t>Chñ thÓ thùc hiÖn téi ph¹m</a:t>
          </a:r>
        </a:p>
      </dgm:t>
    </dgm:pt>
    <dgm:pt modelId="{2A95DEBD-A51A-4EB8-B301-0747DAEE222A}" type="parTrans" cxnId="{D2F5CC33-3710-4DE8-9F97-0CAFEE981218}">
      <dgm:prSet/>
      <dgm:spPr/>
      <dgm:t>
        <a:bodyPr/>
        <a:lstStyle/>
        <a:p>
          <a:endParaRPr lang="en-US"/>
        </a:p>
      </dgm:t>
    </dgm:pt>
    <dgm:pt modelId="{205C6E0F-572C-4506-A99F-59C88F905106}" type="sibTrans" cxnId="{D2F5CC33-3710-4DE8-9F97-0CAFEE981218}">
      <dgm:prSet/>
      <dgm:spPr/>
      <dgm:t>
        <a:bodyPr/>
        <a:lstStyle/>
        <a:p>
          <a:endParaRPr lang="en-US"/>
        </a:p>
      </dgm:t>
    </dgm:pt>
    <dgm:pt modelId="{F78BBAEE-234B-42D7-B2BF-9A55C87C7FA8}">
      <dgm:prSet phldrT="[Text]" custT="1"/>
      <dgm:spPr/>
      <dgm:t>
        <a:bodyPr/>
        <a:lstStyle/>
        <a:p>
          <a:pPr algn="just"/>
          <a:r>
            <a:rPr lang="en-US" sz="2000">
              <a:latin typeface=".VnArial" pitchFamily="34" charset="0"/>
            </a:rPr>
            <a:t>§iÒu kiÖn ¸p dông h×nh ph¹t</a:t>
          </a:r>
        </a:p>
      </dgm:t>
    </dgm:pt>
    <dgm:pt modelId="{DBE3067D-FD0D-4F0B-8FD9-CC5EDD089BA3}" type="parTrans" cxnId="{AA6BBBF5-7A95-4B2F-9F8F-2A9D31F43907}">
      <dgm:prSet/>
      <dgm:spPr/>
      <dgm:t>
        <a:bodyPr/>
        <a:lstStyle/>
        <a:p>
          <a:endParaRPr lang="en-US"/>
        </a:p>
      </dgm:t>
    </dgm:pt>
    <dgm:pt modelId="{2B9CD671-C237-44D7-AAA1-DEAD6B084080}" type="sibTrans" cxnId="{AA6BBBF5-7A95-4B2F-9F8F-2A9D31F43907}">
      <dgm:prSet/>
      <dgm:spPr/>
      <dgm:t>
        <a:bodyPr/>
        <a:lstStyle/>
        <a:p>
          <a:endParaRPr lang="en-US"/>
        </a:p>
      </dgm:t>
    </dgm:pt>
    <dgm:pt modelId="{45048EB6-AC59-4143-BC1F-67A8E8E37EF1}">
      <dgm:prSet phldrT="[Text]" custT="1"/>
      <dgm:spPr/>
      <dgm:t>
        <a:bodyPr/>
        <a:lstStyle/>
        <a:p>
          <a:pPr algn="just"/>
          <a:r>
            <a:rPr lang="en-US" sz="2000">
              <a:latin typeface=".VnArial" pitchFamily="34" charset="0"/>
            </a:rPr>
            <a:t>Møc h×nh ph¹t ®èi víi ng­êi cã hµnh vi ph¹m téi</a:t>
          </a:r>
        </a:p>
      </dgm:t>
    </dgm:pt>
    <dgm:pt modelId="{B56E9E08-B1DC-4A7B-A4E2-A75EFC682C1F}" type="parTrans" cxnId="{2C9590F6-3D8B-4843-8CF1-B395FEDB9B62}">
      <dgm:prSet/>
      <dgm:spPr/>
      <dgm:t>
        <a:bodyPr/>
        <a:lstStyle/>
        <a:p>
          <a:endParaRPr lang="en-US"/>
        </a:p>
      </dgm:t>
    </dgm:pt>
    <dgm:pt modelId="{1EC51228-2850-41CC-AC40-89D9270F9E9F}" type="sibTrans" cxnId="{2C9590F6-3D8B-4843-8CF1-B395FEDB9B62}">
      <dgm:prSet/>
      <dgm:spPr/>
      <dgm:t>
        <a:bodyPr/>
        <a:lstStyle/>
        <a:p>
          <a:endParaRPr lang="en-US"/>
        </a:p>
      </dgm:t>
    </dgm:pt>
    <dgm:pt modelId="{7F8072E4-D88E-4D44-AC67-AA5CFCBEAA3E}" type="pres">
      <dgm:prSet presAssocID="{EAE92C46-5FBB-4BC5-9559-41503BDD51A2}" presName="linearFlow" presStyleCnt="0">
        <dgm:presLayoutVars>
          <dgm:dir/>
          <dgm:animLvl val="lvl"/>
          <dgm:resizeHandles val="exact"/>
        </dgm:presLayoutVars>
      </dgm:prSet>
      <dgm:spPr/>
    </dgm:pt>
    <dgm:pt modelId="{CAEE3A3B-3B5C-4E4E-84DE-57C8F049C43E}" type="pres">
      <dgm:prSet presAssocID="{802D3355-7063-4AFC-B5BA-67E4515A76D0}" presName="composite" presStyleCnt="0"/>
      <dgm:spPr/>
    </dgm:pt>
    <dgm:pt modelId="{DB864EFF-E9D9-4D74-94DF-799AE6C60F6F}" type="pres">
      <dgm:prSet presAssocID="{802D3355-7063-4AFC-B5BA-67E4515A76D0}" presName="parentText" presStyleLbl="alignNode1" presStyleIdx="0" presStyleCnt="3">
        <dgm:presLayoutVars>
          <dgm:chMax val="1"/>
          <dgm:bulletEnabled val="1"/>
        </dgm:presLayoutVars>
      </dgm:prSet>
      <dgm:spPr/>
    </dgm:pt>
    <dgm:pt modelId="{695E4521-F5F3-40B3-86EA-B28D6E35BA50}" type="pres">
      <dgm:prSet presAssocID="{802D3355-7063-4AFC-B5BA-67E4515A76D0}" presName="descendantText" presStyleLbl="alignAcc1" presStyleIdx="0" presStyleCnt="3" custScaleY="131686">
        <dgm:presLayoutVars>
          <dgm:bulletEnabled val="1"/>
        </dgm:presLayoutVars>
      </dgm:prSet>
      <dgm:spPr/>
    </dgm:pt>
    <dgm:pt modelId="{69AD2442-B598-4075-AFFA-8B694389AAE7}" type="pres">
      <dgm:prSet presAssocID="{193C33D3-EF49-4698-BC99-6CD2F4043B64}" presName="sp" presStyleCnt="0"/>
      <dgm:spPr/>
    </dgm:pt>
    <dgm:pt modelId="{F38E6351-7A42-4EFC-BD70-2D82957E1585}" type="pres">
      <dgm:prSet presAssocID="{99A226CE-8927-418D-B47C-6326F0A10B8F}" presName="composite" presStyleCnt="0"/>
      <dgm:spPr/>
    </dgm:pt>
    <dgm:pt modelId="{9A713CE2-0ADB-4CB1-ADA3-08F68F538666}" type="pres">
      <dgm:prSet presAssocID="{99A226CE-8927-418D-B47C-6326F0A10B8F}" presName="parentText" presStyleLbl="alignNode1" presStyleIdx="1" presStyleCnt="3">
        <dgm:presLayoutVars>
          <dgm:chMax val="1"/>
          <dgm:bulletEnabled val="1"/>
        </dgm:presLayoutVars>
      </dgm:prSet>
      <dgm:spPr/>
    </dgm:pt>
    <dgm:pt modelId="{C0CDDE6C-8022-4FB8-98DE-7B7F625FA5B8}" type="pres">
      <dgm:prSet presAssocID="{99A226CE-8927-418D-B47C-6326F0A10B8F}" presName="descendantText" presStyleLbl="alignAcc1" presStyleIdx="1" presStyleCnt="3">
        <dgm:presLayoutVars>
          <dgm:bulletEnabled val="1"/>
        </dgm:presLayoutVars>
      </dgm:prSet>
      <dgm:spPr/>
    </dgm:pt>
    <dgm:pt modelId="{B2C69020-275C-43FE-BB1C-F252859E6166}" type="pres">
      <dgm:prSet presAssocID="{14154E5B-803B-4CEE-B751-214FA9BDDB85}" presName="sp" presStyleCnt="0"/>
      <dgm:spPr/>
    </dgm:pt>
    <dgm:pt modelId="{8828C611-3569-4558-AD58-59095CCCA3C2}" type="pres">
      <dgm:prSet presAssocID="{991FACBF-2EBC-45A7-AF2A-E778834AAEC5}" presName="composite" presStyleCnt="0"/>
      <dgm:spPr/>
    </dgm:pt>
    <dgm:pt modelId="{5AED39AA-7B31-4822-BF1D-A0789B47716D}" type="pres">
      <dgm:prSet presAssocID="{991FACBF-2EBC-45A7-AF2A-E778834AAEC5}" presName="parentText" presStyleLbl="alignNode1" presStyleIdx="2" presStyleCnt="3">
        <dgm:presLayoutVars>
          <dgm:chMax val="1"/>
          <dgm:bulletEnabled val="1"/>
        </dgm:presLayoutVars>
      </dgm:prSet>
      <dgm:spPr/>
    </dgm:pt>
    <dgm:pt modelId="{9A163C97-8E03-4ECE-8D09-A9D4A0A910B4}" type="pres">
      <dgm:prSet presAssocID="{991FACBF-2EBC-45A7-AF2A-E778834AAEC5}" presName="descendantText" presStyleLbl="alignAcc1" presStyleIdx="2" presStyleCnt="3">
        <dgm:presLayoutVars>
          <dgm:bulletEnabled val="1"/>
        </dgm:presLayoutVars>
      </dgm:prSet>
      <dgm:spPr/>
    </dgm:pt>
  </dgm:ptLst>
  <dgm:cxnLst>
    <dgm:cxn modelId="{24741419-0874-4721-AC0E-4D512AD3ED89}" type="presOf" srcId="{F78BBAEE-234B-42D7-B2BF-9A55C87C7FA8}" destId="{9A163C97-8E03-4ECE-8D09-A9D4A0A910B4}" srcOrd="0" destOrd="1" presId="urn:microsoft.com/office/officeart/2005/8/layout/chevron2"/>
    <dgm:cxn modelId="{BF06682E-30D2-429D-9F1C-12212CE22F4D}" type="presOf" srcId="{92ECB1A7-D0A7-40A5-AD29-FD2FB947474C}" destId="{C0CDDE6C-8022-4FB8-98DE-7B7F625FA5B8}" srcOrd="0" destOrd="0" presId="urn:microsoft.com/office/officeart/2005/8/layout/chevron2"/>
    <dgm:cxn modelId="{DBBC9832-EE9B-4BAB-A7C9-8BB262EFF6E8}" type="presOf" srcId="{C09BE99B-6A68-4EBD-A71D-4196C57F2F4E}" destId="{695E4521-F5F3-40B3-86EA-B28D6E35BA50}" srcOrd="0" destOrd="0" presId="urn:microsoft.com/office/officeart/2005/8/layout/chevron2"/>
    <dgm:cxn modelId="{D2F5CC33-3710-4DE8-9F97-0CAFEE981218}" srcId="{99A226CE-8927-418D-B47C-6326F0A10B8F}" destId="{E96A8AD9-F8BF-4F24-AEAC-62C2F2B2E5C1}" srcOrd="1" destOrd="0" parTransId="{2A95DEBD-A51A-4EB8-B301-0747DAEE222A}" sibTransId="{205C6E0F-572C-4506-A99F-59C88F905106}"/>
    <dgm:cxn modelId="{ABC2F06A-FA05-43C3-8C08-844A6BCEF549}" srcId="{EAE92C46-5FBB-4BC5-9559-41503BDD51A2}" destId="{99A226CE-8927-418D-B47C-6326F0A10B8F}" srcOrd="1" destOrd="0" parTransId="{E98FE30D-0A38-4BE1-97D5-E0BFC20064D0}" sibTransId="{14154E5B-803B-4CEE-B751-214FA9BDDB85}"/>
    <dgm:cxn modelId="{31B8654E-FE89-40B3-A7C5-FA0C27E21E65}" type="presOf" srcId="{802D3355-7063-4AFC-B5BA-67E4515A76D0}" destId="{DB864EFF-E9D9-4D74-94DF-799AE6C60F6F}" srcOrd="0" destOrd="0" presId="urn:microsoft.com/office/officeart/2005/8/layout/chevron2"/>
    <dgm:cxn modelId="{029D5B51-D47F-479C-B440-641F86922EC3}" srcId="{EAE92C46-5FBB-4BC5-9559-41503BDD51A2}" destId="{991FACBF-2EBC-45A7-AF2A-E778834AAEC5}" srcOrd="2" destOrd="0" parTransId="{6F568436-4BC1-49DE-9978-23A9975B1641}" sibTransId="{CDB16DFF-71B5-4106-96B3-E32B69AA6064}"/>
    <dgm:cxn modelId="{B8915A52-F6D9-43C1-9DA2-C0F4B934F0AA}" srcId="{EAE92C46-5FBB-4BC5-9559-41503BDD51A2}" destId="{802D3355-7063-4AFC-B5BA-67E4515A76D0}" srcOrd="0" destOrd="0" parTransId="{0D5BE95A-EF98-42BB-8D99-AA2EF5BC47E4}" sibTransId="{193C33D3-EF49-4698-BC99-6CD2F4043B64}"/>
    <dgm:cxn modelId="{34979E52-2D8D-4CC8-B461-8EF2D0929FF9}" type="presOf" srcId="{45048EB6-AC59-4143-BC1F-67A8E8E37EF1}" destId="{9A163C97-8E03-4ECE-8D09-A9D4A0A910B4}" srcOrd="0" destOrd="2" presId="urn:microsoft.com/office/officeart/2005/8/layout/chevron2"/>
    <dgm:cxn modelId="{59CE6678-02E7-4DB5-9C0B-D5947D799F28}" type="presOf" srcId="{E96A8AD9-F8BF-4F24-AEAC-62C2F2B2E5C1}" destId="{C0CDDE6C-8022-4FB8-98DE-7B7F625FA5B8}" srcOrd="0" destOrd="1" presId="urn:microsoft.com/office/officeart/2005/8/layout/chevron2"/>
    <dgm:cxn modelId="{6515AA7E-5F2F-46B2-93C1-828067674A94}" srcId="{99A226CE-8927-418D-B47C-6326F0A10B8F}" destId="{92ECB1A7-D0A7-40A5-AD29-FD2FB947474C}" srcOrd="0" destOrd="0" parTransId="{05CFF118-9D3E-4DD6-8820-6D4C66CAC3F2}" sibTransId="{3A8E898A-3946-4BDC-BBE4-37C92746ED2B}"/>
    <dgm:cxn modelId="{9502148D-D2E4-4423-A4C1-DDA5DDE95FE8}" type="presOf" srcId="{99A226CE-8927-418D-B47C-6326F0A10B8F}" destId="{9A713CE2-0ADB-4CB1-ADA3-08F68F538666}" srcOrd="0" destOrd="0" presId="urn:microsoft.com/office/officeart/2005/8/layout/chevron2"/>
    <dgm:cxn modelId="{A8F02FB8-453F-4A05-BE87-48DD4C239EDB}" srcId="{991FACBF-2EBC-45A7-AF2A-E778834AAEC5}" destId="{8BBB8A8F-2A05-4276-84DE-48DCEB17D3DC}" srcOrd="0" destOrd="0" parTransId="{19DA2432-ED29-4B7C-A515-CBDF1C95EA7E}" sibTransId="{01DB9370-A153-4BCA-8F84-2A85D9635327}"/>
    <dgm:cxn modelId="{63A340CC-16CF-4FC3-AE8D-C2516860DDFA}" type="presOf" srcId="{8BBB8A8F-2A05-4276-84DE-48DCEB17D3DC}" destId="{9A163C97-8E03-4ECE-8D09-A9D4A0A910B4}" srcOrd="0" destOrd="0" presId="urn:microsoft.com/office/officeart/2005/8/layout/chevron2"/>
    <dgm:cxn modelId="{6FC6BDDE-C2EB-45A3-98B1-3C4B8FD0BE4E}" srcId="{802D3355-7063-4AFC-B5BA-67E4515A76D0}" destId="{C09BE99B-6A68-4EBD-A71D-4196C57F2F4E}" srcOrd="0" destOrd="0" parTransId="{BDBB8879-C579-4798-A315-69E993917DD0}" sibTransId="{BB40CAA9-63DF-46E3-BB8A-8EA05EF3E337}"/>
    <dgm:cxn modelId="{7C3964EC-835E-4990-9B30-95DE16C65345}" type="presOf" srcId="{991FACBF-2EBC-45A7-AF2A-E778834AAEC5}" destId="{5AED39AA-7B31-4822-BF1D-A0789B47716D}" srcOrd="0" destOrd="0" presId="urn:microsoft.com/office/officeart/2005/8/layout/chevron2"/>
    <dgm:cxn modelId="{AB60FBF2-2BA5-403B-ABBA-E8A8BC8EA886}" type="presOf" srcId="{EAE92C46-5FBB-4BC5-9559-41503BDD51A2}" destId="{7F8072E4-D88E-4D44-AC67-AA5CFCBEAA3E}" srcOrd="0" destOrd="0" presId="urn:microsoft.com/office/officeart/2005/8/layout/chevron2"/>
    <dgm:cxn modelId="{AA6BBBF5-7A95-4B2F-9F8F-2A9D31F43907}" srcId="{991FACBF-2EBC-45A7-AF2A-E778834AAEC5}" destId="{F78BBAEE-234B-42D7-B2BF-9A55C87C7FA8}" srcOrd="1" destOrd="0" parTransId="{DBE3067D-FD0D-4F0B-8FD9-CC5EDD089BA3}" sibTransId="{2B9CD671-C237-44D7-AAA1-DEAD6B084080}"/>
    <dgm:cxn modelId="{2C9590F6-3D8B-4843-8CF1-B395FEDB9B62}" srcId="{991FACBF-2EBC-45A7-AF2A-E778834AAEC5}" destId="{45048EB6-AC59-4143-BC1F-67A8E8E37EF1}" srcOrd="2" destOrd="0" parTransId="{B56E9E08-B1DC-4A7B-A4E2-A75EFC682C1F}" sibTransId="{1EC51228-2850-41CC-AC40-89D9270F9E9F}"/>
    <dgm:cxn modelId="{17CEE562-AE23-4055-A9F6-E131B776AF58}" type="presParOf" srcId="{7F8072E4-D88E-4D44-AC67-AA5CFCBEAA3E}" destId="{CAEE3A3B-3B5C-4E4E-84DE-57C8F049C43E}" srcOrd="0" destOrd="0" presId="urn:microsoft.com/office/officeart/2005/8/layout/chevron2"/>
    <dgm:cxn modelId="{E98A1875-FC70-4408-BDC7-0FE74B6F3CD9}" type="presParOf" srcId="{CAEE3A3B-3B5C-4E4E-84DE-57C8F049C43E}" destId="{DB864EFF-E9D9-4D74-94DF-799AE6C60F6F}" srcOrd="0" destOrd="0" presId="urn:microsoft.com/office/officeart/2005/8/layout/chevron2"/>
    <dgm:cxn modelId="{600FC3C8-E8E2-4824-B201-A560ED008CF3}" type="presParOf" srcId="{CAEE3A3B-3B5C-4E4E-84DE-57C8F049C43E}" destId="{695E4521-F5F3-40B3-86EA-B28D6E35BA50}" srcOrd="1" destOrd="0" presId="urn:microsoft.com/office/officeart/2005/8/layout/chevron2"/>
    <dgm:cxn modelId="{F720FEF6-22F1-46A2-BDA8-EE6B445C595E}" type="presParOf" srcId="{7F8072E4-D88E-4D44-AC67-AA5CFCBEAA3E}" destId="{69AD2442-B598-4075-AFFA-8B694389AAE7}" srcOrd="1" destOrd="0" presId="urn:microsoft.com/office/officeart/2005/8/layout/chevron2"/>
    <dgm:cxn modelId="{4A7DF3C7-D163-4CCA-800B-F07DF3C55871}" type="presParOf" srcId="{7F8072E4-D88E-4D44-AC67-AA5CFCBEAA3E}" destId="{F38E6351-7A42-4EFC-BD70-2D82957E1585}" srcOrd="2" destOrd="0" presId="urn:microsoft.com/office/officeart/2005/8/layout/chevron2"/>
    <dgm:cxn modelId="{F97B34CA-98A2-448C-9D2E-8CA490A82706}" type="presParOf" srcId="{F38E6351-7A42-4EFC-BD70-2D82957E1585}" destId="{9A713CE2-0ADB-4CB1-ADA3-08F68F538666}" srcOrd="0" destOrd="0" presId="urn:microsoft.com/office/officeart/2005/8/layout/chevron2"/>
    <dgm:cxn modelId="{622C1457-BAA6-465E-BDF9-A953447076A7}" type="presParOf" srcId="{F38E6351-7A42-4EFC-BD70-2D82957E1585}" destId="{C0CDDE6C-8022-4FB8-98DE-7B7F625FA5B8}" srcOrd="1" destOrd="0" presId="urn:microsoft.com/office/officeart/2005/8/layout/chevron2"/>
    <dgm:cxn modelId="{02F59AEC-C18B-4EF2-84DF-19AA4A6FAFBD}" type="presParOf" srcId="{7F8072E4-D88E-4D44-AC67-AA5CFCBEAA3E}" destId="{B2C69020-275C-43FE-BB1C-F252859E6166}" srcOrd="3" destOrd="0" presId="urn:microsoft.com/office/officeart/2005/8/layout/chevron2"/>
    <dgm:cxn modelId="{39C1267C-01A9-40D7-BA0A-AEFCB76016DA}" type="presParOf" srcId="{7F8072E4-D88E-4D44-AC67-AA5CFCBEAA3E}" destId="{8828C611-3569-4558-AD58-59095CCCA3C2}" srcOrd="4" destOrd="0" presId="urn:microsoft.com/office/officeart/2005/8/layout/chevron2"/>
    <dgm:cxn modelId="{2B012C23-62CE-4D3D-9A3B-E7082758C7A7}" type="presParOf" srcId="{8828C611-3569-4558-AD58-59095CCCA3C2}" destId="{5AED39AA-7B31-4822-BF1D-A0789B47716D}" srcOrd="0" destOrd="0" presId="urn:microsoft.com/office/officeart/2005/8/layout/chevron2"/>
    <dgm:cxn modelId="{31890107-E644-4016-BBAD-0EEAAB53D8C6}" type="presParOf" srcId="{8828C611-3569-4558-AD58-59095CCCA3C2}" destId="{9A163C97-8E03-4ECE-8D09-A9D4A0A910B4}"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7F5D524-C483-4B6B-808C-EE1C6B804E74}" type="doc">
      <dgm:prSet loTypeId="urn:microsoft.com/office/officeart/2005/8/layout/equation2" loCatId="process" qsTypeId="urn:microsoft.com/office/officeart/2005/8/quickstyle/3d2#2" qsCatId="3D" csTypeId="urn:microsoft.com/office/officeart/2005/8/colors/colorful2" csCatId="colorful" phldr="1"/>
      <dgm:spPr/>
    </dgm:pt>
    <dgm:pt modelId="{76102451-7E56-4EB7-8B46-4110A79EE549}">
      <dgm:prSet phldrT="[Text]"/>
      <dgm:spPr/>
      <dgm:t>
        <a:bodyPr/>
        <a:lstStyle/>
        <a:p>
          <a:r>
            <a:rPr lang="en-US"/>
            <a:t>Tội phạm</a:t>
          </a:r>
        </a:p>
      </dgm:t>
    </dgm:pt>
    <dgm:pt modelId="{7D40131A-12EF-47A1-BC88-DC417989A627}" type="parTrans" cxnId="{B521A36C-BA70-488D-A775-6991AFF53076}">
      <dgm:prSet/>
      <dgm:spPr/>
    </dgm:pt>
    <dgm:pt modelId="{F29BE8A4-C9FD-454D-8F82-6A82042D7348}" type="sibTrans" cxnId="{B521A36C-BA70-488D-A775-6991AFF53076}">
      <dgm:prSet/>
      <dgm:spPr/>
      <dgm:t>
        <a:bodyPr/>
        <a:lstStyle/>
        <a:p>
          <a:endParaRPr lang="en-US"/>
        </a:p>
      </dgm:t>
    </dgm:pt>
    <dgm:pt modelId="{621A3E4B-25DC-4749-B0CF-888087976D92}">
      <dgm:prSet phldrT="[Text]"/>
      <dgm:spPr/>
      <dgm:t>
        <a:bodyPr/>
        <a:lstStyle/>
        <a:p>
          <a:r>
            <a:rPr lang="en-US"/>
            <a:t>Hình phạt</a:t>
          </a:r>
        </a:p>
      </dgm:t>
    </dgm:pt>
    <dgm:pt modelId="{E4695AE7-5E92-481F-940B-C192579FEDFA}" type="parTrans" cxnId="{4922D1C9-9E4A-4140-9F66-D871F75255B8}">
      <dgm:prSet/>
      <dgm:spPr/>
    </dgm:pt>
    <dgm:pt modelId="{D3195492-ED67-468C-B6E9-C8DCD401ACBC}" type="sibTrans" cxnId="{4922D1C9-9E4A-4140-9F66-D871F75255B8}">
      <dgm:prSet/>
      <dgm:spPr/>
      <dgm:t>
        <a:bodyPr/>
        <a:lstStyle/>
        <a:p>
          <a:endParaRPr lang="en-US"/>
        </a:p>
      </dgm:t>
    </dgm:pt>
    <dgm:pt modelId="{3D454B25-BF89-4FAC-8FE3-954142B6B6F2}">
      <dgm:prSet phldrT="[Text]"/>
      <dgm:spPr/>
      <dgm:t>
        <a:bodyPr/>
        <a:lstStyle/>
        <a:p>
          <a:r>
            <a:rPr lang="en-US"/>
            <a:t>Luật hình sự </a:t>
          </a:r>
        </a:p>
      </dgm:t>
    </dgm:pt>
    <dgm:pt modelId="{63D70887-FE55-4D02-BC5C-3C6404A44AEE}" type="parTrans" cxnId="{B7B8F5B9-9674-4779-9943-FAF387A9613E}">
      <dgm:prSet/>
      <dgm:spPr/>
    </dgm:pt>
    <dgm:pt modelId="{562A260C-8823-4DAF-8B32-9E88CC2D9D2A}" type="sibTrans" cxnId="{B7B8F5B9-9674-4779-9943-FAF387A9613E}">
      <dgm:prSet/>
      <dgm:spPr/>
    </dgm:pt>
    <dgm:pt modelId="{78748689-82D8-4385-B6CF-1C2906620EE7}" type="pres">
      <dgm:prSet presAssocID="{57F5D524-C483-4B6B-808C-EE1C6B804E74}" presName="Name0" presStyleCnt="0">
        <dgm:presLayoutVars>
          <dgm:dir/>
          <dgm:resizeHandles val="exact"/>
        </dgm:presLayoutVars>
      </dgm:prSet>
      <dgm:spPr/>
    </dgm:pt>
    <dgm:pt modelId="{C12C4E81-28A4-4988-877C-8855F160EB3D}" type="pres">
      <dgm:prSet presAssocID="{57F5D524-C483-4B6B-808C-EE1C6B804E74}" presName="vNodes" presStyleCnt="0"/>
      <dgm:spPr/>
    </dgm:pt>
    <dgm:pt modelId="{4B085FCC-BF61-4108-877B-C89A521E28CB}" type="pres">
      <dgm:prSet presAssocID="{76102451-7E56-4EB7-8B46-4110A79EE549}" presName="node" presStyleLbl="node1" presStyleIdx="0" presStyleCnt="3">
        <dgm:presLayoutVars>
          <dgm:bulletEnabled val="1"/>
        </dgm:presLayoutVars>
      </dgm:prSet>
      <dgm:spPr/>
    </dgm:pt>
    <dgm:pt modelId="{68789B6A-93CB-411E-81D3-D9237249BD7E}" type="pres">
      <dgm:prSet presAssocID="{F29BE8A4-C9FD-454D-8F82-6A82042D7348}" presName="spacerT" presStyleCnt="0"/>
      <dgm:spPr/>
    </dgm:pt>
    <dgm:pt modelId="{141023AB-2B09-4F92-ABF4-5B920C9706C5}" type="pres">
      <dgm:prSet presAssocID="{F29BE8A4-C9FD-454D-8F82-6A82042D7348}" presName="sibTrans" presStyleLbl="sibTrans2D1" presStyleIdx="0" presStyleCnt="2"/>
      <dgm:spPr/>
    </dgm:pt>
    <dgm:pt modelId="{66A81176-933C-4164-A545-FD52FCA40BDA}" type="pres">
      <dgm:prSet presAssocID="{F29BE8A4-C9FD-454D-8F82-6A82042D7348}" presName="spacerB" presStyleCnt="0"/>
      <dgm:spPr/>
    </dgm:pt>
    <dgm:pt modelId="{68DD82B9-FA6A-4B24-804A-F27094F64C65}" type="pres">
      <dgm:prSet presAssocID="{621A3E4B-25DC-4749-B0CF-888087976D92}" presName="node" presStyleLbl="node1" presStyleIdx="1" presStyleCnt="3">
        <dgm:presLayoutVars>
          <dgm:bulletEnabled val="1"/>
        </dgm:presLayoutVars>
      </dgm:prSet>
      <dgm:spPr/>
    </dgm:pt>
    <dgm:pt modelId="{AC02F3C9-E112-47C6-9848-8B9165A1B021}" type="pres">
      <dgm:prSet presAssocID="{57F5D524-C483-4B6B-808C-EE1C6B804E74}" presName="sibTransLast" presStyleLbl="sibTrans2D1" presStyleIdx="1" presStyleCnt="2"/>
      <dgm:spPr/>
    </dgm:pt>
    <dgm:pt modelId="{811A7D46-AD9D-4A83-BBFA-EA647A6267CD}" type="pres">
      <dgm:prSet presAssocID="{57F5D524-C483-4B6B-808C-EE1C6B804E74}" presName="connectorText" presStyleLbl="sibTrans2D1" presStyleIdx="1" presStyleCnt="2"/>
      <dgm:spPr/>
    </dgm:pt>
    <dgm:pt modelId="{1F1ED4AF-D3A6-4BE2-A98B-3BB49015031B}" type="pres">
      <dgm:prSet presAssocID="{57F5D524-C483-4B6B-808C-EE1C6B804E74}" presName="lastNode" presStyleLbl="node1" presStyleIdx="2" presStyleCnt="3">
        <dgm:presLayoutVars>
          <dgm:bulletEnabled val="1"/>
        </dgm:presLayoutVars>
      </dgm:prSet>
      <dgm:spPr/>
    </dgm:pt>
  </dgm:ptLst>
  <dgm:cxnLst>
    <dgm:cxn modelId="{A4E7403E-C722-41F6-9188-D2CD4CE8E417}" type="presOf" srcId="{D3195492-ED67-468C-B6E9-C8DCD401ACBC}" destId="{811A7D46-AD9D-4A83-BBFA-EA647A6267CD}" srcOrd="1" destOrd="0" presId="urn:microsoft.com/office/officeart/2005/8/layout/equation2"/>
    <dgm:cxn modelId="{91912E46-D127-469D-B7F6-DE34EEF4FEC8}" type="presOf" srcId="{F29BE8A4-C9FD-454D-8F82-6A82042D7348}" destId="{141023AB-2B09-4F92-ABF4-5B920C9706C5}" srcOrd="0" destOrd="0" presId="urn:microsoft.com/office/officeart/2005/8/layout/equation2"/>
    <dgm:cxn modelId="{B521A36C-BA70-488D-A775-6991AFF53076}" srcId="{57F5D524-C483-4B6B-808C-EE1C6B804E74}" destId="{76102451-7E56-4EB7-8B46-4110A79EE549}" srcOrd="0" destOrd="0" parTransId="{7D40131A-12EF-47A1-BC88-DC417989A627}" sibTransId="{F29BE8A4-C9FD-454D-8F82-6A82042D7348}"/>
    <dgm:cxn modelId="{E7F48C6E-0F50-406E-A22E-D94FC23DF0C6}" type="presOf" srcId="{621A3E4B-25DC-4749-B0CF-888087976D92}" destId="{68DD82B9-FA6A-4B24-804A-F27094F64C65}" srcOrd="0" destOrd="0" presId="urn:microsoft.com/office/officeart/2005/8/layout/equation2"/>
    <dgm:cxn modelId="{65080575-6EAA-4057-B7B2-6DA75354A89A}" type="presOf" srcId="{D3195492-ED67-468C-B6E9-C8DCD401ACBC}" destId="{AC02F3C9-E112-47C6-9848-8B9165A1B021}" srcOrd="0" destOrd="0" presId="urn:microsoft.com/office/officeart/2005/8/layout/equation2"/>
    <dgm:cxn modelId="{ECAE1083-0E8D-4D94-B45C-2B5DF64168B6}" type="presOf" srcId="{76102451-7E56-4EB7-8B46-4110A79EE549}" destId="{4B085FCC-BF61-4108-877B-C89A521E28CB}" srcOrd="0" destOrd="0" presId="urn:microsoft.com/office/officeart/2005/8/layout/equation2"/>
    <dgm:cxn modelId="{9CE2FC8D-ECCD-49A9-9A58-B8B84CAAB14E}" type="presOf" srcId="{57F5D524-C483-4B6B-808C-EE1C6B804E74}" destId="{78748689-82D8-4385-B6CF-1C2906620EE7}" srcOrd="0" destOrd="0" presId="urn:microsoft.com/office/officeart/2005/8/layout/equation2"/>
    <dgm:cxn modelId="{B7B8F5B9-9674-4779-9943-FAF387A9613E}" srcId="{57F5D524-C483-4B6B-808C-EE1C6B804E74}" destId="{3D454B25-BF89-4FAC-8FE3-954142B6B6F2}" srcOrd="2" destOrd="0" parTransId="{63D70887-FE55-4D02-BC5C-3C6404A44AEE}" sibTransId="{562A260C-8823-4DAF-8B32-9E88CC2D9D2A}"/>
    <dgm:cxn modelId="{63FBC9C4-6D91-4A1A-B3CD-E14395860D78}" type="presOf" srcId="{3D454B25-BF89-4FAC-8FE3-954142B6B6F2}" destId="{1F1ED4AF-D3A6-4BE2-A98B-3BB49015031B}" srcOrd="0" destOrd="0" presId="urn:microsoft.com/office/officeart/2005/8/layout/equation2"/>
    <dgm:cxn modelId="{4922D1C9-9E4A-4140-9F66-D871F75255B8}" srcId="{57F5D524-C483-4B6B-808C-EE1C6B804E74}" destId="{621A3E4B-25DC-4749-B0CF-888087976D92}" srcOrd="1" destOrd="0" parTransId="{E4695AE7-5E92-481F-940B-C192579FEDFA}" sibTransId="{D3195492-ED67-468C-B6E9-C8DCD401ACBC}"/>
    <dgm:cxn modelId="{1A58E8CB-E09B-426A-83D2-33B755ACDBA8}" type="presParOf" srcId="{78748689-82D8-4385-B6CF-1C2906620EE7}" destId="{C12C4E81-28A4-4988-877C-8855F160EB3D}" srcOrd="0" destOrd="0" presId="urn:microsoft.com/office/officeart/2005/8/layout/equation2"/>
    <dgm:cxn modelId="{D5F41DCC-0C38-4484-A3D8-565D23BB21D0}" type="presParOf" srcId="{C12C4E81-28A4-4988-877C-8855F160EB3D}" destId="{4B085FCC-BF61-4108-877B-C89A521E28CB}" srcOrd="0" destOrd="0" presId="urn:microsoft.com/office/officeart/2005/8/layout/equation2"/>
    <dgm:cxn modelId="{A1F66F9F-28E8-43B8-8285-FEF20972A655}" type="presParOf" srcId="{C12C4E81-28A4-4988-877C-8855F160EB3D}" destId="{68789B6A-93CB-411E-81D3-D9237249BD7E}" srcOrd="1" destOrd="0" presId="urn:microsoft.com/office/officeart/2005/8/layout/equation2"/>
    <dgm:cxn modelId="{AB1B19F3-5604-417C-977E-F8DCDC8A5CE8}" type="presParOf" srcId="{C12C4E81-28A4-4988-877C-8855F160EB3D}" destId="{141023AB-2B09-4F92-ABF4-5B920C9706C5}" srcOrd="2" destOrd="0" presId="urn:microsoft.com/office/officeart/2005/8/layout/equation2"/>
    <dgm:cxn modelId="{E0EE637E-CD6C-4AB3-9287-E275B15CBFCB}" type="presParOf" srcId="{C12C4E81-28A4-4988-877C-8855F160EB3D}" destId="{66A81176-933C-4164-A545-FD52FCA40BDA}" srcOrd="3" destOrd="0" presId="urn:microsoft.com/office/officeart/2005/8/layout/equation2"/>
    <dgm:cxn modelId="{F5A082B2-763F-49D2-8E5C-AC7B69B74457}" type="presParOf" srcId="{C12C4E81-28A4-4988-877C-8855F160EB3D}" destId="{68DD82B9-FA6A-4B24-804A-F27094F64C65}" srcOrd="4" destOrd="0" presId="urn:microsoft.com/office/officeart/2005/8/layout/equation2"/>
    <dgm:cxn modelId="{1336C05D-6FEA-4020-B7D7-A306A66A326E}" type="presParOf" srcId="{78748689-82D8-4385-B6CF-1C2906620EE7}" destId="{AC02F3C9-E112-47C6-9848-8B9165A1B021}" srcOrd="1" destOrd="0" presId="urn:microsoft.com/office/officeart/2005/8/layout/equation2"/>
    <dgm:cxn modelId="{EBAE776B-B366-4D5E-90A5-A9EAA0C0FC41}" type="presParOf" srcId="{AC02F3C9-E112-47C6-9848-8B9165A1B021}" destId="{811A7D46-AD9D-4A83-BBFA-EA647A6267CD}" srcOrd="0" destOrd="0" presId="urn:microsoft.com/office/officeart/2005/8/layout/equation2"/>
    <dgm:cxn modelId="{36194EE7-2AC1-4178-A2C7-F0ABDFE01CA6}" type="presParOf" srcId="{78748689-82D8-4385-B6CF-1C2906620EE7}" destId="{1F1ED4AF-D3A6-4BE2-A98B-3BB49015031B}" srcOrd="2" destOrd="0" presId="urn:microsoft.com/office/officeart/2005/8/layout/equati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9A277FB-4E91-41C6-9538-1E84FA5EB3B1}" type="doc">
      <dgm:prSet loTypeId="urn:microsoft.com/office/officeart/2005/8/layout/hierarchy3" loCatId="list" qsTypeId="urn:microsoft.com/office/officeart/2005/8/quickstyle/3d2#3" qsCatId="3D" csTypeId="urn:microsoft.com/office/officeart/2005/8/colors/colorful1#1" csCatId="colorful" phldr="1"/>
      <dgm:spPr/>
      <dgm:t>
        <a:bodyPr/>
        <a:lstStyle/>
        <a:p>
          <a:endParaRPr lang="en-US"/>
        </a:p>
      </dgm:t>
    </dgm:pt>
    <dgm:pt modelId="{E3038AE2-61FF-4E71-8321-583D40C61E36}">
      <dgm:prSet phldrT="[Text]" custT="1"/>
      <dgm:spPr/>
      <dgm:t>
        <a:bodyPr/>
        <a:lstStyle/>
        <a:p>
          <a:r>
            <a:rPr lang="en-US" sz="3600"/>
            <a:t>Lỗi cố ý </a:t>
          </a:r>
        </a:p>
      </dgm:t>
    </dgm:pt>
    <dgm:pt modelId="{F2632EDB-B069-4B16-B8FF-52E95CCADFEB}" type="parTrans" cxnId="{7A7ED2F4-EE5D-4474-934B-AFE3838CEAF6}">
      <dgm:prSet/>
      <dgm:spPr/>
      <dgm:t>
        <a:bodyPr/>
        <a:lstStyle/>
        <a:p>
          <a:endParaRPr lang="en-US"/>
        </a:p>
      </dgm:t>
    </dgm:pt>
    <dgm:pt modelId="{527EFDA5-9108-40CA-96FD-137E15DF3B0A}" type="sibTrans" cxnId="{7A7ED2F4-EE5D-4474-934B-AFE3838CEAF6}">
      <dgm:prSet/>
      <dgm:spPr/>
      <dgm:t>
        <a:bodyPr/>
        <a:lstStyle/>
        <a:p>
          <a:endParaRPr lang="en-US"/>
        </a:p>
      </dgm:t>
    </dgm:pt>
    <dgm:pt modelId="{EAEC5D19-261F-4D38-A2EA-ED10A8F6ED2B}">
      <dgm:prSet phldrT="[Text]" custT="1"/>
      <dgm:spPr/>
      <dgm:t>
        <a:bodyPr/>
        <a:lstStyle/>
        <a:p>
          <a:r>
            <a:rPr lang="en-US" sz="2800"/>
            <a:t>Cố ý trực tiếp</a:t>
          </a:r>
        </a:p>
      </dgm:t>
    </dgm:pt>
    <dgm:pt modelId="{5F9C6A00-A79E-406A-8299-0CFD9459F18A}" type="parTrans" cxnId="{61F333A5-116A-4285-8B74-19FAC1886542}">
      <dgm:prSet/>
      <dgm:spPr/>
      <dgm:t>
        <a:bodyPr/>
        <a:lstStyle/>
        <a:p>
          <a:endParaRPr lang="en-US"/>
        </a:p>
      </dgm:t>
    </dgm:pt>
    <dgm:pt modelId="{5DB2BC50-6704-46D9-A587-DC88DD601F06}" type="sibTrans" cxnId="{61F333A5-116A-4285-8B74-19FAC1886542}">
      <dgm:prSet/>
      <dgm:spPr/>
      <dgm:t>
        <a:bodyPr/>
        <a:lstStyle/>
        <a:p>
          <a:endParaRPr lang="en-US"/>
        </a:p>
      </dgm:t>
    </dgm:pt>
    <dgm:pt modelId="{2EB5DE4E-6E41-4C42-B129-7BB31BA54980}">
      <dgm:prSet phldrT="[Text]" custT="1"/>
      <dgm:spPr/>
      <dgm:t>
        <a:bodyPr/>
        <a:lstStyle/>
        <a:p>
          <a:r>
            <a:rPr lang="en-US" sz="2800"/>
            <a:t>Cố ý gián tiếp</a:t>
          </a:r>
        </a:p>
      </dgm:t>
    </dgm:pt>
    <dgm:pt modelId="{7210AC20-BAA4-44F0-8C4F-2BD03C59101F}" type="parTrans" cxnId="{460F20E2-5FE4-4D47-8917-9B8059B3CFDE}">
      <dgm:prSet/>
      <dgm:spPr/>
      <dgm:t>
        <a:bodyPr/>
        <a:lstStyle/>
        <a:p>
          <a:endParaRPr lang="en-US"/>
        </a:p>
      </dgm:t>
    </dgm:pt>
    <dgm:pt modelId="{2C42BFC5-1225-4A3A-B70A-645607DED6C4}" type="sibTrans" cxnId="{460F20E2-5FE4-4D47-8917-9B8059B3CFDE}">
      <dgm:prSet/>
      <dgm:spPr/>
      <dgm:t>
        <a:bodyPr/>
        <a:lstStyle/>
        <a:p>
          <a:endParaRPr lang="en-US"/>
        </a:p>
      </dgm:t>
    </dgm:pt>
    <dgm:pt modelId="{6AB09A9E-F706-49F5-BFC0-20B84FED5B46}">
      <dgm:prSet phldrT="[Text]" custT="1"/>
      <dgm:spPr/>
      <dgm:t>
        <a:bodyPr/>
        <a:lstStyle/>
        <a:p>
          <a:r>
            <a:rPr lang="en-US" sz="3600"/>
            <a:t>Lỗi vô ý</a:t>
          </a:r>
        </a:p>
      </dgm:t>
    </dgm:pt>
    <dgm:pt modelId="{D43F3FBC-BC75-4890-8D57-59F7ABF59E2A}" type="parTrans" cxnId="{D409B6B0-8A83-4F36-9860-EDFC1E5E660F}">
      <dgm:prSet/>
      <dgm:spPr/>
      <dgm:t>
        <a:bodyPr/>
        <a:lstStyle/>
        <a:p>
          <a:endParaRPr lang="en-US"/>
        </a:p>
      </dgm:t>
    </dgm:pt>
    <dgm:pt modelId="{B9564F04-5CD4-43D8-AAB4-6E12B568F005}" type="sibTrans" cxnId="{D409B6B0-8A83-4F36-9860-EDFC1E5E660F}">
      <dgm:prSet/>
      <dgm:spPr/>
      <dgm:t>
        <a:bodyPr/>
        <a:lstStyle/>
        <a:p>
          <a:endParaRPr lang="en-US"/>
        </a:p>
      </dgm:t>
    </dgm:pt>
    <dgm:pt modelId="{7FB21FCE-DF61-4F80-A8C6-E5D61511AA0C}">
      <dgm:prSet phldrT="[Text]" custT="1"/>
      <dgm:spPr/>
      <dgm:t>
        <a:bodyPr/>
        <a:lstStyle/>
        <a:p>
          <a:r>
            <a:rPr lang="en-US" sz="2800"/>
            <a:t>Vô ý vì quá tự tin</a:t>
          </a:r>
        </a:p>
      </dgm:t>
    </dgm:pt>
    <dgm:pt modelId="{93348213-2092-4508-92B9-EDF15C565B8B}" type="parTrans" cxnId="{02DFAFF7-0497-469C-A833-5804E12A7AFB}">
      <dgm:prSet/>
      <dgm:spPr/>
      <dgm:t>
        <a:bodyPr/>
        <a:lstStyle/>
        <a:p>
          <a:endParaRPr lang="en-US"/>
        </a:p>
      </dgm:t>
    </dgm:pt>
    <dgm:pt modelId="{B95C814A-D4D4-4F98-BEB6-E1866566870A}" type="sibTrans" cxnId="{02DFAFF7-0497-469C-A833-5804E12A7AFB}">
      <dgm:prSet/>
      <dgm:spPr/>
      <dgm:t>
        <a:bodyPr/>
        <a:lstStyle/>
        <a:p>
          <a:endParaRPr lang="en-US"/>
        </a:p>
      </dgm:t>
    </dgm:pt>
    <dgm:pt modelId="{745EF185-BE8C-440B-86CC-FB349186CF96}">
      <dgm:prSet phldrT="[Text]" custT="1"/>
      <dgm:spPr/>
      <dgm:t>
        <a:bodyPr/>
        <a:lstStyle/>
        <a:p>
          <a:r>
            <a:rPr lang="en-US" sz="2800"/>
            <a:t>Vô ý do cẩu thả</a:t>
          </a:r>
        </a:p>
      </dgm:t>
    </dgm:pt>
    <dgm:pt modelId="{B511EF2E-60E4-4900-812D-CDA113030DBA}" type="parTrans" cxnId="{5D3D530B-7920-4BBE-83DD-9DB9A95732AD}">
      <dgm:prSet/>
      <dgm:spPr/>
      <dgm:t>
        <a:bodyPr/>
        <a:lstStyle/>
        <a:p>
          <a:endParaRPr lang="en-US"/>
        </a:p>
      </dgm:t>
    </dgm:pt>
    <dgm:pt modelId="{E548474E-9346-4F4B-B73E-CDC12B4DC3FF}" type="sibTrans" cxnId="{5D3D530B-7920-4BBE-83DD-9DB9A95732AD}">
      <dgm:prSet/>
      <dgm:spPr/>
      <dgm:t>
        <a:bodyPr/>
        <a:lstStyle/>
        <a:p>
          <a:endParaRPr lang="en-US"/>
        </a:p>
      </dgm:t>
    </dgm:pt>
    <dgm:pt modelId="{7F844633-6DEE-4F80-ADC8-333592F5A7AF}" type="pres">
      <dgm:prSet presAssocID="{89A277FB-4E91-41C6-9538-1E84FA5EB3B1}" presName="diagram" presStyleCnt="0">
        <dgm:presLayoutVars>
          <dgm:chPref val="1"/>
          <dgm:dir/>
          <dgm:animOne val="branch"/>
          <dgm:animLvl val="lvl"/>
          <dgm:resizeHandles/>
        </dgm:presLayoutVars>
      </dgm:prSet>
      <dgm:spPr/>
    </dgm:pt>
    <dgm:pt modelId="{820D754F-3A65-4013-B7EC-C53BD258058F}" type="pres">
      <dgm:prSet presAssocID="{E3038AE2-61FF-4E71-8321-583D40C61E36}" presName="root" presStyleCnt="0"/>
      <dgm:spPr/>
    </dgm:pt>
    <dgm:pt modelId="{B8C400B0-9917-4CA8-8CE6-FD677C9C8438}" type="pres">
      <dgm:prSet presAssocID="{E3038AE2-61FF-4E71-8321-583D40C61E36}" presName="rootComposite" presStyleCnt="0"/>
      <dgm:spPr/>
    </dgm:pt>
    <dgm:pt modelId="{25B23CEE-4B14-4157-B8A9-09799A48527B}" type="pres">
      <dgm:prSet presAssocID="{E3038AE2-61FF-4E71-8321-583D40C61E36}" presName="rootText" presStyleLbl="node1" presStyleIdx="0" presStyleCnt="2"/>
      <dgm:spPr/>
    </dgm:pt>
    <dgm:pt modelId="{49C24CA8-3671-41CA-93C1-8F4550435F52}" type="pres">
      <dgm:prSet presAssocID="{E3038AE2-61FF-4E71-8321-583D40C61E36}" presName="rootConnector" presStyleLbl="node1" presStyleIdx="0" presStyleCnt="2"/>
      <dgm:spPr/>
    </dgm:pt>
    <dgm:pt modelId="{06774F00-6DF5-409C-AD40-1737207E9CA6}" type="pres">
      <dgm:prSet presAssocID="{E3038AE2-61FF-4E71-8321-583D40C61E36}" presName="childShape" presStyleCnt="0"/>
      <dgm:spPr/>
    </dgm:pt>
    <dgm:pt modelId="{86ABCB43-295C-4E6A-8307-280A30989E3B}" type="pres">
      <dgm:prSet presAssocID="{5F9C6A00-A79E-406A-8299-0CFD9459F18A}" presName="Name13" presStyleLbl="parChTrans1D2" presStyleIdx="0" presStyleCnt="4"/>
      <dgm:spPr/>
    </dgm:pt>
    <dgm:pt modelId="{EA3B3DEC-2FC6-465B-A9F7-8481D75F7427}" type="pres">
      <dgm:prSet presAssocID="{EAEC5D19-261F-4D38-A2EA-ED10A8F6ED2B}" presName="childText" presStyleLbl="bgAcc1" presStyleIdx="0" presStyleCnt="4">
        <dgm:presLayoutVars>
          <dgm:bulletEnabled val="1"/>
        </dgm:presLayoutVars>
      </dgm:prSet>
      <dgm:spPr/>
    </dgm:pt>
    <dgm:pt modelId="{D2B9DE3E-00BA-4274-B615-86C843141502}" type="pres">
      <dgm:prSet presAssocID="{7210AC20-BAA4-44F0-8C4F-2BD03C59101F}" presName="Name13" presStyleLbl="parChTrans1D2" presStyleIdx="1" presStyleCnt="4"/>
      <dgm:spPr/>
    </dgm:pt>
    <dgm:pt modelId="{93A161C2-95B0-4E05-BAE0-9D1BC294E312}" type="pres">
      <dgm:prSet presAssocID="{2EB5DE4E-6E41-4C42-B129-7BB31BA54980}" presName="childText" presStyleLbl="bgAcc1" presStyleIdx="1" presStyleCnt="4">
        <dgm:presLayoutVars>
          <dgm:bulletEnabled val="1"/>
        </dgm:presLayoutVars>
      </dgm:prSet>
      <dgm:spPr/>
    </dgm:pt>
    <dgm:pt modelId="{FF474585-184C-40EF-B596-B782AA956EAF}" type="pres">
      <dgm:prSet presAssocID="{6AB09A9E-F706-49F5-BFC0-20B84FED5B46}" presName="root" presStyleCnt="0"/>
      <dgm:spPr/>
    </dgm:pt>
    <dgm:pt modelId="{4BB7BC34-6438-4426-B002-9A7680A9008B}" type="pres">
      <dgm:prSet presAssocID="{6AB09A9E-F706-49F5-BFC0-20B84FED5B46}" presName="rootComposite" presStyleCnt="0"/>
      <dgm:spPr/>
    </dgm:pt>
    <dgm:pt modelId="{7AD83A53-CF6B-48CB-88E9-2A1FB209146B}" type="pres">
      <dgm:prSet presAssocID="{6AB09A9E-F706-49F5-BFC0-20B84FED5B46}" presName="rootText" presStyleLbl="node1" presStyleIdx="1" presStyleCnt="2"/>
      <dgm:spPr/>
    </dgm:pt>
    <dgm:pt modelId="{15CC2A1D-D0CB-424B-802A-E67D67B5BEAC}" type="pres">
      <dgm:prSet presAssocID="{6AB09A9E-F706-49F5-BFC0-20B84FED5B46}" presName="rootConnector" presStyleLbl="node1" presStyleIdx="1" presStyleCnt="2"/>
      <dgm:spPr/>
    </dgm:pt>
    <dgm:pt modelId="{850A987D-73B2-44CB-A064-28EB6E74F2A1}" type="pres">
      <dgm:prSet presAssocID="{6AB09A9E-F706-49F5-BFC0-20B84FED5B46}" presName="childShape" presStyleCnt="0"/>
      <dgm:spPr/>
    </dgm:pt>
    <dgm:pt modelId="{BD67AD0B-C6FB-4392-908A-167206FFBBD1}" type="pres">
      <dgm:prSet presAssocID="{93348213-2092-4508-92B9-EDF15C565B8B}" presName="Name13" presStyleLbl="parChTrans1D2" presStyleIdx="2" presStyleCnt="4"/>
      <dgm:spPr/>
    </dgm:pt>
    <dgm:pt modelId="{1C28CF14-38E7-42F1-9CA5-3BF935740644}" type="pres">
      <dgm:prSet presAssocID="{7FB21FCE-DF61-4F80-A8C6-E5D61511AA0C}" presName="childText" presStyleLbl="bgAcc1" presStyleIdx="2" presStyleCnt="4">
        <dgm:presLayoutVars>
          <dgm:bulletEnabled val="1"/>
        </dgm:presLayoutVars>
      </dgm:prSet>
      <dgm:spPr/>
    </dgm:pt>
    <dgm:pt modelId="{C3E15BDF-229A-40A4-9F91-7248D871F564}" type="pres">
      <dgm:prSet presAssocID="{B511EF2E-60E4-4900-812D-CDA113030DBA}" presName="Name13" presStyleLbl="parChTrans1D2" presStyleIdx="3" presStyleCnt="4"/>
      <dgm:spPr/>
    </dgm:pt>
    <dgm:pt modelId="{ACD65263-2867-47BE-8EC2-530026E0296B}" type="pres">
      <dgm:prSet presAssocID="{745EF185-BE8C-440B-86CC-FB349186CF96}" presName="childText" presStyleLbl="bgAcc1" presStyleIdx="3" presStyleCnt="4">
        <dgm:presLayoutVars>
          <dgm:bulletEnabled val="1"/>
        </dgm:presLayoutVars>
      </dgm:prSet>
      <dgm:spPr/>
    </dgm:pt>
  </dgm:ptLst>
  <dgm:cxnLst>
    <dgm:cxn modelId="{5D3D530B-7920-4BBE-83DD-9DB9A95732AD}" srcId="{6AB09A9E-F706-49F5-BFC0-20B84FED5B46}" destId="{745EF185-BE8C-440B-86CC-FB349186CF96}" srcOrd="1" destOrd="0" parTransId="{B511EF2E-60E4-4900-812D-CDA113030DBA}" sibTransId="{E548474E-9346-4F4B-B73E-CDC12B4DC3FF}"/>
    <dgm:cxn modelId="{C6039619-B1A5-450B-86C6-2E6EFE83391F}" type="presOf" srcId="{5F9C6A00-A79E-406A-8299-0CFD9459F18A}" destId="{86ABCB43-295C-4E6A-8307-280A30989E3B}" srcOrd="0" destOrd="0" presId="urn:microsoft.com/office/officeart/2005/8/layout/hierarchy3"/>
    <dgm:cxn modelId="{D965D819-44E1-4527-A41B-891C4555D346}" type="presOf" srcId="{6AB09A9E-F706-49F5-BFC0-20B84FED5B46}" destId="{15CC2A1D-D0CB-424B-802A-E67D67B5BEAC}" srcOrd="1" destOrd="0" presId="urn:microsoft.com/office/officeart/2005/8/layout/hierarchy3"/>
    <dgm:cxn modelId="{19C4F337-8599-4DEF-BBCE-BFD9FA7953F4}" type="presOf" srcId="{7210AC20-BAA4-44F0-8C4F-2BD03C59101F}" destId="{D2B9DE3E-00BA-4274-B615-86C843141502}" srcOrd="0" destOrd="0" presId="urn:microsoft.com/office/officeart/2005/8/layout/hierarchy3"/>
    <dgm:cxn modelId="{03C3E240-ECEA-40DE-9DB5-717D58A2BB46}" type="presOf" srcId="{7FB21FCE-DF61-4F80-A8C6-E5D61511AA0C}" destId="{1C28CF14-38E7-42F1-9CA5-3BF935740644}" srcOrd="0" destOrd="0" presId="urn:microsoft.com/office/officeart/2005/8/layout/hierarchy3"/>
    <dgm:cxn modelId="{500ED964-421F-493D-8F2B-EE73C13801E2}" type="presOf" srcId="{89A277FB-4E91-41C6-9538-1E84FA5EB3B1}" destId="{7F844633-6DEE-4F80-ADC8-333592F5A7AF}" srcOrd="0" destOrd="0" presId="urn:microsoft.com/office/officeart/2005/8/layout/hierarchy3"/>
    <dgm:cxn modelId="{53040353-05C3-4FB0-B446-138E16CA526C}" type="presOf" srcId="{93348213-2092-4508-92B9-EDF15C565B8B}" destId="{BD67AD0B-C6FB-4392-908A-167206FFBBD1}" srcOrd="0" destOrd="0" presId="urn:microsoft.com/office/officeart/2005/8/layout/hierarchy3"/>
    <dgm:cxn modelId="{A35C8F53-460E-4572-AC24-A68252A838D1}" type="presOf" srcId="{2EB5DE4E-6E41-4C42-B129-7BB31BA54980}" destId="{93A161C2-95B0-4E05-BAE0-9D1BC294E312}" srcOrd="0" destOrd="0" presId="urn:microsoft.com/office/officeart/2005/8/layout/hierarchy3"/>
    <dgm:cxn modelId="{52995E7E-39B0-48F7-938E-45F5FAA026BA}" type="presOf" srcId="{E3038AE2-61FF-4E71-8321-583D40C61E36}" destId="{49C24CA8-3671-41CA-93C1-8F4550435F52}" srcOrd="1" destOrd="0" presId="urn:microsoft.com/office/officeart/2005/8/layout/hierarchy3"/>
    <dgm:cxn modelId="{14DA3282-57B5-423D-A16E-472B49C6B434}" type="presOf" srcId="{745EF185-BE8C-440B-86CC-FB349186CF96}" destId="{ACD65263-2867-47BE-8EC2-530026E0296B}" srcOrd="0" destOrd="0" presId="urn:microsoft.com/office/officeart/2005/8/layout/hierarchy3"/>
    <dgm:cxn modelId="{2E923B84-4B1F-4A44-8929-3EEBA627DBC1}" type="presOf" srcId="{B511EF2E-60E4-4900-812D-CDA113030DBA}" destId="{C3E15BDF-229A-40A4-9F91-7248D871F564}" srcOrd="0" destOrd="0" presId="urn:microsoft.com/office/officeart/2005/8/layout/hierarchy3"/>
    <dgm:cxn modelId="{52A1D798-AE4A-4587-97DD-7AFA6592FB45}" type="presOf" srcId="{EAEC5D19-261F-4D38-A2EA-ED10A8F6ED2B}" destId="{EA3B3DEC-2FC6-465B-A9F7-8481D75F7427}" srcOrd="0" destOrd="0" presId="urn:microsoft.com/office/officeart/2005/8/layout/hierarchy3"/>
    <dgm:cxn modelId="{61F333A5-116A-4285-8B74-19FAC1886542}" srcId="{E3038AE2-61FF-4E71-8321-583D40C61E36}" destId="{EAEC5D19-261F-4D38-A2EA-ED10A8F6ED2B}" srcOrd="0" destOrd="0" parTransId="{5F9C6A00-A79E-406A-8299-0CFD9459F18A}" sibTransId="{5DB2BC50-6704-46D9-A587-DC88DD601F06}"/>
    <dgm:cxn modelId="{D409B6B0-8A83-4F36-9860-EDFC1E5E660F}" srcId="{89A277FB-4E91-41C6-9538-1E84FA5EB3B1}" destId="{6AB09A9E-F706-49F5-BFC0-20B84FED5B46}" srcOrd="1" destOrd="0" parTransId="{D43F3FBC-BC75-4890-8D57-59F7ABF59E2A}" sibTransId="{B9564F04-5CD4-43D8-AAB4-6E12B568F005}"/>
    <dgm:cxn modelId="{387428B5-3EC9-44F5-9E4D-854ECEE9D955}" type="presOf" srcId="{E3038AE2-61FF-4E71-8321-583D40C61E36}" destId="{25B23CEE-4B14-4157-B8A9-09799A48527B}" srcOrd="0" destOrd="0" presId="urn:microsoft.com/office/officeart/2005/8/layout/hierarchy3"/>
    <dgm:cxn modelId="{0AC042CA-775F-4370-B0FB-A731971FADCF}" type="presOf" srcId="{6AB09A9E-F706-49F5-BFC0-20B84FED5B46}" destId="{7AD83A53-CF6B-48CB-88E9-2A1FB209146B}" srcOrd="0" destOrd="0" presId="urn:microsoft.com/office/officeart/2005/8/layout/hierarchy3"/>
    <dgm:cxn modelId="{460F20E2-5FE4-4D47-8917-9B8059B3CFDE}" srcId="{E3038AE2-61FF-4E71-8321-583D40C61E36}" destId="{2EB5DE4E-6E41-4C42-B129-7BB31BA54980}" srcOrd="1" destOrd="0" parTransId="{7210AC20-BAA4-44F0-8C4F-2BD03C59101F}" sibTransId="{2C42BFC5-1225-4A3A-B70A-645607DED6C4}"/>
    <dgm:cxn modelId="{7A7ED2F4-EE5D-4474-934B-AFE3838CEAF6}" srcId="{89A277FB-4E91-41C6-9538-1E84FA5EB3B1}" destId="{E3038AE2-61FF-4E71-8321-583D40C61E36}" srcOrd="0" destOrd="0" parTransId="{F2632EDB-B069-4B16-B8FF-52E95CCADFEB}" sibTransId="{527EFDA5-9108-40CA-96FD-137E15DF3B0A}"/>
    <dgm:cxn modelId="{02DFAFF7-0497-469C-A833-5804E12A7AFB}" srcId="{6AB09A9E-F706-49F5-BFC0-20B84FED5B46}" destId="{7FB21FCE-DF61-4F80-A8C6-E5D61511AA0C}" srcOrd="0" destOrd="0" parTransId="{93348213-2092-4508-92B9-EDF15C565B8B}" sibTransId="{B95C814A-D4D4-4F98-BEB6-E1866566870A}"/>
    <dgm:cxn modelId="{CB09178F-3327-415D-8312-C7D42E27AF17}" type="presParOf" srcId="{7F844633-6DEE-4F80-ADC8-333592F5A7AF}" destId="{820D754F-3A65-4013-B7EC-C53BD258058F}" srcOrd="0" destOrd="0" presId="urn:microsoft.com/office/officeart/2005/8/layout/hierarchy3"/>
    <dgm:cxn modelId="{4FF89244-F175-4EDB-B3A8-A27BF9E20081}" type="presParOf" srcId="{820D754F-3A65-4013-B7EC-C53BD258058F}" destId="{B8C400B0-9917-4CA8-8CE6-FD677C9C8438}" srcOrd="0" destOrd="0" presId="urn:microsoft.com/office/officeart/2005/8/layout/hierarchy3"/>
    <dgm:cxn modelId="{2C7ADED8-0BE0-43E0-849A-34670643CA82}" type="presParOf" srcId="{B8C400B0-9917-4CA8-8CE6-FD677C9C8438}" destId="{25B23CEE-4B14-4157-B8A9-09799A48527B}" srcOrd="0" destOrd="0" presId="urn:microsoft.com/office/officeart/2005/8/layout/hierarchy3"/>
    <dgm:cxn modelId="{5F8836C5-3408-4126-8C4E-B90BF987B66B}" type="presParOf" srcId="{B8C400B0-9917-4CA8-8CE6-FD677C9C8438}" destId="{49C24CA8-3671-41CA-93C1-8F4550435F52}" srcOrd="1" destOrd="0" presId="urn:microsoft.com/office/officeart/2005/8/layout/hierarchy3"/>
    <dgm:cxn modelId="{54DD1EF3-E6B5-488E-996D-B733DE6B86E7}" type="presParOf" srcId="{820D754F-3A65-4013-B7EC-C53BD258058F}" destId="{06774F00-6DF5-409C-AD40-1737207E9CA6}" srcOrd="1" destOrd="0" presId="urn:microsoft.com/office/officeart/2005/8/layout/hierarchy3"/>
    <dgm:cxn modelId="{5F864080-D02E-44EA-B249-2DABF74C6CD7}" type="presParOf" srcId="{06774F00-6DF5-409C-AD40-1737207E9CA6}" destId="{86ABCB43-295C-4E6A-8307-280A30989E3B}" srcOrd="0" destOrd="0" presId="urn:microsoft.com/office/officeart/2005/8/layout/hierarchy3"/>
    <dgm:cxn modelId="{86EDC71F-DC2A-4F6C-ADD4-3CB328CA26F2}" type="presParOf" srcId="{06774F00-6DF5-409C-AD40-1737207E9CA6}" destId="{EA3B3DEC-2FC6-465B-A9F7-8481D75F7427}" srcOrd="1" destOrd="0" presId="urn:microsoft.com/office/officeart/2005/8/layout/hierarchy3"/>
    <dgm:cxn modelId="{11B2AC38-95AA-4386-B05E-85862B85BDF7}" type="presParOf" srcId="{06774F00-6DF5-409C-AD40-1737207E9CA6}" destId="{D2B9DE3E-00BA-4274-B615-86C843141502}" srcOrd="2" destOrd="0" presId="urn:microsoft.com/office/officeart/2005/8/layout/hierarchy3"/>
    <dgm:cxn modelId="{64FD402A-C680-46EB-9EBE-D95AEF96DF21}" type="presParOf" srcId="{06774F00-6DF5-409C-AD40-1737207E9CA6}" destId="{93A161C2-95B0-4E05-BAE0-9D1BC294E312}" srcOrd="3" destOrd="0" presId="urn:microsoft.com/office/officeart/2005/8/layout/hierarchy3"/>
    <dgm:cxn modelId="{98587C68-4CFC-4298-92D7-82B15316A8FD}" type="presParOf" srcId="{7F844633-6DEE-4F80-ADC8-333592F5A7AF}" destId="{FF474585-184C-40EF-B596-B782AA956EAF}" srcOrd="1" destOrd="0" presId="urn:microsoft.com/office/officeart/2005/8/layout/hierarchy3"/>
    <dgm:cxn modelId="{13CBFB5A-C33B-45BF-B484-339DC97C79E6}" type="presParOf" srcId="{FF474585-184C-40EF-B596-B782AA956EAF}" destId="{4BB7BC34-6438-4426-B002-9A7680A9008B}" srcOrd="0" destOrd="0" presId="urn:microsoft.com/office/officeart/2005/8/layout/hierarchy3"/>
    <dgm:cxn modelId="{A641BEDD-DDC4-4057-937E-57E4FF10858B}" type="presParOf" srcId="{4BB7BC34-6438-4426-B002-9A7680A9008B}" destId="{7AD83A53-CF6B-48CB-88E9-2A1FB209146B}" srcOrd="0" destOrd="0" presId="urn:microsoft.com/office/officeart/2005/8/layout/hierarchy3"/>
    <dgm:cxn modelId="{BBB4281F-7577-4883-958E-51D09772E647}" type="presParOf" srcId="{4BB7BC34-6438-4426-B002-9A7680A9008B}" destId="{15CC2A1D-D0CB-424B-802A-E67D67B5BEAC}" srcOrd="1" destOrd="0" presId="urn:microsoft.com/office/officeart/2005/8/layout/hierarchy3"/>
    <dgm:cxn modelId="{2B0260D0-2F75-4472-A221-39DFF25C824D}" type="presParOf" srcId="{FF474585-184C-40EF-B596-B782AA956EAF}" destId="{850A987D-73B2-44CB-A064-28EB6E74F2A1}" srcOrd="1" destOrd="0" presId="urn:microsoft.com/office/officeart/2005/8/layout/hierarchy3"/>
    <dgm:cxn modelId="{CC43A007-C534-4F7A-BE15-F0FB396BEFB0}" type="presParOf" srcId="{850A987D-73B2-44CB-A064-28EB6E74F2A1}" destId="{BD67AD0B-C6FB-4392-908A-167206FFBBD1}" srcOrd="0" destOrd="0" presId="urn:microsoft.com/office/officeart/2005/8/layout/hierarchy3"/>
    <dgm:cxn modelId="{E2F6039B-DF2D-43D3-9C17-C3AF20B29740}" type="presParOf" srcId="{850A987D-73B2-44CB-A064-28EB6E74F2A1}" destId="{1C28CF14-38E7-42F1-9CA5-3BF935740644}" srcOrd="1" destOrd="0" presId="urn:microsoft.com/office/officeart/2005/8/layout/hierarchy3"/>
    <dgm:cxn modelId="{633C4102-FDE2-4864-BF2D-F64362B412D5}" type="presParOf" srcId="{850A987D-73B2-44CB-A064-28EB6E74F2A1}" destId="{C3E15BDF-229A-40A4-9F91-7248D871F564}" srcOrd="2" destOrd="0" presId="urn:microsoft.com/office/officeart/2005/8/layout/hierarchy3"/>
    <dgm:cxn modelId="{B0C63CE4-93DD-4D9E-9192-32C8D67EEEE1}" type="presParOf" srcId="{850A987D-73B2-44CB-A064-28EB6E74F2A1}" destId="{ACD65263-2867-47BE-8EC2-530026E0296B}"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0902B0D-68FD-4AE1-94FD-350F7A4B96CF}" type="doc">
      <dgm:prSet loTypeId="urn:microsoft.com/office/officeart/2005/8/layout/radial1" loCatId="cycle" qsTypeId="urn:microsoft.com/office/officeart/2005/8/quickstyle/3d3" qsCatId="3D" csTypeId="urn:microsoft.com/office/officeart/2005/8/colors/colorful5" csCatId="colorful" phldr="1"/>
      <dgm:spPr/>
      <dgm:t>
        <a:bodyPr/>
        <a:lstStyle/>
        <a:p>
          <a:endParaRPr lang="en-US"/>
        </a:p>
      </dgm:t>
    </dgm:pt>
    <dgm:pt modelId="{1D5BFF5F-8101-4A19-A959-973E95451897}">
      <dgm:prSet phldrT="[Text]"/>
      <dgm:spPr/>
      <dgm:t>
        <a:bodyPr/>
        <a:lstStyle/>
        <a:p>
          <a:r>
            <a:rPr lang="en-US"/>
            <a:t>Tội phạm</a:t>
          </a:r>
        </a:p>
      </dgm:t>
    </dgm:pt>
    <dgm:pt modelId="{8B7CA433-09F5-4470-8ACB-57B3A2FCE3B8}" type="parTrans" cxnId="{E8DF3B33-9E92-45C9-BC77-558F1195E6F8}">
      <dgm:prSet/>
      <dgm:spPr/>
      <dgm:t>
        <a:bodyPr/>
        <a:lstStyle/>
        <a:p>
          <a:endParaRPr lang="en-US"/>
        </a:p>
      </dgm:t>
    </dgm:pt>
    <dgm:pt modelId="{B06F95B7-79C9-452E-8830-F6906C2748C2}" type="sibTrans" cxnId="{E8DF3B33-9E92-45C9-BC77-558F1195E6F8}">
      <dgm:prSet/>
      <dgm:spPr/>
      <dgm:t>
        <a:bodyPr/>
        <a:lstStyle/>
        <a:p>
          <a:endParaRPr lang="en-US"/>
        </a:p>
      </dgm:t>
    </dgm:pt>
    <dgm:pt modelId="{970A6DED-2E74-4B33-8CEA-5C3387CD7CC2}">
      <dgm:prSet phldrT="[Text]" custT="1"/>
      <dgm:spPr/>
      <dgm:t>
        <a:bodyPr/>
        <a:lstStyle/>
        <a:p>
          <a:pPr algn="ctr"/>
          <a:r>
            <a:rPr lang="en-US" sz="2200"/>
            <a:t>Tính nguy hiểm cho xã hội</a:t>
          </a:r>
        </a:p>
      </dgm:t>
    </dgm:pt>
    <dgm:pt modelId="{188869E7-AD39-4479-AC80-AB483361E65E}" type="parTrans" cxnId="{4C378969-B08B-4CEC-B3FA-DCCD51B56CAE}">
      <dgm:prSet/>
      <dgm:spPr/>
      <dgm:t>
        <a:bodyPr/>
        <a:lstStyle/>
        <a:p>
          <a:endParaRPr lang="en-US"/>
        </a:p>
      </dgm:t>
    </dgm:pt>
    <dgm:pt modelId="{02DAC27C-5F73-466D-9F46-E68B917D2C7C}" type="sibTrans" cxnId="{4C378969-B08B-4CEC-B3FA-DCCD51B56CAE}">
      <dgm:prSet/>
      <dgm:spPr/>
      <dgm:t>
        <a:bodyPr/>
        <a:lstStyle/>
        <a:p>
          <a:endParaRPr lang="en-US"/>
        </a:p>
      </dgm:t>
    </dgm:pt>
    <dgm:pt modelId="{46746195-B623-40BA-BEB4-99B0BFB7C2C4}">
      <dgm:prSet phldrT="[Text]" custT="1"/>
      <dgm:spPr/>
      <dgm:t>
        <a:bodyPr/>
        <a:lstStyle/>
        <a:p>
          <a:r>
            <a:rPr lang="en-US" sz="2200"/>
            <a:t>Trái pháp luật hình sự</a:t>
          </a:r>
        </a:p>
      </dgm:t>
    </dgm:pt>
    <dgm:pt modelId="{29485C3A-EB43-4C86-B69C-386C960C38F9}" type="parTrans" cxnId="{A280E258-2D85-45E7-A70C-7CCBDC6BB0E0}">
      <dgm:prSet/>
      <dgm:spPr/>
      <dgm:t>
        <a:bodyPr/>
        <a:lstStyle/>
        <a:p>
          <a:endParaRPr lang="en-US"/>
        </a:p>
      </dgm:t>
    </dgm:pt>
    <dgm:pt modelId="{C36EFD54-25CE-4695-92DA-A27F10353C44}" type="sibTrans" cxnId="{A280E258-2D85-45E7-A70C-7CCBDC6BB0E0}">
      <dgm:prSet/>
      <dgm:spPr/>
      <dgm:t>
        <a:bodyPr/>
        <a:lstStyle/>
        <a:p>
          <a:endParaRPr lang="en-US"/>
        </a:p>
      </dgm:t>
    </dgm:pt>
    <dgm:pt modelId="{013DBA53-70CF-424F-B35F-ACEBD285CB9F}">
      <dgm:prSet phldrT="[Text]" custT="1"/>
      <dgm:spPr/>
      <dgm:t>
        <a:bodyPr/>
        <a:lstStyle/>
        <a:p>
          <a:r>
            <a:rPr lang="en-US" sz="2300"/>
            <a:t>Tính phải chịu hình phạt</a:t>
          </a:r>
        </a:p>
      </dgm:t>
    </dgm:pt>
    <dgm:pt modelId="{A376613F-81DC-42D6-8622-3C311AA15E45}" type="parTrans" cxnId="{24C3587D-23C9-49EB-B5B7-40C7857EF10F}">
      <dgm:prSet/>
      <dgm:spPr/>
      <dgm:t>
        <a:bodyPr/>
        <a:lstStyle/>
        <a:p>
          <a:endParaRPr lang="en-US"/>
        </a:p>
      </dgm:t>
    </dgm:pt>
    <dgm:pt modelId="{A90EB09F-3DED-4DCB-9B1C-A934734029BA}" type="sibTrans" cxnId="{24C3587D-23C9-49EB-B5B7-40C7857EF10F}">
      <dgm:prSet/>
      <dgm:spPr/>
      <dgm:t>
        <a:bodyPr/>
        <a:lstStyle/>
        <a:p>
          <a:endParaRPr lang="en-US"/>
        </a:p>
      </dgm:t>
    </dgm:pt>
    <dgm:pt modelId="{09DF1FA3-C8A0-45AA-825C-DC2C811913B7}">
      <dgm:prSet phldrT="[Text]"/>
      <dgm:spPr/>
      <dgm:t>
        <a:bodyPr/>
        <a:lstStyle/>
        <a:p>
          <a:r>
            <a:rPr lang="en-US"/>
            <a:t>Có lỗi của tội phạm</a:t>
          </a:r>
        </a:p>
      </dgm:t>
    </dgm:pt>
    <dgm:pt modelId="{45B22781-7211-4D19-9C55-5AA52601088F}" type="parTrans" cxnId="{BA46F8F9-9D33-41F3-B550-22332E06BB8F}">
      <dgm:prSet/>
      <dgm:spPr/>
      <dgm:t>
        <a:bodyPr/>
        <a:lstStyle/>
        <a:p>
          <a:endParaRPr lang="en-US"/>
        </a:p>
      </dgm:t>
    </dgm:pt>
    <dgm:pt modelId="{1A9E404D-4FFA-4922-87C1-EE75DC1C7A32}" type="sibTrans" cxnId="{BA46F8F9-9D33-41F3-B550-22332E06BB8F}">
      <dgm:prSet/>
      <dgm:spPr/>
      <dgm:t>
        <a:bodyPr/>
        <a:lstStyle/>
        <a:p>
          <a:endParaRPr lang="en-US"/>
        </a:p>
      </dgm:t>
    </dgm:pt>
    <dgm:pt modelId="{FD873FC4-DC3D-4553-BD60-E73872943636}" type="pres">
      <dgm:prSet presAssocID="{50902B0D-68FD-4AE1-94FD-350F7A4B96CF}" presName="cycle" presStyleCnt="0">
        <dgm:presLayoutVars>
          <dgm:chMax val="1"/>
          <dgm:dir/>
          <dgm:animLvl val="ctr"/>
          <dgm:resizeHandles val="exact"/>
        </dgm:presLayoutVars>
      </dgm:prSet>
      <dgm:spPr/>
    </dgm:pt>
    <dgm:pt modelId="{7D335888-1C80-46CE-9824-D76545A06F73}" type="pres">
      <dgm:prSet presAssocID="{1D5BFF5F-8101-4A19-A959-973E95451897}" presName="centerShape" presStyleLbl="node0" presStyleIdx="0" presStyleCnt="1"/>
      <dgm:spPr/>
    </dgm:pt>
    <dgm:pt modelId="{73A74877-FAA9-4ADB-820C-E72E4AA9BA20}" type="pres">
      <dgm:prSet presAssocID="{188869E7-AD39-4479-AC80-AB483361E65E}" presName="Name9" presStyleLbl="parChTrans1D2" presStyleIdx="0" presStyleCnt="4"/>
      <dgm:spPr/>
    </dgm:pt>
    <dgm:pt modelId="{4B697572-C9FD-4785-ADB0-EE33138285FE}" type="pres">
      <dgm:prSet presAssocID="{188869E7-AD39-4479-AC80-AB483361E65E}" presName="connTx" presStyleLbl="parChTrans1D2" presStyleIdx="0" presStyleCnt="4"/>
      <dgm:spPr/>
    </dgm:pt>
    <dgm:pt modelId="{60546AFF-7B1D-4566-B40B-375D56020284}" type="pres">
      <dgm:prSet presAssocID="{970A6DED-2E74-4B33-8CEA-5C3387CD7CC2}" presName="node" presStyleLbl="node1" presStyleIdx="0" presStyleCnt="4" custScaleX="118609">
        <dgm:presLayoutVars>
          <dgm:bulletEnabled val="1"/>
        </dgm:presLayoutVars>
      </dgm:prSet>
      <dgm:spPr/>
    </dgm:pt>
    <dgm:pt modelId="{5613279C-10A7-476F-8442-2350C9BA1333}" type="pres">
      <dgm:prSet presAssocID="{29485C3A-EB43-4C86-B69C-386C960C38F9}" presName="Name9" presStyleLbl="parChTrans1D2" presStyleIdx="1" presStyleCnt="4"/>
      <dgm:spPr/>
    </dgm:pt>
    <dgm:pt modelId="{F2667BC1-6F52-4000-91F1-A76C487EF254}" type="pres">
      <dgm:prSet presAssocID="{29485C3A-EB43-4C86-B69C-386C960C38F9}" presName="connTx" presStyleLbl="parChTrans1D2" presStyleIdx="1" presStyleCnt="4"/>
      <dgm:spPr/>
    </dgm:pt>
    <dgm:pt modelId="{AD7C670F-BD09-4074-97A0-29840B5743F8}" type="pres">
      <dgm:prSet presAssocID="{46746195-B623-40BA-BEB4-99B0BFB7C2C4}" presName="node" presStyleLbl="node1" presStyleIdx="1" presStyleCnt="4" custScaleX="124737">
        <dgm:presLayoutVars>
          <dgm:bulletEnabled val="1"/>
        </dgm:presLayoutVars>
      </dgm:prSet>
      <dgm:spPr/>
    </dgm:pt>
    <dgm:pt modelId="{EC58ACA9-71F0-4D30-BFF3-11FD4A84DE36}" type="pres">
      <dgm:prSet presAssocID="{A376613F-81DC-42D6-8622-3C311AA15E45}" presName="Name9" presStyleLbl="parChTrans1D2" presStyleIdx="2" presStyleCnt="4"/>
      <dgm:spPr/>
    </dgm:pt>
    <dgm:pt modelId="{80D7EDDF-913F-4C04-8EA8-AE7D574EAEA4}" type="pres">
      <dgm:prSet presAssocID="{A376613F-81DC-42D6-8622-3C311AA15E45}" presName="connTx" presStyleLbl="parChTrans1D2" presStyleIdx="2" presStyleCnt="4"/>
      <dgm:spPr/>
    </dgm:pt>
    <dgm:pt modelId="{16CA6856-4ACE-4D5F-B366-07C54991D704}" type="pres">
      <dgm:prSet presAssocID="{013DBA53-70CF-424F-B35F-ACEBD285CB9F}" presName="node" presStyleLbl="node1" presStyleIdx="2" presStyleCnt="4" custScaleX="138589">
        <dgm:presLayoutVars>
          <dgm:bulletEnabled val="1"/>
        </dgm:presLayoutVars>
      </dgm:prSet>
      <dgm:spPr/>
    </dgm:pt>
    <dgm:pt modelId="{374540E7-BEA8-498A-BAC7-D34D502C23F4}" type="pres">
      <dgm:prSet presAssocID="{45B22781-7211-4D19-9C55-5AA52601088F}" presName="Name9" presStyleLbl="parChTrans1D2" presStyleIdx="3" presStyleCnt="4"/>
      <dgm:spPr/>
    </dgm:pt>
    <dgm:pt modelId="{FF579C62-D8B5-4FB2-9B25-201D6A257DB1}" type="pres">
      <dgm:prSet presAssocID="{45B22781-7211-4D19-9C55-5AA52601088F}" presName="connTx" presStyleLbl="parChTrans1D2" presStyleIdx="3" presStyleCnt="4"/>
      <dgm:spPr/>
    </dgm:pt>
    <dgm:pt modelId="{16E7612F-2CD2-4C19-9B5A-18EF2223DDC0}" type="pres">
      <dgm:prSet presAssocID="{09DF1FA3-C8A0-45AA-825C-DC2C811913B7}" presName="node" presStyleLbl="node1" presStyleIdx="3" presStyleCnt="4" custScaleX="127908">
        <dgm:presLayoutVars>
          <dgm:bulletEnabled val="1"/>
        </dgm:presLayoutVars>
      </dgm:prSet>
      <dgm:spPr/>
    </dgm:pt>
  </dgm:ptLst>
  <dgm:cxnLst>
    <dgm:cxn modelId="{E8DF3B33-9E92-45C9-BC77-558F1195E6F8}" srcId="{50902B0D-68FD-4AE1-94FD-350F7A4B96CF}" destId="{1D5BFF5F-8101-4A19-A959-973E95451897}" srcOrd="0" destOrd="0" parTransId="{8B7CA433-09F5-4470-8ACB-57B3A2FCE3B8}" sibTransId="{B06F95B7-79C9-452E-8830-F6906C2748C2}"/>
    <dgm:cxn modelId="{4C378969-B08B-4CEC-B3FA-DCCD51B56CAE}" srcId="{1D5BFF5F-8101-4A19-A959-973E95451897}" destId="{970A6DED-2E74-4B33-8CEA-5C3387CD7CC2}" srcOrd="0" destOrd="0" parTransId="{188869E7-AD39-4479-AC80-AB483361E65E}" sibTransId="{02DAC27C-5F73-466D-9F46-E68B917D2C7C}"/>
    <dgm:cxn modelId="{1807C94C-FE2E-4815-A898-0F25B8B5C0B6}" type="presOf" srcId="{A376613F-81DC-42D6-8622-3C311AA15E45}" destId="{80D7EDDF-913F-4C04-8EA8-AE7D574EAEA4}" srcOrd="1" destOrd="0" presId="urn:microsoft.com/office/officeart/2005/8/layout/radial1"/>
    <dgm:cxn modelId="{1834BC4E-C9EF-4EB5-B503-567E16F129ED}" type="presOf" srcId="{188869E7-AD39-4479-AC80-AB483361E65E}" destId="{4B697572-C9FD-4785-ADB0-EE33138285FE}" srcOrd="1" destOrd="0" presId="urn:microsoft.com/office/officeart/2005/8/layout/radial1"/>
    <dgm:cxn modelId="{2322F770-E23E-405B-BD4C-706D9EE60FA1}" type="presOf" srcId="{29485C3A-EB43-4C86-B69C-386C960C38F9}" destId="{F2667BC1-6F52-4000-91F1-A76C487EF254}" srcOrd="1" destOrd="0" presId="urn:microsoft.com/office/officeart/2005/8/layout/radial1"/>
    <dgm:cxn modelId="{5EB3A772-6331-46F5-A79A-95CBD9010D3F}" type="presOf" srcId="{A376613F-81DC-42D6-8622-3C311AA15E45}" destId="{EC58ACA9-71F0-4D30-BFF3-11FD4A84DE36}" srcOrd="0" destOrd="0" presId="urn:microsoft.com/office/officeart/2005/8/layout/radial1"/>
    <dgm:cxn modelId="{A280E258-2D85-45E7-A70C-7CCBDC6BB0E0}" srcId="{1D5BFF5F-8101-4A19-A959-973E95451897}" destId="{46746195-B623-40BA-BEB4-99B0BFB7C2C4}" srcOrd="1" destOrd="0" parTransId="{29485C3A-EB43-4C86-B69C-386C960C38F9}" sibTransId="{C36EFD54-25CE-4695-92DA-A27F10353C44}"/>
    <dgm:cxn modelId="{3E9CD759-7ECF-4318-8DFC-C1EDDB486B7F}" type="presOf" srcId="{09DF1FA3-C8A0-45AA-825C-DC2C811913B7}" destId="{16E7612F-2CD2-4C19-9B5A-18EF2223DDC0}" srcOrd="0" destOrd="0" presId="urn:microsoft.com/office/officeart/2005/8/layout/radial1"/>
    <dgm:cxn modelId="{24C3587D-23C9-49EB-B5B7-40C7857EF10F}" srcId="{1D5BFF5F-8101-4A19-A959-973E95451897}" destId="{013DBA53-70CF-424F-B35F-ACEBD285CB9F}" srcOrd="2" destOrd="0" parTransId="{A376613F-81DC-42D6-8622-3C311AA15E45}" sibTransId="{A90EB09F-3DED-4DCB-9B1C-A934734029BA}"/>
    <dgm:cxn modelId="{585BB28C-FC3C-437E-9C0E-2238689023FF}" type="presOf" srcId="{1D5BFF5F-8101-4A19-A959-973E95451897}" destId="{7D335888-1C80-46CE-9824-D76545A06F73}" srcOrd="0" destOrd="0" presId="urn:microsoft.com/office/officeart/2005/8/layout/radial1"/>
    <dgm:cxn modelId="{1324038E-E212-4301-BF5D-0045B7259D98}" type="presOf" srcId="{970A6DED-2E74-4B33-8CEA-5C3387CD7CC2}" destId="{60546AFF-7B1D-4566-B40B-375D56020284}" srcOrd="0" destOrd="0" presId="urn:microsoft.com/office/officeart/2005/8/layout/radial1"/>
    <dgm:cxn modelId="{BCE03E9A-C69C-4ECD-8F8A-6D6F4479DC79}" type="presOf" srcId="{45B22781-7211-4D19-9C55-5AA52601088F}" destId="{FF579C62-D8B5-4FB2-9B25-201D6A257DB1}" srcOrd="1" destOrd="0" presId="urn:microsoft.com/office/officeart/2005/8/layout/radial1"/>
    <dgm:cxn modelId="{ED8F4A9D-668F-4680-B571-3142C410A079}" type="presOf" srcId="{46746195-B623-40BA-BEB4-99B0BFB7C2C4}" destId="{AD7C670F-BD09-4074-97A0-29840B5743F8}" srcOrd="0" destOrd="0" presId="urn:microsoft.com/office/officeart/2005/8/layout/radial1"/>
    <dgm:cxn modelId="{1CFE05A4-4D7C-4359-B2B3-3209DCB1A275}" type="presOf" srcId="{013DBA53-70CF-424F-B35F-ACEBD285CB9F}" destId="{16CA6856-4ACE-4D5F-B366-07C54991D704}" srcOrd="0" destOrd="0" presId="urn:microsoft.com/office/officeart/2005/8/layout/radial1"/>
    <dgm:cxn modelId="{9BBB11AB-E340-4450-89B8-C0919C82951E}" type="presOf" srcId="{50902B0D-68FD-4AE1-94FD-350F7A4B96CF}" destId="{FD873FC4-DC3D-4553-BD60-E73872943636}" srcOrd="0" destOrd="0" presId="urn:microsoft.com/office/officeart/2005/8/layout/radial1"/>
    <dgm:cxn modelId="{7EBE7CC1-587C-4C31-87DB-6881B0BE2D70}" type="presOf" srcId="{29485C3A-EB43-4C86-B69C-386C960C38F9}" destId="{5613279C-10A7-476F-8442-2350C9BA1333}" srcOrd="0" destOrd="0" presId="urn:microsoft.com/office/officeart/2005/8/layout/radial1"/>
    <dgm:cxn modelId="{97BCBDC5-5FEB-40CA-B627-FD0B3D10A5BE}" type="presOf" srcId="{188869E7-AD39-4479-AC80-AB483361E65E}" destId="{73A74877-FAA9-4ADB-820C-E72E4AA9BA20}" srcOrd="0" destOrd="0" presId="urn:microsoft.com/office/officeart/2005/8/layout/radial1"/>
    <dgm:cxn modelId="{2E0333D4-940C-438B-A667-D82DE30210C3}" type="presOf" srcId="{45B22781-7211-4D19-9C55-5AA52601088F}" destId="{374540E7-BEA8-498A-BAC7-D34D502C23F4}" srcOrd="0" destOrd="0" presId="urn:microsoft.com/office/officeart/2005/8/layout/radial1"/>
    <dgm:cxn modelId="{BA46F8F9-9D33-41F3-B550-22332E06BB8F}" srcId="{1D5BFF5F-8101-4A19-A959-973E95451897}" destId="{09DF1FA3-C8A0-45AA-825C-DC2C811913B7}" srcOrd="3" destOrd="0" parTransId="{45B22781-7211-4D19-9C55-5AA52601088F}" sibTransId="{1A9E404D-4FFA-4922-87C1-EE75DC1C7A32}"/>
    <dgm:cxn modelId="{88BFACB0-253A-4CBC-919A-468CE9C4228B}" type="presParOf" srcId="{FD873FC4-DC3D-4553-BD60-E73872943636}" destId="{7D335888-1C80-46CE-9824-D76545A06F73}" srcOrd="0" destOrd="0" presId="urn:microsoft.com/office/officeart/2005/8/layout/radial1"/>
    <dgm:cxn modelId="{72C6D4CF-6FC0-4604-8860-7A01BF840E49}" type="presParOf" srcId="{FD873FC4-DC3D-4553-BD60-E73872943636}" destId="{73A74877-FAA9-4ADB-820C-E72E4AA9BA20}" srcOrd="1" destOrd="0" presId="urn:microsoft.com/office/officeart/2005/8/layout/radial1"/>
    <dgm:cxn modelId="{8ABAA2B6-DC5D-496F-AD13-9C3012711A08}" type="presParOf" srcId="{73A74877-FAA9-4ADB-820C-E72E4AA9BA20}" destId="{4B697572-C9FD-4785-ADB0-EE33138285FE}" srcOrd="0" destOrd="0" presId="urn:microsoft.com/office/officeart/2005/8/layout/radial1"/>
    <dgm:cxn modelId="{ECB7BE37-40AB-479F-9D4F-6A0BAD0148F1}" type="presParOf" srcId="{FD873FC4-DC3D-4553-BD60-E73872943636}" destId="{60546AFF-7B1D-4566-B40B-375D56020284}" srcOrd="2" destOrd="0" presId="urn:microsoft.com/office/officeart/2005/8/layout/radial1"/>
    <dgm:cxn modelId="{F16FB2B7-0A17-4055-A5B2-EB933F73DC39}" type="presParOf" srcId="{FD873FC4-DC3D-4553-BD60-E73872943636}" destId="{5613279C-10A7-476F-8442-2350C9BA1333}" srcOrd="3" destOrd="0" presId="urn:microsoft.com/office/officeart/2005/8/layout/radial1"/>
    <dgm:cxn modelId="{5017CD99-9068-47C3-9C38-98EC17091068}" type="presParOf" srcId="{5613279C-10A7-476F-8442-2350C9BA1333}" destId="{F2667BC1-6F52-4000-91F1-A76C487EF254}" srcOrd="0" destOrd="0" presId="urn:microsoft.com/office/officeart/2005/8/layout/radial1"/>
    <dgm:cxn modelId="{61024D63-70C0-4A3A-BF62-7655AC533094}" type="presParOf" srcId="{FD873FC4-DC3D-4553-BD60-E73872943636}" destId="{AD7C670F-BD09-4074-97A0-29840B5743F8}" srcOrd="4" destOrd="0" presId="urn:microsoft.com/office/officeart/2005/8/layout/radial1"/>
    <dgm:cxn modelId="{714DC10F-43C0-409B-A02D-24CB08CC3A93}" type="presParOf" srcId="{FD873FC4-DC3D-4553-BD60-E73872943636}" destId="{EC58ACA9-71F0-4D30-BFF3-11FD4A84DE36}" srcOrd="5" destOrd="0" presId="urn:microsoft.com/office/officeart/2005/8/layout/radial1"/>
    <dgm:cxn modelId="{6385822A-94EE-4791-A61A-1C92423BA326}" type="presParOf" srcId="{EC58ACA9-71F0-4D30-BFF3-11FD4A84DE36}" destId="{80D7EDDF-913F-4C04-8EA8-AE7D574EAEA4}" srcOrd="0" destOrd="0" presId="urn:microsoft.com/office/officeart/2005/8/layout/radial1"/>
    <dgm:cxn modelId="{8D160697-9965-487C-956C-42788DADDD0A}" type="presParOf" srcId="{FD873FC4-DC3D-4553-BD60-E73872943636}" destId="{16CA6856-4ACE-4D5F-B366-07C54991D704}" srcOrd="6" destOrd="0" presId="urn:microsoft.com/office/officeart/2005/8/layout/radial1"/>
    <dgm:cxn modelId="{2EED3F66-C6E7-48C5-A83B-1D7E7A3DB4A2}" type="presParOf" srcId="{FD873FC4-DC3D-4553-BD60-E73872943636}" destId="{374540E7-BEA8-498A-BAC7-D34D502C23F4}" srcOrd="7" destOrd="0" presId="urn:microsoft.com/office/officeart/2005/8/layout/radial1"/>
    <dgm:cxn modelId="{B618677B-8626-406D-AAFF-655A6EC25588}" type="presParOf" srcId="{374540E7-BEA8-498A-BAC7-D34D502C23F4}" destId="{FF579C62-D8B5-4FB2-9B25-201D6A257DB1}" srcOrd="0" destOrd="0" presId="urn:microsoft.com/office/officeart/2005/8/layout/radial1"/>
    <dgm:cxn modelId="{B50310F4-586A-4362-9C13-30506D884E8A}" type="presParOf" srcId="{FD873FC4-DC3D-4553-BD60-E73872943636}" destId="{16E7612F-2CD2-4C19-9B5A-18EF2223DDC0}" srcOrd="8"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26E7868-C7C8-41D2-AB17-3457451780F7}" type="doc">
      <dgm:prSet loTypeId="urn:microsoft.com/office/officeart/2005/8/layout/default" loCatId="list" qsTypeId="urn:microsoft.com/office/officeart/2005/8/quickstyle/3d2#4" qsCatId="3D" csTypeId="urn:microsoft.com/office/officeart/2005/8/colors/accent5_5" csCatId="accent5" phldr="1"/>
      <dgm:spPr/>
      <dgm:t>
        <a:bodyPr/>
        <a:lstStyle/>
        <a:p>
          <a:endParaRPr lang="en-US"/>
        </a:p>
      </dgm:t>
    </dgm:pt>
    <dgm:pt modelId="{F7156F8E-3AA8-4A45-A391-2641B1B494B0}">
      <dgm:prSet phldrT="[Text]"/>
      <dgm:spPr/>
      <dgm:t>
        <a:bodyPr/>
        <a:lstStyle/>
        <a:p>
          <a:pPr algn="ctr"/>
          <a:r>
            <a:rPr lang="en-US">
              <a:solidFill>
                <a:schemeClr val="tx1"/>
              </a:solidFill>
            </a:rPr>
            <a:t>Cá nhân</a:t>
          </a:r>
        </a:p>
        <a:p>
          <a:pPr algn="just"/>
          <a:r>
            <a:rPr lang="en-US">
              <a:solidFill>
                <a:schemeClr val="tx1"/>
              </a:solidFill>
            </a:rPr>
            <a:t>Khi tham gia vào quan hệ pháp luật dân sự phải có năng lực chủ thể.</a:t>
          </a:r>
        </a:p>
      </dgm:t>
    </dgm:pt>
    <dgm:pt modelId="{FE7ACF38-6F00-4C94-813D-C0BEC96A939B}" type="parTrans" cxnId="{F615DF16-89A7-4082-BB74-DF587ED81070}">
      <dgm:prSet/>
      <dgm:spPr/>
      <dgm:t>
        <a:bodyPr/>
        <a:lstStyle/>
        <a:p>
          <a:endParaRPr lang="en-US"/>
        </a:p>
      </dgm:t>
    </dgm:pt>
    <dgm:pt modelId="{C4DC6C09-AE14-4B05-97AA-3DA03959EC57}" type="sibTrans" cxnId="{F615DF16-89A7-4082-BB74-DF587ED81070}">
      <dgm:prSet/>
      <dgm:spPr/>
      <dgm:t>
        <a:bodyPr/>
        <a:lstStyle/>
        <a:p>
          <a:endParaRPr lang="en-US"/>
        </a:p>
      </dgm:t>
    </dgm:pt>
    <dgm:pt modelId="{7BCCCE38-218C-476E-86EC-B61FD4915D3C}">
      <dgm:prSet phldrT="[Text]"/>
      <dgm:spPr/>
      <dgm:t>
        <a:bodyPr/>
        <a:lstStyle/>
        <a:p>
          <a:pPr algn="ctr"/>
          <a:r>
            <a:rPr lang="en-US">
              <a:solidFill>
                <a:schemeClr val="tx1"/>
              </a:solidFill>
            </a:rPr>
            <a:t>Pháp nhân.</a:t>
          </a:r>
        </a:p>
        <a:p>
          <a:pPr algn="just"/>
          <a:r>
            <a:rPr lang="en-US">
              <a:solidFill>
                <a:schemeClr val="tx1"/>
              </a:solidFill>
            </a:rPr>
            <a:t>Năng lực pháp luật, năng lực hành vi của pháp nhân xuất hiện đồng thời</a:t>
          </a:r>
          <a:r>
            <a:rPr lang="en-US"/>
            <a:t>.</a:t>
          </a:r>
        </a:p>
      </dgm:t>
    </dgm:pt>
    <dgm:pt modelId="{323C18C9-3F2F-4128-AAFB-A4A29FECC296}" type="parTrans" cxnId="{DAF3B4C6-1C73-4E95-BB26-0483F99DC589}">
      <dgm:prSet/>
      <dgm:spPr/>
      <dgm:t>
        <a:bodyPr/>
        <a:lstStyle/>
        <a:p>
          <a:endParaRPr lang="en-US"/>
        </a:p>
      </dgm:t>
    </dgm:pt>
    <dgm:pt modelId="{F1ED3AF2-B040-4C41-B74F-01B12E6C4577}" type="sibTrans" cxnId="{DAF3B4C6-1C73-4E95-BB26-0483F99DC589}">
      <dgm:prSet/>
      <dgm:spPr/>
      <dgm:t>
        <a:bodyPr/>
        <a:lstStyle/>
        <a:p>
          <a:endParaRPr lang="en-US"/>
        </a:p>
      </dgm:t>
    </dgm:pt>
    <dgm:pt modelId="{33972FBE-D71C-4141-B48C-B37DA4493E19}">
      <dgm:prSet phldrT="[Text]"/>
      <dgm:spPr/>
      <dgm:t>
        <a:bodyPr/>
        <a:lstStyle/>
        <a:p>
          <a:r>
            <a:rPr lang="en-US">
              <a:solidFill>
                <a:schemeClr val="tx1"/>
              </a:solidFill>
            </a:rPr>
            <a:t>Hộ gia đình.</a:t>
          </a:r>
        </a:p>
        <a:p>
          <a:r>
            <a:rPr lang="en-US">
              <a:solidFill>
                <a:schemeClr val="tx1"/>
              </a:solidFill>
            </a:rPr>
            <a:t>Tập hợp những thành viên có tài sản chung, cùng đóng góp công sức để hoạt động kinh tê chung trong SX nông, lâm, ngư </a:t>
          </a:r>
        </a:p>
      </dgm:t>
    </dgm:pt>
    <dgm:pt modelId="{C4EB8C20-F57C-4809-BCE2-188BA3623A83}" type="parTrans" cxnId="{40055C1D-6E98-421B-B995-744B0314BB57}">
      <dgm:prSet/>
      <dgm:spPr/>
      <dgm:t>
        <a:bodyPr/>
        <a:lstStyle/>
        <a:p>
          <a:endParaRPr lang="en-US"/>
        </a:p>
      </dgm:t>
    </dgm:pt>
    <dgm:pt modelId="{57F9BD66-887B-40AC-AD41-FF1ED54D2E20}" type="sibTrans" cxnId="{40055C1D-6E98-421B-B995-744B0314BB57}">
      <dgm:prSet/>
      <dgm:spPr/>
      <dgm:t>
        <a:bodyPr/>
        <a:lstStyle/>
        <a:p>
          <a:endParaRPr lang="en-US"/>
        </a:p>
      </dgm:t>
    </dgm:pt>
    <dgm:pt modelId="{8E08D329-C170-47EC-8C14-F22815CC047D}">
      <dgm:prSet phldrT="[Text]"/>
      <dgm:spPr/>
      <dgm:t>
        <a:bodyPr/>
        <a:lstStyle/>
        <a:p>
          <a:r>
            <a:rPr lang="en-US">
              <a:solidFill>
                <a:schemeClr val="tx1"/>
              </a:solidFill>
            </a:rPr>
            <a:t>Tổ hợp tác</a:t>
          </a:r>
        </a:p>
        <a:p>
          <a:r>
            <a:rPr lang="en-US">
              <a:solidFill>
                <a:schemeClr val="tx1"/>
              </a:solidFill>
            </a:rPr>
            <a:t>Từ 3 thành viên trở lên được hình thành trên cơ sở hợp đồng hợp tác có chứng thực của UBND xã, cùng đóng góp tài sản công sức để thực hiện những công việc nhất định</a:t>
          </a:r>
        </a:p>
      </dgm:t>
    </dgm:pt>
    <dgm:pt modelId="{60AADDCB-7FFA-4ABF-8949-EE9ABEC84559}" type="parTrans" cxnId="{3C06AA32-292E-45B1-844F-14C60B9F4FF2}">
      <dgm:prSet/>
      <dgm:spPr/>
      <dgm:t>
        <a:bodyPr/>
        <a:lstStyle/>
        <a:p>
          <a:endParaRPr lang="en-US"/>
        </a:p>
      </dgm:t>
    </dgm:pt>
    <dgm:pt modelId="{A0DC2FCE-E00D-4824-A4B8-1AA44DF19BCF}" type="sibTrans" cxnId="{3C06AA32-292E-45B1-844F-14C60B9F4FF2}">
      <dgm:prSet/>
      <dgm:spPr/>
      <dgm:t>
        <a:bodyPr/>
        <a:lstStyle/>
        <a:p>
          <a:endParaRPr lang="en-US"/>
        </a:p>
      </dgm:t>
    </dgm:pt>
    <dgm:pt modelId="{5851282D-BDE6-4A6D-B87D-9284F9E6EA23}" type="pres">
      <dgm:prSet presAssocID="{526E7868-C7C8-41D2-AB17-3457451780F7}" presName="diagram" presStyleCnt="0">
        <dgm:presLayoutVars>
          <dgm:dir/>
          <dgm:resizeHandles val="exact"/>
        </dgm:presLayoutVars>
      </dgm:prSet>
      <dgm:spPr/>
    </dgm:pt>
    <dgm:pt modelId="{27F40876-665D-4380-85A7-3AD67CC8793C}" type="pres">
      <dgm:prSet presAssocID="{F7156F8E-3AA8-4A45-A391-2641B1B494B0}" presName="node" presStyleLbl="node1" presStyleIdx="0" presStyleCnt="4">
        <dgm:presLayoutVars>
          <dgm:bulletEnabled val="1"/>
        </dgm:presLayoutVars>
      </dgm:prSet>
      <dgm:spPr/>
    </dgm:pt>
    <dgm:pt modelId="{B6952B25-A8D9-4D0D-8CA2-AEFDE99E44FC}" type="pres">
      <dgm:prSet presAssocID="{C4DC6C09-AE14-4B05-97AA-3DA03959EC57}" presName="sibTrans" presStyleCnt="0"/>
      <dgm:spPr/>
    </dgm:pt>
    <dgm:pt modelId="{6A99F855-D449-433E-B406-1AC199E550F7}" type="pres">
      <dgm:prSet presAssocID="{7BCCCE38-218C-476E-86EC-B61FD4915D3C}" presName="node" presStyleLbl="node1" presStyleIdx="1" presStyleCnt="4">
        <dgm:presLayoutVars>
          <dgm:bulletEnabled val="1"/>
        </dgm:presLayoutVars>
      </dgm:prSet>
      <dgm:spPr/>
    </dgm:pt>
    <dgm:pt modelId="{E1EF44AC-6CF5-46D5-AF36-5861D99F11A9}" type="pres">
      <dgm:prSet presAssocID="{F1ED3AF2-B040-4C41-B74F-01B12E6C4577}" presName="sibTrans" presStyleCnt="0"/>
      <dgm:spPr/>
    </dgm:pt>
    <dgm:pt modelId="{553F3A68-AF19-419F-AC7E-752FDBEFD786}" type="pres">
      <dgm:prSet presAssocID="{33972FBE-D71C-4141-B48C-B37DA4493E19}" presName="node" presStyleLbl="node1" presStyleIdx="2" presStyleCnt="4">
        <dgm:presLayoutVars>
          <dgm:bulletEnabled val="1"/>
        </dgm:presLayoutVars>
      </dgm:prSet>
      <dgm:spPr/>
    </dgm:pt>
    <dgm:pt modelId="{81AC1A1A-2A3E-416E-8BED-7F4548667C7A}" type="pres">
      <dgm:prSet presAssocID="{57F9BD66-887B-40AC-AD41-FF1ED54D2E20}" presName="sibTrans" presStyleCnt="0"/>
      <dgm:spPr/>
    </dgm:pt>
    <dgm:pt modelId="{F75C7737-1130-407A-8B75-AE7E1E66D1DB}" type="pres">
      <dgm:prSet presAssocID="{8E08D329-C170-47EC-8C14-F22815CC047D}" presName="node" presStyleLbl="node1" presStyleIdx="3" presStyleCnt="4" custScaleX="108972">
        <dgm:presLayoutVars>
          <dgm:bulletEnabled val="1"/>
        </dgm:presLayoutVars>
      </dgm:prSet>
      <dgm:spPr/>
    </dgm:pt>
  </dgm:ptLst>
  <dgm:cxnLst>
    <dgm:cxn modelId="{F615DF16-89A7-4082-BB74-DF587ED81070}" srcId="{526E7868-C7C8-41D2-AB17-3457451780F7}" destId="{F7156F8E-3AA8-4A45-A391-2641B1B494B0}" srcOrd="0" destOrd="0" parTransId="{FE7ACF38-6F00-4C94-813D-C0BEC96A939B}" sibTransId="{C4DC6C09-AE14-4B05-97AA-3DA03959EC57}"/>
    <dgm:cxn modelId="{40055C1D-6E98-421B-B995-744B0314BB57}" srcId="{526E7868-C7C8-41D2-AB17-3457451780F7}" destId="{33972FBE-D71C-4141-B48C-B37DA4493E19}" srcOrd="2" destOrd="0" parTransId="{C4EB8C20-F57C-4809-BCE2-188BA3623A83}" sibTransId="{57F9BD66-887B-40AC-AD41-FF1ED54D2E20}"/>
    <dgm:cxn modelId="{18C6761F-B95D-4010-A93A-2509DDC758FD}" type="presOf" srcId="{7BCCCE38-218C-476E-86EC-B61FD4915D3C}" destId="{6A99F855-D449-433E-B406-1AC199E550F7}" srcOrd="0" destOrd="0" presId="urn:microsoft.com/office/officeart/2005/8/layout/default"/>
    <dgm:cxn modelId="{70A11225-30B6-49A8-8DE3-E3E5545E7706}" type="presOf" srcId="{526E7868-C7C8-41D2-AB17-3457451780F7}" destId="{5851282D-BDE6-4A6D-B87D-9284F9E6EA23}" srcOrd="0" destOrd="0" presId="urn:microsoft.com/office/officeart/2005/8/layout/default"/>
    <dgm:cxn modelId="{3C06AA32-292E-45B1-844F-14C60B9F4FF2}" srcId="{526E7868-C7C8-41D2-AB17-3457451780F7}" destId="{8E08D329-C170-47EC-8C14-F22815CC047D}" srcOrd="3" destOrd="0" parTransId="{60AADDCB-7FFA-4ABF-8949-EE9ABEC84559}" sibTransId="{A0DC2FCE-E00D-4824-A4B8-1AA44DF19BCF}"/>
    <dgm:cxn modelId="{25336665-FDFF-4861-85DF-62F1129B4B25}" type="presOf" srcId="{33972FBE-D71C-4141-B48C-B37DA4493E19}" destId="{553F3A68-AF19-419F-AC7E-752FDBEFD786}" srcOrd="0" destOrd="0" presId="urn:microsoft.com/office/officeart/2005/8/layout/default"/>
    <dgm:cxn modelId="{3DD4AEB8-FD87-433E-A1C4-4DFC677846D2}" type="presOf" srcId="{8E08D329-C170-47EC-8C14-F22815CC047D}" destId="{F75C7737-1130-407A-8B75-AE7E1E66D1DB}" srcOrd="0" destOrd="0" presId="urn:microsoft.com/office/officeart/2005/8/layout/default"/>
    <dgm:cxn modelId="{DAF3B4C6-1C73-4E95-BB26-0483F99DC589}" srcId="{526E7868-C7C8-41D2-AB17-3457451780F7}" destId="{7BCCCE38-218C-476E-86EC-B61FD4915D3C}" srcOrd="1" destOrd="0" parTransId="{323C18C9-3F2F-4128-AAFB-A4A29FECC296}" sibTransId="{F1ED3AF2-B040-4C41-B74F-01B12E6C4577}"/>
    <dgm:cxn modelId="{B00D30D9-9AAA-4392-9AA6-CB893B41D58E}" type="presOf" srcId="{F7156F8E-3AA8-4A45-A391-2641B1B494B0}" destId="{27F40876-665D-4380-85A7-3AD67CC8793C}" srcOrd="0" destOrd="0" presId="urn:microsoft.com/office/officeart/2005/8/layout/default"/>
    <dgm:cxn modelId="{EFFB0719-7C5C-42E3-86A1-54D40C986862}" type="presParOf" srcId="{5851282D-BDE6-4A6D-B87D-9284F9E6EA23}" destId="{27F40876-665D-4380-85A7-3AD67CC8793C}" srcOrd="0" destOrd="0" presId="urn:microsoft.com/office/officeart/2005/8/layout/default"/>
    <dgm:cxn modelId="{390B8AE6-AB25-453C-B26A-703071EF9C7B}" type="presParOf" srcId="{5851282D-BDE6-4A6D-B87D-9284F9E6EA23}" destId="{B6952B25-A8D9-4D0D-8CA2-AEFDE99E44FC}" srcOrd="1" destOrd="0" presId="urn:microsoft.com/office/officeart/2005/8/layout/default"/>
    <dgm:cxn modelId="{DB7F72E4-B3BE-4EFE-88DB-33A5A2A003EF}" type="presParOf" srcId="{5851282D-BDE6-4A6D-B87D-9284F9E6EA23}" destId="{6A99F855-D449-433E-B406-1AC199E550F7}" srcOrd="2" destOrd="0" presId="urn:microsoft.com/office/officeart/2005/8/layout/default"/>
    <dgm:cxn modelId="{C2C1B5C7-92D1-4FD0-8A79-71F456B15E62}" type="presParOf" srcId="{5851282D-BDE6-4A6D-B87D-9284F9E6EA23}" destId="{E1EF44AC-6CF5-46D5-AF36-5861D99F11A9}" srcOrd="3" destOrd="0" presId="urn:microsoft.com/office/officeart/2005/8/layout/default"/>
    <dgm:cxn modelId="{95BE2C07-D3B8-4469-BDCC-42024109F733}" type="presParOf" srcId="{5851282D-BDE6-4A6D-B87D-9284F9E6EA23}" destId="{553F3A68-AF19-419F-AC7E-752FDBEFD786}" srcOrd="4" destOrd="0" presId="urn:microsoft.com/office/officeart/2005/8/layout/default"/>
    <dgm:cxn modelId="{52EE238F-F4D9-4F71-8E83-785455397DF5}" type="presParOf" srcId="{5851282D-BDE6-4A6D-B87D-9284F9E6EA23}" destId="{81AC1A1A-2A3E-416E-8BED-7F4548667C7A}" srcOrd="5" destOrd="0" presId="urn:microsoft.com/office/officeart/2005/8/layout/default"/>
    <dgm:cxn modelId="{672FDFD9-E6BC-4C08-8B65-C5339207AADF}" type="presParOf" srcId="{5851282D-BDE6-4A6D-B87D-9284F9E6EA23}" destId="{F75C7737-1130-407A-8B75-AE7E1E66D1DB}"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696E388-DA48-45BF-A022-B1B3E5253061}" type="doc">
      <dgm:prSet loTypeId="urn:microsoft.com/office/officeart/2005/8/layout/process1" loCatId="process" qsTypeId="urn:microsoft.com/office/officeart/2005/8/quickstyle/3d1" qsCatId="3D" csTypeId="urn:microsoft.com/office/officeart/2005/8/colors/colorful2" csCatId="colorful" phldr="1"/>
      <dgm:spPr/>
    </dgm:pt>
    <dgm:pt modelId="{8F165AF8-D1D3-464B-BCAB-91A9D5CDC6F7}">
      <dgm:prSet phldrT="[Text]"/>
      <dgm:spPr/>
      <dgm:t>
        <a:bodyPr/>
        <a:lstStyle/>
        <a:p>
          <a:r>
            <a:rPr lang="en-US"/>
            <a:t>Quyền sở hữu </a:t>
          </a:r>
        </a:p>
      </dgm:t>
    </dgm:pt>
    <dgm:pt modelId="{C61AA96A-7FF4-416C-8D55-6DC0A5B06C9F}" type="parTrans" cxnId="{20B1DDA6-834F-4E99-B74B-416E13B19367}">
      <dgm:prSet/>
      <dgm:spPr/>
      <dgm:t>
        <a:bodyPr/>
        <a:lstStyle/>
        <a:p>
          <a:endParaRPr lang="en-US"/>
        </a:p>
      </dgm:t>
    </dgm:pt>
    <dgm:pt modelId="{021F8E3A-EFED-4B99-97E4-A89EF1E9C2FF}" type="sibTrans" cxnId="{20B1DDA6-834F-4E99-B74B-416E13B19367}">
      <dgm:prSet/>
      <dgm:spPr/>
      <dgm:t>
        <a:bodyPr/>
        <a:lstStyle/>
        <a:p>
          <a:endParaRPr lang="en-US"/>
        </a:p>
      </dgm:t>
    </dgm:pt>
    <dgm:pt modelId="{D697D55A-3FD5-405D-9A15-9CF44BB8CE4F}">
      <dgm:prSet phldrT="[Text]"/>
      <dgm:spPr/>
      <dgm:t>
        <a:bodyPr/>
        <a:lstStyle/>
        <a:p>
          <a:r>
            <a:rPr lang="en-US"/>
            <a:t>Quyền giao kết hợp đồng</a:t>
          </a:r>
        </a:p>
      </dgm:t>
    </dgm:pt>
    <dgm:pt modelId="{7E14AE87-4FBB-47EE-A4F0-B8904096E0ED}" type="parTrans" cxnId="{24233648-F07D-49CD-9184-3E9E6E941D66}">
      <dgm:prSet/>
      <dgm:spPr/>
      <dgm:t>
        <a:bodyPr/>
        <a:lstStyle/>
        <a:p>
          <a:endParaRPr lang="en-US"/>
        </a:p>
      </dgm:t>
    </dgm:pt>
    <dgm:pt modelId="{C50F72C7-00B0-498C-8270-6C2E5BE69D36}" type="sibTrans" cxnId="{24233648-F07D-49CD-9184-3E9E6E941D66}">
      <dgm:prSet/>
      <dgm:spPr/>
      <dgm:t>
        <a:bodyPr/>
        <a:lstStyle/>
        <a:p>
          <a:endParaRPr lang="en-US"/>
        </a:p>
      </dgm:t>
    </dgm:pt>
    <dgm:pt modelId="{0E737C12-7BC6-41F4-8709-4991A0418655}">
      <dgm:prSet phldrT="[Text]"/>
      <dgm:spPr/>
      <dgm:t>
        <a:bodyPr/>
        <a:lstStyle/>
        <a:p>
          <a:r>
            <a:rPr lang="en-US"/>
            <a:t>Quyền thừa kế</a:t>
          </a:r>
        </a:p>
      </dgm:t>
    </dgm:pt>
    <dgm:pt modelId="{05BD6709-D0D7-4E24-A881-1BA076B0290F}" type="parTrans" cxnId="{3BBC5914-091C-434E-936F-0BD39EED65DB}">
      <dgm:prSet/>
      <dgm:spPr/>
      <dgm:t>
        <a:bodyPr/>
        <a:lstStyle/>
        <a:p>
          <a:endParaRPr lang="en-US"/>
        </a:p>
      </dgm:t>
    </dgm:pt>
    <dgm:pt modelId="{F3727DD4-E6B9-4FC7-8CE4-7128F493E518}" type="sibTrans" cxnId="{3BBC5914-091C-434E-936F-0BD39EED65DB}">
      <dgm:prSet/>
      <dgm:spPr/>
      <dgm:t>
        <a:bodyPr/>
        <a:lstStyle/>
        <a:p>
          <a:endParaRPr lang="en-US"/>
        </a:p>
      </dgm:t>
    </dgm:pt>
    <dgm:pt modelId="{CB9D1525-5EB8-4287-9365-AEC345BBC836}" type="pres">
      <dgm:prSet presAssocID="{3696E388-DA48-45BF-A022-B1B3E5253061}" presName="Name0" presStyleCnt="0">
        <dgm:presLayoutVars>
          <dgm:dir/>
          <dgm:resizeHandles val="exact"/>
        </dgm:presLayoutVars>
      </dgm:prSet>
      <dgm:spPr/>
    </dgm:pt>
    <dgm:pt modelId="{F26005BB-72F0-4ADD-BECC-B7D9CA0B47A8}" type="pres">
      <dgm:prSet presAssocID="{8F165AF8-D1D3-464B-BCAB-91A9D5CDC6F7}" presName="node" presStyleLbl="node1" presStyleIdx="0" presStyleCnt="3" custLinFactNeighborX="-836" custLinFactNeighborY="-8745">
        <dgm:presLayoutVars>
          <dgm:bulletEnabled val="1"/>
        </dgm:presLayoutVars>
      </dgm:prSet>
      <dgm:spPr/>
    </dgm:pt>
    <dgm:pt modelId="{B719D47E-6243-44D6-A52A-CE4BB9ACB3A8}" type="pres">
      <dgm:prSet presAssocID="{021F8E3A-EFED-4B99-97E4-A89EF1E9C2FF}" presName="sibTrans" presStyleLbl="sibTrans2D1" presStyleIdx="0" presStyleCnt="2"/>
      <dgm:spPr/>
    </dgm:pt>
    <dgm:pt modelId="{BA9718CE-D82D-4086-A4B7-14389D0A8A7A}" type="pres">
      <dgm:prSet presAssocID="{021F8E3A-EFED-4B99-97E4-A89EF1E9C2FF}" presName="connectorText" presStyleLbl="sibTrans2D1" presStyleIdx="0" presStyleCnt="2"/>
      <dgm:spPr/>
    </dgm:pt>
    <dgm:pt modelId="{E70ADF5E-6FD8-4D9A-A188-5AC681FD058C}" type="pres">
      <dgm:prSet presAssocID="{D697D55A-3FD5-405D-9A15-9CF44BB8CE4F}" presName="node" presStyleLbl="node1" presStyleIdx="1" presStyleCnt="3" custLinFactNeighborX="-7177" custLinFactNeighborY="-8745">
        <dgm:presLayoutVars>
          <dgm:bulletEnabled val="1"/>
        </dgm:presLayoutVars>
      </dgm:prSet>
      <dgm:spPr/>
    </dgm:pt>
    <dgm:pt modelId="{3BF91680-686D-47A1-BB6B-B37284103BC1}" type="pres">
      <dgm:prSet presAssocID="{C50F72C7-00B0-498C-8270-6C2E5BE69D36}" presName="sibTrans" presStyleLbl="sibTrans2D1" presStyleIdx="1" presStyleCnt="2"/>
      <dgm:spPr/>
    </dgm:pt>
    <dgm:pt modelId="{4F4E784D-EB11-4164-B69F-292884120BD4}" type="pres">
      <dgm:prSet presAssocID="{C50F72C7-00B0-498C-8270-6C2E5BE69D36}" presName="connectorText" presStyleLbl="sibTrans2D1" presStyleIdx="1" presStyleCnt="2"/>
      <dgm:spPr/>
    </dgm:pt>
    <dgm:pt modelId="{68AACC8A-14F9-4494-A65C-C66143128970}" type="pres">
      <dgm:prSet presAssocID="{0E737C12-7BC6-41F4-8709-4991A0418655}" presName="node" presStyleLbl="node1" presStyleIdx="2" presStyleCnt="3" custLinFactNeighborX="-13517" custLinFactNeighborY="-8745">
        <dgm:presLayoutVars>
          <dgm:bulletEnabled val="1"/>
        </dgm:presLayoutVars>
      </dgm:prSet>
      <dgm:spPr/>
    </dgm:pt>
  </dgm:ptLst>
  <dgm:cxnLst>
    <dgm:cxn modelId="{3BBC5914-091C-434E-936F-0BD39EED65DB}" srcId="{3696E388-DA48-45BF-A022-B1B3E5253061}" destId="{0E737C12-7BC6-41F4-8709-4991A0418655}" srcOrd="2" destOrd="0" parTransId="{05BD6709-D0D7-4E24-A881-1BA076B0290F}" sibTransId="{F3727DD4-E6B9-4FC7-8CE4-7128F493E518}"/>
    <dgm:cxn modelId="{EBC6021D-C9C1-407B-B31A-36A5D3CD65C3}" type="presOf" srcId="{0E737C12-7BC6-41F4-8709-4991A0418655}" destId="{68AACC8A-14F9-4494-A65C-C66143128970}" srcOrd="0" destOrd="0" presId="urn:microsoft.com/office/officeart/2005/8/layout/process1"/>
    <dgm:cxn modelId="{24233648-F07D-49CD-9184-3E9E6E941D66}" srcId="{3696E388-DA48-45BF-A022-B1B3E5253061}" destId="{D697D55A-3FD5-405D-9A15-9CF44BB8CE4F}" srcOrd="1" destOrd="0" parTransId="{7E14AE87-4FBB-47EE-A4F0-B8904096E0ED}" sibTransId="{C50F72C7-00B0-498C-8270-6C2E5BE69D36}"/>
    <dgm:cxn modelId="{B8504749-CCC2-4798-BFC3-3014AEBF781A}" type="presOf" srcId="{8F165AF8-D1D3-464B-BCAB-91A9D5CDC6F7}" destId="{F26005BB-72F0-4ADD-BECC-B7D9CA0B47A8}" srcOrd="0" destOrd="0" presId="urn:microsoft.com/office/officeart/2005/8/layout/process1"/>
    <dgm:cxn modelId="{C7718B88-79DF-4AC7-AAB8-1934EF67EC0C}" type="presOf" srcId="{021F8E3A-EFED-4B99-97E4-A89EF1E9C2FF}" destId="{B719D47E-6243-44D6-A52A-CE4BB9ACB3A8}" srcOrd="0" destOrd="0" presId="urn:microsoft.com/office/officeart/2005/8/layout/process1"/>
    <dgm:cxn modelId="{20B1DDA6-834F-4E99-B74B-416E13B19367}" srcId="{3696E388-DA48-45BF-A022-B1B3E5253061}" destId="{8F165AF8-D1D3-464B-BCAB-91A9D5CDC6F7}" srcOrd="0" destOrd="0" parTransId="{C61AA96A-7FF4-416C-8D55-6DC0A5B06C9F}" sibTransId="{021F8E3A-EFED-4B99-97E4-A89EF1E9C2FF}"/>
    <dgm:cxn modelId="{F61226B4-5FB9-479D-8433-1D050557E04B}" type="presOf" srcId="{C50F72C7-00B0-498C-8270-6C2E5BE69D36}" destId="{3BF91680-686D-47A1-BB6B-B37284103BC1}" srcOrd="0" destOrd="0" presId="urn:microsoft.com/office/officeart/2005/8/layout/process1"/>
    <dgm:cxn modelId="{4CBA0ACA-5B96-4D35-B4C9-FE47B107282A}" type="presOf" srcId="{021F8E3A-EFED-4B99-97E4-A89EF1E9C2FF}" destId="{BA9718CE-D82D-4086-A4B7-14389D0A8A7A}" srcOrd="1" destOrd="0" presId="urn:microsoft.com/office/officeart/2005/8/layout/process1"/>
    <dgm:cxn modelId="{7C206AE3-FD8F-4D15-8563-B393B6244114}" type="presOf" srcId="{C50F72C7-00B0-498C-8270-6C2E5BE69D36}" destId="{4F4E784D-EB11-4164-B69F-292884120BD4}" srcOrd="1" destOrd="0" presId="urn:microsoft.com/office/officeart/2005/8/layout/process1"/>
    <dgm:cxn modelId="{F54F42EE-D327-406D-A86F-4415A5E3EF9B}" type="presOf" srcId="{D697D55A-3FD5-405D-9A15-9CF44BB8CE4F}" destId="{E70ADF5E-6FD8-4D9A-A188-5AC681FD058C}" srcOrd="0" destOrd="0" presId="urn:microsoft.com/office/officeart/2005/8/layout/process1"/>
    <dgm:cxn modelId="{E6FBE5F4-77A1-4B27-8BE5-4CF46DAA5FAD}" type="presOf" srcId="{3696E388-DA48-45BF-A022-B1B3E5253061}" destId="{CB9D1525-5EB8-4287-9365-AEC345BBC836}" srcOrd="0" destOrd="0" presId="urn:microsoft.com/office/officeart/2005/8/layout/process1"/>
    <dgm:cxn modelId="{63B0DC2A-E0F8-41F1-BAE8-E8F0B7EC65BB}" type="presParOf" srcId="{CB9D1525-5EB8-4287-9365-AEC345BBC836}" destId="{F26005BB-72F0-4ADD-BECC-B7D9CA0B47A8}" srcOrd="0" destOrd="0" presId="urn:microsoft.com/office/officeart/2005/8/layout/process1"/>
    <dgm:cxn modelId="{05959B5C-633B-41B2-8B12-BB81860820C2}" type="presParOf" srcId="{CB9D1525-5EB8-4287-9365-AEC345BBC836}" destId="{B719D47E-6243-44D6-A52A-CE4BB9ACB3A8}" srcOrd="1" destOrd="0" presId="urn:microsoft.com/office/officeart/2005/8/layout/process1"/>
    <dgm:cxn modelId="{7368F2C5-3701-4B92-8FDF-4FD296A38F4D}" type="presParOf" srcId="{B719D47E-6243-44D6-A52A-CE4BB9ACB3A8}" destId="{BA9718CE-D82D-4086-A4B7-14389D0A8A7A}" srcOrd="0" destOrd="0" presId="urn:microsoft.com/office/officeart/2005/8/layout/process1"/>
    <dgm:cxn modelId="{996E06AE-3E6D-44BA-920C-345F0C0D75F5}" type="presParOf" srcId="{CB9D1525-5EB8-4287-9365-AEC345BBC836}" destId="{E70ADF5E-6FD8-4D9A-A188-5AC681FD058C}" srcOrd="2" destOrd="0" presId="urn:microsoft.com/office/officeart/2005/8/layout/process1"/>
    <dgm:cxn modelId="{E1EC4E12-E310-41AB-815A-1952703D646B}" type="presParOf" srcId="{CB9D1525-5EB8-4287-9365-AEC345BBC836}" destId="{3BF91680-686D-47A1-BB6B-B37284103BC1}" srcOrd="3" destOrd="0" presId="urn:microsoft.com/office/officeart/2005/8/layout/process1"/>
    <dgm:cxn modelId="{CE5254B6-EAE0-4876-9596-532178022F34}" type="presParOf" srcId="{3BF91680-686D-47A1-BB6B-B37284103BC1}" destId="{4F4E784D-EB11-4164-B69F-292884120BD4}" srcOrd="0" destOrd="0" presId="urn:microsoft.com/office/officeart/2005/8/layout/process1"/>
    <dgm:cxn modelId="{35C4558E-AC61-4F10-AF6D-5919A0861E2F}" type="presParOf" srcId="{CB9D1525-5EB8-4287-9365-AEC345BBC836}" destId="{68AACC8A-14F9-4494-A65C-C66143128970}" srcOrd="4" destOrd="0" presId="urn:microsoft.com/office/officeart/2005/8/layout/process1"/>
  </dgm:cxnLst>
  <dgm:bg>
    <a:blipFill>
      <a:blip xmlns:r="http://schemas.openxmlformats.org/officeDocument/2006/relationships" r:embed="rId1"/>
      <a:stretch>
        <a:fillRect/>
      </a:stretch>
    </a:blip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BB021A6-6B47-4F08-A2F0-CF504D6CB731}" type="doc">
      <dgm:prSet loTypeId="urn:microsoft.com/office/officeart/2005/8/layout/gear1" loCatId="cycle" qsTypeId="urn:microsoft.com/office/officeart/2005/8/quickstyle/3d2#5" qsCatId="3D" csTypeId="urn:microsoft.com/office/officeart/2005/8/colors/colorful2" csCatId="colorful" phldr="1"/>
      <dgm:spPr/>
    </dgm:pt>
    <dgm:pt modelId="{5D346982-4842-4E97-82C9-EB8E70BBCE2F}">
      <dgm:prSet phldrT="[Text]"/>
      <dgm:spPr/>
      <dgm:t>
        <a:bodyPr/>
        <a:lstStyle/>
        <a:p>
          <a:r>
            <a:rPr lang="en-US"/>
            <a:t>Quyền định đoạt</a:t>
          </a:r>
        </a:p>
      </dgm:t>
    </dgm:pt>
    <dgm:pt modelId="{5446735E-606D-4DAB-8EA0-E79B84D35C9B}" type="parTrans" cxnId="{A4B86BF6-8DD1-45AF-8AF4-13506A60126E}">
      <dgm:prSet/>
      <dgm:spPr/>
      <dgm:t>
        <a:bodyPr/>
        <a:lstStyle/>
        <a:p>
          <a:endParaRPr lang="en-US"/>
        </a:p>
      </dgm:t>
    </dgm:pt>
    <dgm:pt modelId="{D2B8DC17-69F1-41EF-9963-242086C16A17}" type="sibTrans" cxnId="{A4B86BF6-8DD1-45AF-8AF4-13506A60126E}">
      <dgm:prSet/>
      <dgm:spPr/>
      <dgm:t>
        <a:bodyPr/>
        <a:lstStyle/>
        <a:p>
          <a:endParaRPr lang="en-US"/>
        </a:p>
      </dgm:t>
    </dgm:pt>
    <dgm:pt modelId="{D7271430-0252-4C69-9A3C-8932E47D8190}">
      <dgm:prSet phldrT="[Text]" custT="1"/>
      <dgm:spPr/>
      <dgm:t>
        <a:bodyPr/>
        <a:lstStyle/>
        <a:p>
          <a:r>
            <a:rPr lang="en-US" sz="2200"/>
            <a:t>Quyền sử dụng</a:t>
          </a:r>
        </a:p>
      </dgm:t>
    </dgm:pt>
    <dgm:pt modelId="{0673A994-5A22-46E6-85F7-C4A1EF50E675}" type="parTrans" cxnId="{EC9A338C-8AE4-4A4F-B6B2-1318603599CF}">
      <dgm:prSet/>
      <dgm:spPr/>
      <dgm:t>
        <a:bodyPr/>
        <a:lstStyle/>
        <a:p>
          <a:endParaRPr lang="en-US"/>
        </a:p>
      </dgm:t>
    </dgm:pt>
    <dgm:pt modelId="{705A17B0-7FEE-429B-8B1C-D17B762570BA}" type="sibTrans" cxnId="{EC9A338C-8AE4-4A4F-B6B2-1318603599CF}">
      <dgm:prSet/>
      <dgm:spPr/>
      <dgm:t>
        <a:bodyPr/>
        <a:lstStyle/>
        <a:p>
          <a:endParaRPr lang="en-US"/>
        </a:p>
      </dgm:t>
    </dgm:pt>
    <dgm:pt modelId="{F9F9A1C8-B415-4E16-BC59-BB919F058365}">
      <dgm:prSet phldrT="[Text]" custT="1"/>
      <dgm:spPr/>
      <dgm:t>
        <a:bodyPr/>
        <a:lstStyle/>
        <a:p>
          <a:r>
            <a:rPr lang="en-US" sz="2200"/>
            <a:t>Quyền chiếm hữu</a:t>
          </a:r>
        </a:p>
      </dgm:t>
    </dgm:pt>
    <dgm:pt modelId="{314DB762-E78C-4F03-BBEB-6EC6A33A81CF}" type="parTrans" cxnId="{959CF256-EA2E-4DEC-9104-2BF7DCA285D5}">
      <dgm:prSet/>
      <dgm:spPr/>
      <dgm:t>
        <a:bodyPr/>
        <a:lstStyle/>
        <a:p>
          <a:endParaRPr lang="en-US"/>
        </a:p>
      </dgm:t>
    </dgm:pt>
    <dgm:pt modelId="{FCD1F196-2C54-42DF-B42B-EF8638E2E200}" type="sibTrans" cxnId="{959CF256-EA2E-4DEC-9104-2BF7DCA285D5}">
      <dgm:prSet/>
      <dgm:spPr/>
      <dgm:t>
        <a:bodyPr/>
        <a:lstStyle/>
        <a:p>
          <a:endParaRPr lang="en-US"/>
        </a:p>
      </dgm:t>
    </dgm:pt>
    <dgm:pt modelId="{85B48D22-9554-46B7-BE75-DAFF82D2E1E7}" type="pres">
      <dgm:prSet presAssocID="{EBB021A6-6B47-4F08-A2F0-CF504D6CB731}" presName="composite" presStyleCnt="0">
        <dgm:presLayoutVars>
          <dgm:chMax val="3"/>
          <dgm:animLvl val="lvl"/>
          <dgm:resizeHandles val="exact"/>
        </dgm:presLayoutVars>
      </dgm:prSet>
      <dgm:spPr/>
    </dgm:pt>
    <dgm:pt modelId="{84087005-D6D1-4855-AD70-499BEC2EC47B}" type="pres">
      <dgm:prSet presAssocID="{5D346982-4842-4E97-82C9-EB8E70BBCE2F}" presName="gear1" presStyleLbl="node1" presStyleIdx="0" presStyleCnt="3" custLinFactNeighborX="-49070">
        <dgm:presLayoutVars>
          <dgm:chMax val="1"/>
          <dgm:bulletEnabled val="1"/>
        </dgm:presLayoutVars>
      </dgm:prSet>
      <dgm:spPr/>
    </dgm:pt>
    <dgm:pt modelId="{984D4C3D-D7DE-4F9E-AFCC-4C498468E4B1}" type="pres">
      <dgm:prSet presAssocID="{5D346982-4842-4E97-82C9-EB8E70BBCE2F}" presName="gear1srcNode" presStyleLbl="node1" presStyleIdx="0" presStyleCnt="3"/>
      <dgm:spPr/>
    </dgm:pt>
    <dgm:pt modelId="{625D8588-7730-4328-A17E-06AED1BEBAB2}" type="pres">
      <dgm:prSet presAssocID="{5D346982-4842-4E97-82C9-EB8E70BBCE2F}" presName="gear1dstNode" presStyleLbl="node1" presStyleIdx="0" presStyleCnt="3"/>
      <dgm:spPr/>
    </dgm:pt>
    <dgm:pt modelId="{BFF6D8C5-460A-4C02-A6B8-03DA9919ABDE}" type="pres">
      <dgm:prSet presAssocID="{D7271430-0252-4C69-9A3C-8932E47D8190}" presName="gear2" presStyleLbl="node1" presStyleIdx="1" presStyleCnt="3" custLinFactNeighborX="-54817">
        <dgm:presLayoutVars>
          <dgm:chMax val="1"/>
          <dgm:bulletEnabled val="1"/>
        </dgm:presLayoutVars>
      </dgm:prSet>
      <dgm:spPr/>
    </dgm:pt>
    <dgm:pt modelId="{78FD2E83-CF4F-4287-94AF-7F3B29B841CB}" type="pres">
      <dgm:prSet presAssocID="{D7271430-0252-4C69-9A3C-8932E47D8190}" presName="gear2srcNode" presStyleLbl="node1" presStyleIdx="1" presStyleCnt="3"/>
      <dgm:spPr/>
    </dgm:pt>
    <dgm:pt modelId="{B99F02E8-78A3-4191-B690-FA8C8EFEE562}" type="pres">
      <dgm:prSet presAssocID="{D7271430-0252-4C69-9A3C-8932E47D8190}" presName="gear2dstNode" presStyleLbl="node1" presStyleIdx="1" presStyleCnt="3"/>
      <dgm:spPr/>
    </dgm:pt>
    <dgm:pt modelId="{38B2C30D-5053-4EF8-BBF6-7CE3ADF70EB0}" type="pres">
      <dgm:prSet presAssocID="{F9F9A1C8-B415-4E16-BC59-BB919F058365}" presName="gear3" presStyleLbl="node1" presStyleIdx="2" presStyleCnt="3" custLinFactNeighborX="-44598"/>
      <dgm:spPr/>
    </dgm:pt>
    <dgm:pt modelId="{28D39738-DD61-4C1C-8DC3-B7B4E56AE432}" type="pres">
      <dgm:prSet presAssocID="{F9F9A1C8-B415-4E16-BC59-BB919F058365}" presName="gear3tx" presStyleLbl="node1" presStyleIdx="2" presStyleCnt="3">
        <dgm:presLayoutVars>
          <dgm:chMax val="1"/>
          <dgm:bulletEnabled val="1"/>
        </dgm:presLayoutVars>
      </dgm:prSet>
      <dgm:spPr/>
    </dgm:pt>
    <dgm:pt modelId="{6F06B1DC-9778-40DF-AC90-75529660ED32}" type="pres">
      <dgm:prSet presAssocID="{F9F9A1C8-B415-4E16-BC59-BB919F058365}" presName="gear3srcNode" presStyleLbl="node1" presStyleIdx="2" presStyleCnt="3"/>
      <dgm:spPr/>
    </dgm:pt>
    <dgm:pt modelId="{45FD07C6-14DD-45A1-B863-57172E7B828F}" type="pres">
      <dgm:prSet presAssocID="{F9F9A1C8-B415-4E16-BC59-BB919F058365}" presName="gear3dstNode" presStyleLbl="node1" presStyleIdx="2" presStyleCnt="3"/>
      <dgm:spPr/>
    </dgm:pt>
    <dgm:pt modelId="{77DE05F2-6048-4A08-BBC0-5E75DFB67B36}" type="pres">
      <dgm:prSet presAssocID="{D2B8DC17-69F1-41EF-9963-242086C16A17}" presName="connector1" presStyleLbl="sibTrans2D1" presStyleIdx="0" presStyleCnt="3" custLinFactNeighborX="-46793"/>
      <dgm:spPr/>
    </dgm:pt>
    <dgm:pt modelId="{91DCD381-15A2-4E07-8AC3-2DB52A1C05A1}" type="pres">
      <dgm:prSet presAssocID="{705A17B0-7FEE-429B-8B1C-D17B762570BA}" presName="connector2" presStyleLbl="sibTrans2D1" presStyleIdx="1" presStyleCnt="3" custLinFactNeighborX="-42186"/>
      <dgm:spPr/>
    </dgm:pt>
    <dgm:pt modelId="{6152B839-EA8E-47C9-9AB3-3727D11924D0}" type="pres">
      <dgm:prSet presAssocID="{FCD1F196-2C54-42DF-B42B-EF8638E2E200}" presName="connector3" presStyleLbl="sibTrans2D1" presStyleIdx="2" presStyleCnt="3" custLinFactNeighborX="-38779"/>
      <dgm:spPr/>
    </dgm:pt>
  </dgm:ptLst>
  <dgm:cxnLst>
    <dgm:cxn modelId="{8789D702-D458-4541-AF2C-484FC49A2EB7}" type="presOf" srcId="{5D346982-4842-4E97-82C9-EB8E70BBCE2F}" destId="{625D8588-7730-4328-A17E-06AED1BEBAB2}" srcOrd="2" destOrd="0" presId="urn:microsoft.com/office/officeart/2005/8/layout/gear1"/>
    <dgm:cxn modelId="{59D1D421-ACEE-443D-844A-1C9A54116CA1}" type="presOf" srcId="{D2B8DC17-69F1-41EF-9963-242086C16A17}" destId="{77DE05F2-6048-4A08-BBC0-5E75DFB67B36}" srcOrd="0" destOrd="0" presId="urn:microsoft.com/office/officeart/2005/8/layout/gear1"/>
    <dgm:cxn modelId="{64949836-A588-4D73-9C3A-CB5B4840F969}" type="presOf" srcId="{5D346982-4842-4E97-82C9-EB8E70BBCE2F}" destId="{84087005-D6D1-4855-AD70-499BEC2EC47B}" srcOrd="0" destOrd="0" presId="urn:microsoft.com/office/officeart/2005/8/layout/gear1"/>
    <dgm:cxn modelId="{1A023641-00E2-4BDF-BB3F-396348596EA7}" type="presOf" srcId="{D7271430-0252-4C69-9A3C-8932E47D8190}" destId="{BFF6D8C5-460A-4C02-A6B8-03DA9919ABDE}" srcOrd="0" destOrd="0" presId="urn:microsoft.com/office/officeart/2005/8/layout/gear1"/>
    <dgm:cxn modelId="{55ECDF63-78DA-447E-92E5-83AB063BB46B}" type="presOf" srcId="{F9F9A1C8-B415-4E16-BC59-BB919F058365}" destId="{45FD07C6-14DD-45A1-B863-57172E7B828F}" srcOrd="3" destOrd="0" presId="urn:microsoft.com/office/officeart/2005/8/layout/gear1"/>
    <dgm:cxn modelId="{9CBE204B-1857-4BA8-9537-6AAFCA32D406}" type="presOf" srcId="{705A17B0-7FEE-429B-8B1C-D17B762570BA}" destId="{91DCD381-15A2-4E07-8AC3-2DB52A1C05A1}" srcOrd="0" destOrd="0" presId="urn:microsoft.com/office/officeart/2005/8/layout/gear1"/>
    <dgm:cxn modelId="{959CF256-EA2E-4DEC-9104-2BF7DCA285D5}" srcId="{EBB021A6-6B47-4F08-A2F0-CF504D6CB731}" destId="{F9F9A1C8-B415-4E16-BC59-BB919F058365}" srcOrd="2" destOrd="0" parTransId="{314DB762-E78C-4F03-BBEB-6EC6A33A81CF}" sibTransId="{FCD1F196-2C54-42DF-B42B-EF8638E2E200}"/>
    <dgm:cxn modelId="{581FE178-DCC7-429D-8E95-9CD42553C084}" type="presOf" srcId="{EBB021A6-6B47-4F08-A2F0-CF504D6CB731}" destId="{85B48D22-9554-46B7-BE75-DAFF82D2E1E7}" srcOrd="0" destOrd="0" presId="urn:microsoft.com/office/officeart/2005/8/layout/gear1"/>
    <dgm:cxn modelId="{8F3AFC58-1FF7-4A0C-A074-337E2BE6A5D2}" type="presOf" srcId="{5D346982-4842-4E97-82C9-EB8E70BBCE2F}" destId="{984D4C3D-D7DE-4F9E-AFCC-4C498468E4B1}" srcOrd="1" destOrd="0" presId="urn:microsoft.com/office/officeart/2005/8/layout/gear1"/>
    <dgm:cxn modelId="{B5F2AB7E-08BB-4575-8F21-AA9C7A5E0E92}" type="presOf" srcId="{FCD1F196-2C54-42DF-B42B-EF8638E2E200}" destId="{6152B839-EA8E-47C9-9AB3-3727D11924D0}" srcOrd="0" destOrd="0" presId="urn:microsoft.com/office/officeart/2005/8/layout/gear1"/>
    <dgm:cxn modelId="{F825377F-EA07-4913-A005-A94F9F16F965}" type="presOf" srcId="{F9F9A1C8-B415-4E16-BC59-BB919F058365}" destId="{6F06B1DC-9778-40DF-AC90-75529660ED32}" srcOrd="2" destOrd="0" presId="urn:microsoft.com/office/officeart/2005/8/layout/gear1"/>
    <dgm:cxn modelId="{3438E77F-9370-4F83-B85E-D784D6356741}" type="presOf" srcId="{D7271430-0252-4C69-9A3C-8932E47D8190}" destId="{78FD2E83-CF4F-4287-94AF-7F3B29B841CB}" srcOrd="1" destOrd="0" presId="urn:microsoft.com/office/officeart/2005/8/layout/gear1"/>
    <dgm:cxn modelId="{EC9A338C-8AE4-4A4F-B6B2-1318603599CF}" srcId="{EBB021A6-6B47-4F08-A2F0-CF504D6CB731}" destId="{D7271430-0252-4C69-9A3C-8932E47D8190}" srcOrd="1" destOrd="0" parTransId="{0673A994-5A22-46E6-85F7-C4A1EF50E675}" sibTransId="{705A17B0-7FEE-429B-8B1C-D17B762570BA}"/>
    <dgm:cxn modelId="{821B1EE1-EA02-4BB9-BD7C-F67BC230AB3F}" type="presOf" srcId="{D7271430-0252-4C69-9A3C-8932E47D8190}" destId="{B99F02E8-78A3-4191-B690-FA8C8EFEE562}" srcOrd="2" destOrd="0" presId="urn:microsoft.com/office/officeart/2005/8/layout/gear1"/>
    <dgm:cxn modelId="{762E43EF-200C-4301-8BC5-181D08087077}" type="presOf" srcId="{F9F9A1C8-B415-4E16-BC59-BB919F058365}" destId="{38B2C30D-5053-4EF8-BBF6-7CE3ADF70EB0}" srcOrd="0" destOrd="0" presId="urn:microsoft.com/office/officeart/2005/8/layout/gear1"/>
    <dgm:cxn modelId="{A4B86BF6-8DD1-45AF-8AF4-13506A60126E}" srcId="{EBB021A6-6B47-4F08-A2F0-CF504D6CB731}" destId="{5D346982-4842-4E97-82C9-EB8E70BBCE2F}" srcOrd="0" destOrd="0" parTransId="{5446735E-606D-4DAB-8EA0-E79B84D35C9B}" sibTransId="{D2B8DC17-69F1-41EF-9963-242086C16A17}"/>
    <dgm:cxn modelId="{3D1693F9-1C12-4CFA-B909-ED61B2523FEB}" type="presOf" srcId="{F9F9A1C8-B415-4E16-BC59-BB919F058365}" destId="{28D39738-DD61-4C1C-8DC3-B7B4E56AE432}" srcOrd="1" destOrd="0" presId="urn:microsoft.com/office/officeart/2005/8/layout/gear1"/>
    <dgm:cxn modelId="{479E4A89-6930-47CF-97CF-AC67B0EF7854}" type="presParOf" srcId="{85B48D22-9554-46B7-BE75-DAFF82D2E1E7}" destId="{84087005-D6D1-4855-AD70-499BEC2EC47B}" srcOrd="0" destOrd="0" presId="urn:microsoft.com/office/officeart/2005/8/layout/gear1"/>
    <dgm:cxn modelId="{8FF69B3C-6BA9-44B9-A8D8-27A9D885F211}" type="presParOf" srcId="{85B48D22-9554-46B7-BE75-DAFF82D2E1E7}" destId="{984D4C3D-D7DE-4F9E-AFCC-4C498468E4B1}" srcOrd="1" destOrd="0" presId="urn:microsoft.com/office/officeart/2005/8/layout/gear1"/>
    <dgm:cxn modelId="{01CA501F-7236-482A-9CF2-7682C91C2300}" type="presParOf" srcId="{85B48D22-9554-46B7-BE75-DAFF82D2E1E7}" destId="{625D8588-7730-4328-A17E-06AED1BEBAB2}" srcOrd="2" destOrd="0" presId="urn:microsoft.com/office/officeart/2005/8/layout/gear1"/>
    <dgm:cxn modelId="{CB03789D-0823-4CB2-BB83-2FC6D72678A9}" type="presParOf" srcId="{85B48D22-9554-46B7-BE75-DAFF82D2E1E7}" destId="{BFF6D8C5-460A-4C02-A6B8-03DA9919ABDE}" srcOrd="3" destOrd="0" presId="urn:microsoft.com/office/officeart/2005/8/layout/gear1"/>
    <dgm:cxn modelId="{15BA5EC1-8B9E-411B-9ABA-B1E38B31396C}" type="presParOf" srcId="{85B48D22-9554-46B7-BE75-DAFF82D2E1E7}" destId="{78FD2E83-CF4F-4287-94AF-7F3B29B841CB}" srcOrd="4" destOrd="0" presId="urn:microsoft.com/office/officeart/2005/8/layout/gear1"/>
    <dgm:cxn modelId="{17CED470-6644-4A7C-9BBA-AEA236A441DC}" type="presParOf" srcId="{85B48D22-9554-46B7-BE75-DAFF82D2E1E7}" destId="{B99F02E8-78A3-4191-B690-FA8C8EFEE562}" srcOrd="5" destOrd="0" presId="urn:microsoft.com/office/officeart/2005/8/layout/gear1"/>
    <dgm:cxn modelId="{7C83CCE9-49EA-4776-A8B5-F2C3BC8C4DFD}" type="presParOf" srcId="{85B48D22-9554-46B7-BE75-DAFF82D2E1E7}" destId="{38B2C30D-5053-4EF8-BBF6-7CE3ADF70EB0}" srcOrd="6" destOrd="0" presId="urn:microsoft.com/office/officeart/2005/8/layout/gear1"/>
    <dgm:cxn modelId="{D7946806-1A64-403E-9CA4-C6C36C96FE19}" type="presParOf" srcId="{85B48D22-9554-46B7-BE75-DAFF82D2E1E7}" destId="{28D39738-DD61-4C1C-8DC3-B7B4E56AE432}" srcOrd="7" destOrd="0" presId="urn:microsoft.com/office/officeart/2005/8/layout/gear1"/>
    <dgm:cxn modelId="{073E8416-C4BC-4746-806D-2C7020D6E03F}" type="presParOf" srcId="{85B48D22-9554-46B7-BE75-DAFF82D2E1E7}" destId="{6F06B1DC-9778-40DF-AC90-75529660ED32}" srcOrd="8" destOrd="0" presId="urn:microsoft.com/office/officeart/2005/8/layout/gear1"/>
    <dgm:cxn modelId="{9724A0E2-C51F-4CD5-8A2E-8EF56F7D34BA}" type="presParOf" srcId="{85B48D22-9554-46B7-BE75-DAFF82D2E1E7}" destId="{45FD07C6-14DD-45A1-B863-57172E7B828F}" srcOrd="9" destOrd="0" presId="urn:microsoft.com/office/officeart/2005/8/layout/gear1"/>
    <dgm:cxn modelId="{002A704B-5E3B-4D7C-8CBE-A7DF85910249}" type="presParOf" srcId="{85B48D22-9554-46B7-BE75-DAFF82D2E1E7}" destId="{77DE05F2-6048-4A08-BBC0-5E75DFB67B36}" srcOrd="10" destOrd="0" presId="urn:microsoft.com/office/officeart/2005/8/layout/gear1"/>
    <dgm:cxn modelId="{3B07A3E0-359B-4465-B55A-6D9A15BB86A8}" type="presParOf" srcId="{85B48D22-9554-46B7-BE75-DAFF82D2E1E7}" destId="{91DCD381-15A2-4E07-8AC3-2DB52A1C05A1}" srcOrd="11" destOrd="0" presId="urn:microsoft.com/office/officeart/2005/8/layout/gear1"/>
    <dgm:cxn modelId="{9DE06A61-1A8D-4E7A-BC94-404262C601F4}" type="presParOf" srcId="{85B48D22-9554-46B7-BE75-DAFF82D2E1E7}" destId="{6152B839-EA8E-47C9-9AB3-3727D11924D0}"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3D4950F-185F-4F22-B2F7-74EB6A2055F4}" type="doc">
      <dgm:prSet loTypeId="urn:microsoft.com/office/officeart/2005/8/layout/default" loCatId="list" qsTypeId="urn:microsoft.com/office/officeart/2005/8/quickstyle/3d5" qsCatId="3D" csTypeId="urn:microsoft.com/office/officeart/2005/8/colors/colorful2" csCatId="colorful" phldr="1"/>
      <dgm:spPr/>
      <dgm:t>
        <a:bodyPr/>
        <a:lstStyle/>
        <a:p>
          <a:endParaRPr lang="en-US"/>
        </a:p>
      </dgm:t>
    </dgm:pt>
    <dgm:pt modelId="{1879D62E-F96F-46D4-B2CB-98FDB96235F1}">
      <dgm:prSet phldrT="[Text]"/>
      <dgm:spPr/>
      <dgm:t>
        <a:bodyPr/>
        <a:lstStyle/>
        <a:p>
          <a:r>
            <a:rPr lang="en-US"/>
            <a:t>Người lập di chúc</a:t>
          </a:r>
        </a:p>
      </dgm:t>
    </dgm:pt>
    <dgm:pt modelId="{0F3D87C1-2E37-4B56-BBB4-76669E80DFEF}" type="parTrans" cxnId="{B5E4952A-19F1-4828-9719-C40E3C239128}">
      <dgm:prSet/>
      <dgm:spPr/>
      <dgm:t>
        <a:bodyPr/>
        <a:lstStyle/>
        <a:p>
          <a:endParaRPr lang="en-US"/>
        </a:p>
      </dgm:t>
    </dgm:pt>
    <dgm:pt modelId="{E85E1664-FC9D-4EFD-B7DE-73649FC2F8BB}" type="sibTrans" cxnId="{B5E4952A-19F1-4828-9719-C40E3C239128}">
      <dgm:prSet/>
      <dgm:spPr/>
      <dgm:t>
        <a:bodyPr/>
        <a:lstStyle/>
        <a:p>
          <a:endParaRPr lang="en-US"/>
        </a:p>
      </dgm:t>
    </dgm:pt>
    <dgm:pt modelId="{B1F16EA0-F7F6-46D0-AA83-585EAEC7202A}">
      <dgm:prSet phldrT="[Text]"/>
      <dgm:spPr/>
      <dgm:t>
        <a:bodyPr/>
        <a:lstStyle/>
        <a:p>
          <a:r>
            <a:rPr lang="en-US"/>
            <a:t>Hình thức của di chúc</a:t>
          </a:r>
        </a:p>
      </dgm:t>
    </dgm:pt>
    <dgm:pt modelId="{BFEEF707-101B-4A90-BB7C-29E0287F59E1}" type="parTrans" cxnId="{BF15FCAB-C93C-4051-90F1-825C42E2E6A3}">
      <dgm:prSet/>
      <dgm:spPr/>
      <dgm:t>
        <a:bodyPr/>
        <a:lstStyle/>
        <a:p>
          <a:endParaRPr lang="en-US"/>
        </a:p>
      </dgm:t>
    </dgm:pt>
    <dgm:pt modelId="{ADB0327F-3B97-43A2-9E69-C6AE87A922F8}" type="sibTrans" cxnId="{BF15FCAB-C93C-4051-90F1-825C42E2E6A3}">
      <dgm:prSet/>
      <dgm:spPr/>
      <dgm:t>
        <a:bodyPr/>
        <a:lstStyle/>
        <a:p>
          <a:endParaRPr lang="en-US"/>
        </a:p>
      </dgm:t>
    </dgm:pt>
    <dgm:pt modelId="{130129BB-4CEC-444A-B4B1-796439A3A196}">
      <dgm:prSet phldrT="[Text]"/>
      <dgm:spPr/>
      <dgm:t>
        <a:bodyPr/>
        <a:lstStyle/>
        <a:p>
          <a:r>
            <a:rPr lang="en-US"/>
            <a:t>Điều kiện di chúc hợp pháp</a:t>
          </a:r>
        </a:p>
      </dgm:t>
    </dgm:pt>
    <dgm:pt modelId="{5A7DC20F-AD46-49DE-BBCB-3870464F529F}" type="parTrans" cxnId="{363F8C07-D048-43FC-84D9-67E98FA6AA0E}">
      <dgm:prSet/>
      <dgm:spPr/>
      <dgm:t>
        <a:bodyPr/>
        <a:lstStyle/>
        <a:p>
          <a:endParaRPr lang="en-US"/>
        </a:p>
      </dgm:t>
    </dgm:pt>
    <dgm:pt modelId="{B83DA05F-41A2-4540-8C12-3B38A36D3C2A}" type="sibTrans" cxnId="{363F8C07-D048-43FC-84D9-67E98FA6AA0E}">
      <dgm:prSet/>
      <dgm:spPr/>
      <dgm:t>
        <a:bodyPr/>
        <a:lstStyle/>
        <a:p>
          <a:endParaRPr lang="en-US"/>
        </a:p>
      </dgm:t>
    </dgm:pt>
    <dgm:pt modelId="{5520E84A-64C0-4080-9EA6-E2E081E178CB}">
      <dgm:prSet phldrT="[Text]"/>
      <dgm:spPr/>
      <dgm:t>
        <a:bodyPr/>
        <a:lstStyle/>
        <a:p>
          <a:r>
            <a:rPr lang="en-US"/>
            <a:t>Nội dung của di chúc</a:t>
          </a:r>
        </a:p>
      </dgm:t>
    </dgm:pt>
    <dgm:pt modelId="{D1B8A123-066A-4A76-973B-D5E06A54FF0B}" type="parTrans" cxnId="{5020F0BD-CEF7-418F-84EB-AE7B4B761A75}">
      <dgm:prSet/>
      <dgm:spPr/>
      <dgm:t>
        <a:bodyPr/>
        <a:lstStyle/>
        <a:p>
          <a:endParaRPr lang="en-US"/>
        </a:p>
      </dgm:t>
    </dgm:pt>
    <dgm:pt modelId="{8AA5D414-E99B-489E-B2DA-CA4D1E1375AA}" type="sibTrans" cxnId="{5020F0BD-CEF7-418F-84EB-AE7B4B761A75}">
      <dgm:prSet/>
      <dgm:spPr/>
      <dgm:t>
        <a:bodyPr/>
        <a:lstStyle/>
        <a:p>
          <a:endParaRPr lang="en-US"/>
        </a:p>
      </dgm:t>
    </dgm:pt>
    <dgm:pt modelId="{EE7C2BCF-7AC3-4F6E-B74E-7D95F7D71985}">
      <dgm:prSet phldrT="[Text]"/>
      <dgm:spPr/>
      <dgm:t>
        <a:bodyPr/>
        <a:lstStyle/>
        <a:p>
          <a:r>
            <a:rPr lang="en-US"/>
            <a:t>Người thừa kế không phụ thuộc vào di chúc</a:t>
          </a:r>
        </a:p>
      </dgm:t>
    </dgm:pt>
    <dgm:pt modelId="{EFF396FF-D69A-44F7-B9D6-B77D5F4AC5E0}" type="parTrans" cxnId="{A74A57B5-E98E-46E2-BABC-C63EAACC9EE8}">
      <dgm:prSet/>
      <dgm:spPr/>
      <dgm:t>
        <a:bodyPr/>
        <a:lstStyle/>
        <a:p>
          <a:endParaRPr lang="en-US"/>
        </a:p>
      </dgm:t>
    </dgm:pt>
    <dgm:pt modelId="{50A192C2-C654-4B9E-AE87-4899A93E7831}" type="sibTrans" cxnId="{A74A57B5-E98E-46E2-BABC-C63EAACC9EE8}">
      <dgm:prSet/>
      <dgm:spPr/>
      <dgm:t>
        <a:bodyPr/>
        <a:lstStyle/>
        <a:p>
          <a:endParaRPr lang="en-US"/>
        </a:p>
      </dgm:t>
    </dgm:pt>
    <dgm:pt modelId="{9B241359-9C8F-4B89-AF30-47751843A6DC}" type="pres">
      <dgm:prSet presAssocID="{13D4950F-185F-4F22-B2F7-74EB6A2055F4}" presName="diagram" presStyleCnt="0">
        <dgm:presLayoutVars>
          <dgm:dir/>
          <dgm:resizeHandles val="exact"/>
        </dgm:presLayoutVars>
      </dgm:prSet>
      <dgm:spPr/>
    </dgm:pt>
    <dgm:pt modelId="{93E1AABB-7DF1-4EAD-8B75-9A9CE7A1B282}" type="pres">
      <dgm:prSet presAssocID="{1879D62E-F96F-46D4-B2CB-98FDB96235F1}" presName="node" presStyleLbl="node1" presStyleIdx="0" presStyleCnt="5">
        <dgm:presLayoutVars>
          <dgm:bulletEnabled val="1"/>
        </dgm:presLayoutVars>
      </dgm:prSet>
      <dgm:spPr/>
    </dgm:pt>
    <dgm:pt modelId="{D92C4509-9495-4FF0-82B9-F9046750B04E}" type="pres">
      <dgm:prSet presAssocID="{E85E1664-FC9D-4EFD-B7DE-73649FC2F8BB}" presName="sibTrans" presStyleCnt="0"/>
      <dgm:spPr/>
    </dgm:pt>
    <dgm:pt modelId="{C0C74CE4-6269-4DB4-A16C-83E11EB6D05E}" type="pres">
      <dgm:prSet presAssocID="{B1F16EA0-F7F6-46D0-AA83-585EAEC7202A}" presName="node" presStyleLbl="node1" presStyleIdx="1" presStyleCnt="5">
        <dgm:presLayoutVars>
          <dgm:bulletEnabled val="1"/>
        </dgm:presLayoutVars>
      </dgm:prSet>
      <dgm:spPr/>
    </dgm:pt>
    <dgm:pt modelId="{2B1865C0-4AA6-4519-86CE-FA06F15C3C7B}" type="pres">
      <dgm:prSet presAssocID="{ADB0327F-3B97-43A2-9E69-C6AE87A922F8}" presName="sibTrans" presStyleCnt="0"/>
      <dgm:spPr/>
    </dgm:pt>
    <dgm:pt modelId="{2248128F-6771-4F55-9E53-997CB3A08680}" type="pres">
      <dgm:prSet presAssocID="{130129BB-4CEC-444A-B4B1-796439A3A196}" presName="node" presStyleLbl="node1" presStyleIdx="2" presStyleCnt="5">
        <dgm:presLayoutVars>
          <dgm:bulletEnabled val="1"/>
        </dgm:presLayoutVars>
      </dgm:prSet>
      <dgm:spPr/>
    </dgm:pt>
    <dgm:pt modelId="{1185308A-870F-4B0E-B137-FF2768EB3AA0}" type="pres">
      <dgm:prSet presAssocID="{B83DA05F-41A2-4540-8C12-3B38A36D3C2A}" presName="sibTrans" presStyleCnt="0"/>
      <dgm:spPr/>
    </dgm:pt>
    <dgm:pt modelId="{5194CE6E-3500-458F-802D-FCB152393EA8}" type="pres">
      <dgm:prSet presAssocID="{5520E84A-64C0-4080-9EA6-E2E081E178CB}" presName="node" presStyleLbl="node1" presStyleIdx="3" presStyleCnt="5">
        <dgm:presLayoutVars>
          <dgm:bulletEnabled val="1"/>
        </dgm:presLayoutVars>
      </dgm:prSet>
      <dgm:spPr/>
    </dgm:pt>
    <dgm:pt modelId="{2D43B951-A847-4F91-A867-62A1B66C3EF9}" type="pres">
      <dgm:prSet presAssocID="{8AA5D414-E99B-489E-B2DA-CA4D1E1375AA}" presName="sibTrans" presStyleCnt="0"/>
      <dgm:spPr/>
    </dgm:pt>
    <dgm:pt modelId="{421B0D33-9320-4F06-BE59-C2F5C077ED91}" type="pres">
      <dgm:prSet presAssocID="{EE7C2BCF-7AC3-4F6E-B74E-7D95F7D71985}" presName="node" presStyleLbl="node1" presStyleIdx="4" presStyleCnt="5">
        <dgm:presLayoutVars>
          <dgm:bulletEnabled val="1"/>
        </dgm:presLayoutVars>
      </dgm:prSet>
      <dgm:spPr/>
    </dgm:pt>
  </dgm:ptLst>
  <dgm:cxnLst>
    <dgm:cxn modelId="{363F8C07-D048-43FC-84D9-67E98FA6AA0E}" srcId="{13D4950F-185F-4F22-B2F7-74EB6A2055F4}" destId="{130129BB-4CEC-444A-B4B1-796439A3A196}" srcOrd="2" destOrd="0" parTransId="{5A7DC20F-AD46-49DE-BBCB-3870464F529F}" sibTransId="{B83DA05F-41A2-4540-8C12-3B38A36D3C2A}"/>
    <dgm:cxn modelId="{2FA1151C-E0C7-40F6-9295-2DA1D9A69A6C}" type="presOf" srcId="{5520E84A-64C0-4080-9EA6-E2E081E178CB}" destId="{5194CE6E-3500-458F-802D-FCB152393EA8}" srcOrd="0" destOrd="0" presId="urn:microsoft.com/office/officeart/2005/8/layout/default"/>
    <dgm:cxn modelId="{B5E4952A-19F1-4828-9719-C40E3C239128}" srcId="{13D4950F-185F-4F22-B2F7-74EB6A2055F4}" destId="{1879D62E-F96F-46D4-B2CB-98FDB96235F1}" srcOrd="0" destOrd="0" parTransId="{0F3D87C1-2E37-4B56-BBB4-76669E80DFEF}" sibTransId="{E85E1664-FC9D-4EFD-B7DE-73649FC2F8BB}"/>
    <dgm:cxn modelId="{A9225F4C-CFD8-46A9-9D73-748268648895}" type="presOf" srcId="{1879D62E-F96F-46D4-B2CB-98FDB96235F1}" destId="{93E1AABB-7DF1-4EAD-8B75-9A9CE7A1B282}" srcOrd="0" destOrd="0" presId="urn:microsoft.com/office/officeart/2005/8/layout/default"/>
    <dgm:cxn modelId="{A58BDD76-B6C8-4B0E-B89C-186C05D8F639}" type="presOf" srcId="{EE7C2BCF-7AC3-4F6E-B74E-7D95F7D71985}" destId="{421B0D33-9320-4F06-BE59-C2F5C077ED91}" srcOrd="0" destOrd="0" presId="urn:microsoft.com/office/officeart/2005/8/layout/default"/>
    <dgm:cxn modelId="{BF15FCAB-C93C-4051-90F1-825C42E2E6A3}" srcId="{13D4950F-185F-4F22-B2F7-74EB6A2055F4}" destId="{B1F16EA0-F7F6-46D0-AA83-585EAEC7202A}" srcOrd="1" destOrd="0" parTransId="{BFEEF707-101B-4A90-BB7C-29E0287F59E1}" sibTransId="{ADB0327F-3B97-43A2-9E69-C6AE87A922F8}"/>
    <dgm:cxn modelId="{1D50FCB0-5405-47D3-BC65-32AD0BBF2EEC}" type="presOf" srcId="{B1F16EA0-F7F6-46D0-AA83-585EAEC7202A}" destId="{C0C74CE4-6269-4DB4-A16C-83E11EB6D05E}" srcOrd="0" destOrd="0" presId="urn:microsoft.com/office/officeart/2005/8/layout/default"/>
    <dgm:cxn modelId="{A74A57B5-E98E-46E2-BABC-C63EAACC9EE8}" srcId="{13D4950F-185F-4F22-B2F7-74EB6A2055F4}" destId="{EE7C2BCF-7AC3-4F6E-B74E-7D95F7D71985}" srcOrd="4" destOrd="0" parTransId="{EFF396FF-D69A-44F7-B9D6-B77D5F4AC5E0}" sibTransId="{50A192C2-C654-4B9E-AE87-4899A93E7831}"/>
    <dgm:cxn modelId="{5020F0BD-CEF7-418F-84EB-AE7B4B761A75}" srcId="{13D4950F-185F-4F22-B2F7-74EB6A2055F4}" destId="{5520E84A-64C0-4080-9EA6-E2E081E178CB}" srcOrd="3" destOrd="0" parTransId="{D1B8A123-066A-4A76-973B-D5E06A54FF0B}" sibTransId="{8AA5D414-E99B-489E-B2DA-CA4D1E1375AA}"/>
    <dgm:cxn modelId="{21ADB7F0-4305-4E09-A14A-12D64EA4E9E8}" type="presOf" srcId="{13D4950F-185F-4F22-B2F7-74EB6A2055F4}" destId="{9B241359-9C8F-4B89-AF30-47751843A6DC}" srcOrd="0" destOrd="0" presId="urn:microsoft.com/office/officeart/2005/8/layout/default"/>
    <dgm:cxn modelId="{6DB28CF8-EDA1-479D-B01D-A581A6E81AC5}" type="presOf" srcId="{130129BB-4CEC-444A-B4B1-796439A3A196}" destId="{2248128F-6771-4F55-9E53-997CB3A08680}" srcOrd="0" destOrd="0" presId="urn:microsoft.com/office/officeart/2005/8/layout/default"/>
    <dgm:cxn modelId="{6F530C60-D087-47C7-828A-300D48EE32F6}" type="presParOf" srcId="{9B241359-9C8F-4B89-AF30-47751843A6DC}" destId="{93E1AABB-7DF1-4EAD-8B75-9A9CE7A1B282}" srcOrd="0" destOrd="0" presId="urn:microsoft.com/office/officeart/2005/8/layout/default"/>
    <dgm:cxn modelId="{4A95A0A6-4617-4586-A25B-9FDF07EFA737}" type="presParOf" srcId="{9B241359-9C8F-4B89-AF30-47751843A6DC}" destId="{D92C4509-9495-4FF0-82B9-F9046750B04E}" srcOrd="1" destOrd="0" presId="urn:microsoft.com/office/officeart/2005/8/layout/default"/>
    <dgm:cxn modelId="{0BB85326-53C0-4348-9DBB-1E662113D6B1}" type="presParOf" srcId="{9B241359-9C8F-4B89-AF30-47751843A6DC}" destId="{C0C74CE4-6269-4DB4-A16C-83E11EB6D05E}" srcOrd="2" destOrd="0" presId="urn:microsoft.com/office/officeart/2005/8/layout/default"/>
    <dgm:cxn modelId="{5712BADC-A231-41FA-962E-4D43509769D2}" type="presParOf" srcId="{9B241359-9C8F-4B89-AF30-47751843A6DC}" destId="{2B1865C0-4AA6-4519-86CE-FA06F15C3C7B}" srcOrd="3" destOrd="0" presId="urn:microsoft.com/office/officeart/2005/8/layout/default"/>
    <dgm:cxn modelId="{5B57FBC9-8144-4697-9469-C08BB169EFE0}" type="presParOf" srcId="{9B241359-9C8F-4B89-AF30-47751843A6DC}" destId="{2248128F-6771-4F55-9E53-997CB3A08680}" srcOrd="4" destOrd="0" presId="urn:microsoft.com/office/officeart/2005/8/layout/default"/>
    <dgm:cxn modelId="{1B9AFFBC-CBC2-4DAD-96AA-64FC3ADE147E}" type="presParOf" srcId="{9B241359-9C8F-4B89-AF30-47751843A6DC}" destId="{1185308A-870F-4B0E-B137-FF2768EB3AA0}" srcOrd="5" destOrd="0" presId="urn:microsoft.com/office/officeart/2005/8/layout/default"/>
    <dgm:cxn modelId="{483C3D0E-5D62-4B43-8312-86CDF1EAEFB5}" type="presParOf" srcId="{9B241359-9C8F-4B89-AF30-47751843A6DC}" destId="{5194CE6E-3500-458F-802D-FCB152393EA8}" srcOrd="6" destOrd="0" presId="urn:microsoft.com/office/officeart/2005/8/layout/default"/>
    <dgm:cxn modelId="{D6B436C2-6FDD-4549-9CBA-2EDE842E69E7}" type="presParOf" srcId="{9B241359-9C8F-4B89-AF30-47751843A6DC}" destId="{2D43B951-A847-4F91-A867-62A1B66C3EF9}" srcOrd="7" destOrd="0" presId="urn:microsoft.com/office/officeart/2005/8/layout/default"/>
    <dgm:cxn modelId="{D031B9B3-187D-4DAD-833E-E4F42A209551}" type="presParOf" srcId="{9B241359-9C8F-4B89-AF30-47751843A6DC}" destId="{421B0D33-9320-4F06-BE59-C2F5C077ED91}"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16BD1D7-0318-40A5-8E96-3671607E3627}" type="doc">
      <dgm:prSet loTypeId="urn:microsoft.com/office/officeart/2005/8/layout/cycle5" loCatId="cycle" qsTypeId="urn:microsoft.com/office/officeart/2005/8/quickstyle/3d2#6" qsCatId="3D" csTypeId="urn:microsoft.com/office/officeart/2005/8/colors/accent3_3" csCatId="accent3" phldr="1"/>
      <dgm:spPr/>
      <dgm:t>
        <a:bodyPr/>
        <a:lstStyle/>
        <a:p>
          <a:endParaRPr lang="en-US"/>
        </a:p>
      </dgm:t>
    </dgm:pt>
    <dgm:pt modelId="{439CBF9E-1401-4DB1-B943-380F8BD37334}">
      <dgm:prSet phldrT="[Text]"/>
      <dgm:spPr/>
      <dgm:t>
        <a:bodyPr/>
        <a:lstStyle/>
        <a:p>
          <a:r>
            <a:rPr lang="en-US">
              <a:solidFill>
                <a:schemeClr val="tx1"/>
              </a:solidFill>
            </a:rPr>
            <a:t>Điều kiện kết hôn</a:t>
          </a:r>
        </a:p>
      </dgm:t>
    </dgm:pt>
    <dgm:pt modelId="{10ACF06C-A0BF-432A-9FF3-EE82E83BC7D3}" type="parTrans" cxnId="{75ABE406-7047-49C9-9AB7-50EE802C55D1}">
      <dgm:prSet/>
      <dgm:spPr/>
      <dgm:t>
        <a:bodyPr/>
        <a:lstStyle/>
        <a:p>
          <a:endParaRPr lang="en-US"/>
        </a:p>
      </dgm:t>
    </dgm:pt>
    <dgm:pt modelId="{676AE34E-84BD-46B3-8C3B-26C128050181}" type="sibTrans" cxnId="{75ABE406-7047-49C9-9AB7-50EE802C55D1}">
      <dgm:prSet/>
      <dgm:spPr/>
      <dgm:t>
        <a:bodyPr/>
        <a:lstStyle/>
        <a:p>
          <a:endParaRPr lang="en-US"/>
        </a:p>
      </dgm:t>
    </dgm:pt>
    <dgm:pt modelId="{BE9344DD-0D40-42EC-B5E8-F8E135EEDB39}">
      <dgm:prSet phldrT="[Text]"/>
      <dgm:spPr/>
      <dgm:t>
        <a:bodyPr/>
        <a:lstStyle/>
        <a:p>
          <a:r>
            <a:rPr lang="en-US">
              <a:solidFill>
                <a:schemeClr val="tx1"/>
              </a:solidFill>
            </a:rPr>
            <a:t>Thẩm quyền đăng kí kết hôn</a:t>
          </a:r>
        </a:p>
      </dgm:t>
    </dgm:pt>
    <dgm:pt modelId="{4C8BD339-DA43-4B4C-B2DE-7E41007FD094}" type="parTrans" cxnId="{C12DD205-B5BA-4CD7-96C8-975A8256E6BD}">
      <dgm:prSet/>
      <dgm:spPr/>
      <dgm:t>
        <a:bodyPr/>
        <a:lstStyle/>
        <a:p>
          <a:endParaRPr lang="en-US"/>
        </a:p>
      </dgm:t>
    </dgm:pt>
    <dgm:pt modelId="{6B2CA9B2-5BC8-4DEB-8ADB-CAE03A557658}" type="sibTrans" cxnId="{C12DD205-B5BA-4CD7-96C8-975A8256E6BD}">
      <dgm:prSet/>
      <dgm:spPr/>
      <dgm:t>
        <a:bodyPr/>
        <a:lstStyle/>
        <a:p>
          <a:endParaRPr lang="en-US"/>
        </a:p>
      </dgm:t>
    </dgm:pt>
    <dgm:pt modelId="{2825FCFE-4479-4A9F-AC1C-6F9198816E92}">
      <dgm:prSet phldrT="[Text]"/>
      <dgm:spPr/>
      <dgm:t>
        <a:bodyPr/>
        <a:lstStyle/>
        <a:p>
          <a:r>
            <a:rPr lang="en-US">
              <a:solidFill>
                <a:schemeClr val="tx1"/>
              </a:solidFill>
            </a:rPr>
            <a:t>Đăng kí kết hôn</a:t>
          </a:r>
        </a:p>
      </dgm:t>
    </dgm:pt>
    <dgm:pt modelId="{1E8CD22C-F700-4698-B5D8-12277C118629}" type="parTrans" cxnId="{0A4B7FDA-5996-4B8B-8881-0F245E05D1B3}">
      <dgm:prSet/>
      <dgm:spPr/>
      <dgm:t>
        <a:bodyPr/>
        <a:lstStyle/>
        <a:p>
          <a:endParaRPr lang="en-US"/>
        </a:p>
      </dgm:t>
    </dgm:pt>
    <dgm:pt modelId="{7EA16343-E362-45A3-9161-A1FFCB7B1FEB}" type="sibTrans" cxnId="{0A4B7FDA-5996-4B8B-8881-0F245E05D1B3}">
      <dgm:prSet/>
      <dgm:spPr/>
      <dgm:t>
        <a:bodyPr/>
        <a:lstStyle/>
        <a:p>
          <a:endParaRPr lang="en-US"/>
        </a:p>
      </dgm:t>
    </dgm:pt>
    <dgm:pt modelId="{79C9D153-9372-4FA3-80D6-FEA757B41118}">
      <dgm:prSet phldrT="[Text]"/>
      <dgm:spPr/>
      <dgm:t>
        <a:bodyPr/>
        <a:lstStyle/>
        <a:p>
          <a:r>
            <a:rPr lang="en-US">
              <a:solidFill>
                <a:schemeClr val="tx1"/>
              </a:solidFill>
            </a:rPr>
            <a:t>Các trường hợp cấm kết hôn</a:t>
          </a:r>
        </a:p>
      </dgm:t>
    </dgm:pt>
    <dgm:pt modelId="{DC909C28-0B8F-45E1-9579-97D4D267E2A1}" type="parTrans" cxnId="{37C0D72A-A4FD-407C-AB22-687DEE548292}">
      <dgm:prSet/>
      <dgm:spPr/>
      <dgm:t>
        <a:bodyPr/>
        <a:lstStyle/>
        <a:p>
          <a:endParaRPr lang="en-US"/>
        </a:p>
      </dgm:t>
    </dgm:pt>
    <dgm:pt modelId="{F18BF654-2CD6-4C3B-B9AA-231778094500}" type="sibTrans" cxnId="{37C0D72A-A4FD-407C-AB22-687DEE548292}">
      <dgm:prSet/>
      <dgm:spPr/>
      <dgm:t>
        <a:bodyPr/>
        <a:lstStyle/>
        <a:p>
          <a:endParaRPr lang="en-US"/>
        </a:p>
      </dgm:t>
    </dgm:pt>
    <dgm:pt modelId="{19179283-F290-48A5-A7B6-D3AA75425D54}" type="pres">
      <dgm:prSet presAssocID="{416BD1D7-0318-40A5-8E96-3671607E3627}" presName="cycle" presStyleCnt="0">
        <dgm:presLayoutVars>
          <dgm:dir/>
          <dgm:resizeHandles val="exact"/>
        </dgm:presLayoutVars>
      </dgm:prSet>
      <dgm:spPr/>
    </dgm:pt>
    <dgm:pt modelId="{306FB1AF-5DED-488C-B09A-4B47AC053F86}" type="pres">
      <dgm:prSet presAssocID="{439CBF9E-1401-4DB1-B943-380F8BD37334}" presName="node" presStyleLbl="node1" presStyleIdx="0" presStyleCnt="4" custScaleX="122494">
        <dgm:presLayoutVars>
          <dgm:bulletEnabled val="1"/>
        </dgm:presLayoutVars>
      </dgm:prSet>
      <dgm:spPr/>
    </dgm:pt>
    <dgm:pt modelId="{60BA241E-D71E-4BA9-8A0E-C9C99BEA76B5}" type="pres">
      <dgm:prSet presAssocID="{439CBF9E-1401-4DB1-B943-380F8BD37334}" presName="spNode" presStyleCnt="0"/>
      <dgm:spPr/>
    </dgm:pt>
    <dgm:pt modelId="{B9E1BC3C-AAAB-4F06-9FCC-2DC2D361B012}" type="pres">
      <dgm:prSet presAssocID="{676AE34E-84BD-46B3-8C3B-26C128050181}" presName="sibTrans" presStyleLbl="sibTrans1D1" presStyleIdx="0" presStyleCnt="4"/>
      <dgm:spPr/>
    </dgm:pt>
    <dgm:pt modelId="{5B629FF7-3F39-4A1E-8503-DFF09877EBB1}" type="pres">
      <dgm:prSet presAssocID="{BE9344DD-0D40-42EC-B5E8-F8E135EEDB39}" presName="node" presStyleLbl="node1" presStyleIdx="1" presStyleCnt="4" custScaleX="173241">
        <dgm:presLayoutVars>
          <dgm:bulletEnabled val="1"/>
        </dgm:presLayoutVars>
      </dgm:prSet>
      <dgm:spPr/>
    </dgm:pt>
    <dgm:pt modelId="{8AF6B67A-D977-4977-8DB6-8DAB9A38E9A9}" type="pres">
      <dgm:prSet presAssocID="{BE9344DD-0D40-42EC-B5E8-F8E135EEDB39}" presName="spNode" presStyleCnt="0"/>
      <dgm:spPr/>
    </dgm:pt>
    <dgm:pt modelId="{A6E7D55B-5E89-4E04-8F3D-0E0D4D990B01}" type="pres">
      <dgm:prSet presAssocID="{6B2CA9B2-5BC8-4DEB-8ADB-CAE03A557658}" presName="sibTrans" presStyleLbl="sibTrans1D1" presStyleIdx="1" presStyleCnt="4"/>
      <dgm:spPr/>
    </dgm:pt>
    <dgm:pt modelId="{6A07CE40-8847-4413-B1D1-28627C01C6ED}" type="pres">
      <dgm:prSet presAssocID="{2825FCFE-4479-4A9F-AC1C-6F9198816E92}" presName="node" presStyleLbl="node1" presStyleIdx="2" presStyleCnt="4" custScaleX="154570">
        <dgm:presLayoutVars>
          <dgm:bulletEnabled val="1"/>
        </dgm:presLayoutVars>
      </dgm:prSet>
      <dgm:spPr/>
    </dgm:pt>
    <dgm:pt modelId="{831443FC-7665-48C2-8858-6BB6315787B4}" type="pres">
      <dgm:prSet presAssocID="{2825FCFE-4479-4A9F-AC1C-6F9198816E92}" presName="spNode" presStyleCnt="0"/>
      <dgm:spPr/>
    </dgm:pt>
    <dgm:pt modelId="{8CE97807-01A3-4E58-8660-3B6E6B5CC6E0}" type="pres">
      <dgm:prSet presAssocID="{7EA16343-E362-45A3-9161-A1FFCB7B1FEB}" presName="sibTrans" presStyleLbl="sibTrans1D1" presStyleIdx="2" presStyleCnt="4"/>
      <dgm:spPr/>
    </dgm:pt>
    <dgm:pt modelId="{C4FAB207-E8D8-4F1F-B555-2B12899634B0}" type="pres">
      <dgm:prSet presAssocID="{79C9D153-9372-4FA3-80D6-FEA757B41118}" presName="node" presStyleLbl="node1" presStyleIdx="3" presStyleCnt="4" custScaleX="148919">
        <dgm:presLayoutVars>
          <dgm:bulletEnabled val="1"/>
        </dgm:presLayoutVars>
      </dgm:prSet>
      <dgm:spPr/>
    </dgm:pt>
    <dgm:pt modelId="{F1CA9F88-48A4-47CD-A3FA-3E314A059EDE}" type="pres">
      <dgm:prSet presAssocID="{79C9D153-9372-4FA3-80D6-FEA757B41118}" presName="spNode" presStyleCnt="0"/>
      <dgm:spPr/>
    </dgm:pt>
    <dgm:pt modelId="{7A776E79-7CBB-40C3-84C8-0B754C841BB0}" type="pres">
      <dgm:prSet presAssocID="{F18BF654-2CD6-4C3B-B9AA-231778094500}" presName="sibTrans" presStyleLbl="sibTrans1D1" presStyleIdx="3" presStyleCnt="4"/>
      <dgm:spPr/>
    </dgm:pt>
  </dgm:ptLst>
  <dgm:cxnLst>
    <dgm:cxn modelId="{C12DD205-B5BA-4CD7-96C8-975A8256E6BD}" srcId="{416BD1D7-0318-40A5-8E96-3671607E3627}" destId="{BE9344DD-0D40-42EC-B5E8-F8E135EEDB39}" srcOrd="1" destOrd="0" parTransId="{4C8BD339-DA43-4B4C-B2DE-7E41007FD094}" sibTransId="{6B2CA9B2-5BC8-4DEB-8ADB-CAE03A557658}"/>
    <dgm:cxn modelId="{75ABE406-7047-49C9-9AB7-50EE802C55D1}" srcId="{416BD1D7-0318-40A5-8E96-3671607E3627}" destId="{439CBF9E-1401-4DB1-B943-380F8BD37334}" srcOrd="0" destOrd="0" parTransId="{10ACF06C-A0BF-432A-9FF3-EE82E83BC7D3}" sibTransId="{676AE34E-84BD-46B3-8C3B-26C128050181}"/>
    <dgm:cxn modelId="{909E3D0D-CDE2-40C7-AA80-772777D80692}" type="presOf" srcId="{F18BF654-2CD6-4C3B-B9AA-231778094500}" destId="{7A776E79-7CBB-40C3-84C8-0B754C841BB0}" srcOrd="0" destOrd="0" presId="urn:microsoft.com/office/officeart/2005/8/layout/cycle5"/>
    <dgm:cxn modelId="{DD720E13-D946-4FFE-A0DB-DD1950D37D9A}" type="presOf" srcId="{BE9344DD-0D40-42EC-B5E8-F8E135EEDB39}" destId="{5B629FF7-3F39-4A1E-8503-DFF09877EBB1}" srcOrd="0" destOrd="0" presId="urn:microsoft.com/office/officeart/2005/8/layout/cycle5"/>
    <dgm:cxn modelId="{37C0D72A-A4FD-407C-AB22-687DEE548292}" srcId="{416BD1D7-0318-40A5-8E96-3671607E3627}" destId="{79C9D153-9372-4FA3-80D6-FEA757B41118}" srcOrd="3" destOrd="0" parTransId="{DC909C28-0B8F-45E1-9579-97D4D267E2A1}" sibTransId="{F18BF654-2CD6-4C3B-B9AA-231778094500}"/>
    <dgm:cxn modelId="{BD2EB644-59CC-45B7-A39C-D7AD6F45EE6B}" type="presOf" srcId="{439CBF9E-1401-4DB1-B943-380F8BD37334}" destId="{306FB1AF-5DED-488C-B09A-4B47AC053F86}" srcOrd="0" destOrd="0" presId="urn:microsoft.com/office/officeart/2005/8/layout/cycle5"/>
    <dgm:cxn modelId="{AD086C6A-28F3-46C7-A751-A7CD5BB8C244}" type="presOf" srcId="{2825FCFE-4479-4A9F-AC1C-6F9198816E92}" destId="{6A07CE40-8847-4413-B1D1-28627C01C6ED}" srcOrd="0" destOrd="0" presId="urn:microsoft.com/office/officeart/2005/8/layout/cycle5"/>
    <dgm:cxn modelId="{856CA757-43EE-43A6-A897-5FDC5A1007D9}" type="presOf" srcId="{676AE34E-84BD-46B3-8C3B-26C128050181}" destId="{B9E1BC3C-AAAB-4F06-9FCC-2DC2D361B012}" srcOrd="0" destOrd="0" presId="urn:microsoft.com/office/officeart/2005/8/layout/cycle5"/>
    <dgm:cxn modelId="{44883D91-02EF-40A1-958F-25A9D25EF0A7}" type="presOf" srcId="{79C9D153-9372-4FA3-80D6-FEA757B41118}" destId="{C4FAB207-E8D8-4F1F-B555-2B12899634B0}" srcOrd="0" destOrd="0" presId="urn:microsoft.com/office/officeart/2005/8/layout/cycle5"/>
    <dgm:cxn modelId="{E74C2CBA-F0DF-4921-9C43-B68E15619EB6}" type="presOf" srcId="{7EA16343-E362-45A3-9161-A1FFCB7B1FEB}" destId="{8CE97807-01A3-4E58-8660-3B6E6B5CC6E0}" srcOrd="0" destOrd="0" presId="urn:microsoft.com/office/officeart/2005/8/layout/cycle5"/>
    <dgm:cxn modelId="{1B93BEBD-20B3-4C2D-A7ED-F4C6CF083105}" type="presOf" srcId="{6B2CA9B2-5BC8-4DEB-8ADB-CAE03A557658}" destId="{A6E7D55B-5E89-4E04-8F3D-0E0D4D990B01}" srcOrd="0" destOrd="0" presId="urn:microsoft.com/office/officeart/2005/8/layout/cycle5"/>
    <dgm:cxn modelId="{2EC202CC-476E-40FF-BB07-69A6B37E1284}" type="presOf" srcId="{416BD1D7-0318-40A5-8E96-3671607E3627}" destId="{19179283-F290-48A5-A7B6-D3AA75425D54}" srcOrd="0" destOrd="0" presId="urn:microsoft.com/office/officeart/2005/8/layout/cycle5"/>
    <dgm:cxn modelId="{0A4B7FDA-5996-4B8B-8881-0F245E05D1B3}" srcId="{416BD1D7-0318-40A5-8E96-3671607E3627}" destId="{2825FCFE-4479-4A9F-AC1C-6F9198816E92}" srcOrd="2" destOrd="0" parTransId="{1E8CD22C-F700-4698-B5D8-12277C118629}" sibTransId="{7EA16343-E362-45A3-9161-A1FFCB7B1FEB}"/>
    <dgm:cxn modelId="{E84C589C-6BDD-4E96-ACF0-0939DDBFAD94}" type="presParOf" srcId="{19179283-F290-48A5-A7B6-D3AA75425D54}" destId="{306FB1AF-5DED-488C-B09A-4B47AC053F86}" srcOrd="0" destOrd="0" presId="urn:microsoft.com/office/officeart/2005/8/layout/cycle5"/>
    <dgm:cxn modelId="{805E2A21-05CA-4D97-BF5A-47762883065F}" type="presParOf" srcId="{19179283-F290-48A5-A7B6-D3AA75425D54}" destId="{60BA241E-D71E-4BA9-8A0E-C9C99BEA76B5}" srcOrd="1" destOrd="0" presId="urn:microsoft.com/office/officeart/2005/8/layout/cycle5"/>
    <dgm:cxn modelId="{034E5894-0630-484E-B428-0371475CF24A}" type="presParOf" srcId="{19179283-F290-48A5-A7B6-D3AA75425D54}" destId="{B9E1BC3C-AAAB-4F06-9FCC-2DC2D361B012}" srcOrd="2" destOrd="0" presId="urn:microsoft.com/office/officeart/2005/8/layout/cycle5"/>
    <dgm:cxn modelId="{D22F3B2A-F267-437A-BBE9-BDB93F39CD18}" type="presParOf" srcId="{19179283-F290-48A5-A7B6-D3AA75425D54}" destId="{5B629FF7-3F39-4A1E-8503-DFF09877EBB1}" srcOrd="3" destOrd="0" presId="urn:microsoft.com/office/officeart/2005/8/layout/cycle5"/>
    <dgm:cxn modelId="{7B27540E-E4E6-4C81-9626-37AA9BDBB344}" type="presParOf" srcId="{19179283-F290-48A5-A7B6-D3AA75425D54}" destId="{8AF6B67A-D977-4977-8DB6-8DAB9A38E9A9}" srcOrd="4" destOrd="0" presId="urn:microsoft.com/office/officeart/2005/8/layout/cycle5"/>
    <dgm:cxn modelId="{9CFEE5FE-5718-4052-B53E-AB0E328E98C8}" type="presParOf" srcId="{19179283-F290-48A5-A7B6-D3AA75425D54}" destId="{A6E7D55B-5E89-4E04-8F3D-0E0D4D990B01}" srcOrd="5" destOrd="0" presId="urn:microsoft.com/office/officeart/2005/8/layout/cycle5"/>
    <dgm:cxn modelId="{2F1B465E-D614-430A-8AF7-0192E86D59B9}" type="presParOf" srcId="{19179283-F290-48A5-A7B6-D3AA75425D54}" destId="{6A07CE40-8847-4413-B1D1-28627C01C6ED}" srcOrd="6" destOrd="0" presId="urn:microsoft.com/office/officeart/2005/8/layout/cycle5"/>
    <dgm:cxn modelId="{A3DBDA21-8CC2-4C1A-9A2A-E17EC66D8120}" type="presParOf" srcId="{19179283-F290-48A5-A7B6-D3AA75425D54}" destId="{831443FC-7665-48C2-8858-6BB6315787B4}" srcOrd="7" destOrd="0" presId="urn:microsoft.com/office/officeart/2005/8/layout/cycle5"/>
    <dgm:cxn modelId="{490CAE0A-5652-4E10-8479-7737B21D6416}" type="presParOf" srcId="{19179283-F290-48A5-A7B6-D3AA75425D54}" destId="{8CE97807-01A3-4E58-8660-3B6E6B5CC6E0}" srcOrd="8" destOrd="0" presId="urn:microsoft.com/office/officeart/2005/8/layout/cycle5"/>
    <dgm:cxn modelId="{DFB1E30F-922C-43DD-B63C-5DC38E46DDF0}" type="presParOf" srcId="{19179283-F290-48A5-A7B6-D3AA75425D54}" destId="{C4FAB207-E8D8-4F1F-B555-2B12899634B0}" srcOrd="9" destOrd="0" presId="urn:microsoft.com/office/officeart/2005/8/layout/cycle5"/>
    <dgm:cxn modelId="{A63CC814-3190-42FE-8FBE-11C8361C5155}" type="presParOf" srcId="{19179283-F290-48A5-A7B6-D3AA75425D54}" destId="{F1CA9F88-48A4-47CD-A3FA-3E314A059EDE}" srcOrd="10" destOrd="0" presId="urn:microsoft.com/office/officeart/2005/8/layout/cycle5"/>
    <dgm:cxn modelId="{18F330CF-D874-49DE-ADAC-E021037CB9D7}" type="presParOf" srcId="{19179283-F290-48A5-A7B6-D3AA75425D54}" destId="{7A776E79-7CBB-40C3-84C8-0B754C841BB0}" srcOrd="11"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A9680A4-5405-44FF-870E-FFEC36873395}" type="doc">
      <dgm:prSet loTypeId="urn:microsoft.com/office/officeart/2005/8/layout/vList5" loCatId="list" qsTypeId="urn:microsoft.com/office/officeart/2005/8/quickstyle/3d3" qsCatId="3D" csTypeId="urn:microsoft.com/office/officeart/2005/8/colors/colorful2" csCatId="colorful" phldr="1"/>
      <dgm:spPr/>
      <dgm:t>
        <a:bodyPr/>
        <a:lstStyle/>
        <a:p>
          <a:endParaRPr lang="en-US"/>
        </a:p>
      </dgm:t>
    </dgm:pt>
    <dgm:pt modelId="{CD735DAF-6A04-4C57-A42B-E56FA81FFFAB}">
      <dgm:prSet phldrT="[Text]"/>
      <dgm:spPr/>
      <dgm:t>
        <a:bodyPr/>
        <a:lstStyle/>
        <a:p>
          <a:r>
            <a:rPr lang="en-US"/>
            <a:t>Tài sản chung của vợ chồng</a:t>
          </a:r>
        </a:p>
      </dgm:t>
    </dgm:pt>
    <dgm:pt modelId="{61665109-9702-4894-87DD-4D4D2C9E2FBB}" type="parTrans" cxnId="{D790EB83-9674-46B2-B08C-34AB72E2D378}">
      <dgm:prSet/>
      <dgm:spPr/>
      <dgm:t>
        <a:bodyPr/>
        <a:lstStyle/>
        <a:p>
          <a:endParaRPr lang="en-US"/>
        </a:p>
      </dgm:t>
    </dgm:pt>
    <dgm:pt modelId="{6C58F0C9-1E83-422E-9436-DEF48DBFC053}" type="sibTrans" cxnId="{D790EB83-9674-46B2-B08C-34AB72E2D378}">
      <dgm:prSet/>
      <dgm:spPr/>
      <dgm:t>
        <a:bodyPr/>
        <a:lstStyle/>
        <a:p>
          <a:endParaRPr lang="en-US"/>
        </a:p>
      </dgm:t>
    </dgm:pt>
    <dgm:pt modelId="{D7B4983E-80B3-4E7D-A2B6-129C44145864}">
      <dgm:prSet phldrT="[Text]"/>
      <dgm:spPr/>
      <dgm:t>
        <a:bodyPr/>
        <a:lstStyle/>
        <a:p>
          <a:r>
            <a:rPr lang="en-US"/>
            <a:t>Tài sản do vợ chồng tạo ra, thu nhập do sản xuất, kinh doan và những tà sản hợp pháp khác của vợ chồng trong thời kì hôn nhân. </a:t>
          </a:r>
        </a:p>
      </dgm:t>
    </dgm:pt>
    <dgm:pt modelId="{8E07A5C3-1E50-4D4C-8869-EECFC5981B2B}" type="parTrans" cxnId="{D3BED758-DAA8-4EA7-9269-196E3571F9EF}">
      <dgm:prSet/>
      <dgm:spPr/>
      <dgm:t>
        <a:bodyPr/>
        <a:lstStyle/>
        <a:p>
          <a:endParaRPr lang="en-US"/>
        </a:p>
      </dgm:t>
    </dgm:pt>
    <dgm:pt modelId="{A030843D-DC48-451F-B910-292970206D34}" type="sibTrans" cxnId="{D3BED758-DAA8-4EA7-9269-196E3571F9EF}">
      <dgm:prSet/>
      <dgm:spPr/>
      <dgm:t>
        <a:bodyPr/>
        <a:lstStyle/>
        <a:p>
          <a:endParaRPr lang="en-US"/>
        </a:p>
      </dgm:t>
    </dgm:pt>
    <dgm:pt modelId="{C150214E-2EE7-4F9F-A382-CF337276FB07}">
      <dgm:prSet phldrT="[Text]"/>
      <dgm:spPr/>
      <dgm:t>
        <a:bodyPr/>
        <a:lstStyle/>
        <a:p>
          <a:r>
            <a:rPr lang="en-US"/>
            <a:t>Tài sản riêng của vợ, chồng</a:t>
          </a:r>
        </a:p>
      </dgm:t>
    </dgm:pt>
    <dgm:pt modelId="{4EEE6F4C-A1DD-404C-ABE7-B32920261387}" type="parTrans" cxnId="{D66BE6AD-3964-4CED-8234-656A1E3CCAC9}">
      <dgm:prSet/>
      <dgm:spPr/>
      <dgm:t>
        <a:bodyPr/>
        <a:lstStyle/>
        <a:p>
          <a:endParaRPr lang="en-US"/>
        </a:p>
      </dgm:t>
    </dgm:pt>
    <dgm:pt modelId="{4316FAC8-6956-4845-918B-F6440C32A509}" type="sibTrans" cxnId="{D66BE6AD-3964-4CED-8234-656A1E3CCAC9}">
      <dgm:prSet/>
      <dgm:spPr/>
      <dgm:t>
        <a:bodyPr/>
        <a:lstStyle/>
        <a:p>
          <a:endParaRPr lang="en-US"/>
        </a:p>
      </dgm:t>
    </dgm:pt>
    <dgm:pt modelId="{9F773F11-0265-4898-A8E0-BC89D77721C6}">
      <dgm:prSet phldrT="[Text]"/>
      <dgm:spPr/>
      <dgm:t>
        <a:bodyPr/>
        <a:lstStyle/>
        <a:p>
          <a:r>
            <a:rPr lang="en-US"/>
            <a:t>Vợ chồng có quyền có tài sản riêng</a:t>
          </a:r>
        </a:p>
      </dgm:t>
    </dgm:pt>
    <dgm:pt modelId="{4B854ED7-EED5-4336-9380-97AC4A02FBA2}" type="parTrans" cxnId="{9A41ABA5-F602-443E-BC0A-306E94F1808E}">
      <dgm:prSet/>
      <dgm:spPr/>
      <dgm:t>
        <a:bodyPr/>
        <a:lstStyle/>
        <a:p>
          <a:endParaRPr lang="en-US"/>
        </a:p>
      </dgm:t>
    </dgm:pt>
    <dgm:pt modelId="{AF9A6AC3-9292-4498-9FB1-F6F6A8919472}" type="sibTrans" cxnId="{9A41ABA5-F602-443E-BC0A-306E94F1808E}">
      <dgm:prSet/>
      <dgm:spPr/>
      <dgm:t>
        <a:bodyPr/>
        <a:lstStyle/>
        <a:p>
          <a:endParaRPr lang="en-US"/>
        </a:p>
      </dgm:t>
    </dgm:pt>
    <dgm:pt modelId="{D19548F5-976E-415B-ACDE-F6D4B3B4E32B}">
      <dgm:prSet phldrT="[Text]"/>
      <dgm:spPr/>
      <dgm:t>
        <a:bodyPr/>
        <a:lstStyle/>
        <a:p>
          <a:r>
            <a:rPr lang="en-US"/>
            <a:t>Tài sản mà mỗi người có trước khi kết hôn; được thừa kế riêng, tặng cho riêng trong thời kì hôn nhân; tài sản được chia riêng cho vợ chồng trong thời kì hôn nhân theo thỏa thuận của vợ, chồng</a:t>
          </a:r>
        </a:p>
      </dgm:t>
    </dgm:pt>
    <dgm:pt modelId="{659FCBA2-6F2F-4C92-A5AA-D46402068390}" type="parTrans" cxnId="{382A3A11-0246-4996-A9EF-B9C018B404AF}">
      <dgm:prSet/>
      <dgm:spPr/>
      <dgm:t>
        <a:bodyPr/>
        <a:lstStyle/>
        <a:p>
          <a:endParaRPr lang="en-US"/>
        </a:p>
      </dgm:t>
    </dgm:pt>
    <dgm:pt modelId="{E75D234E-11C0-4D9B-B225-125FDD3D57AC}" type="sibTrans" cxnId="{382A3A11-0246-4996-A9EF-B9C018B404AF}">
      <dgm:prSet/>
      <dgm:spPr/>
      <dgm:t>
        <a:bodyPr/>
        <a:lstStyle/>
        <a:p>
          <a:endParaRPr lang="en-US"/>
        </a:p>
      </dgm:t>
    </dgm:pt>
    <dgm:pt modelId="{8249E831-0EA1-4DF4-B647-8040A4FA8121}">
      <dgm:prSet phldrT="[Text]"/>
      <dgm:spPr/>
      <dgm:t>
        <a:bodyPr/>
        <a:lstStyle/>
        <a:p>
          <a:r>
            <a:rPr lang="en-US"/>
            <a:t>Tài sản chung của vợ chồng thuộc sở hữu chung hợp nhất</a:t>
          </a:r>
        </a:p>
      </dgm:t>
    </dgm:pt>
    <dgm:pt modelId="{C856808A-B529-4657-9B22-71FE7BCF9620}" type="parTrans" cxnId="{EABE4181-2874-48E4-9551-529F5F71A352}">
      <dgm:prSet/>
      <dgm:spPr/>
    </dgm:pt>
    <dgm:pt modelId="{159B954E-0C21-48A8-A805-E21F7ECD4195}" type="sibTrans" cxnId="{EABE4181-2874-48E4-9551-529F5F71A352}">
      <dgm:prSet/>
      <dgm:spPr/>
    </dgm:pt>
    <dgm:pt modelId="{FAB4757A-20CD-4BED-BC22-C25CB2A8B326}" type="pres">
      <dgm:prSet presAssocID="{FA9680A4-5405-44FF-870E-FFEC36873395}" presName="Name0" presStyleCnt="0">
        <dgm:presLayoutVars>
          <dgm:dir/>
          <dgm:animLvl val="lvl"/>
          <dgm:resizeHandles val="exact"/>
        </dgm:presLayoutVars>
      </dgm:prSet>
      <dgm:spPr/>
    </dgm:pt>
    <dgm:pt modelId="{7C0C6E8E-52B0-456A-9139-01A2C6BEC299}" type="pres">
      <dgm:prSet presAssocID="{CD735DAF-6A04-4C57-A42B-E56FA81FFFAB}" presName="linNode" presStyleCnt="0"/>
      <dgm:spPr/>
    </dgm:pt>
    <dgm:pt modelId="{6D30EAEA-A43E-4BD7-B317-5641D2934774}" type="pres">
      <dgm:prSet presAssocID="{CD735DAF-6A04-4C57-A42B-E56FA81FFFAB}" presName="parentText" presStyleLbl="node1" presStyleIdx="0" presStyleCnt="2">
        <dgm:presLayoutVars>
          <dgm:chMax val="1"/>
          <dgm:bulletEnabled val="1"/>
        </dgm:presLayoutVars>
      </dgm:prSet>
      <dgm:spPr/>
    </dgm:pt>
    <dgm:pt modelId="{62790C16-4861-4CF7-ADB9-C14946D33ACB}" type="pres">
      <dgm:prSet presAssocID="{CD735DAF-6A04-4C57-A42B-E56FA81FFFAB}" presName="descendantText" presStyleLbl="alignAccFollowNode1" presStyleIdx="0" presStyleCnt="2">
        <dgm:presLayoutVars>
          <dgm:bulletEnabled val="1"/>
        </dgm:presLayoutVars>
      </dgm:prSet>
      <dgm:spPr/>
    </dgm:pt>
    <dgm:pt modelId="{609C5FC4-D5ED-4D3F-B650-E50145D54B9A}" type="pres">
      <dgm:prSet presAssocID="{6C58F0C9-1E83-422E-9436-DEF48DBFC053}" presName="sp" presStyleCnt="0"/>
      <dgm:spPr/>
    </dgm:pt>
    <dgm:pt modelId="{F3C8ECD2-2905-4369-9274-24224FD1B4FB}" type="pres">
      <dgm:prSet presAssocID="{C150214E-2EE7-4F9F-A382-CF337276FB07}" presName="linNode" presStyleCnt="0"/>
      <dgm:spPr/>
    </dgm:pt>
    <dgm:pt modelId="{7D00A071-6578-4CEA-A437-5EE6472B72AC}" type="pres">
      <dgm:prSet presAssocID="{C150214E-2EE7-4F9F-A382-CF337276FB07}" presName="parentText" presStyleLbl="node1" presStyleIdx="1" presStyleCnt="2">
        <dgm:presLayoutVars>
          <dgm:chMax val="1"/>
          <dgm:bulletEnabled val="1"/>
        </dgm:presLayoutVars>
      </dgm:prSet>
      <dgm:spPr/>
    </dgm:pt>
    <dgm:pt modelId="{F85F5A37-D3F6-4A98-B8D9-6B6EB1C08DE5}" type="pres">
      <dgm:prSet presAssocID="{C150214E-2EE7-4F9F-A382-CF337276FB07}" presName="descendantText" presStyleLbl="alignAccFollowNode1" presStyleIdx="1" presStyleCnt="2">
        <dgm:presLayoutVars>
          <dgm:bulletEnabled val="1"/>
        </dgm:presLayoutVars>
      </dgm:prSet>
      <dgm:spPr/>
    </dgm:pt>
  </dgm:ptLst>
  <dgm:cxnLst>
    <dgm:cxn modelId="{382A3A11-0246-4996-A9EF-B9C018B404AF}" srcId="{C150214E-2EE7-4F9F-A382-CF337276FB07}" destId="{D19548F5-976E-415B-ACDE-F6D4B3B4E32B}" srcOrd="1" destOrd="0" parTransId="{659FCBA2-6F2F-4C92-A5AA-D46402068390}" sibTransId="{E75D234E-11C0-4D9B-B225-125FDD3D57AC}"/>
    <dgm:cxn modelId="{6CD4422A-190A-41FB-AB4C-AD84F60393A5}" type="presOf" srcId="{CD735DAF-6A04-4C57-A42B-E56FA81FFFAB}" destId="{6D30EAEA-A43E-4BD7-B317-5641D2934774}" srcOrd="0" destOrd="0" presId="urn:microsoft.com/office/officeart/2005/8/layout/vList5"/>
    <dgm:cxn modelId="{6BFD3D36-35CE-4394-A490-58E3875B09EC}" type="presOf" srcId="{9F773F11-0265-4898-A8E0-BC89D77721C6}" destId="{F85F5A37-D3F6-4A98-B8D9-6B6EB1C08DE5}" srcOrd="0" destOrd="0" presId="urn:microsoft.com/office/officeart/2005/8/layout/vList5"/>
    <dgm:cxn modelId="{CD18DB51-E91A-44E9-AAEF-031296FD9DA3}" type="presOf" srcId="{D7B4983E-80B3-4E7D-A2B6-129C44145864}" destId="{62790C16-4861-4CF7-ADB9-C14946D33ACB}" srcOrd="0" destOrd="0" presId="urn:microsoft.com/office/officeart/2005/8/layout/vList5"/>
    <dgm:cxn modelId="{D3BED758-DAA8-4EA7-9269-196E3571F9EF}" srcId="{CD735DAF-6A04-4C57-A42B-E56FA81FFFAB}" destId="{D7B4983E-80B3-4E7D-A2B6-129C44145864}" srcOrd="0" destOrd="0" parTransId="{8E07A5C3-1E50-4D4C-8869-EECFC5981B2B}" sibTransId="{A030843D-DC48-451F-B910-292970206D34}"/>
    <dgm:cxn modelId="{55C4897D-A2D7-443D-96A0-096C6E424A85}" type="presOf" srcId="{D19548F5-976E-415B-ACDE-F6D4B3B4E32B}" destId="{F85F5A37-D3F6-4A98-B8D9-6B6EB1C08DE5}" srcOrd="0" destOrd="1" presId="urn:microsoft.com/office/officeart/2005/8/layout/vList5"/>
    <dgm:cxn modelId="{EABE4181-2874-48E4-9551-529F5F71A352}" srcId="{CD735DAF-6A04-4C57-A42B-E56FA81FFFAB}" destId="{8249E831-0EA1-4DF4-B647-8040A4FA8121}" srcOrd="1" destOrd="0" parTransId="{C856808A-B529-4657-9B22-71FE7BCF9620}" sibTransId="{159B954E-0C21-48A8-A805-E21F7ECD4195}"/>
    <dgm:cxn modelId="{D790EB83-9674-46B2-B08C-34AB72E2D378}" srcId="{FA9680A4-5405-44FF-870E-FFEC36873395}" destId="{CD735DAF-6A04-4C57-A42B-E56FA81FFFAB}" srcOrd="0" destOrd="0" parTransId="{61665109-9702-4894-87DD-4D4D2C9E2FBB}" sibTransId="{6C58F0C9-1E83-422E-9436-DEF48DBFC053}"/>
    <dgm:cxn modelId="{43C09299-EF22-44BB-8CC5-64E0965DB0BD}" type="presOf" srcId="{C150214E-2EE7-4F9F-A382-CF337276FB07}" destId="{7D00A071-6578-4CEA-A437-5EE6472B72AC}" srcOrd="0" destOrd="0" presId="urn:microsoft.com/office/officeart/2005/8/layout/vList5"/>
    <dgm:cxn modelId="{9A41ABA5-F602-443E-BC0A-306E94F1808E}" srcId="{C150214E-2EE7-4F9F-A382-CF337276FB07}" destId="{9F773F11-0265-4898-A8E0-BC89D77721C6}" srcOrd="0" destOrd="0" parTransId="{4B854ED7-EED5-4336-9380-97AC4A02FBA2}" sibTransId="{AF9A6AC3-9292-4498-9FB1-F6F6A8919472}"/>
    <dgm:cxn modelId="{D66BE6AD-3964-4CED-8234-656A1E3CCAC9}" srcId="{FA9680A4-5405-44FF-870E-FFEC36873395}" destId="{C150214E-2EE7-4F9F-A382-CF337276FB07}" srcOrd="1" destOrd="0" parTransId="{4EEE6F4C-A1DD-404C-ABE7-B32920261387}" sibTransId="{4316FAC8-6956-4845-918B-F6440C32A509}"/>
    <dgm:cxn modelId="{92B94AD6-35BC-447B-9017-06A4D615DB7A}" type="presOf" srcId="{8249E831-0EA1-4DF4-B647-8040A4FA8121}" destId="{62790C16-4861-4CF7-ADB9-C14946D33ACB}" srcOrd="0" destOrd="1" presId="urn:microsoft.com/office/officeart/2005/8/layout/vList5"/>
    <dgm:cxn modelId="{4AA114F1-A982-41FE-BD26-92E018AEF4E6}" type="presOf" srcId="{FA9680A4-5405-44FF-870E-FFEC36873395}" destId="{FAB4757A-20CD-4BED-BC22-C25CB2A8B326}" srcOrd="0" destOrd="0" presId="urn:microsoft.com/office/officeart/2005/8/layout/vList5"/>
    <dgm:cxn modelId="{028082E7-ADEB-40B4-B865-7D372A563AD9}" type="presParOf" srcId="{FAB4757A-20CD-4BED-BC22-C25CB2A8B326}" destId="{7C0C6E8E-52B0-456A-9139-01A2C6BEC299}" srcOrd="0" destOrd="0" presId="urn:microsoft.com/office/officeart/2005/8/layout/vList5"/>
    <dgm:cxn modelId="{B537B00E-F7EB-4E33-8063-CED48ADBE20B}" type="presParOf" srcId="{7C0C6E8E-52B0-456A-9139-01A2C6BEC299}" destId="{6D30EAEA-A43E-4BD7-B317-5641D2934774}" srcOrd="0" destOrd="0" presId="urn:microsoft.com/office/officeart/2005/8/layout/vList5"/>
    <dgm:cxn modelId="{880294B4-D706-4C21-919C-5646DA46581F}" type="presParOf" srcId="{7C0C6E8E-52B0-456A-9139-01A2C6BEC299}" destId="{62790C16-4861-4CF7-ADB9-C14946D33ACB}" srcOrd="1" destOrd="0" presId="urn:microsoft.com/office/officeart/2005/8/layout/vList5"/>
    <dgm:cxn modelId="{2B46B071-389B-457D-B5B1-B5CBF8A2052B}" type="presParOf" srcId="{FAB4757A-20CD-4BED-BC22-C25CB2A8B326}" destId="{609C5FC4-D5ED-4D3F-B650-E50145D54B9A}" srcOrd="1" destOrd="0" presId="urn:microsoft.com/office/officeart/2005/8/layout/vList5"/>
    <dgm:cxn modelId="{50255381-83F9-4BD8-B7B2-6196DFEB604D}" type="presParOf" srcId="{FAB4757A-20CD-4BED-BC22-C25CB2A8B326}" destId="{F3C8ECD2-2905-4369-9274-24224FD1B4FB}" srcOrd="2" destOrd="0" presId="urn:microsoft.com/office/officeart/2005/8/layout/vList5"/>
    <dgm:cxn modelId="{A8994671-2CBD-4C28-B8FC-B44D5513DE13}" type="presParOf" srcId="{F3C8ECD2-2905-4369-9274-24224FD1B4FB}" destId="{7D00A071-6578-4CEA-A437-5EE6472B72AC}" srcOrd="0" destOrd="0" presId="urn:microsoft.com/office/officeart/2005/8/layout/vList5"/>
    <dgm:cxn modelId="{FC4E4014-F297-46C7-AC69-020449018A46}" type="presParOf" srcId="{F3C8ECD2-2905-4369-9274-24224FD1B4FB}" destId="{F85F5A37-D3F6-4A98-B8D9-6B6EB1C08DE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188F208E-6A06-4AAE-BB89-633EF2B1F2BE}" type="doc">
      <dgm:prSet loTypeId="urn:microsoft.com/office/officeart/2005/8/layout/hProcess9" loCatId="process" qsTypeId="urn:microsoft.com/office/officeart/2005/8/quickstyle/3d1" qsCatId="3D" csTypeId="urn:microsoft.com/office/officeart/2005/8/colors/colorful1#2" csCatId="colorful" phldr="1"/>
      <dgm:spPr/>
    </dgm:pt>
    <dgm:pt modelId="{FDF57D7E-8BC7-4632-AE1F-FE79F1789FB6}">
      <dgm:prSet phldrT="[Text]"/>
      <dgm:spPr/>
      <dgm:t>
        <a:bodyPr/>
        <a:lstStyle/>
        <a:p>
          <a:r>
            <a:rPr lang="en-US"/>
            <a:t>Người được nhận làm con nuôi</a:t>
          </a:r>
        </a:p>
      </dgm:t>
    </dgm:pt>
    <dgm:pt modelId="{32CEE4A4-2DBF-441C-94EA-DCB520D6EAD3}" type="parTrans" cxnId="{059904BD-87BB-4C3A-BBBD-642439C54CA9}">
      <dgm:prSet/>
      <dgm:spPr/>
    </dgm:pt>
    <dgm:pt modelId="{18E4EFF9-2799-47EB-BB70-D0DB7E3B14BC}" type="sibTrans" cxnId="{059904BD-87BB-4C3A-BBBD-642439C54CA9}">
      <dgm:prSet/>
      <dgm:spPr/>
    </dgm:pt>
    <dgm:pt modelId="{0DA4F6CB-7D90-4B44-BA03-8A7C19217F5C}">
      <dgm:prSet phldrT="[Text]"/>
      <dgm:spPr/>
      <dgm:t>
        <a:bodyPr/>
        <a:lstStyle/>
        <a:p>
          <a:r>
            <a:rPr lang="en-US"/>
            <a:t>Điều kiện đối với người nhận nuôi con nuôi</a:t>
          </a:r>
        </a:p>
      </dgm:t>
    </dgm:pt>
    <dgm:pt modelId="{233BE597-C21E-4567-A484-31E37C906760}" type="parTrans" cxnId="{7C0661EF-A8FF-4D8D-AA96-D9C92F624814}">
      <dgm:prSet/>
      <dgm:spPr/>
    </dgm:pt>
    <dgm:pt modelId="{7FC238C1-781C-41C3-AB1D-668A2CB2D4C6}" type="sibTrans" cxnId="{7C0661EF-A8FF-4D8D-AA96-D9C92F624814}">
      <dgm:prSet/>
      <dgm:spPr/>
    </dgm:pt>
    <dgm:pt modelId="{F3E7F5F7-D7F1-4495-9403-3A1F5BA3AA0D}">
      <dgm:prSet phldrT="[Text]"/>
      <dgm:spPr/>
      <dgm:t>
        <a:bodyPr/>
        <a:lstStyle/>
        <a:p>
          <a:r>
            <a:rPr lang="en-US"/>
            <a:t>Đăng kí việc nuôi con nuôi</a:t>
          </a:r>
        </a:p>
      </dgm:t>
    </dgm:pt>
    <dgm:pt modelId="{3CA941E9-E7EC-4241-AA27-95BA882BC64E}" type="parTrans" cxnId="{1CF7A26B-75E8-46CC-BC2E-32A97C486D30}">
      <dgm:prSet/>
      <dgm:spPr/>
    </dgm:pt>
    <dgm:pt modelId="{F8081D41-A79E-4689-8C31-52F83A2FFEEB}" type="sibTrans" cxnId="{1CF7A26B-75E8-46CC-BC2E-32A97C486D30}">
      <dgm:prSet/>
      <dgm:spPr/>
    </dgm:pt>
    <dgm:pt modelId="{EF7093AE-39C8-4ABB-8B84-C406ED5AD3B7}" type="pres">
      <dgm:prSet presAssocID="{188F208E-6A06-4AAE-BB89-633EF2B1F2BE}" presName="CompostProcess" presStyleCnt="0">
        <dgm:presLayoutVars>
          <dgm:dir/>
          <dgm:resizeHandles val="exact"/>
        </dgm:presLayoutVars>
      </dgm:prSet>
      <dgm:spPr/>
    </dgm:pt>
    <dgm:pt modelId="{0AD2A4E4-1B09-4F3C-BC31-2429268A2825}" type="pres">
      <dgm:prSet presAssocID="{188F208E-6A06-4AAE-BB89-633EF2B1F2BE}" presName="arrow" presStyleLbl="bgShp" presStyleIdx="0" presStyleCnt="1"/>
      <dgm:spPr/>
    </dgm:pt>
    <dgm:pt modelId="{FADA1760-6CDC-45DA-8FFC-18F998E0D132}" type="pres">
      <dgm:prSet presAssocID="{188F208E-6A06-4AAE-BB89-633EF2B1F2BE}" presName="linearProcess" presStyleCnt="0"/>
      <dgm:spPr/>
    </dgm:pt>
    <dgm:pt modelId="{63AA6E2A-91B9-4788-AF06-9B96797CB767}" type="pres">
      <dgm:prSet presAssocID="{FDF57D7E-8BC7-4632-AE1F-FE79F1789FB6}" presName="textNode" presStyleLbl="node1" presStyleIdx="0" presStyleCnt="3">
        <dgm:presLayoutVars>
          <dgm:bulletEnabled val="1"/>
        </dgm:presLayoutVars>
      </dgm:prSet>
      <dgm:spPr/>
    </dgm:pt>
    <dgm:pt modelId="{A2CD9F4D-45DC-45B9-AC97-599A635075EC}" type="pres">
      <dgm:prSet presAssocID="{18E4EFF9-2799-47EB-BB70-D0DB7E3B14BC}" presName="sibTrans" presStyleCnt="0"/>
      <dgm:spPr/>
    </dgm:pt>
    <dgm:pt modelId="{583F0345-B836-4919-B44E-D2F4D9199D95}" type="pres">
      <dgm:prSet presAssocID="{0DA4F6CB-7D90-4B44-BA03-8A7C19217F5C}" presName="textNode" presStyleLbl="node1" presStyleIdx="1" presStyleCnt="3">
        <dgm:presLayoutVars>
          <dgm:bulletEnabled val="1"/>
        </dgm:presLayoutVars>
      </dgm:prSet>
      <dgm:spPr/>
    </dgm:pt>
    <dgm:pt modelId="{D072A3D6-C370-4228-ADC3-2DA3478998A3}" type="pres">
      <dgm:prSet presAssocID="{7FC238C1-781C-41C3-AB1D-668A2CB2D4C6}" presName="sibTrans" presStyleCnt="0"/>
      <dgm:spPr/>
    </dgm:pt>
    <dgm:pt modelId="{3F36C6D8-5ADC-483C-939C-24583F608BA9}" type="pres">
      <dgm:prSet presAssocID="{F3E7F5F7-D7F1-4495-9403-3A1F5BA3AA0D}" presName="textNode" presStyleLbl="node1" presStyleIdx="2" presStyleCnt="3">
        <dgm:presLayoutVars>
          <dgm:bulletEnabled val="1"/>
        </dgm:presLayoutVars>
      </dgm:prSet>
      <dgm:spPr/>
    </dgm:pt>
  </dgm:ptLst>
  <dgm:cxnLst>
    <dgm:cxn modelId="{2623B236-8AD7-4FEA-AFB7-31D90BA847C3}" type="presOf" srcId="{FDF57D7E-8BC7-4632-AE1F-FE79F1789FB6}" destId="{63AA6E2A-91B9-4788-AF06-9B96797CB767}" srcOrd="0" destOrd="0" presId="urn:microsoft.com/office/officeart/2005/8/layout/hProcess9"/>
    <dgm:cxn modelId="{1CF7A26B-75E8-46CC-BC2E-32A97C486D30}" srcId="{188F208E-6A06-4AAE-BB89-633EF2B1F2BE}" destId="{F3E7F5F7-D7F1-4495-9403-3A1F5BA3AA0D}" srcOrd="2" destOrd="0" parTransId="{3CA941E9-E7EC-4241-AA27-95BA882BC64E}" sibTransId="{F8081D41-A79E-4689-8C31-52F83A2FFEEB}"/>
    <dgm:cxn modelId="{F1729EAF-8CA5-472B-945E-848E18040FFB}" type="presOf" srcId="{0DA4F6CB-7D90-4B44-BA03-8A7C19217F5C}" destId="{583F0345-B836-4919-B44E-D2F4D9199D95}" srcOrd="0" destOrd="0" presId="urn:microsoft.com/office/officeart/2005/8/layout/hProcess9"/>
    <dgm:cxn modelId="{D5D54FB0-7108-42A0-8504-04134AC1A61C}" type="presOf" srcId="{188F208E-6A06-4AAE-BB89-633EF2B1F2BE}" destId="{EF7093AE-39C8-4ABB-8B84-C406ED5AD3B7}" srcOrd="0" destOrd="0" presId="urn:microsoft.com/office/officeart/2005/8/layout/hProcess9"/>
    <dgm:cxn modelId="{059904BD-87BB-4C3A-BBBD-642439C54CA9}" srcId="{188F208E-6A06-4AAE-BB89-633EF2B1F2BE}" destId="{FDF57D7E-8BC7-4632-AE1F-FE79F1789FB6}" srcOrd="0" destOrd="0" parTransId="{32CEE4A4-2DBF-441C-94EA-DCB520D6EAD3}" sibTransId="{18E4EFF9-2799-47EB-BB70-D0DB7E3B14BC}"/>
    <dgm:cxn modelId="{7C0661EF-A8FF-4D8D-AA96-D9C92F624814}" srcId="{188F208E-6A06-4AAE-BB89-633EF2B1F2BE}" destId="{0DA4F6CB-7D90-4B44-BA03-8A7C19217F5C}" srcOrd="1" destOrd="0" parTransId="{233BE597-C21E-4567-A484-31E37C906760}" sibTransId="{7FC238C1-781C-41C3-AB1D-668A2CB2D4C6}"/>
    <dgm:cxn modelId="{EFE632F8-8D96-446E-AB6E-39680F169729}" type="presOf" srcId="{F3E7F5F7-D7F1-4495-9403-3A1F5BA3AA0D}" destId="{3F36C6D8-5ADC-483C-939C-24583F608BA9}" srcOrd="0" destOrd="0" presId="urn:microsoft.com/office/officeart/2005/8/layout/hProcess9"/>
    <dgm:cxn modelId="{05040EE7-B3BF-479C-9456-190A8B7750FD}" type="presParOf" srcId="{EF7093AE-39C8-4ABB-8B84-C406ED5AD3B7}" destId="{0AD2A4E4-1B09-4F3C-BC31-2429268A2825}" srcOrd="0" destOrd="0" presId="urn:microsoft.com/office/officeart/2005/8/layout/hProcess9"/>
    <dgm:cxn modelId="{1A4094AE-F72F-4112-A37F-B9FEBC5E84DE}" type="presParOf" srcId="{EF7093AE-39C8-4ABB-8B84-C406ED5AD3B7}" destId="{FADA1760-6CDC-45DA-8FFC-18F998E0D132}" srcOrd="1" destOrd="0" presId="urn:microsoft.com/office/officeart/2005/8/layout/hProcess9"/>
    <dgm:cxn modelId="{64B24D98-F32F-47C9-8C1E-A8A33C9FB3F3}" type="presParOf" srcId="{FADA1760-6CDC-45DA-8FFC-18F998E0D132}" destId="{63AA6E2A-91B9-4788-AF06-9B96797CB767}" srcOrd="0" destOrd="0" presId="urn:microsoft.com/office/officeart/2005/8/layout/hProcess9"/>
    <dgm:cxn modelId="{03D1A4B0-D32E-475A-9502-3E060762D5BF}" type="presParOf" srcId="{FADA1760-6CDC-45DA-8FFC-18F998E0D132}" destId="{A2CD9F4D-45DC-45B9-AC97-599A635075EC}" srcOrd="1" destOrd="0" presId="urn:microsoft.com/office/officeart/2005/8/layout/hProcess9"/>
    <dgm:cxn modelId="{98D34181-5A4A-461A-A926-D0C5E79FD54B}" type="presParOf" srcId="{FADA1760-6CDC-45DA-8FFC-18F998E0D132}" destId="{583F0345-B836-4919-B44E-D2F4D9199D95}" srcOrd="2" destOrd="0" presId="urn:microsoft.com/office/officeart/2005/8/layout/hProcess9"/>
    <dgm:cxn modelId="{D0709180-7E35-4C16-AA93-DB15465BCDB3}" type="presParOf" srcId="{FADA1760-6CDC-45DA-8FFC-18F998E0D132}" destId="{D072A3D6-C370-4228-ADC3-2DA3478998A3}" srcOrd="3" destOrd="0" presId="urn:microsoft.com/office/officeart/2005/8/layout/hProcess9"/>
    <dgm:cxn modelId="{BC4ED3FE-67EF-4572-B492-7DF63169FC38}" type="presParOf" srcId="{FADA1760-6CDC-45DA-8FFC-18F998E0D132}" destId="{3F36C6D8-5ADC-483C-939C-24583F608BA9}"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D26959A-D325-47CD-9275-FF704B6F4136}" type="doc">
      <dgm:prSet loTypeId="urn:microsoft.com/office/officeart/2005/8/layout/bProcess3" loCatId="process" qsTypeId="urn:microsoft.com/office/officeart/2005/8/quickstyle/3d1" qsCatId="3D" csTypeId="urn:microsoft.com/office/officeart/2005/8/colors/colorful4" csCatId="colorful" phldr="1"/>
      <dgm:spPr/>
      <dgm:t>
        <a:bodyPr/>
        <a:lstStyle/>
        <a:p>
          <a:endParaRPr lang="en-US"/>
        </a:p>
      </dgm:t>
    </dgm:pt>
    <dgm:pt modelId="{4F2D6E40-8196-476F-8196-06B90AC6962C}">
      <dgm:prSet phldrT="[Text]"/>
      <dgm:spPr/>
      <dgm:t>
        <a:bodyPr/>
        <a:lstStyle/>
        <a:p>
          <a:r>
            <a:rPr lang="en-US"/>
            <a:t>Quyền yêu cầu tòa án giải quyết việc li hôn</a:t>
          </a:r>
        </a:p>
      </dgm:t>
    </dgm:pt>
    <dgm:pt modelId="{0C5DEA6E-E407-4BF1-B5C8-733EEF2E0645}" type="parTrans" cxnId="{93C6CFCA-5668-4D44-B0FA-E46C28A62977}">
      <dgm:prSet/>
      <dgm:spPr/>
      <dgm:t>
        <a:bodyPr/>
        <a:lstStyle/>
        <a:p>
          <a:endParaRPr lang="en-US"/>
        </a:p>
      </dgm:t>
    </dgm:pt>
    <dgm:pt modelId="{D54F00EF-3BC8-47AC-AC72-B0175CECBD29}" type="sibTrans" cxnId="{93C6CFCA-5668-4D44-B0FA-E46C28A62977}">
      <dgm:prSet/>
      <dgm:spPr/>
      <dgm:t>
        <a:bodyPr/>
        <a:lstStyle/>
        <a:p>
          <a:endParaRPr lang="en-US"/>
        </a:p>
      </dgm:t>
    </dgm:pt>
    <dgm:pt modelId="{9E042CED-C5C3-40C9-9F63-2686EA152557}">
      <dgm:prSet phldrT="[Text]"/>
      <dgm:spPr/>
      <dgm:t>
        <a:bodyPr/>
        <a:lstStyle/>
        <a:p>
          <a:r>
            <a:rPr lang="en-US"/>
            <a:t>Thuận tình li hôn</a:t>
          </a:r>
        </a:p>
      </dgm:t>
    </dgm:pt>
    <dgm:pt modelId="{AC2AFD61-13CE-4E14-8656-4D951EEABC96}" type="parTrans" cxnId="{503D0CC1-F763-481B-9CFD-2FF1B26FF9C3}">
      <dgm:prSet/>
      <dgm:spPr/>
      <dgm:t>
        <a:bodyPr/>
        <a:lstStyle/>
        <a:p>
          <a:endParaRPr lang="en-US"/>
        </a:p>
      </dgm:t>
    </dgm:pt>
    <dgm:pt modelId="{AABEF6BC-251C-4DF0-82C2-A1C1C4741DEA}" type="sibTrans" cxnId="{503D0CC1-F763-481B-9CFD-2FF1B26FF9C3}">
      <dgm:prSet/>
      <dgm:spPr/>
      <dgm:t>
        <a:bodyPr/>
        <a:lstStyle/>
        <a:p>
          <a:endParaRPr lang="en-US"/>
        </a:p>
      </dgm:t>
    </dgm:pt>
    <dgm:pt modelId="{AA48A909-D954-4B92-88C7-3A4286BB0459}">
      <dgm:prSet phldrT="[Text]"/>
      <dgm:spPr/>
      <dgm:t>
        <a:bodyPr/>
        <a:lstStyle/>
        <a:p>
          <a:r>
            <a:rPr lang="en-US"/>
            <a:t>Ly hôn theo yêu cầu của một bên</a:t>
          </a:r>
        </a:p>
      </dgm:t>
    </dgm:pt>
    <dgm:pt modelId="{A947FE1D-C3EA-4BED-B1E6-E1CD4D0C405A}" type="parTrans" cxnId="{DAC6B1D9-7E24-4EA9-939C-24CBDFC91C1A}">
      <dgm:prSet/>
      <dgm:spPr/>
      <dgm:t>
        <a:bodyPr/>
        <a:lstStyle/>
        <a:p>
          <a:endParaRPr lang="en-US"/>
        </a:p>
      </dgm:t>
    </dgm:pt>
    <dgm:pt modelId="{2BD52C73-1DBC-4D2B-9C65-A92E150DECF4}" type="sibTrans" cxnId="{DAC6B1D9-7E24-4EA9-939C-24CBDFC91C1A}">
      <dgm:prSet/>
      <dgm:spPr/>
      <dgm:t>
        <a:bodyPr/>
        <a:lstStyle/>
        <a:p>
          <a:endParaRPr lang="en-US"/>
        </a:p>
      </dgm:t>
    </dgm:pt>
    <dgm:pt modelId="{2D80B7A1-F1E5-4710-B944-8A852F500163}">
      <dgm:prSet phldrT="[Text]"/>
      <dgm:spPr/>
      <dgm:t>
        <a:bodyPr/>
        <a:lstStyle/>
        <a:p>
          <a:r>
            <a:rPr lang="en-US"/>
            <a:t>Nguyên tắc chia tài sản sau li hôn</a:t>
          </a:r>
        </a:p>
      </dgm:t>
    </dgm:pt>
    <dgm:pt modelId="{81EFCDBF-970D-421F-B681-C914B4173490}" type="parTrans" cxnId="{4B378A46-9C65-4E94-A349-A7C57653156B}">
      <dgm:prSet/>
      <dgm:spPr/>
      <dgm:t>
        <a:bodyPr/>
        <a:lstStyle/>
        <a:p>
          <a:endParaRPr lang="en-US"/>
        </a:p>
      </dgm:t>
    </dgm:pt>
    <dgm:pt modelId="{BEAE2992-5C10-44EE-925B-2897CBCA870B}" type="sibTrans" cxnId="{4B378A46-9C65-4E94-A349-A7C57653156B}">
      <dgm:prSet/>
      <dgm:spPr/>
      <dgm:t>
        <a:bodyPr/>
        <a:lstStyle/>
        <a:p>
          <a:endParaRPr lang="en-US"/>
        </a:p>
      </dgm:t>
    </dgm:pt>
    <dgm:pt modelId="{E4E821A9-40CB-4925-AD68-BC0323EB4518}" type="pres">
      <dgm:prSet presAssocID="{3D26959A-D325-47CD-9275-FF704B6F4136}" presName="Name0" presStyleCnt="0">
        <dgm:presLayoutVars>
          <dgm:dir/>
          <dgm:resizeHandles val="exact"/>
        </dgm:presLayoutVars>
      </dgm:prSet>
      <dgm:spPr/>
    </dgm:pt>
    <dgm:pt modelId="{DCA49381-E1A5-49C2-8B10-856872D37977}" type="pres">
      <dgm:prSet presAssocID="{4F2D6E40-8196-476F-8196-06B90AC6962C}" presName="node" presStyleLbl="node1" presStyleIdx="0" presStyleCnt="4">
        <dgm:presLayoutVars>
          <dgm:bulletEnabled val="1"/>
        </dgm:presLayoutVars>
      </dgm:prSet>
      <dgm:spPr/>
    </dgm:pt>
    <dgm:pt modelId="{BA31887D-6F8A-4B46-99B6-696EAB871506}" type="pres">
      <dgm:prSet presAssocID="{D54F00EF-3BC8-47AC-AC72-B0175CECBD29}" presName="sibTrans" presStyleLbl="sibTrans1D1" presStyleIdx="0" presStyleCnt="3"/>
      <dgm:spPr/>
    </dgm:pt>
    <dgm:pt modelId="{93B3B0DE-00E3-496E-9D67-1AAC8F557247}" type="pres">
      <dgm:prSet presAssocID="{D54F00EF-3BC8-47AC-AC72-B0175CECBD29}" presName="connectorText" presStyleLbl="sibTrans1D1" presStyleIdx="0" presStyleCnt="3"/>
      <dgm:spPr/>
    </dgm:pt>
    <dgm:pt modelId="{1D2BE945-D9EA-4BEB-A469-6FF0817F0996}" type="pres">
      <dgm:prSet presAssocID="{9E042CED-C5C3-40C9-9F63-2686EA152557}" presName="node" presStyleLbl="node1" presStyleIdx="1" presStyleCnt="4">
        <dgm:presLayoutVars>
          <dgm:bulletEnabled val="1"/>
        </dgm:presLayoutVars>
      </dgm:prSet>
      <dgm:spPr/>
    </dgm:pt>
    <dgm:pt modelId="{601DAB94-2F69-46D6-B99A-710F8FD71A7D}" type="pres">
      <dgm:prSet presAssocID="{AABEF6BC-251C-4DF0-82C2-A1C1C4741DEA}" presName="sibTrans" presStyleLbl="sibTrans1D1" presStyleIdx="1" presStyleCnt="3"/>
      <dgm:spPr/>
    </dgm:pt>
    <dgm:pt modelId="{C0D0862F-A51A-4874-9D9A-FC2F3315B17F}" type="pres">
      <dgm:prSet presAssocID="{AABEF6BC-251C-4DF0-82C2-A1C1C4741DEA}" presName="connectorText" presStyleLbl="sibTrans1D1" presStyleIdx="1" presStyleCnt="3"/>
      <dgm:spPr/>
    </dgm:pt>
    <dgm:pt modelId="{0AF52534-EE92-49FB-A84C-4E86BD2110AE}" type="pres">
      <dgm:prSet presAssocID="{AA48A909-D954-4B92-88C7-3A4286BB0459}" presName="node" presStyleLbl="node1" presStyleIdx="2" presStyleCnt="4">
        <dgm:presLayoutVars>
          <dgm:bulletEnabled val="1"/>
        </dgm:presLayoutVars>
      </dgm:prSet>
      <dgm:spPr/>
    </dgm:pt>
    <dgm:pt modelId="{6E6806F1-9317-46C5-A627-8657CBD4A693}" type="pres">
      <dgm:prSet presAssocID="{2BD52C73-1DBC-4D2B-9C65-A92E150DECF4}" presName="sibTrans" presStyleLbl="sibTrans1D1" presStyleIdx="2" presStyleCnt="3"/>
      <dgm:spPr/>
    </dgm:pt>
    <dgm:pt modelId="{6B470EA6-9A84-4461-AC08-B301797BE385}" type="pres">
      <dgm:prSet presAssocID="{2BD52C73-1DBC-4D2B-9C65-A92E150DECF4}" presName="connectorText" presStyleLbl="sibTrans1D1" presStyleIdx="2" presStyleCnt="3"/>
      <dgm:spPr/>
    </dgm:pt>
    <dgm:pt modelId="{1877CAF2-50BF-4A9A-B7D0-5B44A05F00B9}" type="pres">
      <dgm:prSet presAssocID="{2D80B7A1-F1E5-4710-B944-8A852F500163}" presName="node" presStyleLbl="node1" presStyleIdx="3" presStyleCnt="4">
        <dgm:presLayoutVars>
          <dgm:bulletEnabled val="1"/>
        </dgm:presLayoutVars>
      </dgm:prSet>
      <dgm:spPr/>
    </dgm:pt>
  </dgm:ptLst>
  <dgm:cxnLst>
    <dgm:cxn modelId="{EB15EA15-9323-4EC3-A512-0C752FEEB3FC}" type="presOf" srcId="{2D80B7A1-F1E5-4710-B944-8A852F500163}" destId="{1877CAF2-50BF-4A9A-B7D0-5B44A05F00B9}" srcOrd="0" destOrd="0" presId="urn:microsoft.com/office/officeart/2005/8/layout/bProcess3"/>
    <dgm:cxn modelId="{67F68E2D-DE3D-4105-91D2-0D66BF396482}" type="presOf" srcId="{2BD52C73-1DBC-4D2B-9C65-A92E150DECF4}" destId="{6E6806F1-9317-46C5-A627-8657CBD4A693}" srcOrd="0" destOrd="0" presId="urn:microsoft.com/office/officeart/2005/8/layout/bProcess3"/>
    <dgm:cxn modelId="{CAE48736-DF51-45D0-A60B-520A626DE220}" type="presOf" srcId="{2BD52C73-1DBC-4D2B-9C65-A92E150DECF4}" destId="{6B470EA6-9A84-4461-AC08-B301797BE385}" srcOrd="1" destOrd="0" presId="urn:microsoft.com/office/officeart/2005/8/layout/bProcess3"/>
    <dgm:cxn modelId="{EFFD6246-8AF0-428C-BF5C-C7C45D1319F8}" type="presOf" srcId="{4F2D6E40-8196-476F-8196-06B90AC6962C}" destId="{DCA49381-E1A5-49C2-8B10-856872D37977}" srcOrd="0" destOrd="0" presId="urn:microsoft.com/office/officeart/2005/8/layout/bProcess3"/>
    <dgm:cxn modelId="{4B378A46-9C65-4E94-A349-A7C57653156B}" srcId="{3D26959A-D325-47CD-9275-FF704B6F4136}" destId="{2D80B7A1-F1E5-4710-B944-8A852F500163}" srcOrd="3" destOrd="0" parTransId="{81EFCDBF-970D-421F-B681-C914B4173490}" sibTransId="{BEAE2992-5C10-44EE-925B-2897CBCA870B}"/>
    <dgm:cxn modelId="{A746A37B-1602-4F9E-9C63-02A7EB13D40C}" type="presOf" srcId="{AABEF6BC-251C-4DF0-82C2-A1C1C4741DEA}" destId="{C0D0862F-A51A-4874-9D9A-FC2F3315B17F}" srcOrd="1" destOrd="0" presId="urn:microsoft.com/office/officeart/2005/8/layout/bProcess3"/>
    <dgm:cxn modelId="{E1F6E694-1A6B-49A8-9E85-5987B82882BE}" type="presOf" srcId="{D54F00EF-3BC8-47AC-AC72-B0175CECBD29}" destId="{93B3B0DE-00E3-496E-9D67-1AAC8F557247}" srcOrd="1" destOrd="0" presId="urn:microsoft.com/office/officeart/2005/8/layout/bProcess3"/>
    <dgm:cxn modelId="{45FDB6AC-C9C1-4B0C-B338-B9085263ED42}" type="presOf" srcId="{3D26959A-D325-47CD-9275-FF704B6F4136}" destId="{E4E821A9-40CB-4925-AD68-BC0323EB4518}" srcOrd="0" destOrd="0" presId="urn:microsoft.com/office/officeart/2005/8/layout/bProcess3"/>
    <dgm:cxn modelId="{277445B7-87B9-47CC-AE73-1A566990EDC6}" type="presOf" srcId="{AABEF6BC-251C-4DF0-82C2-A1C1C4741DEA}" destId="{601DAB94-2F69-46D6-B99A-710F8FD71A7D}" srcOrd="0" destOrd="0" presId="urn:microsoft.com/office/officeart/2005/8/layout/bProcess3"/>
    <dgm:cxn modelId="{503D0CC1-F763-481B-9CFD-2FF1B26FF9C3}" srcId="{3D26959A-D325-47CD-9275-FF704B6F4136}" destId="{9E042CED-C5C3-40C9-9F63-2686EA152557}" srcOrd="1" destOrd="0" parTransId="{AC2AFD61-13CE-4E14-8656-4D951EEABC96}" sibTransId="{AABEF6BC-251C-4DF0-82C2-A1C1C4741DEA}"/>
    <dgm:cxn modelId="{38A825C9-D9D4-46C6-B60D-A238106A43E9}" type="presOf" srcId="{AA48A909-D954-4B92-88C7-3A4286BB0459}" destId="{0AF52534-EE92-49FB-A84C-4E86BD2110AE}" srcOrd="0" destOrd="0" presId="urn:microsoft.com/office/officeart/2005/8/layout/bProcess3"/>
    <dgm:cxn modelId="{93C6CFCA-5668-4D44-B0FA-E46C28A62977}" srcId="{3D26959A-D325-47CD-9275-FF704B6F4136}" destId="{4F2D6E40-8196-476F-8196-06B90AC6962C}" srcOrd="0" destOrd="0" parTransId="{0C5DEA6E-E407-4BF1-B5C8-733EEF2E0645}" sibTransId="{D54F00EF-3BC8-47AC-AC72-B0175CECBD29}"/>
    <dgm:cxn modelId="{DAC6B1D9-7E24-4EA9-939C-24CBDFC91C1A}" srcId="{3D26959A-D325-47CD-9275-FF704B6F4136}" destId="{AA48A909-D954-4B92-88C7-3A4286BB0459}" srcOrd="2" destOrd="0" parTransId="{A947FE1D-C3EA-4BED-B1E6-E1CD4D0C405A}" sibTransId="{2BD52C73-1DBC-4D2B-9C65-A92E150DECF4}"/>
    <dgm:cxn modelId="{387A37E0-7306-41C6-B603-5A9230265A7E}" type="presOf" srcId="{9E042CED-C5C3-40C9-9F63-2686EA152557}" destId="{1D2BE945-D9EA-4BEB-A469-6FF0817F0996}" srcOrd="0" destOrd="0" presId="urn:microsoft.com/office/officeart/2005/8/layout/bProcess3"/>
    <dgm:cxn modelId="{ADC86BE9-7D78-41B1-944D-2CFD6CE52B80}" type="presOf" srcId="{D54F00EF-3BC8-47AC-AC72-B0175CECBD29}" destId="{BA31887D-6F8A-4B46-99B6-696EAB871506}" srcOrd="0" destOrd="0" presId="urn:microsoft.com/office/officeart/2005/8/layout/bProcess3"/>
    <dgm:cxn modelId="{3E3D1E06-A756-4FC3-B9C3-DF82B4A72A21}" type="presParOf" srcId="{E4E821A9-40CB-4925-AD68-BC0323EB4518}" destId="{DCA49381-E1A5-49C2-8B10-856872D37977}" srcOrd="0" destOrd="0" presId="urn:microsoft.com/office/officeart/2005/8/layout/bProcess3"/>
    <dgm:cxn modelId="{C112E000-CD4D-45F6-97D3-BD7669D48920}" type="presParOf" srcId="{E4E821A9-40CB-4925-AD68-BC0323EB4518}" destId="{BA31887D-6F8A-4B46-99B6-696EAB871506}" srcOrd="1" destOrd="0" presId="urn:microsoft.com/office/officeart/2005/8/layout/bProcess3"/>
    <dgm:cxn modelId="{81025AEA-99D0-422F-B22A-609C5649AC0A}" type="presParOf" srcId="{BA31887D-6F8A-4B46-99B6-696EAB871506}" destId="{93B3B0DE-00E3-496E-9D67-1AAC8F557247}" srcOrd="0" destOrd="0" presId="urn:microsoft.com/office/officeart/2005/8/layout/bProcess3"/>
    <dgm:cxn modelId="{14EA7D21-1BCE-42B2-91E5-74654F03655D}" type="presParOf" srcId="{E4E821A9-40CB-4925-AD68-BC0323EB4518}" destId="{1D2BE945-D9EA-4BEB-A469-6FF0817F0996}" srcOrd="2" destOrd="0" presId="urn:microsoft.com/office/officeart/2005/8/layout/bProcess3"/>
    <dgm:cxn modelId="{54BE434D-2822-49F3-A81A-9780AC2AC4BB}" type="presParOf" srcId="{E4E821A9-40CB-4925-AD68-BC0323EB4518}" destId="{601DAB94-2F69-46D6-B99A-710F8FD71A7D}" srcOrd="3" destOrd="0" presId="urn:microsoft.com/office/officeart/2005/8/layout/bProcess3"/>
    <dgm:cxn modelId="{78AF6275-BE37-42D5-8127-02D188AE700F}" type="presParOf" srcId="{601DAB94-2F69-46D6-B99A-710F8FD71A7D}" destId="{C0D0862F-A51A-4874-9D9A-FC2F3315B17F}" srcOrd="0" destOrd="0" presId="urn:microsoft.com/office/officeart/2005/8/layout/bProcess3"/>
    <dgm:cxn modelId="{43472873-9615-48F5-9DFC-8CC62242BA06}" type="presParOf" srcId="{E4E821A9-40CB-4925-AD68-BC0323EB4518}" destId="{0AF52534-EE92-49FB-A84C-4E86BD2110AE}" srcOrd="4" destOrd="0" presId="urn:microsoft.com/office/officeart/2005/8/layout/bProcess3"/>
    <dgm:cxn modelId="{00617C16-4140-4A3B-A31A-D5E93DD1BE2D}" type="presParOf" srcId="{E4E821A9-40CB-4925-AD68-BC0323EB4518}" destId="{6E6806F1-9317-46C5-A627-8657CBD4A693}" srcOrd="5" destOrd="0" presId="urn:microsoft.com/office/officeart/2005/8/layout/bProcess3"/>
    <dgm:cxn modelId="{578D5B2A-462E-48E9-90D2-407E128ED9CB}" type="presParOf" srcId="{6E6806F1-9317-46C5-A627-8657CBD4A693}" destId="{6B470EA6-9A84-4461-AC08-B301797BE385}" srcOrd="0" destOrd="0" presId="urn:microsoft.com/office/officeart/2005/8/layout/bProcess3"/>
    <dgm:cxn modelId="{7AD1C35E-1AF4-4159-AB04-62BF2F2E3084}" type="presParOf" srcId="{E4E821A9-40CB-4925-AD68-BC0323EB4518}" destId="{1877CAF2-50BF-4A9A-B7D0-5B44A05F00B9}" srcOrd="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7ECD1F-A700-4184-A8CB-C2589C1904EF}">
      <dsp:nvSpPr>
        <dsp:cNvPr id="0" name=""/>
        <dsp:cNvSpPr/>
      </dsp:nvSpPr>
      <dsp:spPr>
        <a:xfrm>
          <a:off x="1071562" y="0"/>
          <a:ext cx="4572000" cy="4572000"/>
        </a:xfrm>
        <a:prstGeom prst="triangle">
          <a:avLst/>
        </a:prstGeom>
        <a:solidFill>
          <a:schemeClr val="accent5">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0C81DE82-5F63-460A-9F9F-C0502219CC85}">
      <dsp:nvSpPr>
        <dsp:cNvPr id="0" name=""/>
        <dsp:cNvSpPr/>
      </dsp:nvSpPr>
      <dsp:spPr>
        <a:xfrm>
          <a:off x="3057529" y="459075"/>
          <a:ext cx="3571865" cy="1212070"/>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US" sz="2000" kern="1200">
              <a:latin typeface=".VnArial" pitchFamily="34" charset="0"/>
            </a:rPr>
            <a:t>ĐiÒu chØnh c¸c quan hÖ x· héi ph¸t sinh trong tæ chøc vµ ho¹t ®éng tµi chÝnh cña nhµ n­íc bao gåm:</a:t>
          </a:r>
        </a:p>
      </dsp:txBody>
      <dsp:txXfrm>
        <a:off x="3116697" y="518243"/>
        <a:ext cx="3453529" cy="1093734"/>
      </dsp:txXfrm>
    </dsp:sp>
    <dsp:sp modelId="{7F247A5B-82C6-4777-B86D-D10D866B7B54}">
      <dsp:nvSpPr>
        <dsp:cNvPr id="0" name=""/>
        <dsp:cNvSpPr/>
      </dsp:nvSpPr>
      <dsp:spPr>
        <a:xfrm>
          <a:off x="2971793" y="2064223"/>
          <a:ext cx="3714750" cy="900636"/>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US" sz="2000" kern="1200">
              <a:latin typeface=".VnArial" pitchFamily="34" charset="0"/>
            </a:rPr>
            <a:t>LËp, phª chuÈn vµ söa dông ng©n s¸ch nhµ n­íc</a:t>
          </a:r>
        </a:p>
      </dsp:txBody>
      <dsp:txXfrm>
        <a:off x="3015758" y="2108188"/>
        <a:ext cx="3626820" cy="812706"/>
      </dsp:txXfrm>
    </dsp:sp>
    <dsp:sp modelId="{41AC0672-4C10-4C4A-A9E3-FEC779928DD8}">
      <dsp:nvSpPr>
        <dsp:cNvPr id="0" name=""/>
        <dsp:cNvSpPr/>
      </dsp:nvSpPr>
      <dsp:spPr>
        <a:xfrm>
          <a:off x="2971808" y="3109833"/>
          <a:ext cx="3695700" cy="1227709"/>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US" sz="2000" kern="1200">
              <a:latin typeface=".VnArial" pitchFamily="34" charset="0"/>
            </a:rPr>
            <a:t>Quy ®Þnh vµ thu c¸c lo¹i thuÕ, phÝ, lÖ phÝ; ho¹t ®éng tÝn dông NN; thanh quyÕt to¸n qua ng©n hµng, kiÓm to¸n NN. . .</a:t>
          </a:r>
        </a:p>
      </dsp:txBody>
      <dsp:txXfrm>
        <a:off x="3031740" y="3169765"/>
        <a:ext cx="3575836" cy="11078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D88956-896A-40B0-AC4F-14E77ED43154}">
      <dsp:nvSpPr>
        <dsp:cNvPr id="0" name=""/>
        <dsp:cNvSpPr/>
      </dsp:nvSpPr>
      <dsp:spPr>
        <a:xfrm>
          <a:off x="1587" y="279618"/>
          <a:ext cx="4042469" cy="4850963"/>
        </a:xfrm>
        <a:prstGeom prst="roundRect">
          <a:avLst>
            <a:gd name="adj" fmla="val 5000"/>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0" tIns="96012" rIns="124460" bIns="0" numCol="1" spcCol="1270" anchor="t" anchorCtr="0">
          <a:noAutofit/>
        </a:bodyPr>
        <a:lstStyle/>
        <a:p>
          <a:pPr marL="0" lvl="0" indent="0" algn="r" defTabSz="1244600">
            <a:lnSpc>
              <a:spcPct val="90000"/>
            </a:lnSpc>
            <a:spcBef>
              <a:spcPct val="0"/>
            </a:spcBef>
            <a:spcAft>
              <a:spcPct val="35000"/>
            </a:spcAft>
            <a:buNone/>
          </a:pPr>
          <a:r>
            <a:rPr lang="en-US" sz="2800" kern="1200"/>
            <a:t>Phần chung: 77 điều </a:t>
          </a:r>
        </a:p>
      </dsp:txBody>
      <dsp:txXfrm rot="16200000">
        <a:off x="-1583060" y="1864266"/>
        <a:ext cx="3977790" cy="808493"/>
      </dsp:txXfrm>
    </dsp:sp>
    <dsp:sp modelId="{E2E6E637-2DC2-4656-986C-3699FE06DD30}">
      <dsp:nvSpPr>
        <dsp:cNvPr id="0" name=""/>
        <dsp:cNvSpPr/>
      </dsp:nvSpPr>
      <dsp:spPr>
        <a:xfrm>
          <a:off x="810081" y="279618"/>
          <a:ext cx="3011639" cy="4850963"/>
        </a:xfrm>
        <a:prstGeom prst="rect">
          <a:avLst/>
        </a:prstGeom>
        <a:no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dsp:spPr>
      <dsp:style>
        <a:lnRef idx="0">
          <a:scrgbClr r="0" g="0" b="0"/>
        </a:lnRef>
        <a:fillRef idx="1">
          <a:scrgbClr r="0" g="0" b="0"/>
        </a:fillRef>
        <a:effectRef idx="2">
          <a:scrgbClr r="0" g="0" b="0"/>
        </a:effectRef>
        <a:fontRef idx="minor">
          <a:schemeClr val="lt1"/>
        </a:fontRef>
      </dsp:style>
      <dsp:txBody>
        <a:bodyPr spcFirstLastPara="0" vert="horz" wrap="square" lIns="0" tIns="61722" rIns="0" bIns="0" numCol="1" spcCol="1270" anchor="t" anchorCtr="0">
          <a:noAutofit/>
        </a:bodyPr>
        <a:lstStyle/>
        <a:p>
          <a:pPr marL="0" lvl="0" indent="0" algn="l" defTabSz="800100">
            <a:lnSpc>
              <a:spcPct val="90000"/>
            </a:lnSpc>
            <a:spcBef>
              <a:spcPct val="0"/>
            </a:spcBef>
            <a:spcAft>
              <a:spcPct val="35000"/>
            </a:spcAft>
            <a:buNone/>
          </a:pPr>
          <a:r>
            <a:rPr lang="en-US" sz="1800" kern="1200"/>
            <a:t>C1. Điều khoản cơ bản</a:t>
          </a:r>
        </a:p>
        <a:p>
          <a:pPr marL="0" lvl="0" indent="0" algn="l" defTabSz="800100">
            <a:lnSpc>
              <a:spcPct val="90000"/>
            </a:lnSpc>
            <a:spcBef>
              <a:spcPct val="0"/>
            </a:spcBef>
            <a:spcAft>
              <a:spcPct val="35000"/>
            </a:spcAft>
            <a:buNone/>
          </a:pPr>
          <a:r>
            <a:rPr lang="en-US" sz="1800" kern="1200"/>
            <a:t>C2.Hiệu lực của bộ luật hình sự</a:t>
          </a:r>
        </a:p>
        <a:p>
          <a:pPr marL="0" lvl="0" indent="0" algn="l" defTabSz="800100">
            <a:lnSpc>
              <a:spcPct val="90000"/>
            </a:lnSpc>
            <a:spcBef>
              <a:spcPct val="0"/>
            </a:spcBef>
            <a:spcAft>
              <a:spcPct val="35000"/>
            </a:spcAft>
            <a:buNone/>
          </a:pPr>
          <a:r>
            <a:rPr lang="en-US" sz="1800" kern="1200"/>
            <a:t>C3. Tội Phạm</a:t>
          </a:r>
        </a:p>
        <a:p>
          <a:pPr marL="0" lvl="0" indent="0" algn="l" defTabSz="800100">
            <a:lnSpc>
              <a:spcPct val="90000"/>
            </a:lnSpc>
            <a:spcBef>
              <a:spcPct val="0"/>
            </a:spcBef>
            <a:spcAft>
              <a:spcPct val="35000"/>
            </a:spcAft>
            <a:buNone/>
          </a:pPr>
          <a:r>
            <a:rPr lang="en-US" sz="1800" kern="1200"/>
            <a:t>C4. Thời hiệu truy cứu, miễn TNHS</a:t>
          </a:r>
        </a:p>
        <a:p>
          <a:pPr marL="0" lvl="0" indent="0" algn="l" defTabSz="800100">
            <a:lnSpc>
              <a:spcPct val="90000"/>
            </a:lnSpc>
            <a:spcBef>
              <a:spcPct val="0"/>
            </a:spcBef>
            <a:spcAft>
              <a:spcPct val="35000"/>
            </a:spcAft>
            <a:buNone/>
          </a:pPr>
          <a:r>
            <a:rPr lang="en-US" sz="1800" kern="1200"/>
            <a:t>C5. Hình phạt</a:t>
          </a:r>
        </a:p>
        <a:p>
          <a:pPr marL="0" lvl="0" indent="0" algn="l" defTabSz="800100">
            <a:lnSpc>
              <a:spcPct val="90000"/>
            </a:lnSpc>
            <a:spcBef>
              <a:spcPct val="0"/>
            </a:spcBef>
            <a:spcAft>
              <a:spcPct val="35000"/>
            </a:spcAft>
            <a:buNone/>
          </a:pPr>
          <a:r>
            <a:rPr lang="en-US" sz="1800" kern="1200"/>
            <a:t>C6. Các biện pháp tư pháp</a:t>
          </a:r>
        </a:p>
        <a:p>
          <a:pPr marL="0" lvl="0" indent="0" algn="l" defTabSz="800100">
            <a:lnSpc>
              <a:spcPct val="90000"/>
            </a:lnSpc>
            <a:spcBef>
              <a:spcPct val="0"/>
            </a:spcBef>
            <a:spcAft>
              <a:spcPct val="35000"/>
            </a:spcAft>
            <a:buNone/>
          </a:pPr>
          <a:r>
            <a:rPr lang="en-US" sz="1800" kern="1200"/>
            <a:t>C7. Quyết định hình phạt</a:t>
          </a:r>
        </a:p>
        <a:p>
          <a:pPr marL="0" lvl="0" indent="0" algn="l" defTabSz="800100">
            <a:lnSpc>
              <a:spcPct val="90000"/>
            </a:lnSpc>
            <a:spcBef>
              <a:spcPct val="0"/>
            </a:spcBef>
            <a:spcAft>
              <a:spcPct val="35000"/>
            </a:spcAft>
            <a:buNone/>
          </a:pPr>
          <a:r>
            <a:rPr lang="en-US" sz="1800" kern="1200"/>
            <a:t>C8. Thời hiệu thi hành bản án, miễn chấp hành HP</a:t>
          </a:r>
        </a:p>
        <a:p>
          <a:pPr marL="0" lvl="0" indent="0" algn="l" defTabSz="800100">
            <a:lnSpc>
              <a:spcPct val="90000"/>
            </a:lnSpc>
            <a:spcBef>
              <a:spcPct val="0"/>
            </a:spcBef>
            <a:spcAft>
              <a:spcPct val="35000"/>
            </a:spcAft>
            <a:buNone/>
          </a:pPr>
          <a:r>
            <a:rPr lang="en-US" sz="1800" kern="1200"/>
            <a:t>C9.Xóa án tích </a:t>
          </a:r>
        </a:p>
        <a:p>
          <a:pPr marL="0" lvl="0" indent="0" algn="l" defTabSz="800100">
            <a:lnSpc>
              <a:spcPct val="90000"/>
            </a:lnSpc>
            <a:spcBef>
              <a:spcPct val="0"/>
            </a:spcBef>
            <a:spcAft>
              <a:spcPct val="35000"/>
            </a:spcAft>
            <a:buNone/>
          </a:pPr>
          <a:r>
            <a:rPr lang="en-US" sz="1800" kern="1200"/>
            <a:t>C10. Quy định với người chưa thành niên phạm tội</a:t>
          </a:r>
        </a:p>
        <a:p>
          <a:pPr marL="0" lvl="0" indent="0" algn="l" defTabSz="800100">
            <a:lnSpc>
              <a:spcPct val="90000"/>
            </a:lnSpc>
            <a:spcBef>
              <a:spcPct val="0"/>
            </a:spcBef>
            <a:spcAft>
              <a:spcPct val="35000"/>
            </a:spcAft>
            <a:buNone/>
          </a:pPr>
          <a:endParaRPr lang="en-US" sz="1600" kern="1200"/>
        </a:p>
      </dsp:txBody>
      <dsp:txXfrm>
        <a:off x="810081" y="279618"/>
        <a:ext cx="3011639" cy="4850963"/>
      </dsp:txXfrm>
    </dsp:sp>
    <dsp:sp modelId="{353720B0-DFA0-46FA-A277-10DE07481F25}">
      <dsp:nvSpPr>
        <dsp:cNvPr id="0" name=""/>
        <dsp:cNvSpPr/>
      </dsp:nvSpPr>
      <dsp:spPr>
        <a:xfrm>
          <a:off x="4185543" y="279618"/>
          <a:ext cx="4042469" cy="4850963"/>
        </a:xfrm>
        <a:prstGeom prst="roundRect">
          <a:avLst>
            <a:gd name="adj" fmla="val 5000"/>
          </a:avLst>
        </a:prstGeom>
        <a:solidFill>
          <a:schemeClr val="accent2">
            <a:hueOff val="4681519"/>
            <a:satOff val="-5839"/>
            <a:lumOff val="1373"/>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0" tIns="96012" rIns="124460" bIns="0" numCol="1" spcCol="1270" anchor="t" anchorCtr="0">
          <a:noAutofit/>
        </a:bodyPr>
        <a:lstStyle/>
        <a:p>
          <a:pPr marL="0" lvl="0" indent="0" algn="r" defTabSz="1244600">
            <a:lnSpc>
              <a:spcPct val="90000"/>
            </a:lnSpc>
            <a:spcBef>
              <a:spcPct val="0"/>
            </a:spcBef>
            <a:spcAft>
              <a:spcPct val="35000"/>
            </a:spcAft>
            <a:buNone/>
          </a:pPr>
          <a:r>
            <a:rPr lang="en-US" sz="2800" kern="1200"/>
            <a:t>Phần các tội phạm 267 Tội </a:t>
          </a:r>
        </a:p>
      </dsp:txBody>
      <dsp:txXfrm rot="16200000">
        <a:off x="2600895" y="1864266"/>
        <a:ext cx="3977790" cy="808493"/>
      </dsp:txXfrm>
    </dsp:sp>
    <dsp:sp modelId="{F6BA5194-B377-462F-BB31-47CC78AB3208}">
      <dsp:nvSpPr>
        <dsp:cNvPr id="0" name=""/>
        <dsp:cNvSpPr/>
      </dsp:nvSpPr>
      <dsp:spPr>
        <a:xfrm rot="5400000">
          <a:off x="3849270" y="4135422"/>
          <a:ext cx="712969" cy="606370"/>
        </a:xfrm>
        <a:prstGeom prst="flowChartExtra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BD804F4A-985B-46F6-99FB-908FDAE12E4C}">
      <dsp:nvSpPr>
        <dsp:cNvPr id="0" name=""/>
        <dsp:cNvSpPr/>
      </dsp:nvSpPr>
      <dsp:spPr>
        <a:xfrm>
          <a:off x="4994037" y="279618"/>
          <a:ext cx="3011639" cy="4850963"/>
        </a:xfrm>
        <a:prstGeom prst="rect">
          <a:avLst/>
        </a:prstGeom>
        <a:no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dsp:spPr>
      <dsp:style>
        <a:lnRef idx="0">
          <a:scrgbClr r="0" g="0" b="0"/>
        </a:lnRef>
        <a:fillRef idx="1">
          <a:scrgbClr r="0" g="0" b="0"/>
        </a:fillRef>
        <a:effectRef idx="2">
          <a:scrgbClr r="0" g="0" b="0"/>
        </a:effectRef>
        <a:fontRef idx="minor">
          <a:schemeClr val="lt1"/>
        </a:fontRef>
      </dsp:style>
      <dsp:txBody>
        <a:bodyPr spcFirstLastPara="0" vert="horz" wrap="square" lIns="0" tIns="61722" rIns="0" bIns="0" numCol="1" spcCol="1270" anchor="t" anchorCtr="0">
          <a:noAutofit/>
        </a:bodyPr>
        <a:lstStyle/>
        <a:p>
          <a:pPr marL="0" lvl="0" indent="0" algn="l" defTabSz="800100">
            <a:lnSpc>
              <a:spcPct val="90000"/>
            </a:lnSpc>
            <a:spcBef>
              <a:spcPct val="0"/>
            </a:spcBef>
            <a:spcAft>
              <a:spcPct val="35000"/>
            </a:spcAft>
            <a:buNone/>
          </a:pPr>
          <a:r>
            <a:rPr lang="en-US" sz="1800" kern="1200"/>
            <a:t>-- Tội phạm an ninh quốc gia</a:t>
          </a:r>
        </a:p>
        <a:p>
          <a:pPr marL="0" lvl="0" indent="0" algn="l" defTabSz="800100">
            <a:lnSpc>
              <a:spcPct val="90000"/>
            </a:lnSpc>
            <a:spcBef>
              <a:spcPct val="0"/>
            </a:spcBef>
            <a:spcAft>
              <a:spcPct val="35000"/>
            </a:spcAft>
            <a:buNone/>
          </a:pPr>
          <a:r>
            <a:rPr lang="en-US" sz="1800" kern="1200"/>
            <a:t>- TP xâm phạm tính mạng, sức khỏe, danh dự, nhân phẩm của con người</a:t>
          </a:r>
        </a:p>
        <a:p>
          <a:pPr marL="0" lvl="0" indent="0" algn="l" defTabSz="800100">
            <a:lnSpc>
              <a:spcPct val="90000"/>
            </a:lnSpc>
            <a:spcBef>
              <a:spcPct val="0"/>
            </a:spcBef>
            <a:spcAft>
              <a:spcPct val="35000"/>
            </a:spcAft>
            <a:buNone/>
          </a:pPr>
          <a:r>
            <a:rPr lang="en-US" sz="1800" kern="1200"/>
            <a:t>-Tội xâm phạm quyền tự do, dân chủ của công dân</a:t>
          </a:r>
        </a:p>
        <a:p>
          <a:pPr marL="0" lvl="0" indent="0" algn="l" defTabSz="800100">
            <a:lnSpc>
              <a:spcPct val="90000"/>
            </a:lnSpc>
            <a:spcBef>
              <a:spcPct val="0"/>
            </a:spcBef>
            <a:spcAft>
              <a:spcPct val="35000"/>
            </a:spcAft>
            <a:buNone/>
          </a:pPr>
          <a:r>
            <a:rPr lang="en-US" sz="1800" kern="1200"/>
            <a:t>- Các tội xâm phạm quyền SH</a:t>
          </a:r>
        </a:p>
        <a:p>
          <a:pPr marL="0" lvl="0" indent="0" algn="l" defTabSz="800100">
            <a:lnSpc>
              <a:spcPct val="90000"/>
            </a:lnSpc>
            <a:spcBef>
              <a:spcPct val="0"/>
            </a:spcBef>
            <a:spcAft>
              <a:spcPct val="35000"/>
            </a:spcAft>
            <a:buNone/>
          </a:pPr>
          <a:r>
            <a:rPr lang="en-US" sz="1800" kern="1200"/>
            <a:t>-  Xâm phạm chế độ HN-GĐ</a:t>
          </a:r>
        </a:p>
        <a:p>
          <a:pPr marL="0" lvl="0" indent="0" algn="l" defTabSz="800100">
            <a:lnSpc>
              <a:spcPct val="90000"/>
            </a:lnSpc>
            <a:spcBef>
              <a:spcPct val="0"/>
            </a:spcBef>
            <a:spcAft>
              <a:spcPct val="35000"/>
            </a:spcAft>
            <a:buNone/>
          </a:pPr>
          <a:r>
            <a:rPr lang="en-US" sz="1800" kern="1200"/>
            <a:t>- Trật tự quản lý kinh tế</a:t>
          </a:r>
        </a:p>
        <a:p>
          <a:pPr marL="0" lvl="0" indent="0" algn="l" defTabSz="800100">
            <a:lnSpc>
              <a:spcPct val="90000"/>
            </a:lnSpc>
            <a:spcBef>
              <a:spcPct val="0"/>
            </a:spcBef>
            <a:spcAft>
              <a:spcPct val="35000"/>
            </a:spcAft>
            <a:buNone/>
          </a:pPr>
          <a:r>
            <a:rPr lang="en-US" sz="1800" kern="1200"/>
            <a:t>- Tp về môi trường</a:t>
          </a:r>
        </a:p>
        <a:p>
          <a:pPr marL="0" lvl="0" indent="0" algn="l" defTabSz="800100">
            <a:lnSpc>
              <a:spcPct val="90000"/>
            </a:lnSpc>
            <a:spcBef>
              <a:spcPct val="0"/>
            </a:spcBef>
            <a:spcAft>
              <a:spcPct val="35000"/>
            </a:spcAft>
            <a:buNone/>
          </a:pPr>
          <a:r>
            <a:rPr lang="en-US" sz="1800" kern="1200"/>
            <a:t>-Tp về ma túy</a:t>
          </a:r>
        </a:p>
        <a:p>
          <a:pPr marL="0" lvl="0" indent="0" algn="l" defTabSz="800100">
            <a:lnSpc>
              <a:spcPct val="90000"/>
            </a:lnSpc>
            <a:spcBef>
              <a:spcPct val="0"/>
            </a:spcBef>
            <a:spcAft>
              <a:spcPct val="35000"/>
            </a:spcAft>
            <a:buNone/>
          </a:pPr>
          <a:r>
            <a:rPr lang="en-US" sz="1800" kern="1200"/>
            <a:t>-Xâm phạm an toàn, trật tự  CC</a:t>
          </a:r>
        </a:p>
        <a:p>
          <a:pPr marL="0" lvl="0" indent="0" algn="l" defTabSz="800100">
            <a:lnSpc>
              <a:spcPct val="90000"/>
            </a:lnSpc>
            <a:spcBef>
              <a:spcPct val="0"/>
            </a:spcBef>
            <a:spcAft>
              <a:spcPct val="35000"/>
            </a:spcAft>
            <a:buNone/>
          </a:pPr>
          <a:r>
            <a:rPr lang="en-US" sz="1800" kern="1200"/>
            <a:t>-Xâm phạm trật tự quản lý hành chính</a:t>
          </a:r>
        </a:p>
        <a:p>
          <a:pPr marL="0" lvl="0" indent="0" algn="l" defTabSz="800100">
            <a:lnSpc>
              <a:spcPct val="90000"/>
            </a:lnSpc>
            <a:spcBef>
              <a:spcPct val="0"/>
            </a:spcBef>
            <a:spcAft>
              <a:spcPct val="35000"/>
            </a:spcAft>
            <a:buNone/>
          </a:pPr>
          <a:r>
            <a:rPr lang="en-US" sz="1800" kern="1200"/>
            <a:t>- Tội phạm về chức vụ</a:t>
          </a:r>
        </a:p>
        <a:p>
          <a:pPr marL="0" lvl="0" indent="0" algn="l" defTabSz="800100">
            <a:lnSpc>
              <a:spcPct val="90000"/>
            </a:lnSpc>
            <a:spcBef>
              <a:spcPct val="0"/>
            </a:spcBef>
            <a:spcAft>
              <a:spcPct val="35000"/>
            </a:spcAft>
            <a:buNone/>
          </a:pPr>
          <a:endParaRPr lang="en-US" sz="1600" kern="1200"/>
        </a:p>
      </dsp:txBody>
      <dsp:txXfrm>
        <a:off x="4994037" y="279618"/>
        <a:ext cx="3011639" cy="485096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528E3D-9286-484E-9091-9869A43C752A}">
      <dsp:nvSpPr>
        <dsp:cNvPr id="0" name=""/>
        <dsp:cNvSpPr/>
      </dsp:nvSpPr>
      <dsp:spPr>
        <a:xfrm>
          <a:off x="1690" y="274811"/>
          <a:ext cx="4304481" cy="5165377"/>
        </a:xfrm>
        <a:prstGeom prst="roundRect">
          <a:avLst>
            <a:gd name="adj" fmla="val 5000"/>
          </a:avLst>
        </a:prstGeom>
        <a:solidFill>
          <a:schemeClr val="accent3">
            <a:shade val="50000"/>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0" tIns="96012" rIns="124460" bIns="0" numCol="1" spcCol="1270" anchor="t" anchorCtr="0">
          <a:noAutofit/>
        </a:bodyPr>
        <a:lstStyle/>
        <a:p>
          <a:pPr marL="0" lvl="0" indent="0" algn="r" defTabSz="1244600">
            <a:lnSpc>
              <a:spcPct val="90000"/>
            </a:lnSpc>
            <a:spcBef>
              <a:spcPct val="0"/>
            </a:spcBef>
            <a:spcAft>
              <a:spcPct val="35000"/>
            </a:spcAft>
            <a:buNone/>
          </a:pPr>
          <a:r>
            <a:rPr lang="en-US" sz="2800" kern="1200">
              <a:solidFill>
                <a:schemeClr val="tx1"/>
              </a:solidFill>
            </a:rPr>
            <a:t>Phần chung 107 Điều </a:t>
          </a:r>
        </a:p>
      </dsp:txBody>
      <dsp:txXfrm rot="16200000">
        <a:off x="-1685666" y="1962167"/>
        <a:ext cx="4235609" cy="860896"/>
      </dsp:txXfrm>
    </dsp:sp>
    <dsp:sp modelId="{6F70EC3D-8E6D-41B2-94D4-2B47153FC0C6}">
      <dsp:nvSpPr>
        <dsp:cNvPr id="0" name=""/>
        <dsp:cNvSpPr/>
      </dsp:nvSpPr>
      <dsp:spPr>
        <a:xfrm>
          <a:off x="862586" y="274811"/>
          <a:ext cx="3206838" cy="5165377"/>
        </a:xfrm>
        <a:prstGeom prst="rect">
          <a:avLst/>
        </a:prstGeom>
        <a:no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dsp:spPr>
      <dsp:style>
        <a:lnRef idx="0">
          <a:scrgbClr r="0" g="0" b="0"/>
        </a:lnRef>
        <a:fillRef idx="1">
          <a:scrgbClr r="0" g="0" b="0"/>
        </a:fillRef>
        <a:effectRef idx="2">
          <a:scrgbClr r="0" g="0" b="0"/>
        </a:effectRef>
        <a:fontRef idx="minor">
          <a:schemeClr val="lt1"/>
        </a:fontRef>
      </dsp:style>
      <dsp:txBody>
        <a:bodyPr spcFirstLastPara="0" vert="horz" wrap="square" lIns="0" tIns="61722" rIns="0" bIns="0" numCol="1" spcCol="1270" anchor="t" anchorCtr="0">
          <a:noAutofit/>
        </a:bodyPr>
        <a:lstStyle/>
        <a:p>
          <a:pPr marL="0" lvl="0" indent="0" algn="l" defTabSz="800100">
            <a:lnSpc>
              <a:spcPct val="90000"/>
            </a:lnSpc>
            <a:spcBef>
              <a:spcPct val="0"/>
            </a:spcBef>
            <a:spcAft>
              <a:spcPct val="35000"/>
            </a:spcAft>
            <a:buNone/>
          </a:pPr>
          <a:r>
            <a:rPr lang="en-US" sz="1800" kern="1200">
              <a:solidFill>
                <a:schemeClr val="tx1"/>
              </a:solidFill>
            </a:rPr>
            <a:t>C1.Điều khoản cơ bản</a:t>
          </a:r>
        </a:p>
        <a:p>
          <a:pPr marL="0" lvl="0" indent="0" algn="l" defTabSz="800100">
            <a:lnSpc>
              <a:spcPct val="90000"/>
            </a:lnSpc>
            <a:spcBef>
              <a:spcPct val="0"/>
            </a:spcBef>
            <a:spcAft>
              <a:spcPct val="35000"/>
            </a:spcAft>
            <a:buNone/>
          </a:pPr>
          <a:r>
            <a:rPr lang="en-US" sz="1800" kern="1200">
              <a:solidFill>
                <a:schemeClr val="tx1"/>
              </a:solidFill>
            </a:rPr>
            <a:t>C2.Hiệu lực</a:t>
          </a:r>
        </a:p>
        <a:p>
          <a:pPr marL="0" lvl="0" indent="0" algn="l" defTabSz="800100">
            <a:lnSpc>
              <a:spcPct val="90000"/>
            </a:lnSpc>
            <a:spcBef>
              <a:spcPct val="0"/>
            </a:spcBef>
            <a:spcAft>
              <a:spcPct val="35000"/>
            </a:spcAft>
            <a:buNone/>
          </a:pPr>
          <a:r>
            <a:rPr lang="en-US" sz="1800" kern="1200">
              <a:solidFill>
                <a:schemeClr val="tx1"/>
              </a:solidFill>
            </a:rPr>
            <a:t>C3.Tội phạm</a:t>
          </a:r>
        </a:p>
        <a:p>
          <a:pPr marL="0" lvl="0" indent="0" algn="l" defTabSz="800100">
            <a:lnSpc>
              <a:spcPct val="90000"/>
            </a:lnSpc>
            <a:spcBef>
              <a:spcPct val="0"/>
            </a:spcBef>
            <a:spcAft>
              <a:spcPct val="35000"/>
            </a:spcAft>
            <a:buNone/>
          </a:pPr>
          <a:r>
            <a:rPr lang="en-US" sz="1800" kern="1200">
              <a:solidFill>
                <a:schemeClr val="tx1"/>
              </a:solidFill>
            </a:rPr>
            <a:t>C4.Những trường hợp loại trừ TNHS</a:t>
          </a:r>
        </a:p>
        <a:p>
          <a:pPr marL="0" lvl="0" indent="0" algn="l" defTabSz="800100">
            <a:lnSpc>
              <a:spcPct val="90000"/>
            </a:lnSpc>
            <a:spcBef>
              <a:spcPct val="0"/>
            </a:spcBef>
            <a:spcAft>
              <a:spcPct val="35000"/>
            </a:spcAft>
            <a:buNone/>
          </a:pPr>
          <a:r>
            <a:rPr lang="en-US" sz="1800" kern="1200">
              <a:solidFill>
                <a:schemeClr val="tx1"/>
              </a:solidFill>
            </a:rPr>
            <a:t>C5.Thời hiệu truy cứu TNHS, Miễn TNHS</a:t>
          </a:r>
        </a:p>
        <a:p>
          <a:pPr marL="0" lvl="0" indent="0" algn="l" defTabSz="800100">
            <a:lnSpc>
              <a:spcPct val="90000"/>
            </a:lnSpc>
            <a:spcBef>
              <a:spcPct val="0"/>
            </a:spcBef>
            <a:spcAft>
              <a:spcPct val="35000"/>
            </a:spcAft>
            <a:buNone/>
          </a:pPr>
          <a:r>
            <a:rPr lang="en-US" sz="1800" kern="1200">
              <a:solidFill>
                <a:schemeClr val="tx1"/>
              </a:solidFill>
            </a:rPr>
            <a:t>C6.Hình phạt</a:t>
          </a:r>
        </a:p>
        <a:p>
          <a:pPr marL="0" lvl="0" indent="0" algn="l" defTabSz="800100">
            <a:lnSpc>
              <a:spcPct val="90000"/>
            </a:lnSpc>
            <a:spcBef>
              <a:spcPct val="0"/>
            </a:spcBef>
            <a:spcAft>
              <a:spcPct val="35000"/>
            </a:spcAft>
            <a:buNone/>
          </a:pPr>
          <a:r>
            <a:rPr lang="en-US" sz="1800" kern="1200">
              <a:solidFill>
                <a:schemeClr val="tx1"/>
              </a:solidFill>
            </a:rPr>
            <a:t>C7.Các biện pháp tư pháp</a:t>
          </a:r>
        </a:p>
        <a:p>
          <a:pPr marL="0" lvl="0" indent="0" algn="l" defTabSz="800100">
            <a:lnSpc>
              <a:spcPct val="90000"/>
            </a:lnSpc>
            <a:spcBef>
              <a:spcPct val="0"/>
            </a:spcBef>
            <a:spcAft>
              <a:spcPct val="35000"/>
            </a:spcAft>
            <a:buNone/>
          </a:pPr>
          <a:r>
            <a:rPr lang="en-US" sz="1800" kern="1200">
              <a:solidFill>
                <a:schemeClr val="tx1"/>
              </a:solidFill>
            </a:rPr>
            <a:t>C8.Quyết định hình phạt</a:t>
          </a:r>
        </a:p>
        <a:p>
          <a:pPr marL="0" lvl="0" indent="0" algn="l" defTabSz="800100">
            <a:lnSpc>
              <a:spcPct val="90000"/>
            </a:lnSpc>
            <a:spcBef>
              <a:spcPct val="0"/>
            </a:spcBef>
            <a:spcAft>
              <a:spcPct val="35000"/>
            </a:spcAft>
            <a:buNone/>
          </a:pPr>
          <a:r>
            <a:rPr lang="en-US" sz="1800" kern="1200">
              <a:solidFill>
                <a:schemeClr val="tx1"/>
              </a:solidFill>
            </a:rPr>
            <a:t>…….</a:t>
          </a:r>
        </a:p>
        <a:p>
          <a:pPr marL="0" lvl="0" indent="0" algn="l" defTabSz="800100">
            <a:lnSpc>
              <a:spcPct val="90000"/>
            </a:lnSpc>
            <a:spcBef>
              <a:spcPct val="0"/>
            </a:spcBef>
            <a:spcAft>
              <a:spcPct val="35000"/>
            </a:spcAft>
            <a:buNone/>
          </a:pPr>
          <a:r>
            <a:rPr lang="en-US" sz="1800" kern="1200">
              <a:solidFill>
                <a:schemeClr val="tx1"/>
              </a:solidFill>
            </a:rPr>
            <a:t>C11. Những quy định đối với pháp nhân  thương mại phạm tội</a:t>
          </a:r>
        </a:p>
        <a:p>
          <a:pPr marL="0" lvl="0" indent="0" algn="l" defTabSz="800100">
            <a:lnSpc>
              <a:spcPct val="90000"/>
            </a:lnSpc>
            <a:spcBef>
              <a:spcPct val="0"/>
            </a:spcBef>
            <a:spcAft>
              <a:spcPct val="35000"/>
            </a:spcAft>
            <a:buNone/>
          </a:pPr>
          <a:r>
            <a:rPr lang="en-US" sz="1800" kern="1200">
              <a:solidFill>
                <a:schemeClr val="tx1"/>
              </a:solidFill>
            </a:rPr>
            <a:t>C12.Những quy định đối với người dưới 18 tuổi phạm tội</a:t>
          </a:r>
        </a:p>
        <a:p>
          <a:pPr marL="0" lvl="0" indent="0" algn="l" defTabSz="800100">
            <a:lnSpc>
              <a:spcPct val="90000"/>
            </a:lnSpc>
            <a:spcBef>
              <a:spcPct val="0"/>
            </a:spcBef>
            <a:spcAft>
              <a:spcPct val="35000"/>
            </a:spcAft>
            <a:buNone/>
          </a:pPr>
          <a:endParaRPr lang="en-US" sz="1700" kern="1200">
            <a:solidFill>
              <a:schemeClr val="tx1"/>
            </a:solidFill>
          </a:endParaRPr>
        </a:p>
        <a:p>
          <a:pPr marL="0" lvl="0" indent="0" algn="l" defTabSz="800100">
            <a:lnSpc>
              <a:spcPct val="90000"/>
            </a:lnSpc>
            <a:spcBef>
              <a:spcPct val="0"/>
            </a:spcBef>
            <a:spcAft>
              <a:spcPct val="35000"/>
            </a:spcAft>
            <a:buNone/>
          </a:pPr>
          <a:endParaRPr lang="en-US" sz="1700" kern="1200">
            <a:solidFill>
              <a:schemeClr val="tx1"/>
            </a:solidFill>
          </a:endParaRPr>
        </a:p>
      </dsp:txBody>
      <dsp:txXfrm>
        <a:off x="862586" y="274811"/>
        <a:ext cx="3206838" cy="5165377"/>
      </dsp:txXfrm>
    </dsp:sp>
    <dsp:sp modelId="{95F0DFB9-9D1C-485C-8E14-AEB845D33A54}">
      <dsp:nvSpPr>
        <dsp:cNvPr id="0" name=""/>
        <dsp:cNvSpPr/>
      </dsp:nvSpPr>
      <dsp:spPr>
        <a:xfrm>
          <a:off x="4456828" y="274811"/>
          <a:ext cx="4304481" cy="5165377"/>
        </a:xfrm>
        <a:prstGeom prst="roundRect">
          <a:avLst>
            <a:gd name="adj" fmla="val 5000"/>
          </a:avLst>
        </a:prstGeom>
        <a:solidFill>
          <a:schemeClr val="accent3">
            <a:shade val="50000"/>
            <a:hueOff val="267556"/>
            <a:satOff val="-4269"/>
            <a:lumOff val="41107"/>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0" tIns="96012" rIns="124460" bIns="0" numCol="1" spcCol="1270" anchor="t" anchorCtr="0">
          <a:noAutofit/>
        </a:bodyPr>
        <a:lstStyle/>
        <a:p>
          <a:pPr marL="0" lvl="0" indent="0" algn="r" defTabSz="1244600">
            <a:lnSpc>
              <a:spcPct val="90000"/>
            </a:lnSpc>
            <a:spcBef>
              <a:spcPct val="0"/>
            </a:spcBef>
            <a:spcAft>
              <a:spcPct val="35000"/>
            </a:spcAft>
            <a:buNone/>
          </a:pPr>
          <a:r>
            <a:rPr lang="en-US" sz="2800" kern="1200">
              <a:solidFill>
                <a:schemeClr val="tx1"/>
              </a:solidFill>
            </a:rPr>
            <a:t>Phần các TP cụ thể 318 Điều  </a:t>
          </a:r>
        </a:p>
      </dsp:txBody>
      <dsp:txXfrm rot="16200000">
        <a:off x="2769471" y="1962167"/>
        <a:ext cx="4235609" cy="860896"/>
      </dsp:txXfrm>
    </dsp:sp>
    <dsp:sp modelId="{B587F902-310F-4458-8253-F98592F3EE9A}">
      <dsp:nvSpPr>
        <dsp:cNvPr id="0" name=""/>
        <dsp:cNvSpPr/>
      </dsp:nvSpPr>
      <dsp:spPr>
        <a:xfrm rot="5400000">
          <a:off x="4098771" y="4380404"/>
          <a:ext cx="759159" cy="645672"/>
        </a:xfrm>
        <a:prstGeom prst="flowChartExtra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BD31BA42-FBA8-4080-9283-4B9078DBE5A8}">
      <dsp:nvSpPr>
        <dsp:cNvPr id="0" name=""/>
        <dsp:cNvSpPr/>
      </dsp:nvSpPr>
      <dsp:spPr>
        <a:xfrm>
          <a:off x="5317724" y="274811"/>
          <a:ext cx="3206838" cy="5165377"/>
        </a:xfrm>
        <a:prstGeom prst="rect">
          <a:avLst/>
        </a:prstGeom>
        <a:no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dsp:spPr>
      <dsp:style>
        <a:lnRef idx="0">
          <a:scrgbClr r="0" g="0" b="0"/>
        </a:lnRef>
        <a:fillRef idx="1">
          <a:scrgbClr r="0" g="0" b="0"/>
        </a:fillRef>
        <a:effectRef idx="2">
          <a:scrgbClr r="0" g="0" b="0"/>
        </a:effectRef>
        <a:fontRef idx="minor">
          <a:schemeClr val="lt1"/>
        </a:fontRef>
      </dsp:style>
      <dsp:txBody>
        <a:bodyPr spcFirstLastPara="0" vert="horz" wrap="square" lIns="0" tIns="54864" rIns="0" bIns="0" numCol="1" spcCol="1270" anchor="t" anchorCtr="0">
          <a:noAutofit/>
        </a:bodyPr>
        <a:lstStyle/>
        <a:p>
          <a:pPr marL="0" lvl="0" indent="0" algn="l" defTabSz="711200">
            <a:lnSpc>
              <a:spcPct val="90000"/>
            </a:lnSpc>
            <a:spcBef>
              <a:spcPct val="0"/>
            </a:spcBef>
            <a:spcAft>
              <a:spcPct val="35000"/>
            </a:spcAft>
            <a:buNone/>
          </a:pPr>
          <a:r>
            <a:rPr lang="en-US" sz="1600" kern="1200">
              <a:solidFill>
                <a:schemeClr val="tx1"/>
              </a:solidFill>
            </a:rPr>
            <a:t>- Các tội xâm phậm an ninh quốc gia</a:t>
          </a:r>
        </a:p>
        <a:p>
          <a:pPr marL="0" lvl="0" indent="0" algn="l" defTabSz="711200">
            <a:lnSpc>
              <a:spcPct val="90000"/>
            </a:lnSpc>
            <a:spcBef>
              <a:spcPct val="0"/>
            </a:spcBef>
            <a:spcAft>
              <a:spcPct val="35000"/>
            </a:spcAft>
            <a:buNone/>
          </a:pPr>
          <a:r>
            <a:rPr lang="en-US" sz="1600" kern="1200">
              <a:solidFill>
                <a:schemeClr val="tx1"/>
              </a:solidFill>
            </a:rPr>
            <a:t>-Các tội xâm phạm tính mạng, sức khỏe, nhân phẩm, danh dự của con người</a:t>
          </a:r>
        </a:p>
        <a:p>
          <a:pPr marL="0" lvl="0" indent="0" algn="l" defTabSz="711200">
            <a:lnSpc>
              <a:spcPct val="90000"/>
            </a:lnSpc>
            <a:spcBef>
              <a:spcPct val="0"/>
            </a:spcBef>
            <a:spcAft>
              <a:spcPct val="35000"/>
            </a:spcAft>
            <a:buNone/>
          </a:pPr>
          <a:r>
            <a:rPr lang="en-US" sz="1600" kern="1200">
              <a:solidFill>
                <a:schemeClr val="tx1"/>
              </a:solidFill>
            </a:rPr>
            <a:t>- Các tội xâm phạm quyền tự do của con người, quyền tự do, dân chủ của công dân</a:t>
          </a:r>
        </a:p>
        <a:p>
          <a:pPr marL="0" lvl="0" indent="0" algn="l" defTabSz="711200">
            <a:lnSpc>
              <a:spcPct val="90000"/>
            </a:lnSpc>
            <a:spcBef>
              <a:spcPct val="0"/>
            </a:spcBef>
            <a:spcAft>
              <a:spcPct val="35000"/>
            </a:spcAft>
            <a:buNone/>
          </a:pPr>
          <a:r>
            <a:rPr lang="en-US" sz="1600" kern="1200">
              <a:solidFill>
                <a:schemeClr val="tx1"/>
              </a:solidFill>
            </a:rPr>
            <a:t>- Các tội xâm phạm sở hữu</a:t>
          </a:r>
        </a:p>
        <a:p>
          <a:pPr marL="0" lvl="0" indent="0" algn="l" defTabSz="711200">
            <a:lnSpc>
              <a:spcPct val="90000"/>
            </a:lnSpc>
            <a:spcBef>
              <a:spcPct val="0"/>
            </a:spcBef>
            <a:spcAft>
              <a:spcPct val="35000"/>
            </a:spcAft>
            <a:buNone/>
          </a:pPr>
          <a:r>
            <a:rPr lang="en-US" sz="1600" kern="1200">
              <a:solidFill>
                <a:schemeClr val="tx1"/>
              </a:solidFill>
            </a:rPr>
            <a:t>-Các tội xâm phạm chế độ hôn nhân và gia đình</a:t>
          </a:r>
        </a:p>
        <a:p>
          <a:pPr marL="0" lvl="0" indent="0" algn="l" defTabSz="711200">
            <a:lnSpc>
              <a:spcPct val="90000"/>
            </a:lnSpc>
            <a:spcBef>
              <a:spcPct val="0"/>
            </a:spcBef>
            <a:spcAft>
              <a:spcPct val="35000"/>
            </a:spcAft>
            <a:buNone/>
          </a:pPr>
          <a:r>
            <a:rPr lang="en-US" sz="1600" kern="1200">
              <a:solidFill>
                <a:schemeClr val="tx1"/>
              </a:solidFill>
            </a:rPr>
            <a:t>-Các tội xâm phạm trật tự quản lý kinh tế</a:t>
          </a:r>
        </a:p>
        <a:p>
          <a:pPr marL="0" lvl="0" indent="0" algn="l" defTabSz="711200">
            <a:lnSpc>
              <a:spcPct val="90000"/>
            </a:lnSpc>
            <a:spcBef>
              <a:spcPct val="0"/>
            </a:spcBef>
            <a:spcAft>
              <a:spcPct val="35000"/>
            </a:spcAft>
            <a:buNone/>
          </a:pPr>
          <a:r>
            <a:rPr lang="en-US" sz="1600" kern="1200">
              <a:solidFill>
                <a:schemeClr val="tx1"/>
              </a:solidFill>
            </a:rPr>
            <a:t>- Các tội phạm về môi trường</a:t>
          </a:r>
        </a:p>
        <a:p>
          <a:pPr marL="0" lvl="0" indent="0" algn="l" defTabSz="711200">
            <a:lnSpc>
              <a:spcPct val="90000"/>
            </a:lnSpc>
            <a:spcBef>
              <a:spcPct val="0"/>
            </a:spcBef>
            <a:spcAft>
              <a:spcPct val="35000"/>
            </a:spcAft>
            <a:buNone/>
          </a:pPr>
          <a:r>
            <a:rPr lang="en-US" sz="1600" kern="1200">
              <a:solidFill>
                <a:schemeClr val="tx1"/>
              </a:solidFill>
            </a:rPr>
            <a:t>-Các tội phạm về ma túy</a:t>
          </a:r>
        </a:p>
        <a:p>
          <a:pPr marL="0" lvl="0" indent="0" algn="l" defTabSz="711200">
            <a:lnSpc>
              <a:spcPct val="90000"/>
            </a:lnSpc>
            <a:spcBef>
              <a:spcPct val="0"/>
            </a:spcBef>
            <a:spcAft>
              <a:spcPct val="35000"/>
            </a:spcAft>
            <a:buNone/>
          </a:pPr>
          <a:r>
            <a:rPr lang="en-US" sz="1600" kern="1200">
              <a:solidFill>
                <a:schemeClr val="tx1"/>
              </a:solidFill>
            </a:rPr>
            <a:t>-Các tội xâm phạm an toàn công cộng, trật tự công cộng</a:t>
          </a:r>
        </a:p>
        <a:p>
          <a:pPr marL="0" lvl="0" indent="0" algn="l" defTabSz="711200">
            <a:lnSpc>
              <a:spcPct val="90000"/>
            </a:lnSpc>
            <a:spcBef>
              <a:spcPct val="0"/>
            </a:spcBef>
            <a:spcAft>
              <a:spcPct val="35000"/>
            </a:spcAft>
            <a:buNone/>
          </a:pPr>
          <a:r>
            <a:rPr lang="en-US" sz="1600" kern="1200">
              <a:solidFill>
                <a:schemeClr val="tx1"/>
              </a:solidFill>
            </a:rPr>
            <a:t>- Tội xâm phạm trật tự quản lý hành chính</a:t>
          </a:r>
        </a:p>
        <a:p>
          <a:pPr marL="0" lvl="0" indent="0" algn="l" defTabSz="711200">
            <a:lnSpc>
              <a:spcPct val="90000"/>
            </a:lnSpc>
            <a:spcBef>
              <a:spcPct val="0"/>
            </a:spcBef>
            <a:spcAft>
              <a:spcPct val="35000"/>
            </a:spcAft>
            <a:buNone/>
          </a:pPr>
          <a:r>
            <a:rPr lang="en-US" sz="1600" kern="1200">
              <a:solidFill>
                <a:schemeClr val="tx1"/>
              </a:solidFill>
            </a:rPr>
            <a:t>- Các tội phạm về chức vụ…….</a:t>
          </a:r>
        </a:p>
      </dsp:txBody>
      <dsp:txXfrm>
        <a:off x="5317724" y="274811"/>
        <a:ext cx="3206838" cy="51653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864EFF-E9D9-4D74-94DF-799AE6C60F6F}">
      <dsp:nvSpPr>
        <dsp:cNvPr id="0" name=""/>
        <dsp:cNvSpPr/>
      </dsp:nvSpPr>
      <dsp:spPr>
        <a:xfrm rot="5400000">
          <a:off x="-252998" y="433570"/>
          <a:ext cx="1686657" cy="1180660"/>
        </a:xfrm>
        <a:prstGeom prst="chevron">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a:t>Khái niệm</a:t>
          </a:r>
        </a:p>
      </dsp:txBody>
      <dsp:txXfrm rot="-5400000">
        <a:off x="1" y="770901"/>
        <a:ext cx="1180660" cy="505997"/>
      </dsp:txXfrm>
    </dsp:sp>
    <dsp:sp modelId="{695E4521-F5F3-40B3-86EA-B28D6E35BA50}">
      <dsp:nvSpPr>
        <dsp:cNvPr id="0" name=""/>
        <dsp:cNvSpPr/>
      </dsp:nvSpPr>
      <dsp:spPr>
        <a:xfrm rot="5400000">
          <a:off x="3830495" y="-2643046"/>
          <a:ext cx="1444468" cy="6744139"/>
        </a:xfrm>
        <a:prstGeom prst="round2SameRect">
          <a:avLst/>
        </a:prstGeom>
        <a:solidFill>
          <a:schemeClr val="dk2">
            <a:alpha val="90000"/>
            <a:tint val="4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just" defTabSz="889000">
            <a:lnSpc>
              <a:spcPct val="90000"/>
            </a:lnSpc>
            <a:spcBef>
              <a:spcPct val="0"/>
            </a:spcBef>
            <a:spcAft>
              <a:spcPct val="15000"/>
            </a:spcAft>
            <a:buChar char="•"/>
          </a:pPr>
          <a:r>
            <a:rPr lang="en-US" sz="2000" kern="1200">
              <a:latin typeface=".VnArial" pitchFamily="34" charset="0"/>
            </a:rPr>
            <a:t>Quy ®Þnh vÒ téi ph¹m vµ h×nh ph¹t, môc ®Ých cña h×nh ph¹t ®èi víi ng­êi thùc hiÖn hµnh vi nguy hiÓm cho x· héi. Mèi quan hÖ gi÷a NN vµ ng­êi thùc hiÖn hµnh vi nguy hiÓm cho x· héi ®­îc coi lµ téi ph¹m</a:t>
          </a:r>
        </a:p>
      </dsp:txBody>
      <dsp:txXfrm rot="-5400000">
        <a:off x="1180660" y="77302"/>
        <a:ext cx="6673626" cy="1303442"/>
      </dsp:txXfrm>
    </dsp:sp>
    <dsp:sp modelId="{9A713CE2-0ADB-4CB1-ADA3-08F68F538666}">
      <dsp:nvSpPr>
        <dsp:cNvPr id="0" name=""/>
        <dsp:cNvSpPr/>
      </dsp:nvSpPr>
      <dsp:spPr>
        <a:xfrm rot="5400000">
          <a:off x="-252998" y="1934961"/>
          <a:ext cx="1686657" cy="1180660"/>
        </a:xfrm>
        <a:prstGeom prst="chevron">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a:latin typeface=".VnArial" pitchFamily="34" charset="0"/>
            </a:rPr>
            <a:t>Téi ph¹m</a:t>
          </a:r>
        </a:p>
      </dsp:txBody>
      <dsp:txXfrm rot="-5400000">
        <a:off x="1" y="2272292"/>
        <a:ext cx="1180660" cy="505997"/>
      </dsp:txXfrm>
    </dsp:sp>
    <dsp:sp modelId="{C0CDDE6C-8022-4FB8-98DE-7B7F625FA5B8}">
      <dsp:nvSpPr>
        <dsp:cNvPr id="0" name=""/>
        <dsp:cNvSpPr/>
      </dsp:nvSpPr>
      <dsp:spPr>
        <a:xfrm rot="5400000">
          <a:off x="4004566" y="-1141943"/>
          <a:ext cx="1096327" cy="6744139"/>
        </a:xfrm>
        <a:prstGeom prst="round2SameRect">
          <a:avLst/>
        </a:prstGeom>
        <a:solidFill>
          <a:schemeClr val="dk2">
            <a:alpha val="90000"/>
            <a:tint val="4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just" defTabSz="889000">
            <a:lnSpc>
              <a:spcPct val="90000"/>
            </a:lnSpc>
            <a:spcBef>
              <a:spcPct val="0"/>
            </a:spcBef>
            <a:spcAft>
              <a:spcPct val="15000"/>
            </a:spcAft>
            <a:buChar char="•"/>
          </a:pPr>
          <a:r>
            <a:rPr lang="en-US" sz="2000" kern="1200">
              <a:latin typeface=".VnArial" pitchFamily="34" charset="0"/>
            </a:rPr>
            <a:t>Hµnh vi nµo lµ téi ph¹m</a:t>
          </a:r>
        </a:p>
        <a:p>
          <a:pPr marL="228600" lvl="1" indent="-228600" algn="just" defTabSz="889000">
            <a:lnSpc>
              <a:spcPct val="90000"/>
            </a:lnSpc>
            <a:spcBef>
              <a:spcPct val="0"/>
            </a:spcBef>
            <a:spcAft>
              <a:spcPct val="15000"/>
            </a:spcAft>
            <a:buChar char="•"/>
          </a:pPr>
          <a:r>
            <a:rPr lang="en-US" sz="2000" kern="1200">
              <a:latin typeface=".VnArial" pitchFamily="34" charset="0"/>
            </a:rPr>
            <a:t>Chñ thÓ thùc hiÖn téi ph¹m</a:t>
          </a:r>
        </a:p>
      </dsp:txBody>
      <dsp:txXfrm rot="-5400000">
        <a:off x="1180660" y="1735481"/>
        <a:ext cx="6690621" cy="989291"/>
      </dsp:txXfrm>
    </dsp:sp>
    <dsp:sp modelId="{5AED39AA-7B31-4822-BF1D-A0789B47716D}">
      <dsp:nvSpPr>
        <dsp:cNvPr id="0" name=""/>
        <dsp:cNvSpPr/>
      </dsp:nvSpPr>
      <dsp:spPr>
        <a:xfrm rot="5400000">
          <a:off x="-252998" y="3436351"/>
          <a:ext cx="1686657" cy="1180660"/>
        </a:xfrm>
        <a:prstGeom prst="chevron">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a:latin typeface=".VnArial" pitchFamily="34" charset="0"/>
            </a:rPr>
            <a:t>H×nh ph¹t</a:t>
          </a:r>
        </a:p>
      </dsp:txBody>
      <dsp:txXfrm rot="-5400000">
        <a:off x="1" y="3773682"/>
        <a:ext cx="1180660" cy="505997"/>
      </dsp:txXfrm>
    </dsp:sp>
    <dsp:sp modelId="{9A163C97-8E03-4ECE-8D09-A9D4A0A910B4}">
      <dsp:nvSpPr>
        <dsp:cNvPr id="0" name=""/>
        <dsp:cNvSpPr/>
      </dsp:nvSpPr>
      <dsp:spPr>
        <a:xfrm rot="5400000">
          <a:off x="4004566" y="359447"/>
          <a:ext cx="1096327" cy="6744139"/>
        </a:xfrm>
        <a:prstGeom prst="round2SameRect">
          <a:avLst/>
        </a:prstGeom>
        <a:solidFill>
          <a:schemeClr val="dk2">
            <a:alpha val="90000"/>
            <a:tint val="40000"/>
            <a:hueOff val="0"/>
            <a:satOff val="0"/>
            <a:lumOff val="0"/>
            <a:alphaOff val="0"/>
          </a:schemeClr>
        </a:soli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just" defTabSz="889000">
            <a:lnSpc>
              <a:spcPct val="90000"/>
            </a:lnSpc>
            <a:spcBef>
              <a:spcPct val="0"/>
            </a:spcBef>
            <a:spcAft>
              <a:spcPct val="15000"/>
            </a:spcAft>
            <a:buChar char="•"/>
          </a:pPr>
          <a:r>
            <a:rPr lang="en-US" sz="2000" kern="1200">
              <a:latin typeface=".VnArial" pitchFamily="34" charset="0"/>
            </a:rPr>
            <a:t>Môc ®Ých cña h×nh ph¹t</a:t>
          </a:r>
        </a:p>
        <a:p>
          <a:pPr marL="228600" lvl="1" indent="-228600" algn="just" defTabSz="889000">
            <a:lnSpc>
              <a:spcPct val="90000"/>
            </a:lnSpc>
            <a:spcBef>
              <a:spcPct val="0"/>
            </a:spcBef>
            <a:spcAft>
              <a:spcPct val="15000"/>
            </a:spcAft>
            <a:buChar char="•"/>
          </a:pPr>
          <a:r>
            <a:rPr lang="en-US" sz="2000" kern="1200">
              <a:latin typeface=".VnArial" pitchFamily="34" charset="0"/>
            </a:rPr>
            <a:t>§iÒu kiÖn ¸p dông h×nh ph¹t</a:t>
          </a:r>
        </a:p>
        <a:p>
          <a:pPr marL="228600" lvl="1" indent="-228600" algn="just" defTabSz="889000">
            <a:lnSpc>
              <a:spcPct val="90000"/>
            </a:lnSpc>
            <a:spcBef>
              <a:spcPct val="0"/>
            </a:spcBef>
            <a:spcAft>
              <a:spcPct val="15000"/>
            </a:spcAft>
            <a:buChar char="•"/>
          </a:pPr>
          <a:r>
            <a:rPr lang="en-US" sz="2000" kern="1200">
              <a:latin typeface=".VnArial" pitchFamily="34" charset="0"/>
            </a:rPr>
            <a:t>Møc h×nh ph¹t ®èi víi ng­êi cã hµnh vi ph¹m téi</a:t>
          </a:r>
        </a:p>
      </dsp:txBody>
      <dsp:txXfrm rot="-5400000">
        <a:off x="1180660" y="3236871"/>
        <a:ext cx="6690621" cy="98929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085FCC-BF61-4108-877B-C89A521E28CB}">
      <dsp:nvSpPr>
        <dsp:cNvPr id="0" name=""/>
        <dsp:cNvSpPr/>
      </dsp:nvSpPr>
      <dsp:spPr>
        <a:xfrm>
          <a:off x="946725" y="2012"/>
          <a:ext cx="1760041" cy="1760041"/>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8260" tIns="48260" rIns="48260" bIns="48260" numCol="1" spcCol="1270" anchor="ctr" anchorCtr="0">
          <a:noAutofit/>
        </a:bodyPr>
        <a:lstStyle/>
        <a:p>
          <a:pPr marL="0" lvl="0" indent="0" algn="ctr" defTabSz="1689100">
            <a:lnSpc>
              <a:spcPct val="90000"/>
            </a:lnSpc>
            <a:spcBef>
              <a:spcPct val="0"/>
            </a:spcBef>
            <a:spcAft>
              <a:spcPct val="35000"/>
            </a:spcAft>
            <a:buNone/>
          </a:pPr>
          <a:r>
            <a:rPr lang="en-US" sz="3800" kern="1200"/>
            <a:t>Tội phạm</a:t>
          </a:r>
        </a:p>
      </dsp:txBody>
      <dsp:txXfrm>
        <a:off x="1204477" y="259764"/>
        <a:ext cx="1244537" cy="1244537"/>
      </dsp:txXfrm>
    </dsp:sp>
    <dsp:sp modelId="{141023AB-2B09-4F92-ABF4-5B920C9706C5}">
      <dsp:nvSpPr>
        <dsp:cNvPr id="0" name=""/>
        <dsp:cNvSpPr/>
      </dsp:nvSpPr>
      <dsp:spPr>
        <a:xfrm>
          <a:off x="1316334" y="1904969"/>
          <a:ext cx="1020824" cy="1020824"/>
        </a:xfrm>
        <a:prstGeom prst="mathPlus">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1451644" y="2295332"/>
        <a:ext cx="750204" cy="240098"/>
      </dsp:txXfrm>
    </dsp:sp>
    <dsp:sp modelId="{68DD82B9-FA6A-4B24-804A-F27094F64C65}">
      <dsp:nvSpPr>
        <dsp:cNvPr id="0" name=""/>
        <dsp:cNvSpPr/>
      </dsp:nvSpPr>
      <dsp:spPr>
        <a:xfrm>
          <a:off x="946725" y="3068708"/>
          <a:ext cx="1760041" cy="1760041"/>
        </a:xfrm>
        <a:prstGeom prst="ellipse">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8260" tIns="48260" rIns="48260" bIns="48260" numCol="1" spcCol="1270" anchor="ctr" anchorCtr="0">
          <a:noAutofit/>
        </a:bodyPr>
        <a:lstStyle/>
        <a:p>
          <a:pPr marL="0" lvl="0" indent="0" algn="ctr" defTabSz="1689100">
            <a:lnSpc>
              <a:spcPct val="90000"/>
            </a:lnSpc>
            <a:spcBef>
              <a:spcPct val="0"/>
            </a:spcBef>
            <a:spcAft>
              <a:spcPct val="35000"/>
            </a:spcAft>
            <a:buNone/>
          </a:pPr>
          <a:r>
            <a:rPr lang="en-US" sz="3800" kern="1200"/>
            <a:t>Hình phạt</a:t>
          </a:r>
        </a:p>
      </dsp:txBody>
      <dsp:txXfrm>
        <a:off x="1204477" y="3326460"/>
        <a:ext cx="1244537" cy="1244537"/>
      </dsp:txXfrm>
    </dsp:sp>
    <dsp:sp modelId="{AC02F3C9-E112-47C6-9848-8B9165A1B021}">
      <dsp:nvSpPr>
        <dsp:cNvPr id="0" name=""/>
        <dsp:cNvSpPr/>
      </dsp:nvSpPr>
      <dsp:spPr>
        <a:xfrm>
          <a:off x="2970773" y="2088013"/>
          <a:ext cx="559693" cy="654735"/>
        </a:xfrm>
        <a:prstGeom prst="rightArrow">
          <a:avLst>
            <a:gd name="adj1" fmla="val 60000"/>
            <a:gd name="adj2" fmla="val 50000"/>
          </a:avLst>
        </a:prstGeom>
        <a:solidFill>
          <a:schemeClr val="accent2">
            <a:hueOff val="4681519"/>
            <a:satOff val="-5839"/>
            <a:lumOff val="1373"/>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2970773" y="2218960"/>
        <a:ext cx="391785" cy="392841"/>
      </dsp:txXfrm>
    </dsp:sp>
    <dsp:sp modelId="{1F1ED4AF-D3A6-4BE2-A98B-3BB49015031B}">
      <dsp:nvSpPr>
        <dsp:cNvPr id="0" name=""/>
        <dsp:cNvSpPr/>
      </dsp:nvSpPr>
      <dsp:spPr>
        <a:xfrm>
          <a:off x="3762791" y="655340"/>
          <a:ext cx="3520082" cy="3520082"/>
        </a:xfrm>
        <a:prstGeom prst="ellipse">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2667000">
            <a:lnSpc>
              <a:spcPct val="90000"/>
            </a:lnSpc>
            <a:spcBef>
              <a:spcPct val="0"/>
            </a:spcBef>
            <a:spcAft>
              <a:spcPct val="35000"/>
            </a:spcAft>
            <a:buNone/>
          </a:pPr>
          <a:r>
            <a:rPr lang="en-US" sz="6000" kern="1200"/>
            <a:t>Luật hình sự </a:t>
          </a:r>
        </a:p>
      </dsp:txBody>
      <dsp:txXfrm>
        <a:off x="4278295" y="1170844"/>
        <a:ext cx="2489074" cy="248907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B23CEE-4B14-4157-B8A9-09799A48527B}">
      <dsp:nvSpPr>
        <dsp:cNvPr id="0" name=""/>
        <dsp:cNvSpPr/>
      </dsp:nvSpPr>
      <dsp:spPr>
        <a:xfrm>
          <a:off x="1208019" y="2152"/>
          <a:ext cx="2583805" cy="1291902"/>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45720" rIns="68580" bIns="45720" numCol="1" spcCol="1270" anchor="ctr" anchorCtr="0">
          <a:noAutofit/>
        </a:bodyPr>
        <a:lstStyle/>
        <a:p>
          <a:pPr marL="0" lvl="0" indent="0" algn="ctr" defTabSz="1600200">
            <a:lnSpc>
              <a:spcPct val="90000"/>
            </a:lnSpc>
            <a:spcBef>
              <a:spcPct val="0"/>
            </a:spcBef>
            <a:spcAft>
              <a:spcPct val="35000"/>
            </a:spcAft>
            <a:buNone/>
          </a:pPr>
          <a:r>
            <a:rPr lang="en-US" sz="3600" kern="1200"/>
            <a:t>Lỗi cố ý </a:t>
          </a:r>
        </a:p>
      </dsp:txBody>
      <dsp:txXfrm>
        <a:off x="1245858" y="39991"/>
        <a:ext cx="2508127" cy="1216224"/>
      </dsp:txXfrm>
    </dsp:sp>
    <dsp:sp modelId="{86ABCB43-295C-4E6A-8307-280A30989E3B}">
      <dsp:nvSpPr>
        <dsp:cNvPr id="0" name=""/>
        <dsp:cNvSpPr/>
      </dsp:nvSpPr>
      <dsp:spPr>
        <a:xfrm>
          <a:off x="1466399" y="1294054"/>
          <a:ext cx="258380" cy="968926"/>
        </a:xfrm>
        <a:custGeom>
          <a:avLst/>
          <a:gdLst/>
          <a:ahLst/>
          <a:cxnLst/>
          <a:rect l="0" t="0" r="0" b="0"/>
          <a:pathLst>
            <a:path>
              <a:moveTo>
                <a:pt x="0" y="0"/>
              </a:moveTo>
              <a:lnTo>
                <a:pt x="0" y="968926"/>
              </a:lnTo>
              <a:lnTo>
                <a:pt x="258380" y="968926"/>
              </a:lnTo>
            </a:path>
          </a:pathLst>
        </a:custGeom>
        <a:no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EA3B3DEC-2FC6-465B-A9F7-8481D75F7427}">
      <dsp:nvSpPr>
        <dsp:cNvPr id="0" name=""/>
        <dsp:cNvSpPr/>
      </dsp:nvSpPr>
      <dsp:spPr>
        <a:xfrm>
          <a:off x="1724780" y="1617030"/>
          <a:ext cx="2067044" cy="1291902"/>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a:t>Cố ý trực tiếp</a:t>
          </a:r>
        </a:p>
      </dsp:txBody>
      <dsp:txXfrm>
        <a:off x="1762619" y="1654869"/>
        <a:ext cx="1991366" cy="1216224"/>
      </dsp:txXfrm>
    </dsp:sp>
    <dsp:sp modelId="{D2B9DE3E-00BA-4274-B615-86C843141502}">
      <dsp:nvSpPr>
        <dsp:cNvPr id="0" name=""/>
        <dsp:cNvSpPr/>
      </dsp:nvSpPr>
      <dsp:spPr>
        <a:xfrm>
          <a:off x="1466399" y="1294054"/>
          <a:ext cx="258380" cy="2583805"/>
        </a:xfrm>
        <a:custGeom>
          <a:avLst/>
          <a:gdLst/>
          <a:ahLst/>
          <a:cxnLst/>
          <a:rect l="0" t="0" r="0" b="0"/>
          <a:pathLst>
            <a:path>
              <a:moveTo>
                <a:pt x="0" y="0"/>
              </a:moveTo>
              <a:lnTo>
                <a:pt x="0" y="2583805"/>
              </a:lnTo>
              <a:lnTo>
                <a:pt x="258380" y="2583805"/>
              </a:lnTo>
            </a:path>
          </a:pathLst>
        </a:custGeom>
        <a:no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93A161C2-95B0-4E05-BAE0-9D1BC294E312}">
      <dsp:nvSpPr>
        <dsp:cNvPr id="0" name=""/>
        <dsp:cNvSpPr/>
      </dsp:nvSpPr>
      <dsp:spPr>
        <a:xfrm>
          <a:off x="1724780" y="3231908"/>
          <a:ext cx="2067044" cy="1291902"/>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a:t>Cố ý gián tiếp</a:t>
          </a:r>
        </a:p>
      </dsp:txBody>
      <dsp:txXfrm>
        <a:off x="1762619" y="3269747"/>
        <a:ext cx="1991366" cy="1216224"/>
      </dsp:txXfrm>
    </dsp:sp>
    <dsp:sp modelId="{7AD83A53-CF6B-48CB-88E9-2A1FB209146B}">
      <dsp:nvSpPr>
        <dsp:cNvPr id="0" name=""/>
        <dsp:cNvSpPr/>
      </dsp:nvSpPr>
      <dsp:spPr>
        <a:xfrm>
          <a:off x="4437775" y="2152"/>
          <a:ext cx="2583805" cy="129190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45720" rIns="68580" bIns="45720" numCol="1" spcCol="1270" anchor="ctr" anchorCtr="0">
          <a:noAutofit/>
        </a:bodyPr>
        <a:lstStyle/>
        <a:p>
          <a:pPr marL="0" lvl="0" indent="0" algn="ctr" defTabSz="1600200">
            <a:lnSpc>
              <a:spcPct val="90000"/>
            </a:lnSpc>
            <a:spcBef>
              <a:spcPct val="0"/>
            </a:spcBef>
            <a:spcAft>
              <a:spcPct val="35000"/>
            </a:spcAft>
            <a:buNone/>
          </a:pPr>
          <a:r>
            <a:rPr lang="en-US" sz="3600" kern="1200"/>
            <a:t>Lỗi vô ý</a:t>
          </a:r>
        </a:p>
      </dsp:txBody>
      <dsp:txXfrm>
        <a:off x="4475614" y="39991"/>
        <a:ext cx="2508127" cy="1216224"/>
      </dsp:txXfrm>
    </dsp:sp>
    <dsp:sp modelId="{BD67AD0B-C6FB-4392-908A-167206FFBBD1}">
      <dsp:nvSpPr>
        <dsp:cNvPr id="0" name=""/>
        <dsp:cNvSpPr/>
      </dsp:nvSpPr>
      <dsp:spPr>
        <a:xfrm>
          <a:off x="4696156" y="1294054"/>
          <a:ext cx="258380" cy="968926"/>
        </a:xfrm>
        <a:custGeom>
          <a:avLst/>
          <a:gdLst/>
          <a:ahLst/>
          <a:cxnLst/>
          <a:rect l="0" t="0" r="0" b="0"/>
          <a:pathLst>
            <a:path>
              <a:moveTo>
                <a:pt x="0" y="0"/>
              </a:moveTo>
              <a:lnTo>
                <a:pt x="0" y="968926"/>
              </a:lnTo>
              <a:lnTo>
                <a:pt x="258380" y="968926"/>
              </a:lnTo>
            </a:path>
          </a:pathLst>
        </a:custGeom>
        <a:no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1C28CF14-38E7-42F1-9CA5-3BF935740644}">
      <dsp:nvSpPr>
        <dsp:cNvPr id="0" name=""/>
        <dsp:cNvSpPr/>
      </dsp:nvSpPr>
      <dsp:spPr>
        <a:xfrm>
          <a:off x="4954536" y="1617030"/>
          <a:ext cx="2067044" cy="1291902"/>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a:t>Vô ý vì quá tự tin</a:t>
          </a:r>
        </a:p>
      </dsp:txBody>
      <dsp:txXfrm>
        <a:off x="4992375" y="1654869"/>
        <a:ext cx="1991366" cy="1216224"/>
      </dsp:txXfrm>
    </dsp:sp>
    <dsp:sp modelId="{C3E15BDF-229A-40A4-9F91-7248D871F564}">
      <dsp:nvSpPr>
        <dsp:cNvPr id="0" name=""/>
        <dsp:cNvSpPr/>
      </dsp:nvSpPr>
      <dsp:spPr>
        <a:xfrm>
          <a:off x="4696156" y="1294054"/>
          <a:ext cx="258380" cy="2583805"/>
        </a:xfrm>
        <a:custGeom>
          <a:avLst/>
          <a:gdLst/>
          <a:ahLst/>
          <a:cxnLst/>
          <a:rect l="0" t="0" r="0" b="0"/>
          <a:pathLst>
            <a:path>
              <a:moveTo>
                <a:pt x="0" y="0"/>
              </a:moveTo>
              <a:lnTo>
                <a:pt x="0" y="2583805"/>
              </a:lnTo>
              <a:lnTo>
                <a:pt x="258380" y="2583805"/>
              </a:lnTo>
            </a:path>
          </a:pathLst>
        </a:custGeom>
        <a:no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ACD65263-2867-47BE-8EC2-530026E0296B}">
      <dsp:nvSpPr>
        <dsp:cNvPr id="0" name=""/>
        <dsp:cNvSpPr/>
      </dsp:nvSpPr>
      <dsp:spPr>
        <a:xfrm>
          <a:off x="4954536" y="3231908"/>
          <a:ext cx="2067044" cy="1291902"/>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a:t>Vô ý do cẩu thả</a:t>
          </a:r>
        </a:p>
      </dsp:txBody>
      <dsp:txXfrm>
        <a:off x="4992375" y="3269747"/>
        <a:ext cx="1991366" cy="121622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335888-1C80-46CE-9824-D76545A06F73}">
      <dsp:nvSpPr>
        <dsp:cNvPr id="0" name=""/>
        <dsp:cNvSpPr/>
      </dsp:nvSpPr>
      <dsp:spPr>
        <a:xfrm>
          <a:off x="3419314" y="1861091"/>
          <a:ext cx="1413379" cy="1413379"/>
        </a:xfrm>
        <a:prstGeom prst="ellipse">
          <a:avLst/>
        </a:prstGeom>
        <a:solidFill>
          <a:schemeClr val="accent4">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a:t>Tội phạm</a:t>
          </a:r>
        </a:p>
      </dsp:txBody>
      <dsp:txXfrm>
        <a:off x="3626299" y="2068076"/>
        <a:ext cx="999409" cy="999409"/>
      </dsp:txXfrm>
    </dsp:sp>
    <dsp:sp modelId="{73A74877-FAA9-4ADB-820C-E72E4AA9BA20}">
      <dsp:nvSpPr>
        <dsp:cNvPr id="0" name=""/>
        <dsp:cNvSpPr/>
      </dsp:nvSpPr>
      <dsp:spPr>
        <a:xfrm rot="16200000">
          <a:off x="3913049" y="1632680"/>
          <a:ext cx="425909" cy="30913"/>
        </a:xfrm>
        <a:custGeom>
          <a:avLst/>
          <a:gdLst/>
          <a:ahLst/>
          <a:cxnLst/>
          <a:rect l="0" t="0" r="0" b="0"/>
          <a:pathLst>
            <a:path>
              <a:moveTo>
                <a:pt x="0" y="15456"/>
              </a:moveTo>
              <a:lnTo>
                <a:pt x="425909" y="15456"/>
              </a:lnTo>
            </a:path>
          </a:pathLst>
        </a:custGeom>
        <a:noFill/>
        <a:ln w="25400" cap="flat"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15356" y="1637489"/>
        <a:ext cx="21295" cy="21295"/>
      </dsp:txXfrm>
    </dsp:sp>
    <dsp:sp modelId="{60546AFF-7B1D-4566-B40B-375D56020284}">
      <dsp:nvSpPr>
        <dsp:cNvPr id="0" name=""/>
        <dsp:cNvSpPr/>
      </dsp:nvSpPr>
      <dsp:spPr>
        <a:xfrm>
          <a:off x="3287806" y="21802"/>
          <a:ext cx="1676395" cy="1413379"/>
        </a:xfrm>
        <a:prstGeom prst="ellipse">
          <a:avLst/>
        </a:prstGeom>
        <a:solidFill>
          <a:schemeClr val="accent5">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a:t>Tính nguy hiểm cho xã hội</a:t>
          </a:r>
        </a:p>
      </dsp:txBody>
      <dsp:txXfrm>
        <a:off x="3533308" y="228787"/>
        <a:ext cx="1185391" cy="999409"/>
      </dsp:txXfrm>
    </dsp:sp>
    <dsp:sp modelId="{5613279C-10A7-476F-8442-2350C9BA1333}">
      <dsp:nvSpPr>
        <dsp:cNvPr id="0" name=""/>
        <dsp:cNvSpPr/>
      </dsp:nvSpPr>
      <dsp:spPr>
        <a:xfrm>
          <a:off x="4832694" y="2552324"/>
          <a:ext cx="251095" cy="30913"/>
        </a:xfrm>
        <a:custGeom>
          <a:avLst/>
          <a:gdLst/>
          <a:ahLst/>
          <a:cxnLst/>
          <a:rect l="0" t="0" r="0" b="0"/>
          <a:pathLst>
            <a:path>
              <a:moveTo>
                <a:pt x="0" y="15456"/>
              </a:moveTo>
              <a:lnTo>
                <a:pt x="251095" y="15456"/>
              </a:lnTo>
            </a:path>
          </a:pathLst>
        </a:custGeom>
        <a:noFill/>
        <a:ln w="25400" cap="flat"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51964" y="2561504"/>
        <a:ext cx="12554" cy="12554"/>
      </dsp:txXfrm>
    </dsp:sp>
    <dsp:sp modelId="{AD7C670F-BD09-4074-97A0-29840B5743F8}">
      <dsp:nvSpPr>
        <dsp:cNvPr id="0" name=""/>
        <dsp:cNvSpPr/>
      </dsp:nvSpPr>
      <dsp:spPr>
        <a:xfrm>
          <a:off x="5083789" y="1861091"/>
          <a:ext cx="1763007" cy="1413379"/>
        </a:xfrm>
        <a:prstGeom prst="ellipse">
          <a:avLst/>
        </a:prstGeom>
        <a:solidFill>
          <a:schemeClr val="accent5">
            <a:hueOff val="-3311292"/>
            <a:satOff val="13270"/>
            <a:lumOff val="2876"/>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a:t>Trái pháp luật hình sự</a:t>
          </a:r>
        </a:p>
      </dsp:txBody>
      <dsp:txXfrm>
        <a:off x="5341975" y="2068076"/>
        <a:ext cx="1246635" cy="999409"/>
      </dsp:txXfrm>
    </dsp:sp>
    <dsp:sp modelId="{EC58ACA9-71F0-4D30-BFF3-11FD4A84DE36}">
      <dsp:nvSpPr>
        <dsp:cNvPr id="0" name=""/>
        <dsp:cNvSpPr/>
      </dsp:nvSpPr>
      <dsp:spPr>
        <a:xfrm rot="5400000">
          <a:off x="3913049" y="3471969"/>
          <a:ext cx="425909" cy="30913"/>
        </a:xfrm>
        <a:custGeom>
          <a:avLst/>
          <a:gdLst/>
          <a:ahLst/>
          <a:cxnLst/>
          <a:rect l="0" t="0" r="0" b="0"/>
          <a:pathLst>
            <a:path>
              <a:moveTo>
                <a:pt x="0" y="15456"/>
              </a:moveTo>
              <a:lnTo>
                <a:pt x="425909" y="15456"/>
              </a:lnTo>
            </a:path>
          </a:pathLst>
        </a:custGeom>
        <a:noFill/>
        <a:ln w="25400" cap="flat"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15356" y="3476778"/>
        <a:ext cx="21295" cy="21295"/>
      </dsp:txXfrm>
    </dsp:sp>
    <dsp:sp modelId="{16CA6856-4ACE-4D5F-B366-07C54991D704}">
      <dsp:nvSpPr>
        <dsp:cNvPr id="0" name=""/>
        <dsp:cNvSpPr/>
      </dsp:nvSpPr>
      <dsp:spPr>
        <a:xfrm>
          <a:off x="3146610" y="3700380"/>
          <a:ext cx="1958788" cy="1413379"/>
        </a:xfrm>
        <a:prstGeom prst="ellipse">
          <a:avLst/>
        </a:prstGeom>
        <a:solidFill>
          <a:schemeClr val="accent5">
            <a:hueOff val="-6622584"/>
            <a:satOff val="26541"/>
            <a:lumOff val="5752"/>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a:t>Tính phải chịu hình phạt</a:t>
          </a:r>
        </a:p>
      </dsp:txBody>
      <dsp:txXfrm>
        <a:off x="3433468" y="3907365"/>
        <a:ext cx="1385072" cy="999409"/>
      </dsp:txXfrm>
    </dsp:sp>
    <dsp:sp modelId="{374540E7-BEA8-498A-BAC7-D34D502C23F4}">
      <dsp:nvSpPr>
        <dsp:cNvPr id="0" name=""/>
        <dsp:cNvSpPr/>
      </dsp:nvSpPr>
      <dsp:spPr>
        <a:xfrm rot="10800000">
          <a:off x="3190628" y="2552324"/>
          <a:ext cx="228686" cy="30913"/>
        </a:xfrm>
        <a:custGeom>
          <a:avLst/>
          <a:gdLst/>
          <a:ahLst/>
          <a:cxnLst/>
          <a:rect l="0" t="0" r="0" b="0"/>
          <a:pathLst>
            <a:path>
              <a:moveTo>
                <a:pt x="0" y="15456"/>
              </a:moveTo>
              <a:lnTo>
                <a:pt x="228686" y="15456"/>
              </a:lnTo>
            </a:path>
          </a:pathLst>
        </a:custGeom>
        <a:noFill/>
        <a:ln w="25400" cap="flat"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299254" y="2562064"/>
        <a:ext cx="11434" cy="11434"/>
      </dsp:txXfrm>
    </dsp:sp>
    <dsp:sp modelId="{16E7612F-2CD2-4C19-9B5A-18EF2223DDC0}">
      <dsp:nvSpPr>
        <dsp:cNvPr id="0" name=""/>
        <dsp:cNvSpPr/>
      </dsp:nvSpPr>
      <dsp:spPr>
        <a:xfrm>
          <a:off x="1382802" y="1861091"/>
          <a:ext cx="1807825" cy="1413379"/>
        </a:xfrm>
        <a:prstGeom prst="ellipse">
          <a:avLst/>
        </a:prstGeom>
        <a:solidFill>
          <a:schemeClr val="accent5">
            <a:hueOff val="-9933876"/>
            <a:satOff val="39811"/>
            <a:lumOff val="8628"/>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a:t>Có lỗi của tội phạm</a:t>
          </a:r>
        </a:p>
      </dsp:txBody>
      <dsp:txXfrm>
        <a:off x="1647552" y="2068076"/>
        <a:ext cx="1278325" cy="99940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F40876-665D-4380-85A7-3AD67CC8793C}">
      <dsp:nvSpPr>
        <dsp:cNvPr id="0" name=""/>
        <dsp:cNvSpPr/>
      </dsp:nvSpPr>
      <dsp:spPr>
        <a:xfrm>
          <a:off x="460905" y="1047"/>
          <a:ext cx="3479899" cy="2087939"/>
        </a:xfrm>
        <a:prstGeom prst="rect">
          <a:avLst/>
        </a:prstGeom>
        <a:gradFill rotWithShape="0">
          <a:gsLst>
            <a:gs pos="0">
              <a:schemeClr val="accent5">
                <a:alpha val="90000"/>
                <a:hueOff val="0"/>
                <a:satOff val="0"/>
                <a:lumOff val="0"/>
                <a:alphaOff val="0"/>
                <a:shade val="51000"/>
                <a:satMod val="130000"/>
              </a:schemeClr>
            </a:gs>
            <a:gs pos="80000">
              <a:schemeClr val="accent5">
                <a:alpha val="90000"/>
                <a:hueOff val="0"/>
                <a:satOff val="0"/>
                <a:lumOff val="0"/>
                <a:alphaOff val="0"/>
                <a:shade val="93000"/>
                <a:satMod val="130000"/>
              </a:schemeClr>
            </a:gs>
            <a:gs pos="100000">
              <a:schemeClr val="accent5">
                <a:alpha val="9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rPr>
            <a:t>Cá nhân</a:t>
          </a:r>
        </a:p>
        <a:p>
          <a:pPr marL="0" lvl="0" indent="0" algn="just" defTabSz="889000">
            <a:lnSpc>
              <a:spcPct val="90000"/>
            </a:lnSpc>
            <a:spcBef>
              <a:spcPct val="0"/>
            </a:spcBef>
            <a:spcAft>
              <a:spcPct val="35000"/>
            </a:spcAft>
            <a:buNone/>
          </a:pPr>
          <a:r>
            <a:rPr lang="en-US" sz="2000" kern="1200">
              <a:solidFill>
                <a:schemeClr val="tx1"/>
              </a:solidFill>
            </a:rPr>
            <a:t>Khi tham gia vào quan hệ pháp luật dân sự phải có năng lực chủ thể.</a:t>
          </a:r>
        </a:p>
      </dsp:txBody>
      <dsp:txXfrm>
        <a:off x="460905" y="1047"/>
        <a:ext cx="3479899" cy="2087939"/>
      </dsp:txXfrm>
    </dsp:sp>
    <dsp:sp modelId="{6A99F855-D449-433E-B406-1AC199E550F7}">
      <dsp:nvSpPr>
        <dsp:cNvPr id="0" name=""/>
        <dsp:cNvSpPr/>
      </dsp:nvSpPr>
      <dsp:spPr>
        <a:xfrm>
          <a:off x="4288794" y="1047"/>
          <a:ext cx="3479899" cy="2087939"/>
        </a:xfrm>
        <a:prstGeom prst="rect">
          <a:avLst/>
        </a:prstGeom>
        <a:gradFill rotWithShape="0">
          <a:gsLst>
            <a:gs pos="0">
              <a:schemeClr val="accent5">
                <a:alpha val="90000"/>
                <a:hueOff val="0"/>
                <a:satOff val="0"/>
                <a:lumOff val="0"/>
                <a:alphaOff val="-13333"/>
                <a:shade val="51000"/>
                <a:satMod val="130000"/>
              </a:schemeClr>
            </a:gs>
            <a:gs pos="80000">
              <a:schemeClr val="accent5">
                <a:alpha val="90000"/>
                <a:hueOff val="0"/>
                <a:satOff val="0"/>
                <a:lumOff val="0"/>
                <a:alphaOff val="-13333"/>
                <a:shade val="93000"/>
                <a:satMod val="130000"/>
              </a:schemeClr>
            </a:gs>
            <a:gs pos="100000">
              <a:schemeClr val="accent5">
                <a:alpha val="90000"/>
                <a:hueOff val="0"/>
                <a:satOff val="0"/>
                <a:lumOff val="0"/>
                <a:alphaOff val="-13333"/>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rPr>
            <a:t>Pháp nhân.</a:t>
          </a:r>
        </a:p>
        <a:p>
          <a:pPr marL="0" lvl="0" indent="0" algn="just" defTabSz="889000">
            <a:lnSpc>
              <a:spcPct val="90000"/>
            </a:lnSpc>
            <a:spcBef>
              <a:spcPct val="0"/>
            </a:spcBef>
            <a:spcAft>
              <a:spcPct val="35000"/>
            </a:spcAft>
            <a:buNone/>
          </a:pPr>
          <a:r>
            <a:rPr lang="en-US" sz="2000" kern="1200">
              <a:solidFill>
                <a:schemeClr val="tx1"/>
              </a:solidFill>
            </a:rPr>
            <a:t>Năng lực pháp luật, năng lực hành vi của pháp nhân xuất hiện đồng thời</a:t>
          </a:r>
          <a:r>
            <a:rPr lang="en-US" sz="2000" kern="1200"/>
            <a:t>.</a:t>
          </a:r>
        </a:p>
      </dsp:txBody>
      <dsp:txXfrm>
        <a:off x="4288794" y="1047"/>
        <a:ext cx="3479899" cy="2087939"/>
      </dsp:txXfrm>
    </dsp:sp>
    <dsp:sp modelId="{553F3A68-AF19-419F-AC7E-752FDBEFD786}">
      <dsp:nvSpPr>
        <dsp:cNvPr id="0" name=""/>
        <dsp:cNvSpPr/>
      </dsp:nvSpPr>
      <dsp:spPr>
        <a:xfrm>
          <a:off x="304797" y="2436976"/>
          <a:ext cx="3479899" cy="2087939"/>
        </a:xfrm>
        <a:prstGeom prst="rect">
          <a:avLst/>
        </a:prstGeom>
        <a:gradFill rotWithShape="0">
          <a:gsLst>
            <a:gs pos="0">
              <a:schemeClr val="accent5">
                <a:alpha val="90000"/>
                <a:hueOff val="0"/>
                <a:satOff val="0"/>
                <a:lumOff val="0"/>
                <a:alphaOff val="-26667"/>
                <a:shade val="51000"/>
                <a:satMod val="130000"/>
              </a:schemeClr>
            </a:gs>
            <a:gs pos="80000">
              <a:schemeClr val="accent5">
                <a:alpha val="90000"/>
                <a:hueOff val="0"/>
                <a:satOff val="0"/>
                <a:lumOff val="0"/>
                <a:alphaOff val="-26667"/>
                <a:shade val="93000"/>
                <a:satMod val="130000"/>
              </a:schemeClr>
            </a:gs>
            <a:gs pos="100000">
              <a:schemeClr val="accent5">
                <a:alpha val="90000"/>
                <a:hueOff val="0"/>
                <a:satOff val="0"/>
                <a:lumOff val="0"/>
                <a:alphaOff val="-26667"/>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rPr>
            <a:t>Hộ gia đình.</a:t>
          </a:r>
        </a:p>
        <a:p>
          <a:pPr marL="0" lvl="0" indent="0" algn="ctr" defTabSz="889000">
            <a:lnSpc>
              <a:spcPct val="90000"/>
            </a:lnSpc>
            <a:spcBef>
              <a:spcPct val="0"/>
            </a:spcBef>
            <a:spcAft>
              <a:spcPct val="35000"/>
            </a:spcAft>
            <a:buNone/>
          </a:pPr>
          <a:r>
            <a:rPr lang="en-US" sz="2000" kern="1200">
              <a:solidFill>
                <a:schemeClr val="tx1"/>
              </a:solidFill>
            </a:rPr>
            <a:t>Tập hợp những thành viên có tài sản chung, cùng đóng góp công sức để hoạt động kinh tê chung trong SX nông, lâm, ngư </a:t>
          </a:r>
        </a:p>
      </dsp:txBody>
      <dsp:txXfrm>
        <a:off x="304797" y="2436976"/>
        <a:ext cx="3479899" cy="2087939"/>
      </dsp:txXfrm>
    </dsp:sp>
    <dsp:sp modelId="{F75C7737-1130-407A-8B75-AE7E1E66D1DB}">
      <dsp:nvSpPr>
        <dsp:cNvPr id="0" name=""/>
        <dsp:cNvSpPr/>
      </dsp:nvSpPr>
      <dsp:spPr>
        <a:xfrm>
          <a:off x="4132686" y="2436976"/>
          <a:ext cx="3792115" cy="2087939"/>
        </a:xfrm>
        <a:prstGeom prst="rect">
          <a:avLst/>
        </a:prstGeom>
        <a:gradFill rotWithShape="0">
          <a:gsLst>
            <a:gs pos="0">
              <a:schemeClr val="accent5">
                <a:alpha val="90000"/>
                <a:hueOff val="0"/>
                <a:satOff val="0"/>
                <a:lumOff val="0"/>
                <a:alphaOff val="-40000"/>
                <a:shade val="51000"/>
                <a:satMod val="130000"/>
              </a:schemeClr>
            </a:gs>
            <a:gs pos="80000">
              <a:schemeClr val="accent5">
                <a:alpha val="90000"/>
                <a:hueOff val="0"/>
                <a:satOff val="0"/>
                <a:lumOff val="0"/>
                <a:alphaOff val="-40000"/>
                <a:shade val="93000"/>
                <a:satMod val="130000"/>
              </a:schemeClr>
            </a:gs>
            <a:gs pos="100000">
              <a:schemeClr val="accent5">
                <a:alpha val="90000"/>
                <a:hueOff val="0"/>
                <a:satOff val="0"/>
                <a:lumOff val="0"/>
                <a:alphaOff val="-4000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rPr>
            <a:t>Tổ hợp tác</a:t>
          </a:r>
        </a:p>
        <a:p>
          <a:pPr marL="0" lvl="0" indent="0" algn="ctr" defTabSz="889000">
            <a:lnSpc>
              <a:spcPct val="90000"/>
            </a:lnSpc>
            <a:spcBef>
              <a:spcPct val="0"/>
            </a:spcBef>
            <a:spcAft>
              <a:spcPct val="35000"/>
            </a:spcAft>
            <a:buNone/>
          </a:pPr>
          <a:r>
            <a:rPr lang="en-US" sz="2000" kern="1200">
              <a:solidFill>
                <a:schemeClr val="tx1"/>
              </a:solidFill>
            </a:rPr>
            <a:t>Từ 3 thành viên trở lên được hình thành trên cơ sở hợp đồng hợp tác có chứng thực của UBND xã, cùng đóng góp tài sản công sức để thực hiện những công việc nhất định</a:t>
          </a:r>
        </a:p>
      </dsp:txBody>
      <dsp:txXfrm>
        <a:off x="4132686" y="2436976"/>
        <a:ext cx="3792115" cy="208793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6005BB-72F0-4ADD-BECC-B7D9CA0B47A8}">
      <dsp:nvSpPr>
        <dsp:cNvPr id="0" name=""/>
        <dsp:cNvSpPr/>
      </dsp:nvSpPr>
      <dsp:spPr>
        <a:xfrm>
          <a:off x="3" y="1676403"/>
          <a:ext cx="2161877" cy="1297126"/>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Quyền sở hữu </a:t>
          </a:r>
        </a:p>
      </dsp:txBody>
      <dsp:txXfrm>
        <a:off x="37995" y="1714395"/>
        <a:ext cx="2085893" cy="1221142"/>
      </dsp:txXfrm>
    </dsp:sp>
    <dsp:sp modelId="{B719D47E-6243-44D6-A52A-CE4BB9ACB3A8}">
      <dsp:nvSpPr>
        <dsp:cNvPr id="0" name=""/>
        <dsp:cNvSpPr/>
      </dsp:nvSpPr>
      <dsp:spPr>
        <a:xfrm>
          <a:off x="2364360" y="2056893"/>
          <a:ext cx="429256" cy="536145"/>
        </a:xfrm>
        <a:prstGeom prst="rightArrow">
          <a:avLst>
            <a:gd name="adj1" fmla="val 600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364360" y="2164122"/>
        <a:ext cx="300479" cy="321687"/>
      </dsp:txXfrm>
    </dsp:sp>
    <dsp:sp modelId="{E70ADF5E-6FD8-4D9A-A188-5AC681FD058C}">
      <dsp:nvSpPr>
        <dsp:cNvPr id="0" name=""/>
        <dsp:cNvSpPr/>
      </dsp:nvSpPr>
      <dsp:spPr>
        <a:xfrm>
          <a:off x="2971798" y="1676403"/>
          <a:ext cx="2161877" cy="1297126"/>
        </a:xfrm>
        <a:prstGeom prst="roundRect">
          <a:avLst>
            <a:gd name="adj" fmla="val 10000"/>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Quyền giao kết hợp đồng</a:t>
          </a:r>
        </a:p>
      </dsp:txBody>
      <dsp:txXfrm>
        <a:off x="3009790" y="1714395"/>
        <a:ext cx="2085893" cy="1221142"/>
      </dsp:txXfrm>
    </dsp:sp>
    <dsp:sp modelId="{3BF91680-686D-47A1-BB6B-B37284103BC1}">
      <dsp:nvSpPr>
        <dsp:cNvPr id="0" name=""/>
        <dsp:cNvSpPr/>
      </dsp:nvSpPr>
      <dsp:spPr>
        <a:xfrm>
          <a:off x="5336156" y="2056893"/>
          <a:ext cx="429260" cy="536145"/>
        </a:xfrm>
        <a:prstGeom prst="rightArrow">
          <a:avLst>
            <a:gd name="adj1" fmla="val 60000"/>
            <a:gd name="adj2" fmla="val 50000"/>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336156" y="2164122"/>
        <a:ext cx="300482" cy="321687"/>
      </dsp:txXfrm>
    </dsp:sp>
    <dsp:sp modelId="{68AACC8A-14F9-4494-A65C-C66143128970}">
      <dsp:nvSpPr>
        <dsp:cNvPr id="0" name=""/>
        <dsp:cNvSpPr/>
      </dsp:nvSpPr>
      <dsp:spPr>
        <a:xfrm>
          <a:off x="5943601" y="1676403"/>
          <a:ext cx="2161877" cy="1297126"/>
        </a:xfrm>
        <a:prstGeom prst="roundRect">
          <a:avLst>
            <a:gd name="adj" fmla="val 10000"/>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Quyền thừa kế</a:t>
          </a:r>
        </a:p>
      </dsp:txBody>
      <dsp:txXfrm>
        <a:off x="5981593" y="1714395"/>
        <a:ext cx="2085893" cy="122114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087005-D6D1-4855-AD70-499BEC2EC47B}">
      <dsp:nvSpPr>
        <dsp:cNvPr id="0" name=""/>
        <dsp:cNvSpPr/>
      </dsp:nvSpPr>
      <dsp:spPr>
        <a:xfrm>
          <a:off x="2667012" y="2036683"/>
          <a:ext cx="2489279" cy="2489279"/>
        </a:xfrm>
        <a:prstGeom prst="gear9">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t>Quyền định đoạt</a:t>
          </a:r>
        </a:p>
      </dsp:txBody>
      <dsp:txXfrm>
        <a:off x="3167468" y="2619785"/>
        <a:ext cx="1488367" cy="1279541"/>
      </dsp:txXfrm>
    </dsp:sp>
    <dsp:sp modelId="{BFF6D8C5-460A-4C02-A6B8-03DA9919ABDE}">
      <dsp:nvSpPr>
        <dsp:cNvPr id="0" name=""/>
        <dsp:cNvSpPr/>
      </dsp:nvSpPr>
      <dsp:spPr>
        <a:xfrm>
          <a:off x="1447794" y="1448308"/>
          <a:ext cx="1810385" cy="1810385"/>
        </a:xfrm>
        <a:prstGeom prst="gear6">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a:t>Quyền sử dụng</a:t>
          </a:r>
        </a:p>
      </dsp:txBody>
      <dsp:txXfrm>
        <a:off x="1903564" y="1906833"/>
        <a:ext cx="898845" cy="893335"/>
      </dsp:txXfrm>
    </dsp:sp>
    <dsp:sp modelId="{38B2C30D-5053-4EF8-BBF6-7CE3ADF70EB0}">
      <dsp:nvSpPr>
        <dsp:cNvPr id="0" name=""/>
        <dsp:cNvSpPr/>
      </dsp:nvSpPr>
      <dsp:spPr>
        <a:xfrm rot="20700000">
          <a:off x="2485319" y="199327"/>
          <a:ext cx="1773807" cy="1773807"/>
        </a:xfrm>
        <a:prstGeom prst="gear6">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a:t>Quyền chiếm hữu</a:t>
          </a:r>
        </a:p>
      </dsp:txBody>
      <dsp:txXfrm rot="-20700000">
        <a:off x="2874367" y="588375"/>
        <a:ext cx="995711" cy="995711"/>
      </dsp:txXfrm>
    </dsp:sp>
    <dsp:sp modelId="{77DE05F2-6048-4A08-BBC0-5E75DFB67B36}">
      <dsp:nvSpPr>
        <dsp:cNvPr id="0" name=""/>
        <dsp:cNvSpPr/>
      </dsp:nvSpPr>
      <dsp:spPr>
        <a:xfrm>
          <a:off x="2209791" y="1658974"/>
          <a:ext cx="3186277" cy="3186277"/>
        </a:xfrm>
        <a:prstGeom prst="circularArrow">
          <a:avLst>
            <a:gd name="adj1" fmla="val 4687"/>
            <a:gd name="adj2" fmla="val 299029"/>
            <a:gd name="adj3" fmla="val 2523572"/>
            <a:gd name="adj4" fmla="val 15845412"/>
            <a:gd name="adj5" fmla="val 5469"/>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91DCD381-15A2-4E07-8AC3-2DB52A1C05A1}">
      <dsp:nvSpPr>
        <dsp:cNvPr id="0" name=""/>
        <dsp:cNvSpPr/>
      </dsp:nvSpPr>
      <dsp:spPr>
        <a:xfrm>
          <a:off x="1142959" y="1046315"/>
          <a:ext cx="2315030" cy="2315030"/>
        </a:xfrm>
        <a:prstGeom prst="leftCircularArrow">
          <a:avLst>
            <a:gd name="adj1" fmla="val 6452"/>
            <a:gd name="adj2" fmla="val 429999"/>
            <a:gd name="adj3" fmla="val 10489124"/>
            <a:gd name="adj4" fmla="val 14837806"/>
            <a:gd name="adj5" fmla="val 7527"/>
          </a:avLst>
        </a:prstGeom>
        <a:solidFill>
          <a:schemeClr val="accent2">
            <a:hueOff val="2340759"/>
            <a:satOff val="-2919"/>
            <a:lumOff val="686"/>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6152B839-EA8E-47C9-9AB3-3727D11924D0}">
      <dsp:nvSpPr>
        <dsp:cNvPr id="0" name=""/>
        <dsp:cNvSpPr/>
      </dsp:nvSpPr>
      <dsp:spPr>
        <a:xfrm>
          <a:off x="2075943" y="-190626"/>
          <a:ext cx="2496068" cy="2496068"/>
        </a:xfrm>
        <a:prstGeom prst="circularArrow">
          <a:avLst>
            <a:gd name="adj1" fmla="val 5984"/>
            <a:gd name="adj2" fmla="val 394124"/>
            <a:gd name="adj3" fmla="val 13313824"/>
            <a:gd name="adj4" fmla="val 10508221"/>
            <a:gd name="adj5" fmla="val 6981"/>
          </a:avLst>
        </a:prstGeom>
        <a:solidFill>
          <a:schemeClr val="accent2">
            <a:hueOff val="4681519"/>
            <a:satOff val="-5839"/>
            <a:lumOff val="1373"/>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1AABB-7DF1-4EAD-8B75-9A9CE7A1B282}">
      <dsp:nvSpPr>
        <dsp:cNvPr id="0" name=""/>
        <dsp:cNvSpPr/>
      </dsp:nvSpPr>
      <dsp:spPr>
        <a:xfrm>
          <a:off x="0" y="591343"/>
          <a:ext cx="2571749" cy="1543050"/>
        </a:xfrm>
        <a:prstGeom prst="rect">
          <a:avLst/>
        </a:prstGeom>
        <a:solidFill>
          <a:schemeClr val="accent2">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Người lập di chúc</a:t>
          </a:r>
        </a:p>
      </dsp:txBody>
      <dsp:txXfrm>
        <a:off x="0" y="591343"/>
        <a:ext cx="2571749" cy="1543050"/>
      </dsp:txXfrm>
    </dsp:sp>
    <dsp:sp modelId="{C0C74CE4-6269-4DB4-A16C-83E11EB6D05E}">
      <dsp:nvSpPr>
        <dsp:cNvPr id="0" name=""/>
        <dsp:cNvSpPr/>
      </dsp:nvSpPr>
      <dsp:spPr>
        <a:xfrm>
          <a:off x="2828925" y="591343"/>
          <a:ext cx="2571749" cy="1543050"/>
        </a:xfrm>
        <a:prstGeom prst="rect">
          <a:avLst/>
        </a:prstGeom>
        <a:solidFill>
          <a:schemeClr val="accent2">
            <a:hueOff val="1170380"/>
            <a:satOff val="-1460"/>
            <a:lumOff val="343"/>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Hình thức của di chúc</a:t>
          </a:r>
        </a:p>
      </dsp:txBody>
      <dsp:txXfrm>
        <a:off x="2828925" y="591343"/>
        <a:ext cx="2571749" cy="1543050"/>
      </dsp:txXfrm>
    </dsp:sp>
    <dsp:sp modelId="{2248128F-6771-4F55-9E53-997CB3A08680}">
      <dsp:nvSpPr>
        <dsp:cNvPr id="0" name=""/>
        <dsp:cNvSpPr/>
      </dsp:nvSpPr>
      <dsp:spPr>
        <a:xfrm>
          <a:off x="5657849" y="591343"/>
          <a:ext cx="2571749" cy="1543050"/>
        </a:xfrm>
        <a:prstGeom prst="rect">
          <a:avLst/>
        </a:prstGeom>
        <a:solidFill>
          <a:schemeClr val="accent2">
            <a:hueOff val="2340759"/>
            <a:satOff val="-2919"/>
            <a:lumOff val="686"/>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Điều kiện di chúc hợp pháp</a:t>
          </a:r>
        </a:p>
      </dsp:txBody>
      <dsp:txXfrm>
        <a:off x="5657849" y="591343"/>
        <a:ext cx="2571749" cy="1543050"/>
      </dsp:txXfrm>
    </dsp:sp>
    <dsp:sp modelId="{5194CE6E-3500-458F-802D-FCB152393EA8}">
      <dsp:nvSpPr>
        <dsp:cNvPr id="0" name=""/>
        <dsp:cNvSpPr/>
      </dsp:nvSpPr>
      <dsp:spPr>
        <a:xfrm>
          <a:off x="1414462" y="2391569"/>
          <a:ext cx="2571749" cy="1543050"/>
        </a:xfrm>
        <a:prstGeom prst="rect">
          <a:avLst/>
        </a:prstGeom>
        <a:solidFill>
          <a:schemeClr val="accent2">
            <a:hueOff val="3511139"/>
            <a:satOff val="-4379"/>
            <a:lumOff val="103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Nội dung của di chúc</a:t>
          </a:r>
        </a:p>
      </dsp:txBody>
      <dsp:txXfrm>
        <a:off x="1414462" y="2391569"/>
        <a:ext cx="2571749" cy="1543050"/>
      </dsp:txXfrm>
    </dsp:sp>
    <dsp:sp modelId="{421B0D33-9320-4F06-BE59-C2F5C077ED91}">
      <dsp:nvSpPr>
        <dsp:cNvPr id="0" name=""/>
        <dsp:cNvSpPr/>
      </dsp:nvSpPr>
      <dsp:spPr>
        <a:xfrm>
          <a:off x="4243387" y="2391569"/>
          <a:ext cx="2571749" cy="1543050"/>
        </a:xfrm>
        <a:prstGeom prst="rect">
          <a:avLst/>
        </a:prstGeom>
        <a:solidFill>
          <a:schemeClr val="accent2">
            <a:hueOff val="4681519"/>
            <a:satOff val="-5839"/>
            <a:lumOff val="1373"/>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Người thừa kế không phụ thuộc vào di chúc</a:t>
          </a:r>
        </a:p>
      </dsp:txBody>
      <dsp:txXfrm>
        <a:off x="4243387" y="2391569"/>
        <a:ext cx="2571749" cy="154305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6FB1AF-5DED-488C-B09A-4B47AC053F86}">
      <dsp:nvSpPr>
        <dsp:cNvPr id="0" name=""/>
        <dsp:cNvSpPr/>
      </dsp:nvSpPr>
      <dsp:spPr>
        <a:xfrm>
          <a:off x="3025851" y="1624"/>
          <a:ext cx="1981205" cy="1051303"/>
        </a:xfrm>
        <a:prstGeom prst="roundRect">
          <a:avLst/>
        </a:prstGeom>
        <a:gradFill rotWithShape="0">
          <a:gsLst>
            <a:gs pos="0">
              <a:schemeClr val="accent3">
                <a:shade val="80000"/>
                <a:hueOff val="0"/>
                <a:satOff val="0"/>
                <a:lumOff val="0"/>
                <a:alphaOff val="0"/>
                <a:shade val="51000"/>
                <a:satMod val="130000"/>
              </a:schemeClr>
            </a:gs>
            <a:gs pos="80000">
              <a:schemeClr val="accent3">
                <a:shade val="80000"/>
                <a:hueOff val="0"/>
                <a:satOff val="0"/>
                <a:lumOff val="0"/>
                <a:alphaOff val="0"/>
                <a:shade val="93000"/>
                <a:satMod val="130000"/>
              </a:schemeClr>
            </a:gs>
            <a:gs pos="100000">
              <a:schemeClr val="accent3">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solidFill>
                <a:schemeClr val="tx1"/>
              </a:solidFill>
            </a:rPr>
            <a:t>Điều kiện kết hôn</a:t>
          </a:r>
        </a:p>
      </dsp:txBody>
      <dsp:txXfrm>
        <a:off x="3077171" y="52944"/>
        <a:ext cx="1878565" cy="948663"/>
      </dsp:txXfrm>
    </dsp:sp>
    <dsp:sp modelId="{B9E1BC3C-AAAB-4F06-9FCC-2DC2D361B012}">
      <dsp:nvSpPr>
        <dsp:cNvPr id="0" name=""/>
        <dsp:cNvSpPr/>
      </dsp:nvSpPr>
      <dsp:spPr>
        <a:xfrm>
          <a:off x="2280749" y="527276"/>
          <a:ext cx="3471410" cy="3471410"/>
        </a:xfrm>
        <a:custGeom>
          <a:avLst/>
          <a:gdLst/>
          <a:ahLst/>
          <a:cxnLst/>
          <a:rect l="0" t="0" r="0" b="0"/>
          <a:pathLst>
            <a:path>
              <a:moveTo>
                <a:pt x="2901182" y="449495"/>
              </a:moveTo>
              <a:arcTo wR="1735705" hR="1735705" stAng="18730846" swAng="1368620"/>
            </a:path>
          </a:pathLst>
        </a:custGeom>
        <a:noFill/>
        <a:ln w="9525" cap="flat" cmpd="sng" algn="ctr">
          <a:solidFill>
            <a:schemeClr val="accent3">
              <a:shade val="90000"/>
              <a:hueOff val="0"/>
              <a:satOff val="0"/>
              <a:lumOff val="0"/>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5B629FF7-3F39-4A1E-8503-DFF09877EBB1}">
      <dsp:nvSpPr>
        <dsp:cNvPr id="0" name=""/>
        <dsp:cNvSpPr/>
      </dsp:nvSpPr>
      <dsp:spPr>
        <a:xfrm>
          <a:off x="4351168" y="1737329"/>
          <a:ext cx="2801982" cy="1051303"/>
        </a:xfrm>
        <a:prstGeom prst="roundRect">
          <a:avLst/>
        </a:prstGeom>
        <a:gradFill rotWithShape="0">
          <a:gsLst>
            <a:gs pos="0">
              <a:schemeClr val="accent3">
                <a:shade val="80000"/>
                <a:hueOff val="72969"/>
                <a:satOff val="-477"/>
                <a:lumOff val="8185"/>
                <a:alphaOff val="0"/>
                <a:shade val="51000"/>
                <a:satMod val="130000"/>
              </a:schemeClr>
            </a:gs>
            <a:gs pos="80000">
              <a:schemeClr val="accent3">
                <a:shade val="80000"/>
                <a:hueOff val="72969"/>
                <a:satOff val="-477"/>
                <a:lumOff val="8185"/>
                <a:alphaOff val="0"/>
                <a:shade val="93000"/>
                <a:satMod val="130000"/>
              </a:schemeClr>
            </a:gs>
            <a:gs pos="100000">
              <a:schemeClr val="accent3">
                <a:shade val="80000"/>
                <a:hueOff val="72969"/>
                <a:satOff val="-477"/>
                <a:lumOff val="818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solidFill>
                <a:schemeClr val="tx1"/>
              </a:solidFill>
            </a:rPr>
            <a:t>Thẩm quyền đăng kí kết hôn</a:t>
          </a:r>
        </a:p>
      </dsp:txBody>
      <dsp:txXfrm>
        <a:off x="4402488" y="1788649"/>
        <a:ext cx="2699342" cy="948663"/>
      </dsp:txXfrm>
    </dsp:sp>
    <dsp:sp modelId="{A6E7D55B-5E89-4E04-8F3D-0E0D4D990B01}">
      <dsp:nvSpPr>
        <dsp:cNvPr id="0" name=""/>
        <dsp:cNvSpPr/>
      </dsp:nvSpPr>
      <dsp:spPr>
        <a:xfrm>
          <a:off x="1969943" y="216470"/>
          <a:ext cx="3471410" cy="3471410"/>
        </a:xfrm>
        <a:custGeom>
          <a:avLst/>
          <a:gdLst/>
          <a:ahLst/>
          <a:cxnLst/>
          <a:rect l="0" t="0" r="0" b="0"/>
          <a:pathLst>
            <a:path>
              <a:moveTo>
                <a:pt x="3154021" y="2736231"/>
              </a:moveTo>
              <a:arcTo wR="1735705" hR="1735705" stAng="2112023" swAng="1175955"/>
            </a:path>
          </a:pathLst>
        </a:custGeom>
        <a:noFill/>
        <a:ln w="9525" cap="flat" cmpd="sng" algn="ctr">
          <a:solidFill>
            <a:schemeClr val="accent3">
              <a:shade val="90000"/>
              <a:hueOff val="72965"/>
              <a:satOff val="-1177"/>
              <a:lumOff val="7274"/>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6A07CE40-8847-4413-B1D1-28627C01C6ED}">
      <dsp:nvSpPr>
        <dsp:cNvPr id="0" name=""/>
        <dsp:cNvSpPr/>
      </dsp:nvSpPr>
      <dsp:spPr>
        <a:xfrm>
          <a:off x="2766455" y="3473035"/>
          <a:ext cx="2499999" cy="1051303"/>
        </a:xfrm>
        <a:prstGeom prst="roundRect">
          <a:avLst/>
        </a:prstGeom>
        <a:gradFill rotWithShape="0">
          <a:gsLst>
            <a:gs pos="0">
              <a:schemeClr val="accent3">
                <a:shade val="80000"/>
                <a:hueOff val="145938"/>
                <a:satOff val="-954"/>
                <a:lumOff val="16369"/>
                <a:alphaOff val="0"/>
                <a:shade val="51000"/>
                <a:satMod val="130000"/>
              </a:schemeClr>
            </a:gs>
            <a:gs pos="80000">
              <a:schemeClr val="accent3">
                <a:shade val="80000"/>
                <a:hueOff val="145938"/>
                <a:satOff val="-954"/>
                <a:lumOff val="16369"/>
                <a:alphaOff val="0"/>
                <a:shade val="93000"/>
                <a:satMod val="130000"/>
              </a:schemeClr>
            </a:gs>
            <a:gs pos="100000">
              <a:schemeClr val="accent3">
                <a:shade val="80000"/>
                <a:hueOff val="145938"/>
                <a:satOff val="-954"/>
                <a:lumOff val="1636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solidFill>
                <a:schemeClr val="tx1"/>
              </a:solidFill>
            </a:rPr>
            <a:t>Đăng kí kết hôn</a:t>
          </a:r>
        </a:p>
      </dsp:txBody>
      <dsp:txXfrm>
        <a:off x="2817775" y="3524355"/>
        <a:ext cx="2397359" cy="948663"/>
      </dsp:txXfrm>
    </dsp:sp>
    <dsp:sp modelId="{8CE97807-01A3-4E58-8660-3B6E6B5CC6E0}">
      <dsp:nvSpPr>
        <dsp:cNvPr id="0" name=""/>
        <dsp:cNvSpPr/>
      </dsp:nvSpPr>
      <dsp:spPr>
        <a:xfrm>
          <a:off x="2591554" y="216470"/>
          <a:ext cx="3471410" cy="3471410"/>
        </a:xfrm>
        <a:custGeom>
          <a:avLst/>
          <a:gdLst/>
          <a:ahLst/>
          <a:cxnLst/>
          <a:rect l="0" t="0" r="0" b="0"/>
          <a:pathLst>
            <a:path>
              <a:moveTo>
                <a:pt x="735179" y="3154021"/>
              </a:moveTo>
              <a:arcTo wR="1735705" hR="1735705" stAng="7512023" swAng="1175955"/>
            </a:path>
          </a:pathLst>
        </a:custGeom>
        <a:noFill/>
        <a:ln w="9525" cap="flat" cmpd="sng" algn="ctr">
          <a:solidFill>
            <a:schemeClr val="accent3">
              <a:shade val="90000"/>
              <a:hueOff val="145929"/>
              <a:satOff val="-2355"/>
              <a:lumOff val="14547"/>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C4FAB207-E8D8-4F1F-B555-2B12899634B0}">
      <dsp:nvSpPr>
        <dsp:cNvPr id="0" name=""/>
        <dsp:cNvSpPr/>
      </dsp:nvSpPr>
      <dsp:spPr>
        <a:xfrm>
          <a:off x="1076449" y="1737329"/>
          <a:ext cx="2408600" cy="1051303"/>
        </a:xfrm>
        <a:prstGeom prst="roundRect">
          <a:avLst/>
        </a:prstGeom>
        <a:gradFill rotWithShape="0">
          <a:gsLst>
            <a:gs pos="0">
              <a:schemeClr val="accent3">
                <a:shade val="80000"/>
                <a:hueOff val="218907"/>
                <a:satOff val="-1431"/>
                <a:lumOff val="24554"/>
                <a:alphaOff val="0"/>
                <a:shade val="51000"/>
                <a:satMod val="130000"/>
              </a:schemeClr>
            </a:gs>
            <a:gs pos="80000">
              <a:schemeClr val="accent3">
                <a:shade val="80000"/>
                <a:hueOff val="218907"/>
                <a:satOff val="-1431"/>
                <a:lumOff val="24554"/>
                <a:alphaOff val="0"/>
                <a:shade val="93000"/>
                <a:satMod val="130000"/>
              </a:schemeClr>
            </a:gs>
            <a:gs pos="100000">
              <a:schemeClr val="accent3">
                <a:shade val="80000"/>
                <a:hueOff val="218907"/>
                <a:satOff val="-1431"/>
                <a:lumOff val="2455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solidFill>
                <a:schemeClr val="tx1"/>
              </a:solidFill>
            </a:rPr>
            <a:t>Các trường hợp cấm kết hôn</a:t>
          </a:r>
        </a:p>
      </dsp:txBody>
      <dsp:txXfrm>
        <a:off x="1127769" y="1788649"/>
        <a:ext cx="2305960" cy="948663"/>
      </dsp:txXfrm>
    </dsp:sp>
    <dsp:sp modelId="{7A776E79-7CBB-40C3-84C8-0B754C841BB0}">
      <dsp:nvSpPr>
        <dsp:cNvPr id="0" name=""/>
        <dsp:cNvSpPr/>
      </dsp:nvSpPr>
      <dsp:spPr>
        <a:xfrm>
          <a:off x="2280749" y="527276"/>
          <a:ext cx="3471410" cy="3471410"/>
        </a:xfrm>
        <a:custGeom>
          <a:avLst/>
          <a:gdLst/>
          <a:ahLst/>
          <a:cxnLst/>
          <a:rect l="0" t="0" r="0" b="0"/>
          <a:pathLst>
            <a:path>
              <a:moveTo>
                <a:pt x="162736" y="1001920"/>
              </a:moveTo>
              <a:arcTo wR="1735705" hR="1735705" stAng="12300534" swAng="1368620"/>
            </a:path>
          </a:pathLst>
        </a:custGeom>
        <a:noFill/>
        <a:ln w="9525" cap="flat" cmpd="sng" algn="ctr">
          <a:solidFill>
            <a:schemeClr val="accent3">
              <a:shade val="90000"/>
              <a:hueOff val="218894"/>
              <a:satOff val="-3532"/>
              <a:lumOff val="21821"/>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790C16-4861-4CF7-ADB9-C14946D33ACB}">
      <dsp:nvSpPr>
        <dsp:cNvPr id="0" name=""/>
        <dsp:cNvSpPr/>
      </dsp:nvSpPr>
      <dsp:spPr>
        <a:xfrm rot="5400000">
          <a:off x="4713034" y="-1529550"/>
          <a:ext cx="1766186" cy="5266944"/>
        </a:xfrm>
        <a:prstGeom prst="round2SameRect">
          <a:avLst/>
        </a:prstGeom>
        <a:solidFill>
          <a:schemeClr val="accent2">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US" sz="1900" kern="1200"/>
            <a:t>Tài sản do vợ chồng tạo ra, thu nhập do sản xuất, kinh doan và những tà sản hợp pháp khác của vợ chồng trong thời kì hôn nhân. </a:t>
          </a:r>
        </a:p>
        <a:p>
          <a:pPr marL="171450" lvl="1" indent="-171450" algn="l" defTabSz="844550">
            <a:lnSpc>
              <a:spcPct val="90000"/>
            </a:lnSpc>
            <a:spcBef>
              <a:spcPct val="0"/>
            </a:spcBef>
            <a:spcAft>
              <a:spcPct val="15000"/>
            </a:spcAft>
            <a:buChar char="•"/>
          </a:pPr>
          <a:r>
            <a:rPr lang="en-US" sz="1900" kern="1200"/>
            <a:t>Tài sản chung của vợ chồng thuộc sở hữu chung hợp nhất</a:t>
          </a:r>
        </a:p>
      </dsp:txBody>
      <dsp:txXfrm rot="-5400000">
        <a:off x="2962655" y="307047"/>
        <a:ext cx="5180726" cy="1593750"/>
      </dsp:txXfrm>
    </dsp:sp>
    <dsp:sp modelId="{6D30EAEA-A43E-4BD7-B317-5641D2934774}">
      <dsp:nvSpPr>
        <dsp:cNvPr id="0" name=""/>
        <dsp:cNvSpPr/>
      </dsp:nvSpPr>
      <dsp:spPr>
        <a:xfrm>
          <a:off x="0" y="55"/>
          <a:ext cx="2962656" cy="2207732"/>
        </a:xfrm>
        <a:prstGeom prst="round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3830" tIns="81915" rIns="163830" bIns="81915" numCol="1" spcCol="1270" anchor="ctr" anchorCtr="0">
          <a:noAutofit/>
        </a:bodyPr>
        <a:lstStyle/>
        <a:p>
          <a:pPr marL="0" lvl="0" indent="0" algn="ctr" defTabSz="1911350">
            <a:lnSpc>
              <a:spcPct val="90000"/>
            </a:lnSpc>
            <a:spcBef>
              <a:spcPct val="0"/>
            </a:spcBef>
            <a:spcAft>
              <a:spcPct val="35000"/>
            </a:spcAft>
            <a:buNone/>
          </a:pPr>
          <a:r>
            <a:rPr lang="en-US" sz="4300" kern="1200"/>
            <a:t>Tài sản chung của vợ chồng</a:t>
          </a:r>
        </a:p>
      </dsp:txBody>
      <dsp:txXfrm>
        <a:off x="107773" y="107828"/>
        <a:ext cx="2747110" cy="1992186"/>
      </dsp:txXfrm>
    </dsp:sp>
    <dsp:sp modelId="{F85F5A37-D3F6-4A98-B8D9-6B6EB1C08DE5}">
      <dsp:nvSpPr>
        <dsp:cNvPr id="0" name=""/>
        <dsp:cNvSpPr/>
      </dsp:nvSpPr>
      <dsp:spPr>
        <a:xfrm rot="5400000">
          <a:off x="4713034" y="788569"/>
          <a:ext cx="1766186" cy="5266944"/>
        </a:xfrm>
        <a:prstGeom prst="round2SameRect">
          <a:avLst/>
        </a:prstGeom>
        <a:solidFill>
          <a:schemeClr val="accent2">
            <a:tint val="40000"/>
            <a:alpha val="90000"/>
            <a:hueOff val="5025821"/>
            <a:satOff val="-4378"/>
            <a:lumOff val="-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US" sz="1900" kern="1200"/>
            <a:t>Vợ chồng có quyền có tài sản riêng</a:t>
          </a:r>
        </a:p>
        <a:p>
          <a:pPr marL="171450" lvl="1" indent="-171450" algn="l" defTabSz="844550">
            <a:lnSpc>
              <a:spcPct val="90000"/>
            </a:lnSpc>
            <a:spcBef>
              <a:spcPct val="0"/>
            </a:spcBef>
            <a:spcAft>
              <a:spcPct val="15000"/>
            </a:spcAft>
            <a:buChar char="•"/>
          </a:pPr>
          <a:r>
            <a:rPr lang="en-US" sz="1900" kern="1200"/>
            <a:t>Tài sản mà mỗi người có trước khi kết hôn; được thừa kế riêng, tặng cho riêng trong thời kì hôn nhân; tài sản được chia riêng cho vợ chồng trong thời kì hôn nhân theo thỏa thuận của vợ, chồng</a:t>
          </a:r>
        </a:p>
      </dsp:txBody>
      <dsp:txXfrm rot="-5400000">
        <a:off x="2962655" y="2625166"/>
        <a:ext cx="5180726" cy="1593750"/>
      </dsp:txXfrm>
    </dsp:sp>
    <dsp:sp modelId="{7D00A071-6578-4CEA-A437-5EE6472B72AC}">
      <dsp:nvSpPr>
        <dsp:cNvPr id="0" name=""/>
        <dsp:cNvSpPr/>
      </dsp:nvSpPr>
      <dsp:spPr>
        <a:xfrm>
          <a:off x="0" y="2318174"/>
          <a:ext cx="2962656" cy="2207732"/>
        </a:xfrm>
        <a:prstGeom prst="roundRect">
          <a:avLst/>
        </a:prstGeom>
        <a:solidFill>
          <a:schemeClr val="accent2">
            <a:hueOff val="4681519"/>
            <a:satOff val="-5839"/>
            <a:lumOff val="1373"/>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3830" tIns="81915" rIns="163830" bIns="81915" numCol="1" spcCol="1270" anchor="ctr" anchorCtr="0">
          <a:noAutofit/>
        </a:bodyPr>
        <a:lstStyle/>
        <a:p>
          <a:pPr marL="0" lvl="0" indent="0" algn="ctr" defTabSz="1911350">
            <a:lnSpc>
              <a:spcPct val="90000"/>
            </a:lnSpc>
            <a:spcBef>
              <a:spcPct val="0"/>
            </a:spcBef>
            <a:spcAft>
              <a:spcPct val="35000"/>
            </a:spcAft>
            <a:buNone/>
          </a:pPr>
          <a:r>
            <a:rPr lang="en-US" sz="4300" kern="1200"/>
            <a:t>Tài sản riêng của vợ, chồng</a:t>
          </a:r>
        </a:p>
      </dsp:txBody>
      <dsp:txXfrm>
        <a:off x="107773" y="2425947"/>
        <a:ext cx="2747110" cy="199218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D2A4E4-1B09-4F3C-BC31-2429268A2825}">
      <dsp:nvSpPr>
        <dsp:cNvPr id="0" name=""/>
        <dsp:cNvSpPr/>
      </dsp:nvSpPr>
      <dsp:spPr>
        <a:xfrm>
          <a:off x="617219" y="0"/>
          <a:ext cx="6995160" cy="4525963"/>
        </a:xfrm>
        <a:prstGeom prst="rightArrow">
          <a:avLst/>
        </a:prstGeom>
        <a:gradFill rotWithShape="0">
          <a:gsLst>
            <a:gs pos="0">
              <a:schemeClr val="accent2">
                <a:tint val="40000"/>
                <a:hueOff val="0"/>
                <a:satOff val="0"/>
                <a:lumOff val="0"/>
                <a:alphaOff val="0"/>
                <a:shade val="51000"/>
                <a:satMod val="130000"/>
              </a:schemeClr>
            </a:gs>
            <a:gs pos="80000">
              <a:schemeClr val="accent2">
                <a:tint val="40000"/>
                <a:hueOff val="0"/>
                <a:satOff val="0"/>
                <a:lumOff val="0"/>
                <a:alphaOff val="0"/>
                <a:shade val="93000"/>
                <a:satMod val="130000"/>
              </a:schemeClr>
            </a:gs>
            <a:gs pos="100000">
              <a:schemeClr val="accent2">
                <a:tint val="40000"/>
                <a:hueOff val="0"/>
                <a:satOff val="0"/>
                <a:lumOff val="0"/>
                <a:alphaOff val="0"/>
                <a:shade val="94000"/>
                <a:satMod val="135000"/>
              </a:schemeClr>
            </a:gs>
          </a:gsLst>
          <a:lin ang="162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63AA6E2A-91B9-4788-AF06-9B96797CB767}">
      <dsp:nvSpPr>
        <dsp:cNvPr id="0" name=""/>
        <dsp:cNvSpPr/>
      </dsp:nvSpPr>
      <dsp:spPr>
        <a:xfrm>
          <a:off x="8840" y="1357788"/>
          <a:ext cx="2648902" cy="1810385"/>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Người được nhận làm con nuôi</a:t>
          </a:r>
        </a:p>
      </dsp:txBody>
      <dsp:txXfrm>
        <a:off x="97216" y="1446164"/>
        <a:ext cx="2472150" cy="1633633"/>
      </dsp:txXfrm>
    </dsp:sp>
    <dsp:sp modelId="{583F0345-B836-4919-B44E-D2F4D9199D95}">
      <dsp:nvSpPr>
        <dsp:cNvPr id="0" name=""/>
        <dsp:cNvSpPr/>
      </dsp:nvSpPr>
      <dsp:spPr>
        <a:xfrm>
          <a:off x="2790348" y="1357788"/>
          <a:ext cx="2648902" cy="1810385"/>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Điều kiện đối với người nhận nuôi con nuôi</a:t>
          </a:r>
        </a:p>
      </dsp:txBody>
      <dsp:txXfrm>
        <a:off x="2878724" y="1446164"/>
        <a:ext cx="2472150" cy="1633633"/>
      </dsp:txXfrm>
    </dsp:sp>
    <dsp:sp modelId="{3F36C6D8-5ADC-483C-939C-24583F608BA9}">
      <dsp:nvSpPr>
        <dsp:cNvPr id="0" name=""/>
        <dsp:cNvSpPr/>
      </dsp:nvSpPr>
      <dsp:spPr>
        <a:xfrm>
          <a:off x="5571857" y="1357788"/>
          <a:ext cx="2648902" cy="1810385"/>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Đăng kí việc nuôi con nuôi</a:t>
          </a:r>
        </a:p>
      </dsp:txBody>
      <dsp:txXfrm>
        <a:off x="5660233" y="1446164"/>
        <a:ext cx="2472150" cy="163363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31887D-6F8A-4B46-99B6-696EAB871506}">
      <dsp:nvSpPr>
        <dsp:cNvPr id="0" name=""/>
        <dsp:cNvSpPr/>
      </dsp:nvSpPr>
      <dsp:spPr>
        <a:xfrm>
          <a:off x="3749318" y="904845"/>
          <a:ext cx="696763" cy="91440"/>
        </a:xfrm>
        <a:custGeom>
          <a:avLst/>
          <a:gdLst/>
          <a:ahLst/>
          <a:cxnLst/>
          <a:rect l="0" t="0" r="0" b="0"/>
          <a:pathLst>
            <a:path>
              <a:moveTo>
                <a:pt x="0" y="45720"/>
              </a:moveTo>
              <a:lnTo>
                <a:pt x="696763" y="45720"/>
              </a:lnTo>
            </a:path>
          </a:pathLst>
        </a:custGeom>
        <a:noFill/>
        <a:ln w="9525" cap="flat" cmpd="sng" algn="ctr">
          <a:solidFill>
            <a:schemeClr val="accent4">
              <a:hueOff val="0"/>
              <a:satOff val="0"/>
              <a:lumOff val="0"/>
              <a:alphaOff val="0"/>
            </a:schemeClr>
          </a:solidFill>
          <a:prstDash val="solid"/>
          <a:tailEnd type="arrow"/>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79515" y="946928"/>
        <a:ext cx="36368" cy="7273"/>
      </dsp:txXfrm>
    </dsp:sp>
    <dsp:sp modelId="{DCA49381-E1A5-49C2-8B10-856872D37977}">
      <dsp:nvSpPr>
        <dsp:cNvPr id="0" name=""/>
        <dsp:cNvSpPr/>
      </dsp:nvSpPr>
      <dsp:spPr>
        <a:xfrm>
          <a:off x="588669" y="1830"/>
          <a:ext cx="3162448" cy="1897469"/>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sz="3200" kern="1200"/>
            <a:t>Quyền yêu cầu tòa án giải quyết việc li hôn</a:t>
          </a:r>
        </a:p>
      </dsp:txBody>
      <dsp:txXfrm>
        <a:off x="588669" y="1830"/>
        <a:ext cx="3162448" cy="1897469"/>
      </dsp:txXfrm>
    </dsp:sp>
    <dsp:sp modelId="{601DAB94-2F69-46D6-B99A-710F8FD71A7D}">
      <dsp:nvSpPr>
        <dsp:cNvPr id="0" name=""/>
        <dsp:cNvSpPr/>
      </dsp:nvSpPr>
      <dsp:spPr>
        <a:xfrm>
          <a:off x="2169893" y="1897499"/>
          <a:ext cx="3889812" cy="696763"/>
        </a:xfrm>
        <a:custGeom>
          <a:avLst/>
          <a:gdLst/>
          <a:ahLst/>
          <a:cxnLst/>
          <a:rect l="0" t="0" r="0" b="0"/>
          <a:pathLst>
            <a:path>
              <a:moveTo>
                <a:pt x="3889812" y="0"/>
              </a:moveTo>
              <a:lnTo>
                <a:pt x="3889812" y="365481"/>
              </a:lnTo>
              <a:lnTo>
                <a:pt x="0" y="365481"/>
              </a:lnTo>
              <a:lnTo>
                <a:pt x="0" y="696763"/>
              </a:lnTo>
            </a:path>
          </a:pathLst>
        </a:custGeom>
        <a:noFill/>
        <a:ln w="9525" cap="flat" cmpd="sng" algn="ctr">
          <a:solidFill>
            <a:schemeClr val="accent4">
              <a:hueOff val="-2232385"/>
              <a:satOff val="13449"/>
              <a:lumOff val="1078"/>
              <a:alphaOff val="0"/>
            </a:schemeClr>
          </a:solidFill>
          <a:prstDash val="solid"/>
          <a:tailEnd type="arrow"/>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15869" y="2242244"/>
        <a:ext cx="197861" cy="7273"/>
      </dsp:txXfrm>
    </dsp:sp>
    <dsp:sp modelId="{1D2BE945-D9EA-4BEB-A469-6FF0817F0996}">
      <dsp:nvSpPr>
        <dsp:cNvPr id="0" name=""/>
        <dsp:cNvSpPr/>
      </dsp:nvSpPr>
      <dsp:spPr>
        <a:xfrm>
          <a:off x="4478481" y="1830"/>
          <a:ext cx="3162448" cy="1897469"/>
        </a:xfrm>
        <a:prstGeom prst="rect">
          <a:avLst/>
        </a:prstGeom>
        <a:gradFill rotWithShape="0">
          <a:gsLst>
            <a:gs pos="0">
              <a:schemeClr val="accent4">
                <a:hueOff val="-1488257"/>
                <a:satOff val="8966"/>
                <a:lumOff val="719"/>
                <a:alphaOff val="0"/>
                <a:shade val="51000"/>
                <a:satMod val="130000"/>
              </a:schemeClr>
            </a:gs>
            <a:gs pos="80000">
              <a:schemeClr val="accent4">
                <a:hueOff val="-1488257"/>
                <a:satOff val="8966"/>
                <a:lumOff val="719"/>
                <a:alphaOff val="0"/>
                <a:shade val="93000"/>
                <a:satMod val="130000"/>
              </a:schemeClr>
            </a:gs>
            <a:gs pos="100000">
              <a:schemeClr val="accent4">
                <a:hueOff val="-1488257"/>
                <a:satOff val="8966"/>
                <a:lumOff val="71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sz="3200" kern="1200"/>
            <a:t>Thuận tình li hôn</a:t>
          </a:r>
        </a:p>
      </dsp:txBody>
      <dsp:txXfrm>
        <a:off x="4478481" y="1830"/>
        <a:ext cx="3162448" cy="1897469"/>
      </dsp:txXfrm>
    </dsp:sp>
    <dsp:sp modelId="{6E6806F1-9317-46C5-A627-8657CBD4A693}">
      <dsp:nvSpPr>
        <dsp:cNvPr id="0" name=""/>
        <dsp:cNvSpPr/>
      </dsp:nvSpPr>
      <dsp:spPr>
        <a:xfrm>
          <a:off x="3749318" y="3529677"/>
          <a:ext cx="696763" cy="91440"/>
        </a:xfrm>
        <a:custGeom>
          <a:avLst/>
          <a:gdLst/>
          <a:ahLst/>
          <a:cxnLst/>
          <a:rect l="0" t="0" r="0" b="0"/>
          <a:pathLst>
            <a:path>
              <a:moveTo>
                <a:pt x="0" y="45720"/>
              </a:moveTo>
              <a:lnTo>
                <a:pt x="696763" y="45720"/>
              </a:lnTo>
            </a:path>
          </a:pathLst>
        </a:custGeom>
        <a:noFill/>
        <a:ln w="9525" cap="flat" cmpd="sng" algn="ctr">
          <a:solidFill>
            <a:schemeClr val="accent4">
              <a:hueOff val="-4464770"/>
              <a:satOff val="26899"/>
              <a:lumOff val="2156"/>
              <a:alphaOff val="0"/>
            </a:schemeClr>
          </a:solidFill>
          <a:prstDash val="solid"/>
          <a:tailEnd type="arrow"/>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79515" y="3571760"/>
        <a:ext cx="36368" cy="7273"/>
      </dsp:txXfrm>
    </dsp:sp>
    <dsp:sp modelId="{0AF52534-EE92-49FB-A84C-4E86BD2110AE}">
      <dsp:nvSpPr>
        <dsp:cNvPr id="0" name=""/>
        <dsp:cNvSpPr/>
      </dsp:nvSpPr>
      <dsp:spPr>
        <a:xfrm>
          <a:off x="588669" y="2626663"/>
          <a:ext cx="3162448" cy="1897469"/>
        </a:xfrm>
        <a:prstGeom prst="rect">
          <a:avLst/>
        </a:prstGeom>
        <a:gradFill rotWithShape="0">
          <a:gsLst>
            <a:gs pos="0">
              <a:schemeClr val="accent4">
                <a:hueOff val="-2976513"/>
                <a:satOff val="17933"/>
                <a:lumOff val="1437"/>
                <a:alphaOff val="0"/>
                <a:shade val="51000"/>
                <a:satMod val="130000"/>
              </a:schemeClr>
            </a:gs>
            <a:gs pos="80000">
              <a:schemeClr val="accent4">
                <a:hueOff val="-2976513"/>
                <a:satOff val="17933"/>
                <a:lumOff val="1437"/>
                <a:alphaOff val="0"/>
                <a:shade val="93000"/>
                <a:satMod val="130000"/>
              </a:schemeClr>
            </a:gs>
            <a:gs pos="100000">
              <a:schemeClr val="accent4">
                <a:hueOff val="-2976513"/>
                <a:satOff val="17933"/>
                <a:lumOff val="143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sz="3200" kern="1200"/>
            <a:t>Ly hôn theo yêu cầu của một bên</a:t>
          </a:r>
        </a:p>
      </dsp:txBody>
      <dsp:txXfrm>
        <a:off x="588669" y="2626663"/>
        <a:ext cx="3162448" cy="1897469"/>
      </dsp:txXfrm>
    </dsp:sp>
    <dsp:sp modelId="{1877CAF2-50BF-4A9A-B7D0-5B44A05F00B9}">
      <dsp:nvSpPr>
        <dsp:cNvPr id="0" name=""/>
        <dsp:cNvSpPr/>
      </dsp:nvSpPr>
      <dsp:spPr>
        <a:xfrm>
          <a:off x="4478481" y="2626663"/>
          <a:ext cx="3162448" cy="1897469"/>
        </a:xfrm>
        <a:prstGeom prst="rect">
          <a:avLst/>
        </a:prstGeom>
        <a:gradFill rotWithShape="0">
          <a:gsLst>
            <a:gs pos="0">
              <a:schemeClr val="accent4">
                <a:hueOff val="-4464770"/>
                <a:satOff val="26899"/>
                <a:lumOff val="2156"/>
                <a:alphaOff val="0"/>
                <a:shade val="51000"/>
                <a:satMod val="130000"/>
              </a:schemeClr>
            </a:gs>
            <a:gs pos="80000">
              <a:schemeClr val="accent4">
                <a:hueOff val="-4464770"/>
                <a:satOff val="26899"/>
                <a:lumOff val="2156"/>
                <a:alphaOff val="0"/>
                <a:shade val="93000"/>
                <a:satMod val="130000"/>
              </a:schemeClr>
            </a:gs>
            <a:gs pos="100000">
              <a:schemeClr val="accent4">
                <a:hueOff val="-4464770"/>
                <a:satOff val="26899"/>
                <a:lumOff val="215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US" sz="3200" kern="1200"/>
            <a:t>Nguyên tắc chia tài sản sau li hôn</a:t>
          </a:r>
        </a:p>
      </dsp:txBody>
      <dsp:txXfrm>
        <a:off x="4478481" y="2626663"/>
        <a:ext cx="3162448" cy="1897469"/>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hProcess7#1">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presOf axis="self"/>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presOf axis="self"/>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7#2">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presOf axis="self"/>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presOf axis="self"/>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5.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3">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2#4">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2#5">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2#6">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6539B45-8429-455D-8014-4C710E34BEB2}" type="datetimeFigureOut">
              <a:rPr lang="en-US" smtClean="0"/>
              <a:pPr/>
              <a:t>8/17/2020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56E7F03-E13D-4851-9A21-FF95AE52EF4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56E7F03-E13D-4851-9A21-FF95AE52EF4C}" type="slidenum">
              <a:rPr lang="en-US" smtClean="0"/>
              <a:pPr/>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B934642-6793-49A1-8ED2-8EBEF860530F}" type="datetime1">
              <a:rPr lang="en-US" smtClean="0"/>
              <a:pPr/>
              <a:t>8/17/2020</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F6AE7EA5-B71B-4031-9678-D796BB0CCF7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3A7963-BACB-43C9-A785-AA40324BA2A8}" type="datetime1">
              <a:rPr lang="en-US" smtClean="0"/>
              <a:pPr/>
              <a:t>8/17/2020</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F6AE7EA5-B71B-4031-9678-D796BB0CCF7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9435C5-93D2-4C9F-BB7F-D28CD37457A3}" type="datetime1">
              <a:rPr lang="en-US" smtClean="0"/>
              <a:pPr/>
              <a:t>8/17/2020</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F6AE7EA5-B71B-4031-9678-D796BB0CCF7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2353A11-A40E-483D-AAC1-EA7B9140382E}" type="datetime1">
              <a:rPr lang="en-US" smtClean="0"/>
              <a:pPr/>
              <a:t>8/17/2020</a:t>
            </a:fld>
            <a:endParaRPr lang="en-US"/>
          </a:p>
        </p:txBody>
      </p:sp>
      <p:sp>
        <p:nvSpPr>
          <p:cNvPr id="6" name="Footer Placeholder 5"/>
          <p:cNvSpPr>
            <a:spLocks noGrp="1"/>
          </p:cNvSpPr>
          <p:nvPr>
            <p:ph type="ftr" sz="quarter" idx="11"/>
          </p:nvPr>
        </p:nvSpPr>
        <p:spPr/>
        <p:txBody>
          <a:bodyPr/>
          <a:lstStyle/>
          <a:p>
            <a:r>
              <a:rPr lang="en-US"/>
              <a:t>Nguyễn Thị Yến</a:t>
            </a:r>
          </a:p>
        </p:txBody>
      </p:sp>
      <p:sp>
        <p:nvSpPr>
          <p:cNvPr id="7" name="Slide Number Placeholder 6"/>
          <p:cNvSpPr>
            <a:spLocks noGrp="1"/>
          </p:cNvSpPr>
          <p:nvPr>
            <p:ph type="sldNum" sz="quarter" idx="12"/>
          </p:nvPr>
        </p:nvSpPr>
        <p:spPr/>
        <p:txBody>
          <a:bodyPr/>
          <a:lstStyle/>
          <a:p>
            <a:fld id="{F6AE7EA5-B71B-4031-9678-D796BB0CCF7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F1797D5-1B7F-4E30-9447-D75255F7DDE5}" type="datetime1">
              <a:rPr lang="en-US" smtClean="0"/>
              <a:pPr/>
              <a:t>8/17/2020</a:t>
            </a:fld>
            <a:endParaRPr lang="en-US"/>
          </a:p>
        </p:txBody>
      </p:sp>
      <p:sp>
        <p:nvSpPr>
          <p:cNvPr id="8" name="Footer Placeholder 7"/>
          <p:cNvSpPr>
            <a:spLocks noGrp="1"/>
          </p:cNvSpPr>
          <p:nvPr>
            <p:ph type="ftr" sz="quarter" idx="11"/>
          </p:nvPr>
        </p:nvSpPr>
        <p:spPr/>
        <p:txBody>
          <a:bodyPr/>
          <a:lstStyle/>
          <a:p>
            <a:r>
              <a:rPr lang="en-US"/>
              <a:t>Nguyễn Thị Yến</a:t>
            </a:r>
          </a:p>
        </p:txBody>
      </p:sp>
      <p:sp>
        <p:nvSpPr>
          <p:cNvPr id="9" name="Slide Number Placeholder 8"/>
          <p:cNvSpPr>
            <a:spLocks noGrp="1"/>
          </p:cNvSpPr>
          <p:nvPr>
            <p:ph type="sldNum" sz="quarter" idx="12"/>
          </p:nvPr>
        </p:nvSpPr>
        <p:spPr/>
        <p:txBody>
          <a:bodyPr/>
          <a:lstStyle/>
          <a:p>
            <a:fld id="{F6AE7EA5-B71B-4031-9678-D796BB0CCF7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E8C342-098E-4C2D-B7A5-726751CFEBB0}" type="datetime1">
              <a:rPr lang="en-US" smtClean="0"/>
              <a:pPr/>
              <a:t>8/17/2020</a:t>
            </a:fld>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80AC55-DAA4-43E1-A969-6DE8E45B6A80}" type="datetime1">
              <a:rPr lang="en-US" smtClean="0"/>
              <a:pPr/>
              <a:t>8/17/2020</a:t>
            </a:fld>
            <a:endParaRPr lang="en-US"/>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F6AE7EA5-B71B-4031-9678-D796BB0CCF7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1F10F0-7179-4569-96AD-50760EDECAB8}" type="datetime1">
              <a:rPr lang="en-US" smtClean="0"/>
              <a:pPr/>
              <a:t>8/17/2020</a:t>
            </a:fld>
            <a:endParaRPr lang="en-US"/>
          </a:p>
        </p:txBody>
      </p:sp>
      <p:sp>
        <p:nvSpPr>
          <p:cNvPr id="6" name="Footer Placeholder 5"/>
          <p:cNvSpPr>
            <a:spLocks noGrp="1"/>
          </p:cNvSpPr>
          <p:nvPr>
            <p:ph type="ftr" sz="quarter" idx="11"/>
          </p:nvPr>
        </p:nvSpPr>
        <p:spPr/>
        <p:txBody>
          <a:bodyPr/>
          <a:lstStyle/>
          <a:p>
            <a:r>
              <a:rPr lang="en-US"/>
              <a:t>Nguyễn Thị Yến</a:t>
            </a:r>
          </a:p>
        </p:txBody>
      </p:sp>
      <p:sp>
        <p:nvSpPr>
          <p:cNvPr id="7" name="Slide Number Placeholder 6"/>
          <p:cNvSpPr>
            <a:spLocks noGrp="1"/>
          </p:cNvSpPr>
          <p:nvPr>
            <p:ph type="sldNum" sz="quarter" idx="12"/>
          </p:nvPr>
        </p:nvSpPr>
        <p:spPr/>
        <p:txBody>
          <a:bodyPr/>
          <a:lstStyle/>
          <a:p>
            <a:fld id="{F6AE7EA5-B71B-4031-9678-D796BB0CCF7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E331FD-17CF-4FCF-BB58-089E62511908}" type="datetime1">
              <a:rPr lang="en-US" smtClean="0"/>
              <a:pPr/>
              <a:t>8/17/2020</a:t>
            </a:fld>
            <a:endParaRPr lang="en-US"/>
          </a:p>
        </p:txBody>
      </p:sp>
      <p:sp>
        <p:nvSpPr>
          <p:cNvPr id="6" name="Footer Placeholder 5"/>
          <p:cNvSpPr>
            <a:spLocks noGrp="1"/>
          </p:cNvSpPr>
          <p:nvPr>
            <p:ph type="ftr" sz="quarter" idx="11"/>
          </p:nvPr>
        </p:nvSpPr>
        <p:spPr/>
        <p:txBody>
          <a:bodyPr/>
          <a:lstStyle/>
          <a:p>
            <a:r>
              <a:rPr lang="en-US"/>
              <a:t>Nguyễn Thị Yến</a:t>
            </a:r>
          </a:p>
        </p:txBody>
      </p:sp>
      <p:sp>
        <p:nvSpPr>
          <p:cNvPr id="7" name="Slide Number Placeholder 6"/>
          <p:cNvSpPr>
            <a:spLocks noGrp="1"/>
          </p:cNvSpPr>
          <p:nvPr>
            <p:ph type="sldNum" sz="quarter" idx="12"/>
          </p:nvPr>
        </p:nvSpPr>
        <p:spPr/>
        <p:txBody>
          <a:bodyPr/>
          <a:lstStyle/>
          <a:p>
            <a:fld id="{F6AE7EA5-B71B-4031-9678-D796BB0CCF7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F3014C-F619-42D7-A5D8-3540743E5D0E}" type="datetime1">
              <a:rPr lang="en-US" smtClean="0"/>
              <a:pPr/>
              <a:t>8/17/2020</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F6AE7EA5-B71B-4031-9678-D796BB0CCF7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91EEB7-BEDB-4B99-B82C-D7D3AA4F578E}" type="datetime1">
              <a:rPr lang="en-US" smtClean="0"/>
              <a:pPr/>
              <a:t>8/17/2020</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F6AE7EA5-B71B-4031-9678-D796BB0CCF7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15417C-0F74-4F4B-A911-DBF7492BE697}" type="datetime1">
              <a:rPr lang="en-US" smtClean="0"/>
              <a:pPr/>
              <a:t>8/17/2020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Nguyễn Thị Yến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AE7EA5-B71B-4031-9678-D796BB0CCF7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143000"/>
            <a:ext cx="7772400" cy="1470025"/>
          </a:xfrm>
        </p:spPr>
        <p:txBody>
          <a:bodyPr>
            <a:normAutofit fontScale="90000"/>
          </a:bodyPr>
          <a:lstStyle/>
          <a:p>
            <a:r>
              <a:rPr lang="en-US"/>
              <a:t>Chương 6. Các ngành luật chủ yếu trong hệ thống pháp luật Việt Nam</a:t>
            </a:r>
          </a:p>
        </p:txBody>
      </p:sp>
      <p:sp>
        <p:nvSpPr>
          <p:cNvPr id="3" name="Subtitle 2"/>
          <p:cNvSpPr>
            <a:spLocks noGrp="1"/>
          </p:cNvSpPr>
          <p:nvPr>
            <p:ph type="subTitle" idx="1"/>
          </p:nvPr>
        </p:nvSpPr>
        <p:spPr>
          <a:xfrm>
            <a:off x="1295400" y="3048000"/>
            <a:ext cx="7239000" cy="2971800"/>
          </a:xfrm>
        </p:spPr>
        <p:txBody>
          <a:bodyPr>
            <a:normAutofit/>
          </a:bodyPr>
          <a:lstStyle/>
          <a:p>
            <a:r>
              <a:rPr lang="en-US">
                <a:solidFill>
                  <a:schemeClr val="tx1"/>
                </a:solidFill>
              </a:rPr>
              <a:t>6.1 Ngành luật hiến pháp</a:t>
            </a:r>
          </a:p>
          <a:p>
            <a:r>
              <a:rPr lang="en-US">
                <a:solidFill>
                  <a:schemeClr val="tx1"/>
                </a:solidFill>
              </a:rPr>
              <a:t>6.2 Ngành luật hành chính</a:t>
            </a:r>
          </a:p>
          <a:p>
            <a:r>
              <a:rPr lang="en-US">
                <a:solidFill>
                  <a:schemeClr val="tx1"/>
                </a:solidFill>
              </a:rPr>
              <a:t>6.3 Ngành luật hình sự và tố tụng hình sự</a:t>
            </a:r>
          </a:p>
          <a:p>
            <a:r>
              <a:rPr lang="en-US">
                <a:solidFill>
                  <a:schemeClr val="tx1"/>
                </a:solidFill>
              </a:rPr>
              <a:t>6.4 Ngành luật dân sự và tố tụng dân sự</a:t>
            </a:r>
          </a:p>
          <a:p>
            <a:r>
              <a:rPr lang="en-US">
                <a:solidFill>
                  <a:schemeClr val="tx1"/>
                </a:solidFill>
              </a:rPr>
              <a:t>6.5 Ngành luật hôn nhân và gia đình</a:t>
            </a:r>
          </a:p>
          <a:p>
            <a:endParaRPr lang="en-US"/>
          </a:p>
        </p:txBody>
      </p:sp>
      <p:sp>
        <p:nvSpPr>
          <p:cNvPr id="4" name="Slide Number Placeholder 3"/>
          <p:cNvSpPr>
            <a:spLocks noGrp="1"/>
          </p:cNvSpPr>
          <p:nvPr>
            <p:ph type="sldNum" sz="quarter" idx="12"/>
          </p:nvPr>
        </p:nvSpPr>
        <p:spPr/>
        <p:txBody>
          <a:bodyPr/>
          <a:lstStyle/>
          <a:p>
            <a:fld id="{F6AE7EA5-B71B-4031-9678-D796BB0CCF77}" type="slidenum">
              <a:rPr lang="en-US" smtClean="0"/>
              <a:pPr/>
              <a:t>1</a:t>
            </a:fld>
            <a:endParaRPr lang="en-US"/>
          </a:p>
        </p:txBody>
      </p:sp>
      <p:sp>
        <p:nvSpPr>
          <p:cNvPr id="5" name="Footer Placeholder 4"/>
          <p:cNvSpPr>
            <a:spLocks noGrp="1"/>
          </p:cNvSpPr>
          <p:nvPr>
            <p:ph type="ftr" sz="quarter" idx="11"/>
          </p:nvPr>
        </p:nvSpPr>
        <p:spPr/>
        <p:txBody>
          <a:bodyPr/>
          <a:lstStyle/>
          <a:p>
            <a:r>
              <a:rPr lang="en-US"/>
              <a:t>Nguyễn Thị Yến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sz="2400">
                <a:latin typeface=".VnArial" pitchFamily="34" charset="0"/>
              </a:rPr>
              <a:t>Ngµnh luËt</a:t>
            </a:r>
          </a:p>
        </p:txBody>
      </p:sp>
      <p:sp>
        <p:nvSpPr>
          <p:cNvPr id="31747" name="Content Placeholder 2"/>
          <p:cNvSpPr>
            <a:spLocks noGrp="1"/>
          </p:cNvSpPr>
          <p:nvPr>
            <p:ph sz="quarter" idx="1"/>
          </p:nvPr>
        </p:nvSpPr>
        <p:spPr/>
        <p:txBody>
          <a:bodyPr/>
          <a:lstStyle/>
          <a:p>
            <a:r>
              <a:rPr lang="en-US" sz="2400">
                <a:latin typeface=".VnArial" pitchFamily="34" charset="0"/>
              </a:rPr>
              <a:t>Ngµnh luËt bao gåm hÖ thèng c¸c quy ph¹m cã ®Æc ®iÓm chung ®Ó ®iÒu chØnh c¸c quan hÖ x· héi cïng lo¹i trong mét lÜnh vùc nhÊt ®Þnh</a:t>
            </a:r>
          </a:p>
          <a:p>
            <a:endParaRPr lang="en-US" sz="1800">
              <a:latin typeface=".VnArial" pitchFamily="34" charset="0"/>
            </a:endParaRPr>
          </a:p>
        </p:txBody>
      </p:sp>
      <p:sp>
        <p:nvSpPr>
          <p:cNvPr id="4" name="Slide Number Placeholder 3"/>
          <p:cNvSpPr>
            <a:spLocks noGrp="1"/>
          </p:cNvSpPr>
          <p:nvPr>
            <p:ph type="sldNum" sz="quarter" idx="12"/>
          </p:nvPr>
        </p:nvSpPr>
        <p:spPr/>
        <p:txBody>
          <a:bodyPr/>
          <a:lstStyle/>
          <a:p>
            <a:pPr>
              <a:defRPr/>
            </a:pPr>
            <a:fld id="{549B9598-AFE5-430D-87FE-98099DFADCFC}" type="slidenum">
              <a:rPr lang="en-US" smtClean="0"/>
              <a:pPr>
                <a:defRPr/>
              </a:pPr>
              <a:t>2</a:t>
            </a:fld>
            <a:endParaRPr lang="en-US"/>
          </a:p>
        </p:txBody>
      </p:sp>
      <p:sp>
        <p:nvSpPr>
          <p:cNvPr id="5" name="Rectangle 4"/>
          <p:cNvSpPr/>
          <p:nvPr/>
        </p:nvSpPr>
        <p:spPr>
          <a:xfrm>
            <a:off x="838200" y="2895600"/>
            <a:ext cx="22098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a:latin typeface=".VnArial" pitchFamily="34" charset="0"/>
              </a:rPr>
              <a:t>LuËt HiÕn ph¸p</a:t>
            </a:r>
          </a:p>
        </p:txBody>
      </p:sp>
      <p:sp>
        <p:nvSpPr>
          <p:cNvPr id="6" name="Rectangle 5"/>
          <p:cNvSpPr/>
          <p:nvPr/>
        </p:nvSpPr>
        <p:spPr>
          <a:xfrm>
            <a:off x="838200" y="3581400"/>
            <a:ext cx="22098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a:latin typeface=".VnArial" pitchFamily="34" charset="0"/>
              </a:rPr>
              <a:t>LuËt hµnh chÝnh</a:t>
            </a:r>
          </a:p>
        </p:txBody>
      </p:sp>
      <p:sp>
        <p:nvSpPr>
          <p:cNvPr id="7" name="Rectangle 6"/>
          <p:cNvSpPr/>
          <p:nvPr/>
        </p:nvSpPr>
        <p:spPr>
          <a:xfrm>
            <a:off x="838200" y="4191000"/>
            <a:ext cx="22098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a:latin typeface=".VnArial" pitchFamily="34" charset="0"/>
              </a:rPr>
              <a:t>LuËt tµi chÝnh</a:t>
            </a:r>
          </a:p>
        </p:txBody>
      </p:sp>
      <p:sp>
        <p:nvSpPr>
          <p:cNvPr id="8" name="Rectangle 7"/>
          <p:cNvSpPr/>
          <p:nvPr/>
        </p:nvSpPr>
        <p:spPr>
          <a:xfrm>
            <a:off x="838200" y="4800600"/>
            <a:ext cx="22098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a:latin typeface=".VnArial" pitchFamily="34" charset="0"/>
              </a:rPr>
              <a:t>LuËt h×nh sù</a:t>
            </a:r>
          </a:p>
        </p:txBody>
      </p:sp>
      <p:sp>
        <p:nvSpPr>
          <p:cNvPr id="10" name="Rectangle 9"/>
          <p:cNvSpPr/>
          <p:nvPr/>
        </p:nvSpPr>
        <p:spPr>
          <a:xfrm>
            <a:off x="838200" y="5410200"/>
            <a:ext cx="22098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a:latin typeface=".VnArial" pitchFamily="34" charset="0"/>
              </a:rPr>
              <a:t>LuËt ®Êt ®ai</a:t>
            </a:r>
          </a:p>
        </p:txBody>
      </p:sp>
      <p:sp>
        <p:nvSpPr>
          <p:cNvPr id="11" name="Rectangle 10"/>
          <p:cNvSpPr/>
          <p:nvPr/>
        </p:nvSpPr>
        <p:spPr>
          <a:xfrm>
            <a:off x="3581400" y="3429000"/>
            <a:ext cx="22098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a:latin typeface=".VnArial" pitchFamily="34" charset="0"/>
              </a:rPr>
              <a:t>LuËt lao ®éng</a:t>
            </a:r>
          </a:p>
        </p:txBody>
      </p:sp>
      <p:sp>
        <p:nvSpPr>
          <p:cNvPr id="13" name="Rectangle 12"/>
          <p:cNvSpPr/>
          <p:nvPr/>
        </p:nvSpPr>
        <p:spPr>
          <a:xfrm>
            <a:off x="3581400" y="4038600"/>
            <a:ext cx="2209800" cy="4572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a:latin typeface=".VnArial" pitchFamily="34" charset="0"/>
              </a:rPr>
              <a:t>LuËt h«n nh©n gia ®×nh</a:t>
            </a:r>
          </a:p>
        </p:txBody>
      </p:sp>
      <p:sp>
        <p:nvSpPr>
          <p:cNvPr id="15" name="Rectangle 14"/>
          <p:cNvSpPr/>
          <p:nvPr/>
        </p:nvSpPr>
        <p:spPr>
          <a:xfrm>
            <a:off x="3581400" y="4724400"/>
            <a:ext cx="2209800" cy="4572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a:latin typeface=".VnArial" pitchFamily="34" charset="0"/>
              </a:rPr>
              <a:t>LuËt tè tông h×nh sù</a:t>
            </a:r>
          </a:p>
        </p:txBody>
      </p:sp>
      <p:sp>
        <p:nvSpPr>
          <p:cNvPr id="16" name="Rectangle 15"/>
          <p:cNvSpPr/>
          <p:nvPr/>
        </p:nvSpPr>
        <p:spPr>
          <a:xfrm>
            <a:off x="3581400" y="5486400"/>
            <a:ext cx="2209800" cy="4572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a:latin typeface=".VnArial" pitchFamily="34" charset="0"/>
              </a:rPr>
              <a:t>LuËt tè tông d©n sù</a:t>
            </a:r>
          </a:p>
        </p:txBody>
      </p:sp>
      <p:sp>
        <p:nvSpPr>
          <p:cNvPr id="17" name="Rectangle 16"/>
          <p:cNvSpPr/>
          <p:nvPr/>
        </p:nvSpPr>
        <p:spPr>
          <a:xfrm>
            <a:off x="3581400" y="6096000"/>
            <a:ext cx="2209800" cy="4572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a:latin typeface=".VnArial" pitchFamily="34" charset="0"/>
              </a:rPr>
              <a:t>LuËt quèc tÕ</a:t>
            </a:r>
          </a:p>
        </p:txBody>
      </p:sp>
      <p:sp>
        <p:nvSpPr>
          <p:cNvPr id="18" name="Left Brace 17"/>
          <p:cNvSpPr/>
          <p:nvPr/>
        </p:nvSpPr>
        <p:spPr>
          <a:xfrm>
            <a:off x="3352800" y="4876800"/>
            <a:ext cx="228600" cy="83820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9" name="Rectangle 18"/>
          <p:cNvSpPr/>
          <p:nvPr/>
        </p:nvSpPr>
        <p:spPr>
          <a:xfrm>
            <a:off x="3581400" y="2819400"/>
            <a:ext cx="2209800" cy="381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a:latin typeface=".VnArial" pitchFamily="34" charset="0"/>
              </a:rPr>
              <a:t>LuËt d©n sù</a:t>
            </a:r>
          </a:p>
        </p:txBody>
      </p:sp>
      <p:sp>
        <p:nvSpPr>
          <p:cNvPr id="20" name="Footer Placeholder 19"/>
          <p:cNvSpPr>
            <a:spLocks noGrp="1"/>
          </p:cNvSpPr>
          <p:nvPr>
            <p:ph type="ftr" sz="quarter" idx="11"/>
          </p:nvPr>
        </p:nvSpPr>
        <p:spPr/>
        <p:txBody>
          <a:bodyPr/>
          <a:lstStyle/>
          <a:p>
            <a:r>
              <a:rPr lang="en-US"/>
              <a:t>Nguyễn Thị Yến</a:t>
            </a:r>
          </a:p>
        </p:txBody>
      </p:sp>
      <p:pic>
        <p:nvPicPr>
          <p:cNvPr id="32770" name="Picture 2" descr="https://encrypted-tbn3.gstatic.com/images?q=tbn:ANd9GcTuNkthjTtNf-fnq7IqssiAg78T2sBZk9ieiRXV6POSIiBw3khR"/>
          <p:cNvPicPr>
            <a:picLocks noChangeAspect="1" noChangeArrowheads="1"/>
          </p:cNvPicPr>
          <p:nvPr/>
        </p:nvPicPr>
        <p:blipFill>
          <a:blip r:embed="rId2"/>
          <a:srcRect/>
          <a:stretch>
            <a:fillRect/>
          </a:stretch>
        </p:blipFill>
        <p:spPr bwMode="auto">
          <a:xfrm>
            <a:off x="5867400" y="3124200"/>
            <a:ext cx="3276600" cy="335280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6.1 Ngành luật hiến pháp</a:t>
            </a:r>
          </a:p>
        </p:txBody>
      </p:sp>
      <p:sp>
        <p:nvSpPr>
          <p:cNvPr id="3" name="Content Placeholder 2"/>
          <p:cNvSpPr>
            <a:spLocks noGrp="1"/>
          </p:cNvSpPr>
          <p:nvPr>
            <p:ph idx="1"/>
          </p:nvPr>
        </p:nvSpPr>
        <p:spPr/>
        <p:txBody>
          <a:bodyPr>
            <a:normAutofit lnSpcReduction="10000"/>
          </a:bodyPr>
          <a:lstStyle/>
          <a:p>
            <a:r>
              <a:rPr lang="en-US"/>
              <a:t>Nguồn chủ yếu của ngành luật hiến pháp</a:t>
            </a:r>
          </a:p>
          <a:p>
            <a:pPr marL="514350" indent="-514350">
              <a:buFont typeface="+mj-lt"/>
              <a:buAutoNum type="arabicPeriod"/>
            </a:pPr>
            <a:r>
              <a:rPr lang="en-US"/>
              <a:t>Hiến pháp 1992 (đã sửa đổi, bổ sung năm 2001).</a:t>
            </a:r>
          </a:p>
          <a:p>
            <a:pPr marL="514350" indent="-514350">
              <a:buFont typeface="+mj-lt"/>
              <a:buAutoNum type="arabicPeriod"/>
            </a:pPr>
            <a:r>
              <a:rPr lang="en-US"/>
              <a:t>Luật tổ chức quốc hội 2001</a:t>
            </a:r>
          </a:p>
          <a:p>
            <a:pPr marL="514350" indent="-514350">
              <a:buFont typeface="+mj-lt"/>
              <a:buAutoNum type="arabicPeriod"/>
            </a:pPr>
            <a:r>
              <a:rPr lang="en-US"/>
              <a:t>Luật tổ chức chính phủ   2001</a:t>
            </a:r>
          </a:p>
          <a:p>
            <a:pPr marL="514350" indent="-514350">
              <a:buFont typeface="+mj-lt"/>
              <a:buAutoNum type="arabicPeriod"/>
            </a:pPr>
            <a:r>
              <a:rPr lang="en-US"/>
              <a:t>Luật tổ chức tòa án nhân dân  2002</a:t>
            </a:r>
          </a:p>
          <a:p>
            <a:pPr marL="514350" indent="-514350">
              <a:buFont typeface="+mj-lt"/>
              <a:buAutoNum type="arabicPeriod"/>
            </a:pPr>
            <a:r>
              <a:rPr lang="en-US"/>
              <a:t>Luật tổ chức Viện kiểm sát nhân dân 2002</a:t>
            </a:r>
          </a:p>
          <a:p>
            <a:pPr marL="514350" indent="-514350">
              <a:buFont typeface="+mj-lt"/>
              <a:buAutoNum type="arabicPeriod"/>
            </a:pPr>
            <a:r>
              <a:rPr lang="en-US"/>
              <a:t>Luật tổ chức HĐND và UBND  2003</a:t>
            </a:r>
          </a:p>
        </p:txBody>
      </p:sp>
      <p:sp>
        <p:nvSpPr>
          <p:cNvPr id="4" name="Slide Number Placeholder 3"/>
          <p:cNvSpPr>
            <a:spLocks noGrp="1"/>
          </p:cNvSpPr>
          <p:nvPr>
            <p:ph type="sldNum" sz="quarter" idx="12"/>
          </p:nvPr>
        </p:nvSpPr>
        <p:spPr/>
        <p:txBody>
          <a:bodyPr/>
          <a:lstStyle/>
          <a:p>
            <a:fld id="{F6AE7EA5-B71B-4031-9678-D796BB0CCF77}" type="slidenum">
              <a:rPr lang="en-US" smtClean="0"/>
              <a:pPr/>
              <a:t>3</a:t>
            </a:fld>
            <a:endParaRPr lang="en-US"/>
          </a:p>
        </p:txBody>
      </p:sp>
      <p:sp>
        <p:nvSpPr>
          <p:cNvPr id="5" name="Footer Placeholder 4"/>
          <p:cNvSpPr>
            <a:spLocks noGrp="1"/>
          </p:cNvSpPr>
          <p:nvPr>
            <p:ph type="ftr" sz="quarter" idx="11"/>
          </p:nvPr>
        </p:nvSpPr>
        <p:spPr/>
        <p:txBody>
          <a:bodyPr/>
          <a:lstStyle/>
          <a:p>
            <a:r>
              <a:rPr lang="en-US"/>
              <a:t>Nguyễn Thị Yến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normAutofit/>
          </a:bodyPr>
          <a:lstStyle/>
          <a:p>
            <a:r>
              <a:rPr lang="en-US" sz="3600">
                <a:latin typeface=".VnArial" pitchFamily="34" charset="0"/>
              </a:rPr>
              <a:t>Ngµnh luËt HiÕn ph¸p (LuËt Nhµ n­íc)</a:t>
            </a:r>
          </a:p>
        </p:txBody>
      </p:sp>
      <p:sp>
        <p:nvSpPr>
          <p:cNvPr id="32771" name="Content Placeholder 2"/>
          <p:cNvSpPr>
            <a:spLocks noGrp="1"/>
          </p:cNvSpPr>
          <p:nvPr>
            <p:ph sz="quarter" idx="1"/>
          </p:nvPr>
        </p:nvSpPr>
        <p:spPr/>
        <p:txBody>
          <a:bodyPr/>
          <a:lstStyle/>
          <a:p>
            <a:r>
              <a:rPr lang="en-US" sz="2200">
                <a:latin typeface=".VnArial" pitchFamily="34" charset="0"/>
              </a:rPr>
              <a:t>Lµ tæng thÓ c¸c quy ph¹m ph¸p luËt ®iÒu chØnh c¸c quan hÖ x· héi c¬ b¶n vµ nÒn t¶ng trong c¸c lÜnh vùc</a:t>
            </a:r>
          </a:p>
          <a:p>
            <a:endParaRPr lang="en-US" sz="1800">
              <a:latin typeface=".VnArial" pitchFamily="34" charset="0"/>
            </a:endParaRPr>
          </a:p>
        </p:txBody>
      </p:sp>
      <p:sp>
        <p:nvSpPr>
          <p:cNvPr id="4" name="Slide Number Placeholder 3"/>
          <p:cNvSpPr>
            <a:spLocks noGrp="1"/>
          </p:cNvSpPr>
          <p:nvPr>
            <p:ph type="sldNum" sz="quarter" idx="12"/>
          </p:nvPr>
        </p:nvSpPr>
        <p:spPr/>
        <p:txBody>
          <a:bodyPr/>
          <a:lstStyle/>
          <a:p>
            <a:pPr>
              <a:defRPr/>
            </a:pPr>
            <a:fld id="{9A4B9672-3800-4860-96B0-EB493BD8D06A}" type="slidenum">
              <a:rPr lang="en-US" smtClean="0"/>
              <a:pPr>
                <a:defRPr/>
              </a:pPr>
              <a:t>4</a:t>
            </a:fld>
            <a:endParaRPr lang="en-US"/>
          </a:p>
        </p:txBody>
      </p:sp>
      <p:sp>
        <p:nvSpPr>
          <p:cNvPr id="5" name="Rectangle 4"/>
          <p:cNvSpPr/>
          <p:nvPr/>
        </p:nvSpPr>
        <p:spPr>
          <a:xfrm>
            <a:off x="3048000" y="2286000"/>
            <a:ext cx="3810000" cy="533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a:latin typeface=".VnArial" pitchFamily="34" charset="0"/>
              </a:rPr>
              <a:t>ChÝnh trÞ; V¨n hãa; Kinh tÕ; X· héi</a:t>
            </a:r>
          </a:p>
        </p:txBody>
      </p:sp>
      <p:sp>
        <p:nvSpPr>
          <p:cNvPr id="6" name="Rectangle 5"/>
          <p:cNvSpPr/>
          <p:nvPr/>
        </p:nvSpPr>
        <p:spPr>
          <a:xfrm>
            <a:off x="3048000" y="2971800"/>
            <a:ext cx="3810000" cy="7620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a:latin typeface=".VnArial" pitchFamily="34" charset="0"/>
              </a:rPr>
              <a:t>QuyÒn lùc NN, Tæ chøc bé m¸y nhµ n­íc, c¸ch h×nh thµnh c¬ quan NN</a:t>
            </a:r>
          </a:p>
        </p:txBody>
      </p:sp>
      <p:sp>
        <p:nvSpPr>
          <p:cNvPr id="7" name="Rectangle 6"/>
          <p:cNvSpPr/>
          <p:nvPr/>
        </p:nvSpPr>
        <p:spPr>
          <a:xfrm>
            <a:off x="3048000" y="3886200"/>
            <a:ext cx="3886200" cy="533400"/>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a:latin typeface=".VnArial" pitchFamily="34" charset="0"/>
              </a:rPr>
              <a:t>QuyÒn vµ nghÜa vô c¬ b¶n cña CD</a:t>
            </a:r>
          </a:p>
        </p:txBody>
      </p:sp>
      <p:sp>
        <p:nvSpPr>
          <p:cNvPr id="8" name="Oval 7"/>
          <p:cNvSpPr/>
          <p:nvPr/>
        </p:nvSpPr>
        <p:spPr>
          <a:xfrm>
            <a:off x="1219200" y="4495800"/>
            <a:ext cx="7315200" cy="1828800"/>
          </a:xfrm>
          <a:prstGeom prst="ellipse">
            <a:avLst/>
          </a:prstGeom>
        </p:spPr>
        <p:style>
          <a:lnRef idx="2">
            <a:schemeClr val="dk1"/>
          </a:lnRef>
          <a:fillRef idx="1">
            <a:schemeClr val="lt1"/>
          </a:fillRef>
          <a:effectRef idx="0">
            <a:schemeClr val="dk1"/>
          </a:effectRef>
          <a:fontRef idx="minor">
            <a:schemeClr val="dk1"/>
          </a:fontRef>
        </p:style>
        <p:txBody>
          <a:bodyPr anchor="ctr"/>
          <a:lstStyle/>
          <a:p>
            <a:pPr algn="just">
              <a:defRPr/>
            </a:pPr>
            <a:r>
              <a:rPr lang="en-US">
                <a:latin typeface=".VnArial" pitchFamily="34" charset="0"/>
              </a:rPr>
              <a:t>Lµ ngµnh luËt chñ ®¹o, c¬ së ph¸p lý cao nhÊt cña NN, lµ c¨n cø ban hµnh c¸c v¨n b¶n ph¸p luËt thuéc c¸c ngµnh luËt kh¸c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05800" cy="868362"/>
          </a:xfrm>
        </p:spPr>
        <p:txBody>
          <a:bodyPr/>
          <a:lstStyle/>
          <a:p>
            <a:r>
              <a:rPr lang="en-US"/>
              <a:t>6.2  Ngành luật hành chính</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F6AE7EA5-B71B-4031-9678-D796BB0CCF77}" type="slidenum">
              <a:rPr lang="en-US" smtClean="0"/>
              <a:pPr/>
              <a:t>5</a:t>
            </a:fld>
            <a:endParaRPr lang="en-US"/>
          </a:p>
        </p:txBody>
      </p:sp>
      <p:sp>
        <p:nvSpPr>
          <p:cNvPr id="5" name="Rectangle 4"/>
          <p:cNvSpPr/>
          <p:nvPr/>
        </p:nvSpPr>
        <p:spPr>
          <a:xfrm>
            <a:off x="533400" y="1447800"/>
            <a:ext cx="4800600" cy="48768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just"/>
            <a:r>
              <a:rPr lang="en-US" sz="2200"/>
              <a:t>Đối tượng điều chỉnh</a:t>
            </a:r>
          </a:p>
          <a:p>
            <a:pPr algn="just">
              <a:buFontTx/>
              <a:buChar char="-"/>
            </a:pPr>
            <a:r>
              <a:rPr lang="en-US" sz="2200"/>
              <a:t>Quan hệ phát sinh trong quá trình hoạt động chấp hành và điều hành của cơ quan quản lí hành chính nhà nước với bên ngoài nhằm thực hiện chức năng cơ bản là Quản lý Nhà nước</a:t>
            </a:r>
          </a:p>
          <a:p>
            <a:pPr algn="just">
              <a:buFontTx/>
              <a:buChar char="-"/>
            </a:pPr>
            <a:r>
              <a:rPr lang="en-US" sz="2200"/>
              <a:t>Những quan hệ mang tính chấp hành,  điều hành trong tổ chức và hoạt động nội bộ của các cơ quan trong bộ máy nhà nước.</a:t>
            </a:r>
          </a:p>
          <a:p>
            <a:pPr algn="just">
              <a:buFontTx/>
              <a:buChar char="-"/>
            </a:pPr>
            <a:r>
              <a:rPr lang="en-US" sz="2200"/>
              <a:t>Những quan hệ chấp hành, điều hành của các tổ chức xã hội được nhà nước giao một số thẩm quyền quản lý hành chính.</a:t>
            </a:r>
          </a:p>
        </p:txBody>
      </p:sp>
      <p:sp>
        <p:nvSpPr>
          <p:cNvPr id="6" name="Rounded Rectangle 5"/>
          <p:cNvSpPr/>
          <p:nvPr/>
        </p:nvSpPr>
        <p:spPr>
          <a:xfrm>
            <a:off x="6248400" y="1524000"/>
            <a:ext cx="2590800" cy="472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200"/>
              <a:t>Luật hành chính điều chỉnh toàn bộ những quan  hệ xã hội, những hoạt động quản lý được thực hiện bởi Nhà nước hoặc nhân danh Nhà nước, mà đối tượng là các hoạt động chấp hành, điều hành của hệ thống cơ quan quản lí Nhà nước</a:t>
            </a:r>
          </a:p>
        </p:txBody>
      </p:sp>
      <p:sp>
        <p:nvSpPr>
          <p:cNvPr id="7" name="Right Arrow 6"/>
          <p:cNvSpPr/>
          <p:nvPr/>
        </p:nvSpPr>
        <p:spPr>
          <a:xfrm>
            <a:off x="5334000" y="3581400"/>
            <a:ext cx="914400" cy="838200"/>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457200" y="274638"/>
            <a:ext cx="8229600" cy="944562"/>
          </a:xfrm>
        </p:spPr>
        <p:txBody>
          <a:bodyPr>
            <a:normAutofit/>
          </a:bodyPr>
          <a:lstStyle/>
          <a:p>
            <a:r>
              <a:rPr lang="en-US" sz="3200">
                <a:latin typeface=".VnArial" pitchFamily="34" charset="0"/>
              </a:rPr>
              <a:t>6.3  LuËt tµi chÝnh</a:t>
            </a:r>
          </a:p>
        </p:txBody>
      </p:sp>
      <p:graphicFrame>
        <p:nvGraphicFramePr>
          <p:cNvPr id="5" name="Content Placeholder 4"/>
          <p:cNvGraphicFramePr>
            <a:graphicFrameLocks noGrp="1"/>
          </p:cNvGraphicFramePr>
          <p:nvPr>
            <p:ph sz="quarter" idx="1"/>
          </p:nvPr>
        </p:nvGraphicFramePr>
        <p:xfrm>
          <a:off x="838200" y="1219200"/>
          <a:ext cx="77724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pPr>
              <a:defRPr/>
            </a:pPr>
            <a:fld id="{190156DD-42DB-4760-BCBB-EFCA75C49F89}" type="slidenum">
              <a:rPr lang="en-US" smtClean="0"/>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68362"/>
          </a:xfrm>
        </p:spPr>
        <p:txBody>
          <a:bodyPr>
            <a:normAutofit fontScale="90000"/>
          </a:bodyPr>
          <a:lstStyle/>
          <a:p>
            <a:r>
              <a:rPr lang="en-US"/>
              <a:t>6.4 Ngành luật hình sự (nguồn luật hình sự: Bộ luật hình sự 1999)</a:t>
            </a:r>
          </a:p>
        </p:txBody>
      </p:sp>
      <p:graphicFrame>
        <p:nvGraphicFramePr>
          <p:cNvPr id="6" name="Content Placeholder 5"/>
          <p:cNvGraphicFramePr>
            <a:graphicFrameLocks noGrp="1"/>
          </p:cNvGraphicFramePr>
          <p:nvPr>
            <p:ph idx="1"/>
          </p:nvPr>
        </p:nvGraphicFramePr>
        <p:xfrm>
          <a:off x="457200" y="1219200"/>
          <a:ext cx="82296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r>
              <a:rPr lang="en-US"/>
              <a:t>Bộ luật hình sự năm 2015</a:t>
            </a:r>
          </a:p>
        </p:txBody>
      </p:sp>
      <p:graphicFrame>
        <p:nvGraphicFramePr>
          <p:cNvPr id="6" name="Content Placeholder 5"/>
          <p:cNvGraphicFramePr>
            <a:graphicFrameLocks noGrp="1"/>
          </p:cNvGraphicFramePr>
          <p:nvPr>
            <p:ph idx="1"/>
          </p:nvPr>
        </p:nvGraphicFramePr>
        <p:xfrm>
          <a:off x="228600" y="762000"/>
          <a:ext cx="8763000" cy="5715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457200" y="274638"/>
            <a:ext cx="8229600" cy="715962"/>
          </a:xfrm>
        </p:spPr>
        <p:txBody>
          <a:bodyPr>
            <a:normAutofit fontScale="90000"/>
          </a:bodyPr>
          <a:lstStyle/>
          <a:p>
            <a:r>
              <a:rPr lang="en-US" sz="3200">
                <a:latin typeface=".VnArial" pitchFamily="34" charset="0"/>
              </a:rPr>
              <a:t>6.4  LuËt h×nh sù  (</a:t>
            </a:r>
            <a:r>
              <a:rPr lang="en-US" sz="3200"/>
              <a:t>Bộ luật hình sự 1999, sửa đổi năm 2009)</a:t>
            </a:r>
            <a:endParaRPr lang="en-US" sz="3200">
              <a:latin typeface=".VnArial" pitchFamily="34" charset="0"/>
            </a:endParaRPr>
          </a:p>
        </p:txBody>
      </p:sp>
      <p:graphicFrame>
        <p:nvGraphicFramePr>
          <p:cNvPr id="5" name="Content Placeholder 4"/>
          <p:cNvGraphicFramePr>
            <a:graphicFrameLocks noGrp="1"/>
          </p:cNvGraphicFramePr>
          <p:nvPr>
            <p:ph sz="quarter" idx="1"/>
          </p:nvPr>
        </p:nvGraphicFramePr>
        <p:xfrm>
          <a:off x="762000" y="1143000"/>
          <a:ext cx="79248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pPr>
              <a:defRPr/>
            </a:pPr>
            <a:fld id="{0FD55D3C-5FD0-4910-B52A-C7E773758E86}" type="slidenum">
              <a:rPr lang="en-US" smtClean="0"/>
              <a:pPr>
                <a:defRPr/>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3200"/>
              <a:t>Các nguyên tắc xử lý của luật hình sự Việt Nam (Điều 3 – Bộ Luật hình sự 1999)</a:t>
            </a:r>
          </a:p>
        </p:txBody>
      </p:sp>
      <p:sp>
        <p:nvSpPr>
          <p:cNvPr id="3" name="Content Placeholder 2"/>
          <p:cNvSpPr>
            <a:spLocks noGrp="1"/>
          </p:cNvSpPr>
          <p:nvPr>
            <p:ph idx="1"/>
          </p:nvPr>
        </p:nvSpPr>
        <p:spPr>
          <a:xfrm>
            <a:off x="457200" y="1143000"/>
            <a:ext cx="8305800" cy="4983163"/>
          </a:xfrm>
        </p:spPr>
        <p:txBody>
          <a:bodyPr>
            <a:normAutofit fontScale="77500" lnSpcReduction="20000"/>
          </a:bodyPr>
          <a:lstStyle/>
          <a:p>
            <a:r>
              <a:rPr lang="en-US"/>
              <a:t>Mọi người phạm tội đều bình đẳng trước pháp luật, không phân biệt nam, nữ, tôn giáo, dân tộc, tín ngưỡng, thành phần, địa vị xã hội.</a:t>
            </a:r>
          </a:p>
          <a:p>
            <a:r>
              <a:rPr lang="en-US"/>
              <a:t>Nghiêm trị người chủ mưu, cầm đầu, chỉ huy, ngoan cố, chống đối, lưu manh, côn đồ, tái phạm nguy hiểm, lợi dụng chức vụ quyền hạn để PT, PT có tổ chức, dùng thủ đoạn xảo quyệt, có tính chất chuyên nghiệp, cố ý gây hậu quả nghiêm trọng</a:t>
            </a:r>
          </a:p>
          <a:p>
            <a:r>
              <a:rPr lang="en-US"/>
              <a:t> Khoan hồng với những người tự thú, thành khẩn khai báo, tố giác người đồng phạm, lập công chuộc tội, ăn năm hối cải, tự nguyện sửa chữa hoặc bồi thường thiệt hại gây ra</a:t>
            </a:r>
          </a:p>
          <a:p>
            <a:r>
              <a:rPr lang="en-US"/>
              <a:t>Đối với người phạm tội lần đầu, ít nghiêm trọng, đã hối cải thì có thể áp dụng hình phạt nhẹ hơn hình phạt tù, giao họ cho cơ quan, tổ chức hoặc gia đình giám sát, giáo dục</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Autofit/>
          </a:bodyPr>
          <a:lstStyle/>
          <a:p>
            <a:r>
              <a:rPr lang="en-US" sz="3300"/>
              <a:t>Một số chế định cơ bản của ngành luật hình sự</a:t>
            </a:r>
          </a:p>
        </p:txBody>
      </p:sp>
      <p:graphicFrame>
        <p:nvGraphicFramePr>
          <p:cNvPr id="6" name="Content Placeholder 5"/>
          <p:cNvGraphicFramePr>
            <a:graphicFrameLocks noGrp="1"/>
          </p:cNvGraphicFramePr>
          <p:nvPr>
            <p:ph idx="1"/>
          </p:nvPr>
        </p:nvGraphicFramePr>
        <p:xfrm>
          <a:off x="457200" y="1295400"/>
          <a:ext cx="8229600" cy="4830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Tội phạm </a:t>
            </a:r>
          </a:p>
        </p:txBody>
      </p:sp>
      <p:sp>
        <p:nvSpPr>
          <p:cNvPr id="3" name="Content Placeholder 2"/>
          <p:cNvSpPr>
            <a:spLocks noGrp="1"/>
          </p:cNvSpPr>
          <p:nvPr>
            <p:ph idx="1"/>
          </p:nvPr>
        </p:nvSpPr>
        <p:spPr/>
        <p:txBody>
          <a:bodyPr>
            <a:normAutofit fontScale="92500" lnSpcReduction="20000"/>
          </a:bodyPr>
          <a:lstStyle/>
          <a:p>
            <a:r>
              <a:rPr lang="en-US"/>
              <a:t>Tội phạm là hành vi nguy hiểm cho xã hội được quy định trong bộ luật hình sự do người có năng lực trách nhiệm hình sự thực hiện một cách cố ý hoặc vô ý, xâm phạm độc lập, chủ quyền, thống nhất, toàn vẹn lãnh thổ, xâm phạm chế độ chính trị, chế độ kinh tế, văn hóa, an ninh quốc phòng, trật tự an toàn xã hội; quyền, lợi ích hợp pháp của tổ chức; xâm phạm tính mạng, sức khỏe, danh dự, nhân phẩm, tự do, tài sản, các quyền, lợi ích hợp pháp khác của công dân; xâm phạm những lĩnh vực khác của trật tự xã hội. (Điều 8 BLHS)</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Bộ luật hình sự 2015</a:t>
            </a:r>
          </a:p>
        </p:txBody>
      </p:sp>
      <p:sp>
        <p:nvSpPr>
          <p:cNvPr id="3" name="Content Placeholder 2"/>
          <p:cNvSpPr>
            <a:spLocks noGrp="1"/>
          </p:cNvSpPr>
          <p:nvPr>
            <p:ph idx="1"/>
          </p:nvPr>
        </p:nvSpPr>
        <p:spPr/>
        <p:txBody>
          <a:bodyPr>
            <a:normAutofit fontScale="85000" lnSpcReduction="20000"/>
          </a:bodyPr>
          <a:lstStyle/>
          <a:p>
            <a:r>
              <a:rPr lang="vi-VN"/>
              <a:t>Tội phạm là hành vi nguy hiểm cho xã hội được quy định trong Bộ luật hình sự, do người có năng lực trách nhiệm hình sự hoặc pháp nhân thương mại thực hiện một cách cố ý hoặc vô ý, xâm phạm độc lập, chủ quyền, thống nhất, toàn vẹn lãnh thổ Tổ quốc, xâm phạm chế độ chính trị, chế độ kinh tế, nền văn hóa, quốc phòng, an ninh, trật tự, an toàn xã hội, quyền, lợi ích hợp pháp của tổ chức, xâm phạm quyền con người, quyền, lợi ích hợp pháp của công dân, xâm phạm những lĩnh vực khác của trật tự pháp luật xã hội chủ nghĩa mà theo quy định của Bộ luật này phải bị xử lý hình sự.</a:t>
            </a:r>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Phân loại tội phạm</a:t>
            </a:r>
          </a:p>
        </p:txBody>
      </p:sp>
      <p:sp>
        <p:nvSpPr>
          <p:cNvPr id="3" name="Content Placeholder 2"/>
          <p:cNvSpPr>
            <a:spLocks noGrp="1"/>
          </p:cNvSpPr>
          <p:nvPr>
            <p:ph idx="1"/>
          </p:nvPr>
        </p:nvSpPr>
        <p:spPr/>
        <p:txBody>
          <a:bodyPr/>
          <a:lstStyle/>
          <a:p>
            <a:r>
              <a:rPr lang="en-US"/>
              <a:t>Tội phạm ít nghiêm trọng</a:t>
            </a:r>
          </a:p>
          <a:p>
            <a:r>
              <a:rPr lang="en-US"/>
              <a:t>Tội phạm nghiêm trọng </a:t>
            </a:r>
          </a:p>
          <a:p>
            <a:r>
              <a:rPr lang="en-US"/>
              <a:t>Tội phạm rất nghiêm trọng</a:t>
            </a:r>
          </a:p>
          <a:p>
            <a:r>
              <a:rPr lang="en-US"/>
              <a:t>Tội phạm đặc biệt nghiêm trọng</a:t>
            </a:r>
          </a:p>
          <a:p>
            <a:pPr>
              <a:buNone/>
            </a:pPr>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14</a:t>
            </a:fld>
            <a:endParaRPr lang="en-US"/>
          </a:p>
        </p:txBody>
      </p:sp>
      <p:pic>
        <p:nvPicPr>
          <p:cNvPr id="22530" name="Picture 2" descr="https://encrypted-tbn2.gstatic.com/images?q=tbn:ANd9GcSXwDe7eyFsYMRz47cEP2vkuiY03CbNtSpnYsui9VOSFVvxSsSN"/>
          <p:cNvPicPr>
            <a:picLocks noChangeAspect="1" noChangeArrowheads="1"/>
          </p:cNvPicPr>
          <p:nvPr/>
        </p:nvPicPr>
        <p:blipFill>
          <a:blip r:embed="rId2"/>
          <a:srcRect/>
          <a:stretch>
            <a:fillRect/>
          </a:stretch>
        </p:blipFill>
        <p:spPr bwMode="auto">
          <a:xfrm>
            <a:off x="4495800" y="3962400"/>
            <a:ext cx="4267200" cy="23622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Lỗi khi thực hiện hành vi phạm tội</a:t>
            </a:r>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Trường hợp không bị truy cứu trách nhiệm hình sự</a:t>
            </a:r>
          </a:p>
        </p:txBody>
      </p:sp>
      <p:sp>
        <p:nvSpPr>
          <p:cNvPr id="3" name="Content Placeholder 2"/>
          <p:cNvSpPr>
            <a:spLocks noGrp="1"/>
          </p:cNvSpPr>
          <p:nvPr>
            <p:ph idx="1"/>
          </p:nvPr>
        </p:nvSpPr>
        <p:spPr/>
        <p:txBody>
          <a:bodyPr/>
          <a:lstStyle/>
          <a:p>
            <a:r>
              <a:rPr lang="en-US"/>
              <a:t>Thực hiện hành vi gây hậu quả nguy hại cho xã hội do sự kiện bất ngờ.</a:t>
            </a:r>
          </a:p>
          <a:p>
            <a:r>
              <a:rPr lang="en-US"/>
              <a:t>Người thực hiện hành vi nguy hiểm cho xã hội khi đang mắc bệnh tâm thần, hoặc một bệnh khác làm mất khả năng nhận thức hoặc khả năng điều khiển hành vi của mình (không áp dụng đối với phạm tội do say rượu, chất kích thích khác).</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Hành vi không được coi là tội phạm</a:t>
            </a:r>
          </a:p>
        </p:txBody>
      </p:sp>
      <p:sp>
        <p:nvSpPr>
          <p:cNvPr id="3" name="Content Placeholder 2"/>
          <p:cNvSpPr>
            <a:spLocks noGrp="1"/>
          </p:cNvSpPr>
          <p:nvPr>
            <p:ph idx="1"/>
          </p:nvPr>
        </p:nvSpPr>
        <p:spPr/>
        <p:txBody>
          <a:bodyPr>
            <a:normAutofit fontScale="70000" lnSpcReduction="20000"/>
          </a:bodyPr>
          <a:lstStyle/>
          <a:p>
            <a:r>
              <a:rPr lang="en-US"/>
              <a:t>Phòng vệ chính đáng: là hành vi của người vì  bảo vệ lợi ích của nhà nước, của tổ chức, bảo vệ quyền, lợi ích chính đáng của mình hoặc của người khác mà chống trả một cách cần thiết người đang có hành vi xâm hại đến các lợi ích trên.</a:t>
            </a:r>
          </a:p>
          <a:p>
            <a:r>
              <a:rPr lang="en-US"/>
              <a:t>Tình thế cấp thiết: Là tình thế của người vì muốn tránh một nguy cơ đang thực tế đe dọa lợi ích của Nhà nước, của tổ chức, quyền, lợi ích chính đáng của mình hoặc của người khác mà không còn cách nào khác là phải gây một thiệt hại nhỏ hơn thiệt hại cần ngăn ngừa.</a:t>
            </a:r>
          </a:p>
          <a:p>
            <a:r>
              <a:rPr lang="vi-VN"/>
              <a:t>Hành vi gây ra thiệt hại trong khi thực hiện việc nghiên cứu, thử nghiệm, áp dụng tiến bộ khoa học, kỹ thuật và công nghệ mới mặc dù đã tuân thủ đúng quy trình, quy phạm, áp dụng đầy đủ biện pháp phòng ngừa thì không phải là tội phạm</a:t>
            </a:r>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2"/>
          </a:xfrm>
        </p:spPr>
        <p:txBody>
          <a:bodyPr>
            <a:normAutofit fontScale="90000"/>
          </a:bodyPr>
          <a:lstStyle/>
          <a:p>
            <a:r>
              <a:rPr lang="en-US"/>
              <a:t>Những dấu hiệu cơ bản của tội phạm</a:t>
            </a:r>
          </a:p>
        </p:txBody>
      </p:sp>
      <p:graphicFrame>
        <p:nvGraphicFramePr>
          <p:cNvPr id="6" name="Content Placeholder 5"/>
          <p:cNvGraphicFramePr>
            <a:graphicFrameLocks noGrp="1"/>
          </p:cNvGraphicFramePr>
          <p:nvPr>
            <p:ph idx="1"/>
          </p:nvPr>
        </p:nvGraphicFramePr>
        <p:xfrm>
          <a:off x="457200" y="990600"/>
          <a:ext cx="8229600" cy="513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lstStyle/>
          <a:p>
            <a:r>
              <a:rPr lang="en-US"/>
              <a:t>Cấu thành tội phạm</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F6AE7EA5-B71B-4031-9678-D796BB0CCF77}" type="slidenum">
              <a:rPr lang="en-US" smtClean="0"/>
              <a:pPr/>
              <a:t>19</a:t>
            </a:fld>
            <a:endParaRPr lang="en-US"/>
          </a:p>
        </p:txBody>
      </p:sp>
      <p:sp>
        <p:nvSpPr>
          <p:cNvPr id="5" name="Rounded Rectangle 4"/>
          <p:cNvSpPr/>
          <p:nvPr/>
        </p:nvSpPr>
        <p:spPr>
          <a:xfrm>
            <a:off x="304800" y="762000"/>
            <a:ext cx="3733800" cy="1676400"/>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just"/>
            <a:r>
              <a:rPr lang="en-US" sz="2000" b="1"/>
              <a:t>Khách thể của tội phạm</a:t>
            </a:r>
            <a:r>
              <a:rPr lang="en-US" sz="2000"/>
              <a:t>: Quan hệ xã hội được luật hình sự bảo vệ và bị tội phạm gây thiệt hại hoặc đe dọa gây thiệt hại </a:t>
            </a:r>
          </a:p>
        </p:txBody>
      </p:sp>
      <p:sp>
        <p:nvSpPr>
          <p:cNvPr id="6" name="Rounded Rectangle 5"/>
          <p:cNvSpPr/>
          <p:nvPr/>
        </p:nvSpPr>
        <p:spPr>
          <a:xfrm>
            <a:off x="76200" y="2743200"/>
            <a:ext cx="3733800" cy="381000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just"/>
            <a:r>
              <a:rPr lang="en-US" sz="2000" b="1"/>
              <a:t>Mặt khách quan của tội phạm: </a:t>
            </a:r>
            <a:r>
              <a:rPr lang="en-US" sz="2000"/>
              <a:t>Biểu hiện của tội phạm diễn ra hoặc tồn tại bên ngoài thế giới khách quan:</a:t>
            </a:r>
          </a:p>
          <a:p>
            <a:pPr algn="just">
              <a:buFontTx/>
              <a:buChar char="-"/>
            </a:pPr>
            <a:r>
              <a:rPr lang="en-US" sz="2000"/>
              <a:t>Hành vi nguy hiểm cho xã hội</a:t>
            </a:r>
          </a:p>
          <a:p>
            <a:pPr algn="just">
              <a:buFontTx/>
              <a:buChar char="-"/>
            </a:pPr>
            <a:r>
              <a:rPr lang="en-US" sz="2000"/>
              <a:t>Hậu quả nguy hiểm cho xã hội</a:t>
            </a:r>
          </a:p>
          <a:p>
            <a:pPr algn="just">
              <a:buFontTx/>
              <a:buChar char="-"/>
            </a:pPr>
            <a:r>
              <a:rPr lang="en-US" sz="2000"/>
              <a:t>Mối quan hệ nhân quả giữa hành vi và hậu quả </a:t>
            </a:r>
          </a:p>
          <a:p>
            <a:pPr algn="just">
              <a:buFontTx/>
              <a:buChar char="-"/>
            </a:pPr>
            <a:r>
              <a:rPr lang="en-US" sz="2000"/>
              <a:t>Phương tiện, công cụ phạm tội, thời gian, địa điểm thực hiện tội phạm</a:t>
            </a:r>
          </a:p>
        </p:txBody>
      </p:sp>
      <p:sp>
        <p:nvSpPr>
          <p:cNvPr id="7" name="Rounded Rectangle 6"/>
          <p:cNvSpPr/>
          <p:nvPr/>
        </p:nvSpPr>
        <p:spPr>
          <a:xfrm>
            <a:off x="4572000" y="762000"/>
            <a:ext cx="4038600" cy="1600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000" b="1"/>
              <a:t>Mặt chủ quan của tội phạm</a:t>
            </a:r>
            <a:r>
              <a:rPr lang="en-US" sz="2000"/>
              <a:t>: Diễn biến tâm lí bên trong của tội phạm:</a:t>
            </a:r>
          </a:p>
          <a:p>
            <a:pPr algn="just">
              <a:buFontTx/>
              <a:buChar char="-"/>
            </a:pPr>
            <a:r>
              <a:rPr lang="en-US" sz="2000"/>
              <a:t>Lỗi </a:t>
            </a:r>
          </a:p>
          <a:p>
            <a:pPr algn="just">
              <a:buFontTx/>
              <a:buChar char="-"/>
            </a:pPr>
            <a:r>
              <a:rPr lang="en-US" sz="2000"/>
              <a:t>Động cơ</a:t>
            </a:r>
          </a:p>
          <a:p>
            <a:pPr algn="just">
              <a:buFontTx/>
              <a:buChar char="-"/>
            </a:pPr>
            <a:r>
              <a:rPr lang="en-US" sz="2000"/>
              <a:t>Mục đích </a:t>
            </a:r>
          </a:p>
        </p:txBody>
      </p:sp>
      <p:sp>
        <p:nvSpPr>
          <p:cNvPr id="8" name="Rounded Rectangle 7"/>
          <p:cNvSpPr/>
          <p:nvPr/>
        </p:nvSpPr>
        <p:spPr>
          <a:xfrm>
            <a:off x="4343400" y="2667000"/>
            <a:ext cx="4724400" cy="3886200"/>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just"/>
            <a:r>
              <a:rPr lang="en-US" sz="2000" b="1"/>
              <a:t>Chủ thể của tội phạm</a:t>
            </a:r>
            <a:r>
              <a:rPr lang="en-US" sz="2000"/>
              <a:t>: Người cụ thể đã thực hiện hành vi nguy hiểm cho xã hội được luật hình sự quy định là tội phạm, có năng lực trách nhiệm hình sự và đạt độ tuổi theo quy định của luật hình sự</a:t>
            </a:r>
          </a:p>
          <a:p>
            <a:pPr algn="just"/>
            <a:r>
              <a:rPr lang="en-US" sz="2000" b="1" i="1"/>
              <a:t>Tuổi chịu TNHS:</a:t>
            </a:r>
          </a:p>
          <a:p>
            <a:pPr algn="just">
              <a:buFontTx/>
              <a:buChar char="-"/>
            </a:pPr>
            <a:r>
              <a:rPr lang="en-US" sz="2000"/>
              <a:t>Người từ đủ 16 tuổi trở lên chịu trách nhiệm hình sự về mọi tội phạm</a:t>
            </a:r>
          </a:p>
          <a:p>
            <a:pPr algn="just">
              <a:buFontTx/>
              <a:buChar char="-"/>
            </a:pPr>
            <a:r>
              <a:rPr lang="en-US" sz="2000"/>
              <a:t>Từ đủ 14t – 16T chịu TNHS về tội phạm rất nghiêm trọng do cố  ý hoặc tội phạm đặc biệt nghiêm trọng</a:t>
            </a:r>
          </a:p>
        </p:txBody>
      </p:sp>
      <p:sp>
        <p:nvSpPr>
          <p:cNvPr id="9" name="Left-Right Arrow 8"/>
          <p:cNvSpPr/>
          <p:nvPr/>
        </p:nvSpPr>
        <p:spPr>
          <a:xfrm>
            <a:off x="4038600" y="1524000"/>
            <a:ext cx="533400" cy="228600"/>
          </a:xfrm>
          <a:prstGeom prst="lef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0" name="Left-Right Arrow 9"/>
          <p:cNvSpPr/>
          <p:nvPr/>
        </p:nvSpPr>
        <p:spPr>
          <a:xfrm>
            <a:off x="3810000" y="4419600"/>
            <a:ext cx="533400" cy="228600"/>
          </a:xfrm>
          <a:prstGeom prst="lef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1" name="Up-Down Arrow 10"/>
          <p:cNvSpPr/>
          <p:nvPr/>
        </p:nvSpPr>
        <p:spPr>
          <a:xfrm>
            <a:off x="2133600" y="2438400"/>
            <a:ext cx="152400" cy="304800"/>
          </a:xfrm>
          <a:prstGeom prst="upDown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12" name="Up-Down Arrow 11"/>
          <p:cNvSpPr/>
          <p:nvPr/>
        </p:nvSpPr>
        <p:spPr>
          <a:xfrm>
            <a:off x="5943600" y="2362200"/>
            <a:ext cx="152400" cy="304800"/>
          </a:xfrm>
          <a:prstGeom prst="upDown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US" sz="2400"/>
              <a:t>Tuổi chịu TNHS theo quy định của Bộ luật hình sự 2015</a:t>
            </a:r>
          </a:p>
        </p:txBody>
      </p:sp>
      <p:sp>
        <p:nvSpPr>
          <p:cNvPr id="3" name="Content Placeholder 2"/>
          <p:cNvSpPr>
            <a:spLocks noGrp="1"/>
          </p:cNvSpPr>
          <p:nvPr>
            <p:ph idx="1"/>
          </p:nvPr>
        </p:nvSpPr>
        <p:spPr>
          <a:xfrm>
            <a:off x="304800" y="609600"/>
            <a:ext cx="8534400" cy="6019800"/>
          </a:xfrm>
        </p:spPr>
        <p:txBody>
          <a:bodyPr>
            <a:noAutofit/>
          </a:bodyPr>
          <a:lstStyle/>
          <a:p>
            <a:pPr algn="just"/>
            <a:r>
              <a:rPr lang="vi-VN" sz="1500"/>
              <a:t>1. Người từ đủ 16 tuổi trở lên phải chịu trách nhiệm hình sự về mọi tội phạm, trừ những tội phạm mà Bộ luật này có quy định khác.</a:t>
            </a:r>
            <a:endParaRPr lang="en-US" sz="1500"/>
          </a:p>
          <a:p>
            <a:pPr algn="just"/>
            <a:r>
              <a:rPr lang="vi-VN" sz="1500"/>
              <a:t>2. </a:t>
            </a:r>
            <a:r>
              <a:rPr lang="x-none" sz="1500"/>
              <a:t>Người từ đủ 14 tuổi trở lên, nhưng chưa đủ 16 tuổi </a:t>
            </a:r>
            <a:r>
              <a:rPr lang="vi-VN" sz="1500"/>
              <a:t>chỉ </a:t>
            </a:r>
            <a:r>
              <a:rPr lang="x-none" sz="1500"/>
              <a:t>phải chịu trách nhiệm hình sự về tội giết người, tội cố ý gây thương tích hoặc gây tổn hại cho sức khỏe của người khác, tội hiếp dâm, tội hiếp dâm người dưới 16 tuổi, tội cưỡng dâm người từ đủ 13 tuổi đến dưới 16 tuổi, tội cướp tài sản, </a:t>
            </a:r>
            <a:r>
              <a:rPr lang="vi-VN" sz="1500"/>
              <a:t>tội </a:t>
            </a:r>
            <a:r>
              <a:rPr lang="x-none" sz="1500"/>
              <a:t>bắt cóc nhằm chiếm đoạt tài sản; về tội phạm rất nghiêm trọng, </a:t>
            </a:r>
            <a:r>
              <a:rPr lang="vi-VN" sz="1500"/>
              <a:t>tội phạm</a:t>
            </a:r>
            <a:r>
              <a:rPr lang="x-none" sz="1500"/>
              <a:t> đặc biệt nghiêm trọng quy định tại </a:t>
            </a:r>
            <a:r>
              <a:rPr lang="vi-VN" sz="1500"/>
              <a:t>một trong </a:t>
            </a:r>
            <a:r>
              <a:rPr lang="x-none" sz="1500"/>
              <a:t>các </a:t>
            </a:r>
            <a:r>
              <a:rPr lang="vi-VN" sz="1500"/>
              <a:t>điều sau đây</a:t>
            </a:r>
            <a:r>
              <a:rPr lang="x-none" sz="1500"/>
              <a:t>: </a:t>
            </a:r>
            <a:endParaRPr lang="en-US" sz="1500"/>
          </a:p>
          <a:p>
            <a:pPr algn="just"/>
            <a:r>
              <a:rPr lang="vi-VN" sz="1500"/>
              <a:t>a) Điều 143 (tội cưỡng dâm); Điều 150 (tội mua bán người); Điều 151 (tội mua bán người dưới 16 tuổi);</a:t>
            </a:r>
            <a:endParaRPr lang="en-US" sz="1500"/>
          </a:p>
          <a:p>
            <a:pPr algn="just"/>
            <a:r>
              <a:rPr lang="vi-VN" sz="1500"/>
              <a:t>b) Điều 170 (tội cưỡng đoạt tài sản); Điều 171 (</a:t>
            </a:r>
            <a:r>
              <a:rPr lang="x-none" sz="1500"/>
              <a:t>tội cướp giật tài sản); </a:t>
            </a:r>
            <a:r>
              <a:rPr lang="vi-VN" sz="1500"/>
              <a:t>Điều 173 (tội </a:t>
            </a:r>
            <a:r>
              <a:rPr lang="x-none" sz="1500"/>
              <a:t>trộm cắp tài sản)</a:t>
            </a:r>
            <a:r>
              <a:rPr lang="vi-VN" sz="1500"/>
              <a:t>; Điều 178 (tội </a:t>
            </a:r>
            <a:r>
              <a:rPr lang="x-none" sz="1500"/>
              <a:t>hủy hoại hoặc cố ý làm hư hỏng tài sản)</a:t>
            </a:r>
            <a:r>
              <a:rPr lang="vi-VN" sz="1500"/>
              <a:t>; </a:t>
            </a:r>
            <a:endParaRPr lang="en-US" sz="1500"/>
          </a:p>
          <a:p>
            <a:pPr algn="just"/>
            <a:r>
              <a:rPr lang="vi-VN" sz="1500"/>
              <a:t>c) Điều 248 (tội </a:t>
            </a:r>
            <a:r>
              <a:rPr lang="x-none" sz="1500"/>
              <a:t>sản xuất trái phép ch</a:t>
            </a:r>
            <a:r>
              <a:rPr lang="vi-VN" sz="1500"/>
              <a:t>ấ</a:t>
            </a:r>
            <a:r>
              <a:rPr lang="x-none" sz="1500"/>
              <a:t>t ma túy)</a:t>
            </a:r>
            <a:r>
              <a:rPr lang="vi-VN" sz="1500"/>
              <a:t>; Điều 249 (tội </a:t>
            </a:r>
            <a:r>
              <a:rPr lang="x-none" sz="1500"/>
              <a:t>tàng trữ trái phép chất ma túy)</a:t>
            </a:r>
            <a:r>
              <a:rPr lang="vi-VN" sz="1500"/>
              <a:t>; Điều 250 (tội </a:t>
            </a:r>
            <a:r>
              <a:rPr lang="x-none" sz="1500"/>
              <a:t>vận chuyển trái phép chất ma túy)</a:t>
            </a:r>
            <a:r>
              <a:rPr lang="vi-VN" sz="1500"/>
              <a:t>; Điều 251 (tội </a:t>
            </a:r>
            <a:r>
              <a:rPr lang="x-none" sz="1500"/>
              <a:t>mua bán trái phép chất ma túy)</a:t>
            </a:r>
            <a:r>
              <a:rPr lang="vi-VN" sz="1500"/>
              <a:t>; Điều 252 (tội </a:t>
            </a:r>
            <a:r>
              <a:rPr lang="x-none" sz="1500"/>
              <a:t>chiếm đoạt chất ma túy)</a:t>
            </a:r>
            <a:r>
              <a:rPr lang="vi-VN" sz="1500"/>
              <a:t>; </a:t>
            </a:r>
            <a:endParaRPr lang="en-US" sz="1500"/>
          </a:p>
          <a:p>
            <a:pPr algn="just"/>
            <a:r>
              <a:rPr lang="vi-VN" sz="1500"/>
              <a:t>d) Điều 265 (tội tổ chức đua xe trái phép); Điều 266 (tội đua xe trái phép); </a:t>
            </a:r>
            <a:endParaRPr lang="en-US" sz="1500"/>
          </a:p>
          <a:p>
            <a:pPr algn="just"/>
            <a:r>
              <a:rPr lang="x-none" sz="1500"/>
              <a:t>đ) </a:t>
            </a:r>
            <a:r>
              <a:rPr lang="vi-VN" sz="1500"/>
              <a:t>Điều 2</a:t>
            </a:r>
            <a:r>
              <a:rPr lang="x-none" sz="1500"/>
              <a:t>85</a:t>
            </a:r>
            <a:r>
              <a:rPr lang="vi-VN" sz="1500"/>
              <a:t> (</a:t>
            </a:r>
            <a:r>
              <a:rPr lang="x-none" sz="1500"/>
              <a:t>tội sản xuất, mua bán, trao đổi hoặc tặng cho công cụ, thi</a:t>
            </a:r>
            <a:r>
              <a:rPr lang="vi-VN" sz="1500"/>
              <a:t>ết bị</a:t>
            </a:r>
            <a:r>
              <a:rPr lang="x-none" sz="1500"/>
              <a:t>, phần mềm để sử dụng vào mục đích trái pháp luật</a:t>
            </a:r>
            <a:r>
              <a:rPr lang="vi-VN" sz="1500"/>
              <a:t>); Điều 2</a:t>
            </a:r>
            <a:r>
              <a:rPr lang="x-none" sz="1500"/>
              <a:t>86</a:t>
            </a:r>
            <a:r>
              <a:rPr lang="vi-VN" sz="1500"/>
              <a:t> (t</a:t>
            </a:r>
            <a:r>
              <a:rPr lang="x-none" sz="1500"/>
              <a:t>ội phát tán chương trình tin học gây hại cho hoạt động của mạng máy tính, mạng viễn thông, phương tiện điện tử</a:t>
            </a:r>
            <a:r>
              <a:rPr lang="vi-VN" sz="1500"/>
              <a:t>); Điều 2</a:t>
            </a:r>
            <a:r>
              <a:rPr lang="x-none" sz="1500"/>
              <a:t>87</a:t>
            </a:r>
            <a:r>
              <a:rPr lang="vi-VN" sz="1500"/>
              <a:t> (</a:t>
            </a:r>
            <a:r>
              <a:rPr lang="x-none" sz="1500"/>
              <a:t>tội cản trở hoặc gây rối loạn hoạt động của mạng máy tính, mạng viễn thông, phương tiện điện tử</a:t>
            </a:r>
            <a:r>
              <a:rPr lang="vi-VN" sz="1500"/>
              <a:t>); Điều 28</a:t>
            </a:r>
            <a:r>
              <a:rPr lang="x-none" sz="1500"/>
              <a:t>9</a:t>
            </a:r>
            <a:r>
              <a:rPr lang="vi-VN" sz="1500"/>
              <a:t> (</a:t>
            </a:r>
            <a:r>
              <a:rPr lang="x-none" sz="1500"/>
              <a:t>tội xâm nhập trái phép vào mạng máy tính, mạng viễn thông hoặc phương tiện điện tử của người khác</a:t>
            </a:r>
            <a:r>
              <a:rPr lang="vi-VN" sz="1500"/>
              <a:t>); Điều 29</a:t>
            </a:r>
            <a:r>
              <a:rPr lang="x-none" sz="1500"/>
              <a:t>0</a:t>
            </a:r>
            <a:r>
              <a:rPr lang="vi-VN" sz="1500"/>
              <a:t> (</a:t>
            </a:r>
            <a:r>
              <a:rPr lang="x-none" sz="1500"/>
              <a:t>tội sử dụng mạng máy tính, mạng viễn thông, phương tiện điện tử thực hiện hành vi chiếm đoạt tài sản</a:t>
            </a:r>
            <a:r>
              <a:rPr lang="vi-VN" sz="1500"/>
              <a:t>); </a:t>
            </a:r>
            <a:endParaRPr lang="en-US" sz="1500"/>
          </a:p>
          <a:p>
            <a:pPr algn="just"/>
            <a:r>
              <a:rPr lang="x-none" sz="1500"/>
              <a:t>e) Điều 299 (tội khủng bố); Điều 303 (tội phá hủy công trình, cơ sở</a:t>
            </a:r>
            <a:r>
              <a:rPr lang="vi-VN" sz="1500"/>
              <a:t>, </a:t>
            </a:r>
            <a:r>
              <a:rPr lang="x-none" sz="1500"/>
              <a:t>phương tiện quan trọng về an ninh quốc gia); Điều 304</a:t>
            </a:r>
            <a:r>
              <a:rPr lang="x-none" sz="1500" b="1"/>
              <a:t> </a:t>
            </a:r>
            <a:r>
              <a:rPr lang="x-none" sz="1500"/>
              <a:t>(tội </a:t>
            </a:r>
            <a:r>
              <a:rPr lang="vi-VN" sz="1500"/>
              <a:t>chế tạo, tàng trữ, vận chuyển, sử dụng, mua bán trái phép hoặc </a:t>
            </a:r>
            <a:r>
              <a:rPr lang="x-none" sz="1500"/>
              <a:t>chiếm đoạt vũ khí quân dụng</a:t>
            </a:r>
            <a:r>
              <a:rPr lang="vi-VN" sz="1500"/>
              <a:t>, phương tiện kỹ thuật quân sự</a:t>
            </a:r>
            <a:r>
              <a:rPr lang="x-none" sz="1500"/>
              <a:t>). </a:t>
            </a:r>
            <a:endParaRPr lang="en-US" sz="1500"/>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lstStyle/>
          <a:p>
            <a:r>
              <a:rPr lang="en-US"/>
              <a:t>Hình phạt</a:t>
            </a:r>
          </a:p>
        </p:txBody>
      </p:sp>
      <p:sp>
        <p:nvSpPr>
          <p:cNvPr id="3" name="Content Placeholder 2"/>
          <p:cNvSpPr>
            <a:spLocks noGrp="1"/>
          </p:cNvSpPr>
          <p:nvPr>
            <p:ph idx="1"/>
          </p:nvPr>
        </p:nvSpPr>
        <p:spPr>
          <a:xfrm>
            <a:off x="457200" y="990600"/>
            <a:ext cx="8229600" cy="5135563"/>
          </a:xfrm>
        </p:spPr>
        <p:txBody>
          <a:bodyPr>
            <a:normAutofit fontScale="77500" lnSpcReduction="20000"/>
          </a:bodyPr>
          <a:lstStyle/>
          <a:p>
            <a:r>
              <a:rPr lang="en-US"/>
              <a:t>Hình phạt là biện pháp cưỡng chế nghiêm khắc của Nhà nước áp dụng đối với người phạm tội nhằm tước bỏ hoặc hạn chế quyền, lợi ích hợp pháp của người phạm tội. Hình phạt được quy định trong bộ luật hình sự và do tòa án quyết định.</a:t>
            </a:r>
          </a:p>
          <a:p>
            <a:r>
              <a:rPr lang="en-US"/>
              <a:t>Các hình phạt</a:t>
            </a:r>
          </a:p>
          <a:p>
            <a:pPr>
              <a:buFont typeface="Wingdings" pitchFamily="2" charset="2"/>
              <a:buChar char="Ø"/>
            </a:pPr>
            <a:r>
              <a:rPr lang="en-US"/>
              <a:t>Hình phạt chính. Mỗi tội phạm tòa án chỉ tuyên một hình phạt chính</a:t>
            </a:r>
          </a:p>
          <a:p>
            <a:pPr>
              <a:buFont typeface="Wingdings" pitchFamily="2" charset="2"/>
              <a:buChar char="ü"/>
            </a:pPr>
            <a:r>
              <a:rPr lang="en-US"/>
              <a:t>Cảnh cáo; Phạt tiền; cải tạo không giam giữ; trục xuất; tù có thời hạn; tù chung thân; tử hình.</a:t>
            </a:r>
          </a:p>
          <a:p>
            <a:pPr>
              <a:buFont typeface="Wingdings" pitchFamily="2" charset="2"/>
              <a:buChar char="Ø"/>
            </a:pPr>
            <a:r>
              <a:rPr lang="en-US"/>
              <a:t>Hình phạt bổ sung. Không được tuyên độc lập chỉ có thể tuyên kèm theo một hình phạt chính</a:t>
            </a:r>
          </a:p>
          <a:p>
            <a:pPr>
              <a:buFont typeface="Wingdings" pitchFamily="2" charset="2"/>
              <a:buChar char="ü"/>
            </a:pPr>
            <a:r>
              <a:rPr lang="en-US"/>
              <a:t>Cấm đảm nhiệm những chức vụ, làm những nghề, công việc nhất định; cấm cư trú, quản chế, tước một số quyền công dân, tịch thu tài sản, phạt tiền</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Hình phạt đối với pháp nhân phạm tội</a:t>
            </a:r>
          </a:p>
        </p:txBody>
      </p:sp>
      <p:sp>
        <p:nvSpPr>
          <p:cNvPr id="3" name="Content Placeholder 2"/>
          <p:cNvSpPr>
            <a:spLocks noGrp="1"/>
          </p:cNvSpPr>
          <p:nvPr>
            <p:ph idx="1"/>
          </p:nvPr>
        </p:nvSpPr>
        <p:spPr/>
        <p:txBody>
          <a:bodyPr>
            <a:normAutofit fontScale="77500" lnSpcReduction="20000"/>
          </a:bodyPr>
          <a:lstStyle/>
          <a:p>
            <a:r>
              <a:rPr lang="vi-VN"/>
              <a:t>1. Hình phạt chính bao gồm:</a:t>
            </a:r>
            <a:endParaRPr lang="en-US"/>
          </a:p>
          <a:p>
            <a:r>
              <a:rPr lang="vi-VN"/>
              <a:t>a) Phạt tiền;</a:t>
            </a:r>
            <a:endParaRPr lang="en-US"/>
          </a:p>
          <a:p>
            <a:r>
              <a:rPr lang="vi-VN"/>
              <a:t>b) Đình chỉ hoạt động có thời hạn; </a:t>
            </a:r>
            <a:endParaRPr lang="en-US"/>
          </a:p>
          <a:p>
            <a:r>
              <a:rPr lang="vi-VN"/>
              <a:t>c) Đình chỉ hoạt động vĩnh viễn. </a:t>
            </a:r>
            <a:endParaRPr lang="en-US"/>
          </a:p>
          <a:p>
            <a:r>
              <a:rPr lang="vi-VN"/>
              <a:t>2. Hình phạt bổ sung bao gồm:</a:t>
            </a:r>
            <a:endParaRPr lang="en-US"/>
          </a:p>
          <a:p>
            <a:r>
              <a:rPr lang="vi-VN"/>
              <a:t>a) Cấm kinh doanh, cấm hoạt động trong một số lĩnh vực nhất định; </a:t>
            </a:r>
            <a:endParaRPr lang="en-US"/>
          </a:p>
          <a:p>
            <a:r>
              <a:rPr lang="vi-VN"/>
              <a:t>b) Cấm huy động vốn;</a:t>
            </a:r>
            <a:endParaRPr lang="en-US"/>
          </a:p>
          <a:p>
            <a:r>
              <a:rPr lang="vi-VN"/>
              <a:t>c) Phạt tiền, khi không áp dụng là hình phạt chính.</a:t>
            </a:r>
            <a:endParaRPr lang="en-US"/>
          </a:p>
          <a:p>
            <a:r>
              <a:rPr lang="vi-VN"/>
              <a:t>3. Đối với mỗi tội phạm, pháp nhân thương mại phạm tội chỉ bị áp dụng một hình phạt chính và có thể bị áp dụng một hoặc một số hình phạt bổ sung.</a:t>
            </a:r>
            <a:endParaRPr lang="en-US"/>
          </a:p>
          <a:p>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457200" y="152400"/>
            <a:ext cx="8229600" cy="715962"/>
          </a:xfrm>
        </p:spPr>
        <p:txBody>
          <a:bodyPr>
            <a:normAutofit/>
          </a:bodyPr>
          <a:lstStyle/>
          <a:p>
            <a:r>
              <a:rPr lang="en-US" sz="3200">
                <a:latin typeface=".VnArial" pitchFamily="34" charset="0"/>
              </a:rPr>
              <a:t>6.5 LuËt tè tông h×nh sù</a:t>
            </a:r>
          </a:p>
        </p:txBody>
      </p:sp>
      <p:sp>
        <p:nvSpPr>
          <p:cNvPr id="40963" name="Content Placeholder 2"/>
          <p:cNvSpPr>
            <a:spLocks noGrp="1"/>
          </p:cNvSpPr>
          <p:nvPr>
            <p:ph sz="quarter" idx="1"/>
          </p:nvPr>
        </p:nvSpPr>
        <p:spPr>
          <a:xfrm>
            <a:off x="457200" y="990600"/>
            <a:ext cx="8229600" cy="5135563"/>
          </a:xfrm>
        </p:spPr>
        <p:txBody>
          <a:bodyPr>
            <a:normAutofit fontScale="85000" lnSpcReduction="20000"/>
          </a:bodyPr>
          <a:lstStyle/>
          <a:p>
            <a:r>
              <a:rPr lang="en-US" sz="2600">
                <a:latin typeface=".VnArial" pitchFamily="34" charset="0"/>
              </a:rPr>
              <a:t>§iÒu chØnh c¸c quan hÖ ph¸t sinh trong qu¸ tr×nh ®iÒu tra, truy tè, xÐt xö vô ¸n h×nh sù vµ thi hµnh b¶n ¸n, quyÕt ®Þnh cña tßa ¸n</a:t>
            </a:r>
          </a:p>
          <a:p>
            <a:r>
              <a:rPr lang="en-US" sz="2600">
                <a:latin typeface=".VnArial" pitchFamily="34" charset="0"/>
              </a:rPr>
              <a:t>Bé luËt tè tông h×nh sù gåm 8 phÇn víi 346 ®iÒu:</a:t>
            </a:r>
          </a:p>
          <a:p>
            <a:pPr>
              <a:buFont typeface="Wingdings" pitchFamily="2" charset="2"/>
              <a:buChar char="q"/>
            </a:pPr>
            <a:r>
              <a:rPr lang="en-US" sz="2600">
                <a:latin typeface=".VnArial" pitchFamily="34" charset="0"/>
              </a:rPr>
              <a:t>PhÇn 1: Nh÷ng quy ®Þnh chung: Nguyªn t¾c c¬ b¶n, c¬ quan tiÕn hµnh tè tông; ng­êi tham gia tè tông; chøng cø. . .</a:t>
            </a:r>
          </a:p>
          <a:p>
            <a:pPr>
              <a:buFont typeface="Wingdings" pitchFamily="2" charset="2"/>
              <a:buChar char="q"/>
            </a:pPr>
            <a:r>
              <a:rPr lang="en-US" sz="2600">
                <a:latin typeface=".VnArial" pitchFamily="34" charset="0"/>
              </a:rPr>
              <a:t>PhÇn 2: Khëi tè, ®iÒu tra vô ¸n h×nh sù vµ quyÕt ®Þnh viÖc truy tè</a:t>
            </a:r>
          </a:p>
          <a:p>
            <a:pPr>
              <a:buFont typeface="Wingdings" pitchFamily="2" charset="2"/>
              <a:buChar char="q"/>
            </a:pPr>
            <a:r>
              <a:rPr lang="en-US" sz="2600">
                <a:latin typeface=".VnArial" pitchFamily="34" charset="0"/>
              </a:rPr>
              <a:t>PhÇn 3: XÐt xö s¬ thÈm</a:t>
            </a:r>
          </a:p>
          <a:p>
            <a:pPr>
              <a:buFont typeface="Wingdings" pitchFamily="2" charset="2"/>
              <a:buChar char="q"/>
            </a:pPr>
            <a:r>
              <a:rPr lang="en-US" sz="2600">
                <a:latin typeface=".VnArial" pitchFamily="34" charset="0"/>
              </a:rPr>
              <a:t>PhÇn 4: XÐt xö phóc thÈm</a:t>
            </a:r>
          </a:p>
          <a:p>
            <a:pPr>
              <a:buFont typeface="Wingdings" pitchFamily="2" charset="2"/>
              <a:buChar char="q"/>
            </a:pPr>
            <a:r>
              <a:rPr lang="en-US" sz="2600">
                <a:latin typeface=".VnArial" pitchFamily="34" charset="0"/>
              </a:rPr>
              <a:t>PhÇn 5: Thi hµnh b¶n ¸n, quyÕt ®Þnh cña tßa ¸n</a:t>
            </a:r>
          </a:p>
          <a:p>
            <a:pPr>
              <a:buFont typeface="Wingdings" pitchFamily="2" charset="2"/>
              <a:buChar char="q"/>
            </a:pPr>
            <a:r>
              <a:rPr lang="en-US" sz="2600">
                <a:latin typeface=".VnArial" pitchFamily="34" charset="0"/>
              </a:rPr>
              <a:t>PhÇn 6: XÐt l¹i b¶n ¸n vµ quyÕt ®Þnh cã hiÖu lùc ph¸p luËt</a:t>
            </a:r>
          </a:p>
          <a:p>
            <a:pPr>
              <a:buFont typeface="Wingdings" pitchFamily="2" charset="2"/>
              <a:buChar char="q"/>
            </a:pPr>
            <a:r>
              <a:rPr lang="en-US" sz="2600">
                <a:latin typeface=".VnArial" pitchFamily="34" charset="0"/>
              </a:rPr>
              <a:t>PhÇn 7: Thñ tôc ®Æc biÖt (thñ tôc tè tông ®èi víi ng­êi ch­a thµnh niªn; thñ tôc ¸p dông biÖn ph¸p b¾t buéc ch÷a bÖnh. . )</a:t>
            </a:r>
          </a:p>
          <a:p>
            <a:pPr>
              <a:buFont typeface="Wingdings" pitchFamily="2" charset="2"/>
              <a:buChar char="q"/>
            </a:pPr>
            <a:r>
              <a:rPr lang="en-US" sz="2600">
                <a:latin typeface=".VnArial" pitchFamily="34" charset="0"/>
              </a:rPr>
              <a:t>PhÇn 8: Hîp t¸c quèc tÕ</a:t>
            </a:r>
          </a:p>
          <a:p>
            <a:pPr>
              <a:buFont typeface="Wingdings" pitchFamily="2" charset="2"/>
              <a:buChar char="q"/>
            </a:pPr>
            <a:endParaRPr lang="en-US" sz="1800">
              <a:latin typeface=".VnArial" pitchFamily="34" charset="0"/>
            </a:endParaRPr>
          </a:p>
          <a:p>
            <a:pPr>
              <a:buFont typeface="Wingdings" pitchFamily="2" charset="2"/>
              <a:buChar char="q"/>
            </a:pPr>
            <a:endParaRPr lang="en-US" sz="1800">
              <a:latin typeface=".VnArial" pitchFamily="34" charset="0"/>
            </a:endParaRPr>
          </a:p>
          <a:p>
            <a:endParaRPr lang="en-US" sz="1800">
              <a:latin typeface=".VnArial" pitchFamily="34" charset="0"/>
            </a:endParaRPr>
          </a:p>
        </p:txBody>
      </p:sp>
      <p:sp>
        <p:nvSpPr>
          <p:cNvPr id="4" name="Slide Number Placeholder 3"/>
          <p:cNvSpPr>
            <a:spLocks noGrp="1"/>
          </p:cNvSpPr>
          <p:nvPr>
            <p:ph type="sldNum" sz="quarter" idx="12"/>
          </p:nvPr>
        </p:nvSpPr>
        <p:spPr/>
        <p:txBody>
          <a:bodyPr/>
          <a:lstStyle/>
          <a:p>
            <a:pPr>
              <a:defRPr/>
            </a:pPr>
            <a:fld id="{BFE5DD14-4CCF-4DBF-A65B-3E034D06A7DD}" type="slidenum">
              <a:rPr lang="en-US" smtClean="0"/>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normAutofit/>
          </a:bodyPr>
          <a:lstStyle/>
          <a:p>
            <a:r>
              <a:rPr lang="en-US" sz="3600">
                <a:latin typeface=".VnArial" pitchFamily="34" charset="0"/>
              </a:rPr>
              <a:t>6.6 LuËt d©n sù</a:t>
            </a:r>
          </a:p>
        </p:txBody>
      </p:sp>
      <p:sp>
        <p:nvSpPr>
          <p:cNvPr id="36867" name="Content Placeholder 2"/>
          <p:cNvSpPr>
            <a:spLocks noGrp="1"/>
          </p:cNvSpPr>
          <p:nvPr>
            <p:ph sz="quarter" idx="1"/>
          </p:nvPr>
        </p:nvSpPr>
        <p:spPr/>
        <p:txBody>
          <a:bodyPr>
            <a:normAutofit/>
          </a:bodyPr>
          <a:lstStyle/>
          <a:p>
            <a:pPr algn="just"/>
            <a:r>
              <a:rPr lang="en-US" sz="2400">
                <a:latin typeface=".VnArial" pitchFamily="34" charset="0"/>
              </a:rPr>
              <a:t>ĐiÒu chØnh c¸c quan hÖ tµi s¶n-quan hÖ nh©n th©n giữa     chủ thể.  Bé luËt d©n sù 2005 gåm 7 phÇn víi 777 ®iÒu</a:t>
            </a:r>
          </a:p>
        </p:txBody>
      </p:sp>
      <p:sp>
        <p:nvSpPr>
          <p:cNvPr id="4" name="Slide Number Placeholder 3"/>
          <p:cNvSpPr>
            <a:spLocks noGrp="1"/>
          </p:cNvSpPr>
          <p:nvPr>
            <p:ph type="sldNum" sz="quarter" idx="12"/>
          </p:nvPr>
        </p:nvSpPr>
        <p:spPr/>
        <p:txBody>
          <a:bodyPr/>
          <a:lstStyle/>
          <a:p>
            <a:pPr>
              <a:defRPr/>
            </a:pPr>
            <a:fld id="{CD500648-E7F0-4DF3-AA6E-D8248C0A7F5E}" type="slidenum">
              <a:rPr lang="en-US" smtClean="0"/>
              <a:pPr>
                <a:defRPr/>
              </a:pPr>
              <a:t>24</a:t>
            </a:fld>
            <a:endParaRPr lang="en-US"/>
          </a:p>
        </p:txBody>
      </p:sp>
      <p:sp>
        <p:nvSpPr>
          <p:cNvPr id="5" name="Rectangle 4"/>
          <p:cNvSpPr/>
          <p:nvPr/>
        </p:nvSpPr>
        <p:spPr>
          <a:xfrm>
            <a:off x="914400" y="2971800"/>
            <a:ext cx="3505200" cy="533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a:latin typeface=".VnArial" pitchFamily="34" charset="0"/>
              </a:rPr>
              <a:t> Nh÷ng quy ®Þnh chung</a:t>
            </a:r>
          </a:p>
        </p:txBody>
      </p:sp>
      <p:sp>
        <p:nvSpPr>
          <p:cNvPr id="6" name="Rectangle 5"/>
          <p:cNvSpPr/>
          <p:nvPr/>
        </p:nvSpPr>
        <p:spPr>
          <a:xfrm>
            <a:off x="914400" y="3733800"/>
            <a:ext cx="3505200" cy="533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a:latin typeface=".VnArial" pitchFamily="34" charset="0"/>
              </a:rPr>
              <a:t>Tµi s¶n vµ quyÒn së h÷u</a:t>
            </a:r>
          </a:p>
        </p:txBody>
      </p:sp>
      <p:sp>
        <p:nvSpPr>
          <p:cNvPr id="7" name="Rectangle 6"/>
          <p:cNvSpPr/>
          <p:nvPr/>
        </p:nvSpPr>
        <p:spPr>
          <a:xfrm>
            <a:off x="914400" y="4648200"/>
            <a:ext cx="3505200" cy="533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a:latin typeface=".VnArial" pitchFamily="34" charset="0"/>
              </a:rPr>
              <a:t>NghÜa vô d©n sù vµ hîp ®ång d©n sù</a:t>
            </a:r>
          </a:p>
        </p:txBody>
      </p:sp>
      <p:sp>
        <p:nvSpPr>
          <p:cNvPr id="8" name="Rectangle 7"/>
          <p:cNvSpPr/>
          <p:nvPr/>
        </p:nvSpPr>
        <p:spPr>
          <a:xfrm>
            <a:off x="914400" y="5486400"/>
            <a:ext cx="3505200" cy="533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a:latin typeface=".VnArial" pitchFamily="34" charset="0"/>
              </a:rPr>
              <a:t>Thõa kÕ</a:t>
            </a:r>
          </a:p>
        </p:txBody>
      </p:sp>
      <p:sp>
        <p:nvSpPr>
          <p:cNvPr id="9" name="Rectangle 8"/>
          <p:cNvSpPr/>
          <p:nvPr/>
        </p:nvSpPr>
        <p:spPr>
          <a:xfrm>
            <a:off x="4953000" y="4648200"/>
            <a:ext cx="3505200" cy="533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a:latin typeface=".VnArial" pitchFamily="34" charset="0"/>
              </a:rPr>
              <a:t>Quan hÖ d©n sù cã yÕu tè </a:t>
            </a:r>
          </a:p>
          <a:p>
            <a:pPr algn="ctr">
              <a:defRPr/>
            </a:pPr>
            <a:r>
              <a:rPr lang="en-US">
                <a:latin typeface=".VnArial" pitchFamily="34" charset="0"/>
              </a:rPr>
              <a:t>n­íc ngoµi</a:t>
            </a:r>
          </a:p>
        </p:txBody>
      </p:sp>
      <p:sp>
        <p:nvSpPr>
          <p:cNvPr id="10" name="Rectangle 9"/>
          <p:cNvSpPr/>
          <p:nvPr/>
        </p:nvSpPr>
        <p:spPr>
          <a:xfrm>
            <a:off x="4953000" y="3810000"/>
            <a:ext cx="3505200" cy="533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a:latin typeface=".VnArial" pitchFamily="34" charset="0"/>
              </a:rPr>
              <a:t>QuyÒn së h÷u trÝ tuÖ vµ chuyÓn giao c«ng nghÖ</a:t>
            </a:r>
          </a:p>
        </p:txBody>
      </p:sp>
      <p:sp>
        <p:nvSpPr>
          <p:cNvPr id="11" name="Rectangle 10"/>
          <p:cNvSpPr/>
          <p:nvPr/>
        </p:nvSpPr>
        <p:spPr>
          <a:xfrm>
            <a:off x="4953000" y="3048000"/>
            <a:ext cx="3505200" cy="533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a:latin typeface=".VnArial" pitchFamily="34" charset="0"/>
              </a:rPr>
              <a:t>Quy ®Þnh vÒ chuyÓn quyÒn sö dông ®Êt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Đối tượng điều chỉnh, chủ thể của quan hệ pháp luật dân sự</a:t>
            </a:r>
          </a:p>
        </p:txBody>
      </p:sp>
      <p:sp>
        <p:nvSpPr>
          <p:cNvPr id="3" name="Content Placeholder 2"/>
          <p:cNvSpPr>
            <a:spLocks noGrp="1"/>
          </p:cNvSpPr>
          <p:nvPr>
            <p:ph idx="1"/>
          </p:nvPr>
        </p:nvSpPr>
        <p:spPr/>
        <p:txBody>
          <a:bodyPr/>
          <a:lstStyle/>
          <a:p>
            <a:r>
              <a:rPr lang="en-US"/>
              <a:t>Quan hệ tài sản, quan hệ nhân thân phát sinh trong quá trình thực hiện các giao dịch nhằm thỏa mãn nhu cầu hàng ngày của các thành viên trong xã hội.</a:t>
            </a:r>
          </a:p>
          <a:p>
            <a:pPr>
              <a:buFont typeface="Wingdings" pitchFamily="2" charset="2"/>
              <a:buChar char="ü"/>
            </a:pPr>
            <a:r>
              <a:rPr lang="en-US"/>
              <a:t>Quan hệ tài sản là quan hệ giữa người với người liên quan đến một tài sản nhất định.</a:t>
            </a:r>
          </a:p>
          <a:p>
            <a:pPr>
              <a:buFont typeface="Wingdings" pitchFamily="2" charset="2"/>
              <a:buChar char="ü"/>
            </a:pPr>
            <a:r>
              <a:rPr lang="en-US"/>
              <a:t>Quan hệ nhân thân là quan hệ giữa người với người mà không liên quan tới tài sản. </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Chủ thể của quan hệ pháp luật dân sự</a:t>
            </a:r>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Các quyền dân sự cơ bản</a:t>
            </a:r>
          </a:p>
        </p:txBody>
      </p:sp>
      <p:graphicFrame>
        <p:nvGraphicFramePr>
          <p:cNvPr id="7" name="Content Placeholder 6"/>
          <p:cNvGraphicFramePr>
            <a:graphicFrameLocks noGrp="1"/>
          </p:cNvGraphicFramePr>
          <p:nvPr>
            <p:ph idx="1"/>
          </p:nvPr>
        </p:nvGraphicFramePr>
        <p:xfrm>
          <a:off x="457200" y="1600200"/>
          <a:ext cx="82296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Quyền sở hữu</a:t>
            </a:r>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28</a:t>
            </a:fld>
            <a:endParaRPr lang="en-US"/>
          </a:p>
        </p:txBody>
      </p:sp>
      <p:sp>
        <p:nvSpPr>
          <p:cNvPr id="8" name="Oval 7"/>
          <p:cNvSpPr/>
          <p:nvPr/>
        </p:nvSpPr>
        <p:spPr>
          <a:xfrm>
            <a:off x="5791200" y="1752600"/>
            <a:ext cx="2819400" cy="3581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a:t>Chủ sở hữu phải chịu rủi ro khi tài sản bị tiêu hủy hoặc bị hư hỏng do sự kiện bất khả kháng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lstStyle/>
          <a:p>
            <a:r>
              <a:rPr lang="en-US"/>
              <a:t>Quyền giao kết hợp đồng dân sự</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F6AE7EA5-B71B-4031-9678-D796BB0CCF77}" type="slidenum">
              <a:rPr lang="en-US" smtClean="0"/>
              <a:pPr/>
              <a:t>29</a:t>
            </a:fld>
            <a:endParaRPr lang="en-US"/>
          </a:p>
        </p:txBody>
      </p:sp>
      <p:sp>
        <p:nvSpPr>
          <p:cNvPr id="5" name="Rounded Rectangle 4"/>
          <p:cNvSpPr/>
          <p:nvPr/>
        </p:nvSpPr>
        <p:spPr>
          <a:xfrm>
            <a:off x="609600" y="1066800"/>
            <a:ext cx="2743200" cy="34290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a:t>Khái niệm</a:t>
            </a:r>
          </a:p>
          <a:p>
            <a:pPr algn="just"/>
            <a:r>
              <a:rPr lang="en-US" sz="2400"/>
              <a:t>Hợp đồng dân sự là sự thỏa thuận giữa các bên về việc xác lập, thay đổi hay chấm dứt các quyền, nghĩa vụ dân sự</a:t>
            </a:r>
          </a:p>
        </p:txBody>
      </p:sp>
      <p:sp>
        <p:nvSpPr>
          <p:cNvPr id="6" name="Rounded Rectangle 5"/>
          <p:cNvSpPr/>
          <p:nvPr/>
        </p:nvSpPr>
        <p:spPr>
          <a:xfrm>
            <a:off x="3657600" y="2286000"/>
            <a:ext cx="2438400" cy="3200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300"/>
              <a:t>Nguyên tắc giao kết hợp đồng dân sự.</a:t>
            </a:r>
          </a:p>
          <a:p>
            <a:pPr algn="just"/>
            <a:r>
              <a:rPr lang="en-US" sz="2300"/>
              <a:t>Thỏa mãn hai nguyên tắc xác lập hợp đồng</a:t>
            </a:r>
          </a:p>
        </p:txBody>
      </p:sp>
      <p:sp>
        <p:nvSpPr>
          <p:cNvPr id="7" name="Rounded Rectangle 6"/>
          <p:cNvSpPr/>
          <p:nvPr/>
        </p:nvSpPr>
        <p:spPr>
          <a:xfrm>
            <a:off x="6400800" y="3200400"/>
            <a:ext cx="2362200" cy="2743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400"/>
              <a:t>Hình thức của hợp đồng dân sự</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Quyền thừa kế</a:t>
            </a:r>
          </a:p>
        </p:txBody>
      </p:sp>
      <p:sp>
        <p:nvSpPr>
          <p:cNvPr id="3" name="Content Placeholder 2"/>
          <p:cNvSpPr>
            <a:spLocks noGrp="1"/>
          </p:cNvSpPr>
          <p:nvPr>
            <p:ph idx="1"/>
          </p:nvPr>
        </p:nvSpPr>
        <p:spPr/>
        <p:txBody>
          <a:bodyPr/>
          <a:lstStyle/>
          <a:p>
            <a:r>
              <a:rPr lang="en-US"/>
              <a:t>Thừa kế là việc chuyển quyền sở hữu đối với tài sản của người đã chết (gọi là di sản) cho người thừa kế, thong qua ý nguyện cá nhân được thể hiện bằng di chúc, hoặc căn cứ theo quy định của pháp luật.</a:t>
            </a:r>
          </a:p>
          <a:p>
            <a:pPr>
              <a:buFont typeface="Wingdings" pitchFamily="2" charset="2"/>
              <a:buChar char="ü"/>
            </a:pPr>
            <a:r>
              <a:rPr lang="en-US"/>
              <a:t>Thừa kế theo di chúc</a:t>
            </a:r>
          </a:p>
          <a:p>
            <a:pPr>
              <a:buFont typeface="Wingdings" pitchFamily="2" charset="2"/>
              <a:buChar char="ü"/>
            </a:pPr>
            <a:r>
              <a:rPr lang="en-US"/>
              <a:t>Thừa kế theo pháp luật</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30</a:t>
            </a:fld>
            <a:endParaRPr lang="en-US"/>
          </a:p>
        </p:txBody>
      </p:sp>
      <p:pic>
        <p:nvPicPr>
          <p:cNvPr id="6" name="Picture 2" descr="http://qlttgialai.byethost15.com/uploads/news/2012_07/luat.jpg"/>
          <p:cNvPicPr>
            <a:picLocks noChangeAspect="1" noChangeArrowheads="1"/>
          </p:cNvPicPr>
          <p:nvPr/>
        </p:nvPicPr>
        <p:blipFill>
          <a:blip r:embed="rId2"/>
          <a:srcRect/>
          <a:stretch>
            <a:fillRect/>
          </a:stretch>
        </p:blipFill>
        <p:spPr bwMode="auto">
          <a:xfrm>
            <a:off x="5867400" y="3505200"/>
            <a:ext cx="2667000" cy="2990407"/>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 Thừa kế theo di chúc</a:t>
            </a:r>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44562"/>
          </a:xfrm>
        </p:spPr>
        <p:txBody>
          <a:bodyPr/>
          <a:lstStyle/>
          <a:p>
            <a:r>
              <a:rPr lang="en-US"/>
              <a:t>B. Thừa kế theo pháp luật</a:t>
            </a:r>
          </a:p>
        </p:txBody>
      </p:sp>
      <p:sp>
        <p:nvSpPr>
          <p:cNvPr id="3" name="Content Placeholder 2"/>
          <p:cNvSpPr>
            <a:spLocks noGrp="1"/>
          </p:cNvSpPr>
          <p:nvPr>
            <p:ph idx="1"/>
          </p:nvPr>
        </p:nvSpPr>
        <p:spPr>
          <a:xfrm>
            <a:off x="457200" y="1066800"/>
            <a:ext cx="8229600" cy="5257800"/>
          </a:xfrm>
        </p:spPr>
        <p:txBody>
          <a:bodyPr>
            <a:normAutofit fontScale="77500" lnSpcReduction="20000"/>
          </a:bodyPr>
          <a:lstStyle/>
          <a:p>
            <a:r>
              <a:rPr lang="en-US"/>
              <a:t>Thừa kế theo hàng thừa kế, điều kiện và trình tự thừa kế theo quy định của pháp luật</a:t>
            </a:r>
          </a:p>
          <a:p>
            <a:pPr>
              <a:buFont typeface="Wingdings" pitchFamily="2" charset="2"/>
              <a:buChar char="Ø"/>
            </a:pPr>
            <a:r>
              <a:rPr lang="en-US"/>
              <a:t>Các trường hợp thừa kế theo pháp luật?</a:t>
            </a:r>
          </a:p>
          <a:p>
            <a:pPr>
              <a:buFont typeface="Wingdings" pitchFamily="2" charset="2"/>
              <a:buChar char="Ø"/>
            </a:pPr>
            <a:r>
              <a:rPr lang="en-US"/>
              <a:t>Người thừa kế theo pháp luật. Những người thuộc diện thừa kế theo quan hệ hôn nhân, huyết thống, nuôi dưỡng được chia thành hàng thừa kế.</a:t>
            </a:r>
          </a:p>
          <a:p>
            <a:pPr>
              <a:buFont typeface="Wingdings" pitchFamily="2" charset="2"/>
              <a:buChar char="ü"/>
            </a:pPr>
            <a:r>
              <a:rPr lang="en-US"/>
              <a:t>Hàng 1. Vợ, chồng; cha, mẹ đẻ; cha, mẹ nuôi; con đẻ, con nuôi của người đã chết</a:t>
            </a:r>
          </a:p>
          <a:p>
            <a:pPr>
              <a:buFont typeface="Wingdings" pitchFamily="2" charset="2"/>
              <a:buChar char="ü"/>
            </a:pPr>
            <a:r>
              <a:rPr lang="en-US"/>
              <a:t>Hàng 2. Ông, bà nội; Ông, bà ngoại; anh, chị, em ruột của người đã chết; cháu của người chết mà người chết là ông, bà nội, ngoại.</a:t>
            </a:r>
          </a:p>
          <a:p>
            <a:pPr>
              <a:buFont typeface="Wingdings" pitchFamily="2" charset="2"/>
              <a:buChar char="ü"/>
            </a:pPr>
            <a:r>
              <a:rPr lang="en-US"/>
              <a:t>Hàng 3. Cụ nội, cụ ngoại của người chết, bác, chú, cậu, dì ruột của người chết; cháu ruột của người chết mà người chết là bác, chú, dì, cô, cậu ruột; chắt ruột của người chết mà người chết là cụ nội, ngoại </a:t>
            </a:r>
          </a:p>
          <a:p>
            <a:pPr>
              <a:buFont typeface="Wingdings" pitchFamily="2" charset="2"/>
              <a:buChar char="ü"/>
            </a:pPr>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 Thừa kế thế vị (Đ 677 BLDS)</a:t>
            </a:r>
          </a:p>
        </p:txBody>
      </p:sp>
      <p:sp>
        <p:nvSpPr>
          <p:cNvPr id="3" name="Content Placeholder 2"/>
          <p:cNvSpPr>
            <a:spLocks noGrp="1"/>
          </p:cNvSpPr>
          <p:nvPr>
            <p:ph idx="1"/>
          </p:nvPr>
        </p:nvSpPr>
        <p:spPr/>
        <p:txBody>
          <a:bodyPr/>
          <a:lstStyle/>
          <a:p>
            <a:r>
              <a:rPr lang="en-US"/>
              <a:t>Khi con của người để lại thừa kế chết trước hoặc cùng thời điểm với người để lại di sản thì cháu được hưởng phần di sản mà cha mẹ của cháu được hưởng nếu còn sống. Nếu cháu cũng đã chết trước hoặc cùng lúc với người để lại di sản thì chắt được hưởng phần di sản mà cha mẹ của chắt được hưởng nếu còn sống.</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normAutofit/>
          </a:bodyPr>
          <a:lstStyle/>
          <a:p>
            <a:r>
              <a:rPr lang="en-US" sz="3600">
                <a:latin typeface=".VnArial" pitchFamily="34" charset="0"/>
              </a:rPr>
              <a:t>LuËt tè tông d©n sù</a:t>
            </a:r>
          </a:p>
        </p:txBody>
      </p:sp>
      <p:sp>
        <p:nvSpPr>
          <p:cNvPr id="41987" name="Content Placeholder 2"/>
          <p:cNvSpPr>
            <a:spLocks noGrp="1"/>
          </p:cNvSpPr>
          <p:nvPr>
            <p:ph sz="quarter" idx="1"/>
          </p:nvPr>
        </p:nvSpPr>
        <p:spPr/>
        <p:txBody>
          <a:bodyPr>
            <a:normAutofit lnSpcReduction="10000"/>
          </a:bodyPr>
          <a:lstStyle/>
          <a:p>
            <a:r>
              <a:rPr lang="en-US" sz="1800">
                <a:latin typeface=".VnArial" pitchFamily="34" charset="0"/>
              </a:rPr>
              <a:t>Lµ tæng thÓ c¸c quy ph¹m ph¸p luËt ®iÒu chØnh c¸c quan hÖ x· héi h×nh thµnh trong qu¸ tr×nh xÐt xö c¸c tranh chÊp d©n sù vµ qu¸ tr×nh thi hµnh c¸c quyÕt ®Þnh cña tßa ¸n.</a:t>
            </a:r>
          </a:p>
          <a:p>
            <a:r>
              <a:rPr lang="en-US" sz="1800">
                <a:latin typeface=".VnArial" pitchFamily="34" charset="0"/>
              </a:rPr>
              <a:t>Bé luËt tè tông d©n sù 2004 gåm 9 phÇn (36 chương) víi 418 ®iÒu  (sửa đổi bổ sung năm 2011).</a:t>
            </a:r>
          </a:p>
          <a:p>
            <a:pPr>
              <a:buFont typeface="Wingdings" pitchFamily="2" charset="2"/>
              <a:buChar char="q"/>
            </a:pPr>
            <a:r>
              <a:rPr lang="en-US" sz="1800">
                <a:latin typeface=".VnArial" pitchFamily="34" charset="0"/>
              </a:rPr>
              <a:t>PhÇn 1: Nh÷ng quy ®Þnh chung</a:t>
            </a:r>
          </a:p>
          <a:p>
            <a:pPr>
              <a:buFont typeface="Wingdings" pitchFamily="2" charset="2"/>
              <a:buChar char="q"/>
            </a:pPr>
            <a:r>
              <a:rPr lang="en-US" sz="1800">
                <a:latin typeface=".VnArial" pitchFamily="34" charset="0"/>
              </a:rPr>
              <a:t>PhÇn 2: Thñ tôc gi¶i quyÕt vô ¸n t¹i tßa ¸n cÊp s¬ thÈm</a:t>
            </a:r>
          </a:p>
          <a:p>
            <a:pPr>
              <a:buFont typeface="Wingdings" pitchFamily="2" charset="2"/>
              <a:buChar char="q"/>
            </a:pPr>
            <a:r>
              <a:rPr lang="en-US" sz="1800">
                <a:latin typeface=".VnArial" pitchFamily="34" charset="0"/>
              </a:rPr>
              <a:t>PhÇn 3: Thñ tôc gi¶i quyÕt tßa ¸n cÊp phóc thÈm</a:t>
            </a:r>
          </a:p>
          <a:p>
            <a:pPr>
              <a:buFont typeface="Wingdings" pitchFamily="2" charset="2"/>
              <a:buChar char="q"/>
            </a:pPr>
            <a:r>
              <a:rPr lang="en-US" sz="1800">
                <a:latin typeface=".VnArial" pitchFamily="34" charset="0"/>
              </a:rPr>
              <a:t>PhÇn 4: Thñ tôc xÐt l¹i b¶n ¸n, quyÕt ®Þnh cã hiÖu lùc</a:t>
            </a:r>
          </a:p>
          <a:p>
            <a:pPr>
              <a:buFont typeface="Wingdings" pitchFamily="2" charset="2"/>
              <a:buChar char="q"/>
            </a:pPr>
            <a:r>
              <a:rPr lang="en-US" sz="1800">
                <a:latin typeface=".VnArial" pitchFamily="34" charset="0"/>
              </a:rPr>
              <a:t>PhÇn 5: Thñ tôc gi¶i quyÕt viÖc d©n sù</a:t>
            </a:r>
          </a:p>
          <a:p>
            <a:pPr>
              <a:buFont typeface="Wingdings" pitchFamily="2" charset="2"/>
              <a:buChar char="q"/>
            </a:pPr>
            <a:r>
              <a:rPr lang="en-US" sz="1800">
                <a:latin typeface=".VnArial" pitchFamily="34" charset="0"/>
              </a:rPr>
              <a:t>PhÇn 6: Thñ tôc c«ng nhËn vµ cho thi hµnh t¹i ViÖt Nam b¶n ¸n, quyÕt ®Þnh d©n sù cña tßa ¸n n­íc ngoµi, quyÕt ®Þnh cña träng tµi n­íc ngoµi</a:t>
            </a:r>
          </a:p>
          <a:p>
            <a:pPr>
              <a:buFont typeface="Wingdings" pitchFamily="2" charset="2"/>
              <a:buChar char="q"/>
            </a:pPr>
            <a:r>
              <a:rPr lang="en-US" sz="1800">
                <a:latin typeface=".VnArial" pitchFamily="34" charset="0"/>
              </a:rPr>
              <a:t>PhÇn 7: Thi hµnh b¶n ¸n, quyÕt ®Þnh cña tßa ¸n</a:t>
            </a:r>
          </a:p>
          <a:p>
            <a:pPr>
              <a:buFont typeface="Wingdings" pitchFamily="2" charset="2"/>
              <a:buChar char="q"/>
            </a:pPr>
            <a:r>
              <a:rPr lang="en-US" sz="1800">
                <a:latin typeface=".VnArial" pitchFamily="34" charset="0"/>
              </a:rPr>
              <a:t>PhÇn 8: Xö lý vi ph¹m; khiÕu n¹i, tè c¸o trong tè tông d©n sù</a:t>
            </a:r>
          </a:p>
          <a:p>
            <a:pPr>
              <a:buFont typeface="Wingdings" pitchFamily="2" charset="2"/>
              <a:buChar char="q"/>
            </a:pPr>
            <a:r>
              <a:rPr lang="en-US" sz="1800">
                <a:latin typeface=".VnArial" pitchFamily="34" charset="0"/>
              </a:rPr>
              <a:t>PhÇn 9: Thñ tôc gi¶iquyÕt vô viÖc d©n sù cã yÕu tè n­íc ngoµi</a:t>
            </a:r>
          </a:p>
        </p:txBody>
      </p:sp>
      <p:sp>
        <p:nvSpPr>
          <p:cNvPr id="4" name="Slide Number Placeholder 3"/>
          <p:cNvSpPr>
            <a:spLocks noGrp="1"/>
          </p:cNvSpPr>
          <p:nvPr>
            <p:ph type="sldNum" sz="quarter" idx="12"/>
          </p:nvPr>
        </p:nvSpPr>
        <p:spPr/>
        <p:txBody>
          <a:bodyPr/>
          <a:lstStyle/>
          <a:p>
            <a:pPr>
              <a:defRPr/>
            </a:pPr>
            <a:fld id="{9802AE30-8341-47E1-AD61-97DBE7317402}" type="slidenum">
              <a:rPr lang="en-US" smtClean="0"/>
              <a:pPr>
                <a:defRPr/>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20762"/>
          </a:xfrm>
        </p:spPr>
        <p:txBody>
          <a:bodyPr>
            <a:normAutofit/>
          </a:bodyPr>
          <a:lstStyle/>
          <a:p>
            <a:r>
              <a:rPr lang="en-US" sz="3000"/>
              <a:t>6.7 Ngành luật hôn nhân và gia đình (Luật hôn nhân và gia đình 2000, sửa đổi bổ sung năm 2010)</a:t>
            </a:r>
          </a:p>
        </p:txBody>
      </p:sp>
      <p:sp>
        <p:nvSpPr>
          <p:cNvPr id="3" name="Content Placeholder 2"/>
          <p:cNvSpPr>
            <a:spLocks noGrp="1"/>
          </p:cNvSpPr>
          <p:nvPr>
            <p:ph idx="1"/>
          </p:nvPr>
        </p:nvSpPr>
        <p:spPr>
          <a:xfrm>
            <a:off x="457200" y="1066800"/>
            <a:ext cx="8229600" cy="5181600"/>
          </a:xfrm>
        </p:spPr>
        <p:txBody>
          <a:bodyPr/>
          <a:lstStyle/>
          <a:p>
            <a:r>
              <a:rPr lang="en-US"/>
              <a:t>Hệ thống các quy phạm pháp luật do nhà nước ban hành hoặc thừa nhận điều chỉnh quan hệ hôn nhân và gia đình bao gồm quan hệ nhân thân, quan hệ tài sản giữa vợ và chồng, giữa cha mẹ và con cái, và các thành viên thân thuộc khác trong gia đình.</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35</a:t>
            </a:fld>
            <a:endParaRPr lang="en-US"/>
          </a:p>
        </p:txBody>
      </p:sp>
      <p:pic>
        <p:nvPicPr>
          <p:cNvPr id="3074" name="Picture 2" descr="http://ketoan.org/uploads/u-xinhtran/2012/12/1356689442-600439.jpg"/>
          <p:cNvPicPr>
            <a:picLocks noChangeAspect="1" noChangeArrowheads="1"/>
          </p:cNvPicPr>
          <p:nvPr/>
        </p:nvPicPr>
        <p:blipFill>
          <a:blip r:embed="rId2"/>
          <a:srcRect/>
          <a:stretch>
            <a:fillRect/>
          </a:stretch>
        </p:blipFill>
        <p:spPr bwMode="auto">
          <a:xfrm>
            <a:off x="1447801" y="4046856"/>
            <a:ext cx="5791199" cy="2811144"/>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r>
              <a:rPr lang="en-US"/>
              <a:t>Các khái niệm cơ bản</a:t>
            </a:r>
          </a:p>
        </p:txBody>
      </p:sp>
      <p:sp>
        <p:nvSpPr>
          <p:cNvPr id="3" name="Content Placeholder 2"/>
          <p:cNvSpPr>
            <a:spLocks noGrp="1"/>
          </p:cNvSpPr>
          <p:nvPr>
            <p:ph idx="1"/>
          </p:nvPr>
        </p:nvSpPr>
        <p:spPr>
          <a:xfrm>
            <a:off x="457200" y="838200"/>
            <a:ext cx="8229600" cy="5562600"/>
          </a:xfrm>
        </p:spPr>
        <p:txBody>
          <a:bodyPr>
            <a:normAutofit fontScale="70000" lnSpcReduction="20000"/>
          </a:bodyPr>
          <a:lstStyle/>
          <a:p>
            <a:r>
              <a:rPr lang="en-US"/>
              <a:t>Kết hôn là việc nam-nữ xác lập quan hệ vợ chồng theo quy định của pháp luật về điều kiện kết hôn và đăng kí kết hôn.</a:t>
            </a:r>
          </a:p>
          <a:p>
            <a:r>
              <a:rPr lang="en-US"/>
              <a:t>Kết hôn trái pháp luật là việc xác lập quan  hệ vợ chồng có đăng kí kết hôn nhưng vi phạm điều kiện kết hôn theo quy định của pháp luật</a:t>
            </a:r>
          </a:p>
          <a:p>
            <a:r>
              <a:rPr lang="en-US"/>
              <a:t>Tảo hôn là việc lấy vợ, lấy chồng khi một hoặc hai bên chưa đủ tuổi kết hôn theo qđ của PL</a:t>
            </a:r>
          </a:p>
          <a:p>
            <a:r>
              <a:rPr lang="en-US"/>
              <a:t>Thời kì hôn nhân là khoảng thời gian tồn tại quan hệ vợ chồng tính từ ngày đăng kí kết hôn đến ngày chấm dứt hôn nhân.</a:t>
            </a:r>
          </a:p>
          <a:p>
            <a:r>
              <a:rPr lang="en-US"/>
              <a:t>Ly hôn là chấm dứt quan hệ vợ chồng do TA công nhận hoặc quyết định theo yêu cầu của vợ hoặc chồng hoặc của cả hai vợ chồng.</a:t>
            </a:r>
          </a:p>
          <a:p>
            <a:r>
              <a:rPr lang="en-US"/>
              <a:t>Những người có cùng dòng máu về trực hệ là cha, mẹ đối với con; ông bà đối với cháu nội và cháu ngoại</a:t>
            </a:r>
          </a:p>
          <a:p>
            <a:r>
              <a:rPr lang="en-US"/>
              <a:t>Những người có họ trong phạm vi 3 đời là những người có cùng gốc sinh ra. Cha, mẹ là đời thứ nhất; anh chị em cùng cha mẹ, cùng cha khác mẹ, cùng mẹ khác cha là đời thứ hai; anh chị em con chú con bác, con cô, con cậu, con dì là đời thứ 3.</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Nguyên tắc cơ bản của luật hôn nhân gia đình</a:t>
            </a:r>
          </a:p>
        </p:txBody>
      </p:sp>
      <p:sp>
        <p:nvSpPr>
          <p:cNvPr id="3" name="Content Placeholder 2"/>
          <p:cNvSpPr>
            <a:spLocks noGrp="1"/>
          </p:cNvSpPr>
          <p:nvPr>
            <p:ph idx="1"/>
          </p:nvPr>
        </p:nvSpPr>
        <p:spPr/>
        <p:txBody>
          <a:bodyPr>
            <a:normAutofit fontScale="77500" lnSpcReduction="20000"/>
          </a:bodyPr>
          <a:lstStyle/>
          <a:p>
            <a:r>
              <a:rPr lang="en-US"/>
              <a:t>Hôn nhân tự nguyện, tiến bộ, một vợ, một chồng, vợ chồng bình đẳng.</a:t>
            </a:r>
          </a:p>
          <a:p>
            <a:r>
              <a:rPr lang="en-US"/>
              <a:t>Hôn nhân giữa các công dân Việt Nam thuộc các tôn giáo, dân tộc; giữa công dân Việt Nam với người nước ngoài được tôn trọng và được pháp luật bảo vệ.</a:t>
            </a:r>
          </a:p>
          <a:p>
            <a:r>
              <a:rPr lang="en-US"/>
              <a:t>Vợ chồng có nghĩa vụ thực hiện chính sách dân số và kế hoạch hóa gia đình.</a:t>
            </a:r>
          </a:p>
          <a:p>
            <a:r>
              <a:rPr lang="en-US"/>
              <a:t>Không có sự phân biệt đối xử giữa các con (con trai- con gái; con đẻ - con nuôi; con trong giá thú – con ngoài giá thú).</a:t>
            </a:r>
          </a:p>
          <a:p>
            <a:r>
              <a:rPr lang="en-US"/>
              <a:t>Nhà nước, xã hội và gia đình có trách nhiệm bảo vệ phu nữ, trẻ em, giúp đỡ các bà mẹ thực hiện tốt chức năng cao quý của người mẹ.</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Những nội dung cơ bản của luật hôn nhân và gia đình.</a:t>
            </a:r>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Quan hệ giữa vợ và chồng</a:t>
            </a:r>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Vấn đề nhận con nuôi</a:t>
            </a:r>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Ly hôn</a:t>
            </a:r>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41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559BBB3E04CE4FB7D7B9179CE5FF8A" ma:contentTypeVersion="3" ma:contentTypeDescription="Create a new document." ma:contentTypeScope="" ma:versionID="261c60b58c452ad9ed03265d176c24a8">
  <xsd:schema xmlns:xsd="http://www.w3.org/2001/XMLSchema" xmlns:xs="http://www.w3.org/2001/XMLSchema" xmlns:p="http://schemas.microsoft.com/office/2006/metadata/properties" xmlns:ns2="9e18689c-e6d7-49bd-8522-da28bab5bbe4" targetNamespace="http://schemas.microsoft.com/office/2006/metadata/properties" ma:root="true" ma:fieldsID="ded7c53be1ef62f52676fa4a9b4f7d87" ns2:_="">
    <xsd:import namespace="9e18689c-e6d7-49bd-8522-da28bab5bbe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8689c-e6d7-49bd-8522-da28bab5bb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3FF4656-8694-4F3D-AD23-2B9928070EE9}"/>
</file>

<file path=customXml/itemProps2.xml><?xml version="1.0" encoding="utf-8"?>
<ds:datastoreItem xmlns:ds="http://schemas.openxmlformats.org/officeDocument/2006/customXml" ds:itemID="{336CFC8B-2663-4647-ABBF-613E8A836A0C}"/>
</file>

<file path=customXml/itemProps3.xml><?xml version="1.0" encoding="utf-8"?>
<ds:datastoreItem xmlns:ds="http://schemas.openxmlformats.org/officeDocument/2006/customXml" ds:itemID="{248386CE-7337-49EB-8AF6-BD859BDE59F6}"/>
</file>

<file path=docProps/app.xml><?xml version="1.0" encoding="utf-8"?>
<Properties xmlns="http://schemas.openxmlformats.org/officeDocument/2006/extended-properties" xmlns:vt="http://schemas.openxmlformats.org/officeDocument/2006/docPropsVTypes">
  <TotalTime>938</TotalTime>
  <Words>5208</Words>
  <Application>Microsoft Office PowerPoint</Application>
  <PresentationFormat>On-screen Show (4:3)</PresentationFormat>
  <Paragraphs>376</Paragraphs>
  <Slides>41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.VnArial</vt:lpstr>
      <vt:lpstr>Arial</vt:lpstr>
      <vt:lpstr>Calibri</vt:lpstr>
      <vt:lpstr>Wingdings</vt:lpstr>
      <vt:lpstr>Office Theme</vt:lpstr>
      <vt:lpstr>Chương 6. Các ngành luật chủ yếu trong hệ thống pháp luật Việt Nam</vt:lpstr>
      <vt:lpstr>Ngµnh luËt</vt:lpstr>
      <vt:lpstr>6.1 Ngành luật hiến pháp</vt:lpstr>
      <vt:lpstr>Ngµnh luËt HiÕn ph¸p (LuËt Nhµ n­íc)</vt:lpstr>
      <vt:lpstr>6.2  Ngành luật hành chính</vt:lpstr>
      <vt:lpstr>6.3  LuËt tµi chÝnh</vt:lpstr>
      <vt:lpstr>6.4 Ngành luật hình sự (nguồn luật hình sự: Bộ luật hình sự 1999)</vt:lpstr>
      <vt:lpstr>Bộ luật hình sự năm 2015</vt:lpstr>
      <vt:lpstr>6.4  LuËt h×nh sù  (Bộ luật hình sự 1999, sửa đổi năm 2009)</vt:lpstr>
      <vt:lpstr>Các nguyên tắc xử lý của luật hình sự Việt Nam (Điều 3 – Bộ Luật hình sự 1999)</vt:lpstr>
      <vt:lpstr>Một số chế định cơ bản của ngành luật hình sự</vt:lpstr>
      <vt:lpstr>Tội phạm </vt:lpstr>
      <vt:lpstr>Bộ luật hình sự 2015</vt:lpstr>
      <vt:lpstr>Phân loại tội phạm</vt:lpstr>
      <vt:lpstr>Lỗi khi thực hiện hành vi phạm tội</vt:lpstr>
      <vt:lpstr>Trường hợp không bị truy cứu trách nhiệm hình sự</vt:lpstr>
      <vt:lpstr>Hành vi không được coi là tội phạm</vt:lpstr>
      <vt:lpstr>Những dấu hiệu cơ bản của tội phạm</vt:lpstr>
      <vt:lpstr>Cấu thành tội phạm</vt:lpstr>
      <vt:lpstr>Tuổi chịu TNHS theo quy định của Bộ luật hình sự 2015</vt:lpstr>
      <vt:lpstr>Hình phạt</vt:lpstr>
      <vt:lpstr>Hình phạt đối với pháp nhân phạm tội</vt:lpstr>
      <vt:lpstr>6.5 LuËt tè tông h×nh sù</vt:lpstr>
      <vt:lpstr>6.6 LuËt d©n sù</vt:lpstr>
      <vt:lpstr>Đối tượng điều chỉnh, chủ thể của quan hệ pháp luật dân sự</vt:lpstr>
      <vt:lpstr>Chủ thể của quan hệ pháp luật dân sự</vt:lpstr>
      <vt:lpstr>Các quyền dân sự cơ bản</vt:lpstr>
      <vt:lpstr>Quyền sở hữu</vt:lpstr>
      <vt:lpstr>Quyền giao kết hợp đồng dân sự</vt:lpstr>
      <vt:lpstr>Quyền thừa kế</vt:lpstr>
      <vt:lpstr>A. Thừa kế theo di chúc</vt:lpstr>
      <vt:lpstr>B. Thừa kế theo pháp luật</vt:lpstr>
      <vt:lpstr>C. Thừa kế thế vị (Đ 677 BLDS)</vt:lpstr>
      <vt:lpstr>LuËt tè tông d©n sù</vt:lpstr>
      <vt:lpstr>6.7 Ngành luật hôn nhân và gia đình (Luật hôn nhân và gia đình 2000, sửa đổi bổ sung năm 2010)</vt:lpstr>
      <vt:lpstr>Các khái niệm cơ bản</vt:lpstr>
      <vt:lpstr>Nguyên tắc cơ bản của luật hôn nhân gia đình</vt:lpstr>
      <vt:lpstr>Những nội dung cơ bản của luật hôn nhân và gia đình.</vt:lpstr>
      <vt:lpstr>Quan hệ giữa vợ và chồng</vt:lpstr>
      <vt:lpstr>Vấn đề nhận con nuôi</vt:lpstr>
      <vt:lpstr>Ly hôn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6. Các ngành luật chủ yếu trong hệ thống pháp luật Việt Nam</dc:title>
  <dc:creator>sony</dc:creator>
  <cp:lastModifiedBy>Đỗ Huy Hoàng</cp:lastModifiedBy>
  <cp:revision>75</cp:revision>
  <dcterms:created xsi:type="dcterms:W3CDTF">2013-07-05T10:41:36Z</dcterms:created>
  <dcterms:modified xsi:type="dcterms:W3CDTF">2020-08-17T09:39:23Z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0x01010006559BBB3E04CE4FB7D7B9179CE5FF8A</vt:lpwstr>
  </property>
</Properties>
</file>