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diagrams/data1.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25.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diagrams/colors2.xml" ContentType="application/vnd.openxmlformats-officedocument.drawingml.diagramColors+xml"/>
  <Override PartName="/ppt/diagrams/layout3.xml" ContentType="application/vnd.openxmlformats-officedocument.drawingml.diagramLayout+xml"/>
  <Override PartName="/ppt/diagrams/quickStyle1.xml" ContentType="application/vnd.openxmlformats-officedocument.drawingml.diagramStyle+xml"/>
  <Override PartName="/ppt/diagrams/layout2.xml" ContentType="application/vnd.openxmlformats-officedocument.drawingml.diagramLayout+xml"/>
  <Override PartName="/ppt/diagrams/colors1.xml" ContentType="application/vnd.openxmlformats-officedocument.drawingml.diagramColors+xml"/>
  <Override PartName="/ppt/diagrams/quickStyle3.xml" ContentType="application/vnd.openxmlformats-officedocument.drawingml.diagramStyle+xml"/>
  <Override PartName="/ppt/diagrams/layout1.xml" ContentType="application/vnd.openxmlformats-officedocument.drawingml.diagramLayout+xml"/>
  <Override PartName="/ppt/diagrams/quickStyle2.xml" ContentType="application/vnd.openxmlformats-officedocument.drawingml.diagramStyle+xml"/>
  <Override PartName="/ppt/diagrams/colors3.xml" ContentType="application/vnd.openxmlformats-officedocument.drawingml.diagramColors+xml"/>
  <Override PartName="/ppt/diagrams/layout4.xml" ContentType="application/vnd.openxmlformats-officedocument.drawingml.diagramLayout+xml"/>
  <Override PartName="/ppt/diagrams/quickStyle5.xml" ContentType="application/vnd.openxmlformats-officedocument.drawingml.diagramStyle+xml"/>
  <Override PartName="/ppt/diagrams/layout5.xml" ContentType="application/vnd.openxmlformats-officedocument.drawingml.diagramLayout+xml"/>
  <Override PartName="/ppt/diagrams/colors5.xml" ContentType="application/vnd.openxmlformats-officedocument.drawingml.diagramColors+xml"/>
  <Override PartName="/ppt/diagrams/quickStyle4.xml" ContentType="application/vnd.openxmlformats-officedocument.drawingml.diagramStyle+xml"/>
  <Override PartName="/ppt/diagrams/colors4.xml" ContentType="application/vnd.openxmlformats-officedocument.drawingml.diagramColors+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diagrams/drawing5.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1.xml" ContentType="application/vnd.ms-office.drawingml.diagramDrawing+xml"/>
  <Override PartName="/ppt/diagrams/drawing2.xml" ContentType="application/vnd.ms-office.drawingml.diagramDrawing+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80" r:id="rId4"/>
    <p:sldId id="281" r:id="rId5"/>
    <p:sldId id="282" r:id="rId6"/>
    <p:sldId id="283" r:id="rId7"/>
    <p:sldId id="335" r:id="rId8"/>
    <p:sldId id="336" r:id="rId9"/>
    <p:sldId id="337" r:id="rId10"/>
    <p:sldId id="285" r:id="rId11"/>
    <p:sldId id="338" r:id="rId12"/>
    <p:sldId id="339" r:id="rId13"/>
    <p:sldId id="340" r:id="rId14"/>
    <p:sldId id="341" r:id="rId15"/>
    <p:sldId id="286" r:id="rId16"/>
    <p:sldId id="342" r:id="rId17"/>
    <p:sldId id="287" r:id="rId18"/>
    <p:sldId id="343" r:id="rId19"/>
    <p:sldId id="345" r:id="rId20"/>
    <p:sldId id="347" r:id="rId21"/>
    <p:sldId id="348" r:id="rId22"/>
    <p:sldId id="349" r:id="rId23"/>
    <p:sldId id="288" r:id="rId24"/>
    <p:sldId id="350" r:id="rId25"/>
    <p:sldId id="351" r:id="rId26"/>
    <p:sldId id="28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69" d="100"/>
          <a:sy n="69" d="100"/>
        </p:scale>
        <p:origin x="-560" y="-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6E7868-C7C8-41D2-AB17-3457451780F7}" type="doc">
      <dgm:prSet loTypeId="urn:microsoft.com/office/officeart/2005/8/layout/default#6" loCatId="list" qsTypeId="urn:microsoft.com/office/officeart/2005/8/quickstyle/3d2#4" qsCatId="3D" csTypeId="urn:microsoft.com/office/officeart/2005/8/colors/accent5_5" csCatId="accent5" phldr="1"/>
      <dgm:spPr/>
      <dgm:t>
        <a:bodyPr/>
        <a:lstStyle/>
        <a:p>
          <a:endParaRPr lang="en-US"/>
        </a:p>
      </dgm:t>
    </dgm:pt>
    <dgm:pt modelId="{F7156F8E-3AA8-4A45-A391-2641B1B494B0}">
      <dgm:prSet phldrT="[Text]"/>
      <dgm:spPr/>
      <dgm:t>
        <a:bodyPr/>
        <a:lstStyle/>
        <a:p>
          <a:pPr algn="ctr"/>
          <a:r>
            <a:rPr lang="en-US">
              <a:solidFill>
                <a:schemeClr val="tx1"/>
              </a:solidFill>
            </a:rPr>
            <a:t>Cá nhân</a:t>
          </a:r>
        </a:p>
        <a:p>
          <a:pPr algn="just"/>
          <a:r>
            <a:rPr lang="en-US">
              <a:solidFill>
                <a:schemeClr val="tx1"/>
              </a:solidFill>
            </a:rPr>
            <a:t>Khi tham gia vào quan hệ pháp luật dân sự phải có năng lực chủ thể.</a:t>
          </a:r>
        </a:p>
      </dgm:t>
    </dgm:pt>
    <dgm:pt modelId="{FE7ACF38-6F00-4C94-813D-C0BEC96A939B}" type="parTrans" cxnId="{F615DF16-89A7-4082-BB74-DF587ED81070}">
      <dgm:prSet/>
      <dgm:spPr/>
      <dgm:t>
        <a:bodyPr/>
        <a:lstStyle/>
        <a:p>
          <a:endParaRPr lang="en-US"/>
        </a:p>
      </dgm:t>
    </dgm:pt>
    <dgm:pt modelId="{C4DC6C09-AE14-4B05-97AA-3DA03959EC57}" type="sibTrans" cxnId="{F615DF16-89A7-4082-BB74-DF587ED81070}">
      <dgm:prSet/>
      <dgm:spPr/>
      <dgm:t>
        <a:bodyPr/>
        <a:lstStyle/>
        <a:p>
          <a:endParaRPr lang="en-US"/>
        </a:p>
      </dgm:t>
    </dgm:pt>
    <dgm:pt modelId="{7BCCCE38-218C-476E-86EC-B61FD4915D3C}">
      <dgm:prSet phldrT="[Text]"/>
      <dgm:spPr/>
      <dgm:t>
        <a:bodyPr/>
        <a:lstStyle/>
        <a:p>
          <a:pPr algn="ctr"/>
          <a:r>
            <a:rPr lang="en-US">
              <a:solidFill>
                <a:schemeClr val="tx1"/>
              </a:solidFill>
            </a:rPr>
            <a:t>Pháp nhân.</a:t>
          </a:r>
        </a:p>
        <a:p>
          <a:pPr algn="just"/>
          <a:r>
            <a:rPr lang="en-US">
              <a:solidFill>
                <a:schemeClr val="tx1"/>
              </a:solidFill>
            </a:rPr>
            <a:t>Năng lực pháp luật, năng lực hành vi của pháp nhân xuất hiện đồng thời</a:t>
          </a:r>
          <a:r>
            <a:rPr lang="en-US"/>
            <a:t>.</a:t>
          </a:r>
        </a:p>
      </dgm:t>
    </dgm:pt>
    <dgm:pt modelId="{323C18C9-3F2F-4128-AAFB-A4A29FECC296}" type="parTrans" cxnId="{DAF3B4C6-1C73-4E95-BB26-0483F99DC589}">
      <dgm:prSet/>
      <dgm:spPr/>
      <dgm:t>
        <a:bodyPr/>
        <a:lstStyle/>
        <a:p>
          <a:endParaRPr lang="en-US"/>
        </a:p>
      </dgm:t>
    </dgm:pt>
    <dgm:pt modelId="{F1ED3AF2-B040-4C41-B74F-01B12E6C4577}" type="sibTrans" cxnId="{DAF3B4C6-1C73-4E95-BB26-0483F99DC589}">
      <dgm:prSet/>
      <dgm:spPr/>
      <dgm:t>
        <a:bodyPr/>
        <a:lstStyle/>
        <a:p>
          <a:endParaRPr lang="en-US"/>
        </a:p>
      </dgm:t>
    </dgm:pt>
    <dgm:pt modelId="{33972FBE-D71C-4141-B48C-B37DA4493E19}">
      <dgm:prSet phldrT="[Text]"/>
      <dgm:spPr/>
      <dgm:t>
        <a:bodyPr/>
        <a:lstStyle/>
        <a:p>
          <a:r>
            <a:rPr lang="en-US">
              <a:solidFill>
                <a:schemeClr val="tx1"/>
              </a:solidFill>
            </a:rPr>
            <a:t>Hộ gia đình.</a:t>
          </a:r>
        </a:p>
        <a:p>
          <a:r>
            <a:rPr lang="en-US">
              <a:solidFill>
                <a:schemeClr val="tx1"/>
              </a:solidFill>
            </a:rPr>
            <a:t>Tập hợp những thành viên có tài sản chung, cùng đóng góp công sức để hoạt động kinh tê chung trong SX nông, lâm, ngư </a:t>
          </a:r>
        </a:p>
      </dgm:t>
    </dgm:pt>
    <dgm:pt modelId="{C4EB8C20-F57C-4809-BCE2-188BA3623A83}" type="parTrans" cxnId="{40055C1D-6E98-421B-B995-744B0314BB57}">
      <dgm:prSet/>
      <dgm:spPr/>
      <dgm:t>
        <a:bodyPr/>
        <a:lstStyle/>
        <a:p>
          <a:endParaRPr lang="en-US"/>
        </a:p>
      </dgm:t>
    </dgm:pt>
    <dgm:pt modelId="{57F9BD66-887B-40AC-AD41-FF1ED54D2E20}" type="sibTrans" cxnId="{40055C1D-6E98-421B-B995-744B0314BB57}">
      <dgm:prSet/>
      <dgm:spPr/>
      <dgm:t>
        <a:bodyPr/>
        <a:lstStyle/>
        <a:p>
          <a:endParaRPr lang="en-US"/>
        </a:p>
      </dgm:t>
    </dgm:pt>
    <dgm:pt modelId="{8E08D329-C170-47EC-8C14-F22815CC047D}">
      <dgm:prSet phldrT="[Text]"/>
      <dgm:spPr/>
      <dgm:t>
        <a:bodyPr/>
        <a:lstStyle/>
        <a:p>
          <a:r>
            <a:rPr lang="en-US">
              <a:solidFill>
                <a:schemeClr val="tx1"/>
              </a:solidFill>
            </a:rPr>
            <a:t>Tổ hợp tác</a:t>
          </a:r>
        </a:p>
        <a:p>
          <a:r>
            <a:rPr lang="en-US">
              <a:solidFill>
                <a:schemeClr val="tx1"/>
              </a:solidFill>
            </a:rPr>
            <a:t>Từ 3 thành viên trở lên được hình thành trên cơ sở hợp đồng hợp tác có chứng thực của UBND xã, cùng đóng góp tài sản công sức để thực hiện những công việc nhất định</a:t>
          </a:r>
        </a:p>
      </dgm:t>
    </dgm:pt>
    <dgm:pt modelId="{60AADDCB-7FFA-4ABF-8949-EE9ABEC84559}" type="parTrans" cxnId="{3C06AA32-292E-45B1-844F-14C60B9F4FF2}">
      <dgm:prSet/>
      <dgm:spPr/>
      <dgm:t>
        <a:bodyPr/>
        <a:lstStyle/>
        <a:p>
          <a:endParaRPr lang="en-US"/>
        </a:p>
      </dgm:t>
    </dgm:pt>
    <dgm:pt modelId="{A0DC2FCE-E00D-4824-A4B8-1AA44DF19BCF}" type="sibTrans" cxnId="{3C06AA32-292E-45B1-844F-14C60B9F4FF2}">
      <dgm:prSet/>
      <dgm:spPr/>
      <dgm:t>
        <a:bodyPr/>
        <a:lstStyle/>
        <a:p>
          <a:endParaRPr lang="en-US"/>
        </a:p>
      </dgm:t>
    </dgm:pt>
    <dgm:pt modelId="{5851282D-BDE6-4A6D-B87D-9284F9E6EA23}" type="pres">
      <dgm:prSet presAssocID="{526E7868-C7C8-41D2-AB17-3457451780F7}" presName="diagram" presStyleCnt="0">
        <dgm:presLayoutVars>
          <dgm:dir/>
          <dgm:resizeHandles val="exact"/>
        </dgm:presLayoutVars>
      </dgm:prSet>
      <dgm:spPr/>
      <dgm:t>
        <a:bodyPr/>
        <a:lstStyle/>
        <a:p>
          <a:endParaRPr lang="en-US"/>
        </a:p>
      </dgm:t>
    </dgm:pt>
    <dgm:pt modelId="{27F40876-665D-4380-85A7-3AD67CC8793C}" type="pres">
      <dgm:prSet presAssocID="{F7156F8E-3AA8-4A45-A391-2641B1B494B0}" presName="node" presStyleLbl="node1" presStyleIdx="0" presStyleCnt="4">
        <dgm:presLayoutVars>
          <dgm:bulletEnabled val="1"/>
        </dgm:presLayoutVars>
      </dgm:prSet>
      <dgm:spPr/>
      <dgm:t>
        <a:bodyPr/>
        <a:lstStyle/>
        <a:p>
          <a:endParaRPr lang="en-US"/>
        </a:p>
      </dgm:t>
    </dgm:pt>
    <dgm:pt modelId="{B6952B25-A8D9-4D0D-8CA2-AEFDE99E44FC}" type="pres">
      <dgm:prSet presAssocID="{C4DC6C09-AE14-4B05-97AA-3DA03959EC57}" presName="sibTrans" presStyleCnt="0"/>
      <dgm:spPr/>
    </dgm:pt>
    <dgm:pt modelId="{6A99F855-D449-433E-B406-1AC199E550F7}" type="pres">
      <dgm:prSet presAssocID="{7BCCCE38-218C-476E-86EC-B61FD4915D3C}" presName="node" presStyleLbl="node1" presStyleIdx="1" presStyleCnt="4">
        <dgm:presLayoutVars>
          <dgm:bulletEnabled val="1"/>
        </dgm:presLayoutVars>
      </dgm:prSet>
      <dgm:spPr/>
      <dgm:t>
        <a:bodyPr/>
        <a:lstStyle/>
        <a:p>
          <a:endParaRPr lang="en-US"/>
        </a:p>
      </dgm:t>
    </dgm:pt>
    <dgm:pt modelId="{E1EF44AC-6CF5-46D5-AF36-5861D99F11A9}" type="pres">
      <dgm:prSet presAssocID="{F1ED3AF2-B040-4C41-B74F-01B12E6C4577}" presName="sibTrans" presStyleCnt="0"/>
      <dgm:spPr/>
    </dgm:pt>
    <dgm:pt modelId="{553F3A68-AF19-419F-AC7E-752FDBEFD786}" type="pres">
      <dgm:prSet presAssocID="{33972FBE-D71C-4141-B48C-B37DA4493E19}" presName="node" presStyleLbl="node1" presStyleIdx="2" presStyleCnt="4">
        <dgm:presLayoutVars>
          <dgm:bulletEnabled val="1"/>
        </dgm:presLayoutVars>
      </dgm:prSet>
      <dgm:spPr/>
      <dgm:t>
        <a:bodyPr/>
        <a:lstStyle/>
        <a:p>
          <a:endParaRPr lang="en-US"/>
        </a:p>
      </dgm:t>
    </dgm:pt>
    <dgm:pt modelId="{81AC1A1A-2A3E-416E-8BED-7F4548667C7A}" type="pres">
      <dgm:prSet presAssocID="{57F9BD66-887B-40AC-AD41-FF1ED54D2E20}" presName="sibTrans" presStyleCnt="0"/>
      <dgm:spPr/>
    </dgm:pt>
    <dgm:pt modelId="{F75C7737-1130-407A-8B75-AE7E1E66D1DB}" type="pres">
      <dgm:prSet presAssocID="{8E08D329-C170-47EC-8C14-F22815CC047D}" presName="node" presStyleLbl="node1" presStyleIdx="3" presStyleCnt="4" custScaleX="108972">
        <dgm:presLayoutVars>
          <dgm:bulletEnabled val="1"/>
        </dgm:presLayoutVars>
      </dgm:prSet>
      <dgm:spPr/>
      <dgm:t>
        <a:bodyPr/>
        <a:lstStyle/>
        <a:p>
          <a:endParaRPr lang="en-US"/>
        </a:p>
      </dgm:t>
    </dgm:pt>
  </dgm:ptLst>
  <dgm:cxnLst>
    <dgm:cxn modelId="{F615DF16-89A7-4082-BB74-DF587ED81070}" srcId="{526E7868-C7C8-41D2-AB17-3457451780F7}" destId="{F7156F8E-3AA8-4A45-A391-2641B1B494B0}" srcOrd="0" destOrd="0" parTransId="{FE7ACF38-6F00-4C94-813D-C0BEC96A939B}" sibTransId="{C4DC6C09-AE14-4B05-97AA-3DA03959EC57}"/>
    <dgm:cxn modelId="{25336665-FDFF-4861-85DF-62F1129B4B25}" type="presOf" srcId="{33972FBE-D71C-4141-B48C-B37DA4493E19}" destId="{553F3A68-AF19-419F-AC7E-752FDBEFD786}" srcOrd="0" destOrd="0" presId="urn:microsoft.com/office/officeart/2005/8/layout/default#6"/>
    <dgm:cxn modelId="{DAF3B4C6-1C73-4E95-BB26-0483F99DC589}" srcId="{526E7868-C7C8-41D2-AB17-3457451780F7}" destId="{7BCCCE38-218C-476E-86EC-B61FD4915D3C}" srcOrd="1" destOrd="0" parTransId="{323C18C9-3F2F-4128-AAFB-A4A29FECC296}" sibTransId="{F1ED3AF2-B040-4C41-B74F-01B12E6C4577}"/>
    <dgm:cxn modelId="{3C06AA32-292E-45B1-844F-14C60B9F4FF2}" srcId="{526E7868-C7C8-41D2-AB17-3457451780F7}" destId="{8E08D329-C170-47EC-8C14-F22815CC047D}" srcOrd="3" destOrd="0" parTransId="{60AADDCB-7FFA-4ABF-8949-EE9ABEC84559}" sibTransId="{A0DC2FCE-E00D-4824-A4B8-1AA44DF19BCF}"/>
    <dgm:cxn modelId="{3DD4AEB8-FD87-433E-A1C4-4DFC677846D2}" type="presOf" srcId="{8E08D329-C170-47EC-8C14-F22815CC047D}" destId="{F75C7737-1130-407A-8B75-AE7E1E66D1DB}" srcOrd="0" destOrd="0" presId="urn:microsoft.com/office/officeart/2005/8/layout/default#6"/>
    <dgm:cxn modelId="{40055C1D-6E98-421B-B995-744B0314BB57}" srcId="{526E7868-C7C8-41D2-AB17-3457451780F7}" destId="{33972FBE-D71C-4141-B48C-B37DA4493E19}" srcOrd="2" destOrd="0" parTransId="{C4EB8C20-F57C-4809-BCE2-188BA3623A83}" sibTransId="{57F9BD66-887B-40AC-AD41-FF1ED54D2E20}"/>
    <dgm:cxn modelId="{B00D30D9-9AAA-4392-9AA6-CB893B41D58E}" type="presOf" srcId="{F7156F8E-3AA8-4A45-A391-2641B1B494B0}" destId="{27F40876-665D-4380-85A7-3AD67CC8793C}" srcOrd="0" destOrd="0" presId="urn:microsoft.com/office/officeart/2005/8/layout/default#6"/>
    <dgm:cxn modelId="{18C6761F-B95D-4010-A93A-2509DDC758FD}" type="presOf" srcId="{7BCCCE38-218C-476E-86EC-B61FD4915D3C}" destId="{6A99F855-D449-433E-B406-1AC199E550F7}" srcOrd="0" destOrd="0" presId="urn:microsoft.com/office/officeart/2005/8/layout/default#6"/>
    <dgm:cxn modelId="{70A11225-30B6-49A8-8DE3-E3E5545E7706}" type="presOf" srcId="{526E7868-C7C8-41D2-AB17-3457451780F7}" destId="{5851282D-BDE6-4A6D-B87D-9284F9E6EA23}" srcOrd="0" destOrd="0" presId="urn:microsoft.com/office/officeart/2005/8/layout/default#6"/>
    <dgm:cxn modelId="{EFFB0719-7C5C-42E3-86A1-54D40C986862}" type="presParOf" srcId="{5851282D-BDE6-4A6D-B87D-9284F9E6EA23}" destId="{27F40876-665D-4380-85A7-3AD67CC8793C}" srcOrd="0" destOrd="0" presId="urn:microsoft.com/office/officeart/2005/8/layout/default#6"/>
    <dgm:cxn modelId="{390B8AE6-AB25-453C-B26A-703071EF9C7B}" type="presParOf" srcId="{5851282D-BDE6-4A6D-B87D-9284F9E6EA23}" destId="{B6952B25-A8D9-4D0D-8CA2-AEFDE99E44FC}" srcOrd="1" destOrd="0" presId="urn:microsoft.com/office/officeart/2005/8/layout/default#6"/>
    <dgm:cxn modelId="{DB7F72E4-B3BE-4EFE-88DB-33A5A2A003EF}" type="presParOf" srcId="{5851282D-BDE6-4A6D-B87D-9284F9E6EA23}" destId="{6A99F855-D449-433E-B406-1AC199E550F7}" srcOrd="2" destOrd="0" presId="urn:microsoft.com/office/officeart/2005/8/layout/default#6"/>
    <dgm:cxn modelId="{C2C1B5C7-92D1-4FD0-8A79-71F456B15E62}" type="presParOf" srcId="{5851282D-BDE6-4A6D-B87D-9284F9E6EA23}" destId="{E1EF44AC-6CF5-46D5-AF36-5861D99F11A9}" srcOrd="3" destOrd="0" presId="urn:microsoft.com/office/officeart/2005/8/layout/default#6"/>
    <dgm:cxn modelId="{95BE2C07-D3B8-4469-BDCC-42024109F733}" type="presParOf" srcId="{5851282D-BDE6-4A6D-B87D-9284F9E6EA23}" destId="{553F3A68-AF19-419F-AC7E-752FDBEFD786}" srcOrd="4" destOrd="0" presId="urn:microsoft.com/office/officeart/2005/8/layout/default#6"/>
    <dgm:cxn modelId="{52EE238F-F4D9-4F71-8E83-785455397DF5}" type="presParOf" srcId="{5851282D-BDE6-4A6D-B87D-9284F9E6EA23}" destId="{81AC1A1A-2A3E-416E-8BED-7F4548667C7A}" srcOrd="5" destOrd="0" presId="urn:microsoft.com/office/officeart/2005/8/layout/default#6"/>
    <dgm:cxn modelId="{672FDFD9-E6BC-4C08-8B65-C5339207AADF}" type="presParOf" srcId="{5851282D-BDE6-4A6D-B87D-9284F9E6EA23}" destId="{F75C7737-1130-407A-8B75-AE7E1E66D1DB}" srcOrd="6" destOrd="0" presId="urn:microsoft.com/office/officeart/2005/8/layout/default#6"/>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96E388-DA48-45BF-A022-B1B3E5253061}" type="doc">
      <dgm:prSet loTypeId="urn:microsoft.com/office/officeart/2005/8/layout/process1" loCatId="process" qsTypeId="urn:microsoft.com/office/officeart/2005/8/quickstyle/3d1" qsCatId="3D" csTypeId="urn:microsoft.com/office/officeart/2005/8/colors/colorful2" csCatId="colorful" phldr="1"/>
      <dgm:spPr/>
    </dgm:pt>
    <dgm:pt modelId="{8F165AF8-D1D3-464B-BCAB-91A9D5CDC6F7}">
      <dgm:prSet phldrT="[Text]"/>
      <dgm:spPr/>
      <dgm:t>
        <a:bodyPr/>
        <a:lstStyle/>
        <a:p>
          <a:r>
            <a:rPr lang="en-US"/>
            <a:t>Quyền sở hữu </a:t>
          </a:r>
        </a:p>
      </dgm:t>
    </dgm:pt>
    <dgm:pt modelId="{C61AA96A-7FF4-416C-8D55-6DC0A5B06C9F}" type="parTrans" cxnId="{20B1DDA6-834F-4E99-B74B-416E13B19367}">
      <dgm:prSet/>
      <dgm:spPr/>
      <dgm:t>
        <a:bodyPr/>
        <a:lstStyle/>
        <a:p>
          <a:endParaRPr lang="en-US"/>
        </a:p>
      </dgm:t>
    </dgm:pt>
    <dgm:pt modelId="{021F8E3A-EFED-4B99-97E4-A89EF1E9C2FF}" type="sibTrans" cxnId="{20B1DDA6-834F-4E99-B74B-416E13B19367}">
      <dgm:prSet/>
      <dgm:spPr/>
      <dgm:t>
        <a:bodyPr/>
        <a:lstStyle/>
        <a:p>
          <a:endParaRPr lang="en-US"/>
        </a:p>
      </dgm:t>
    </dgm:pt>
    <dgm:pt modelId="{D697D55A-3FD5-405D-9A15-9CF44BB8CE4F}">
      <dgm:prSet phldrT="[Text]"/>
      <dgm:spPr/>
      <dgm:t>
        <a:bodyPr/>
        <a:lstStyle/>
        <a:p>
          <a:r>
            <a:rPr lang="en-US"/>
            <a:t>Quyền giao kết hợp đồng</a:t>
          </a:r>
        </a:p>
      </dgm:t>
    </dgm:pt>
    <dgm:pt modelId="{7E14AE87-4FBB-47EE-A4F0-B8904096E0ED}" type="parTrans" cxnId="{24233648-F07D-49CD-9184-3E9E6E941D66}">
      <dgm:prSet/>
      <dgm:spPr/>
      <dgm:t>
        <a:bodyPr/>
        <a:lstStyle/>
        <a:p>
          <a:endParaRPr lang="en-US"/>
        </a:p>
      </dgm:t>
    </dgm:pt>
    <dgm:pt modelId="{C50F72C7-00B0-498C-8270-6C2E5BE69D36}" type="sibTrans" cxnId="{24233648-F07D-49CD-9184-3E9E6E941D66}">
      <dgm:prSet/>
      <dgm:spPr/>
      <dgm:t>
        <a:bodyPr/>
        <a:lstStyle/>
        <a:p>
          <a:endParaRPr lang="en-US"/>
        </a:p>
      </dgm:t>
    </dgm:pt>
    <dgm:pt modelId="{0E737C12-7BC6-41F4-8709-4991A0418655}">
      <dgm:prSet phldrT="[Text]"/>
      <dgm:spPr/>
      <dgm:t>
        <a:bodyPr/>
        <a:lstStyle/>
        <a:p>
          <a:r>
            <a:rPr lang="en-US"/>
            <a:t>Quyền thừa kế</a:t>
          </a:r>
        </a:p>
      </dgm:t>
    </dgm:pt>
    <dgm:pt modelId="{05BD6709-D0D7-4E24-A881-1BA076B0290F}" type="parTrans" cxnId="{3BBC5914-091C-434E-936F-0BD39EED65DB}">
      <dgm:prSet/>
      <dgm:spPr/>
      <dgm:t>
        <a:bodyPr/>
        <a:lstStyle/>
        <a:p>
          <a:endParaRPr lang="en-US"/>
        </a:p>
      </dgm:t>
    </dgm:pt>
    <dgm:pt modelId="{F3727DD4-E6B9-4FC7-8CE4-7128F493E518}" type="sibTrans" cxnId="{3BBC5914-091C-434E-936F-0BD39EED65DB}">
      <dgm:prSet/>
      <dgm:spPr/>
      <dgm:t>
        <a:bodyPr/>
        <a:lstStyle/>
        <a:p>
          <a:endParaRPr lang="en-US"/>
        </a:p>
      </dgm:t>
    </dgm:pt>
    <dgm:pt modelId="{CB9D1525-5EB8-4287-9365-AEC345BBC836}" type="pres">
      <dgm:prSet presAssocID="{3696E388-DA48-45BF-A022-B1B3E5253061}" presName="Name0" presStyleCnt="0">
        <dgm:presLayoutVars>
          <dgm:dir/>
          <dgm:resizeHandles val="exact"/>
        </dgm:presLayoutVars>
      </dgm:prSet>
      <dgm:spPr/>
    </dgm:pt>
    <dgm:pt modelId="{F26005BB-72F0-4ADD-BECC-B7D9CA0B47A8}" type="pres">
      <dgm:prSet presAssocID="{8F165AF8-D1D3-464B-BCAB-91A9D5CDC6F7}" presName="node" presStyleLbl="node1" presStyleIdx="0" presStyleCnt="3" custLinFactNeighborX="-836" custLinFactNeighborY="-8745">
        <dgm:presLayoutVars>
          <dgm:bulletEnabled val="1"/>
        </dgm:presLayoutVars>
      </dgm:prSet>
      <dgm:spPr/>
      <dgm:t>
        <a:bodyPr/>
        <a:lstStyle/>
        <a:p>
          <a:endParaRPr lang="en-US"/>
        </a:p>
      </dgm:t>
    </dgm:pt>
    <dgm:pt modelId="{B719D47E-6243-44D6-A52A-CE4BB9ACB3A8}" type="pres">
      <dgm:prSet presAssocID="{021F8E3A-EFED-4B99-97E4-A89EF1E9C2FF}" presName="sibTrans" presStyleLbl="sibTrans2D1" presStyleIdx="0" presStyleCnt="2"/>
      <dgm:spPr/>
      <dgm:t>
        <a:bodyPr/>
        <a:lstStyle/>
        <a:p>
          <a:endParaRPr lang="en-US"/>
        </a:p>
      </dgm:t>
    </dgm:pt>
    <dgm:pt modelId="{BA9718CE-D82D-4086-A4B7-14389D0A8A7A}" type="pres">
      <dgm:prSet presAssocID="{021F8E3A-EFED-4B99-97E4-A89EF1E9C2FF}" presName="connectorText" presStyleLbl="sibTrans2D1" presStyleIdx="0" presStyleCnt="2"/>
      <dgm:spPr/>
      <dgm:t>
        <a:bodyPr/>
        <a:lstStyle/>
        <a:p>
          <a:endParaRPr lang="en-US"/>
        </a:p>
      </dgm:t>
    </dgm:pt>
    <dgm:pt modelId="{E70ADF5E-6FD8-4D9A-A188-5AC681FD058C}" type="pres">
      <dgm:prSet presAssocID="{D697D55A-3FD5-405D-9A15-9CF44BB8CE4F}" presName="node" presStyleLbl="node1" presStyleIdx="1" presStyleCnt="3" custLinFactNeighborX="-7177" custLinFactNeighborY="-8745">
        <dgm:presLayoutVars>
          <dgm:bulletEnabled val="1"/>
        </dgm:presLayoutVars>
      </dgm:prSet>
      <dgm:spPr/>
      <dgm:t>
        <a:bodyPr/>
        <a:lstStyle/>
        <a:p>
          <a:endParaRPr lang="en-US"/>
        </a:p>
      </dgm:t>
    </dgm:pt>
    <dgm:pt modelId="{3BF91680-686D-47A1-BB6B-B37284103BC1}" type="pres">
      <dgm:prSet presAssocID="{C50F72C7-00B0-498C-8270-6C2E5BE69D36}" presName="sibTrans" presStyleLbl="sibTrans2D1" presStyleIdx="1" presStyleCnt="2"/>
      <dgm:spPr/>
      <dgm:t>
        <a:bodyPr/>
        <a:lstStyle/>
        <a:p>
          <a:endParaRPr lang="en-US"/>
        </a:p>
      </dgm:t>
    </dgm:pt>
    <dgm:pt modelId="{4F4E784D-EB11-4164-B69F-292884120BD4}" type="pres">
      <dgm:prSet presAssocID="{C50F72C7-00B0-498C-8270-6C2E5BE69D36}" presName="connectorText" presStyleLbl="sibTrans2D1" presStyleIdx="1" presStyleCnt="2"/>
      <dgm:spPr/>
      <dgm:t>
        <a:bodyPr/>
        <a:lstStyle/>
        <a:p>
          <a:endParaRPr lang="en-US"/>
        </a:p>
      </dgm:t>
    </dgm:pt>
    <dgm:pt modelId="{68AACC8A-14F9-4494-A65C-C66143128970}" type="pres">
      <dgm:prSet presAssocID="{0E737C12-7BC6-41F4-8709-4991A0418655}" presName="node" presStyleLbl="node1" presStyleIdx="2" presStyleCnt="3" custLinFactNeighborX="-13517" custLinFactNeighborY="-8745">
        <dgm:presLayoutVars>
          <dgm:bulletEnabled val="1"/>
        </dgm:presLayoutVars>
      </dgm:prSet>
      <dgm:spPr/>
      <dgm:t>
        <a:bodyPr/>
        <a:lstStyle/>
        <a:p>
          <a:endParaRPr lang="en-US"/>
        </a:p>
      </dgm:t>
    </dgm:pt>
  </dgm:ptLst>
  <dgm:cxnLst>
    <dgm:cxn modelId="{4CBA0ACA-5B96-4D35-B4C9-FE47B107282A}" type="presOf" srcId="{021F8E3A-EFED-4B99-97E4-A89EF1E9C2FF}" destId="{BA9718CE-D82D-4086-A4B7-14389D0A8A7A}" srcOrd="1" destOrd="0" presId="urn:microsoft.com/office/officeart/2005/8/layout/process1"/>
    <dgm:cxn modelId="{24233648-F07D-49CD-9184-3E9E6E941D66}" srcId="{3696E388-DA48-45BF-A022-B1B3E5253061}" destId="{D697D55A-3FD5-405D-9A15-9CF44BB8CE4F}" srcOrd="1" destOrd="0" parTransId="{7E14AE87-4FBB-47EE-A4F0-B8904096E0ED}" sibTransId="{C50F72C7-00B0-498C-8270-6C2E5BE69D36}"/>
    <dgm:cxn modelId="{3BBC5914-091C-434E-936F-0BD39EED65DB}" srcId="{3696E388-DA48-45BF-A022-B1B3E5253061}" destId="{0E737C12-7BC6-41F4-8709-4991A0418655}" srcOrd="2" destOrd="0" parTransId="{05BD6709-D0D7-4E24-A881-1BA076B0290F}" sibTransId="{F3727DD4-E6B9-4FC7-8CE4-7128F493E518}"/>
    <dgm:cxn modelId="{F54F42EE-D327-406D-A86F-4415A5E3EF9B}" type="presOf" srcId="{D697D55A-3FD5-405D-9A15-9CF44BB8CE4F}" destId="{E70ADF5E-6FD8-4D9A-A188-5AC681FD058C}" srcOrd="0" destOrd="0" presId="urn:microsoft.com/office/officeart/2005/8/layout/process1"/>
    <dgm:cxn modelId="{F61226B4-5FB9-479D-8433-1D050557E04B}" type="presOf" srcId="{C50F72C7-00B0-498C-8270-6C2E5BE69D36}" destId="{3BF91680-686D-47A1-BB6B-B37284103BC1}" srcOrd="0" destOrd="0" presId="urn:microsoft.com/office/officeart/2005/8/layout/process1"/>
    <dgm:cxn modelId="{E6FBE5F4-77A1-4B27-8BE5-4CF46DAA5FAD}" type="presOf" srcId="{3696E388-DA48-45BF-A022-B1B3E5253061}" destId="{CB9D1525-5EB8-4287-9365-AEC345BBC836}" srcOrd="0" destOrd="0" presId="urn:microsoft.com/office/officeart/2005/8/layout/process1"/>
    <dgm:cxn modelId="{B8504749-CCC2-4798-BFC3-3014AEBF781A}" type="presOf" srcId="{8F165AF8-D1D3-464B-BCAB-91A9D5CDC6F7}" destId="{F26005BB-72F0-4ADD-BECC-B7D9CA0B47A8}" srcOrd="0" destOrd="0" presId="urn:microsoft.com/office/officeart/2005/8/layout/process1"/>
    <dgm:cxn modelId="{7C206AE3-FD8F-4D15-8563-B393B6244114}" type="presOf" srcId="{C50F72C7-00B0-498C-8270-6C2E5BE69D36}" destId="{4F4E784D-EB11-4164-B69F-292884120BD4}" srcOrd="1" destOrd="0" presId="urn:microsoft.com/office/officeart/2005/8/layout/process1"/>
    <dgm:cxn modelId="{20B1DDA6-834F-4E99-B74B-416E13B19367}" srcId="{3696E388-DA48-45BF-A022-B1B3E5253061}" destId="{8F165AF8-D1D3-464B-BCAB-91A9D5CDC6F7}" srcOrd="0" destOrd="0" parTransId="{C61AA96A-7FF4-416C-8D55-6DC0A5B06C9F}" sibTransId="{021F8E3A-EFED-4B99-97E4-A89EF1E9C2FF}"/>
    <dgm:cxn modelId="{EBC6021D-C9C1-407B-B31A-36A5D3CD65C3}" type="presOf" srcId="{0E737C12-7BC6-41F4-8709-4991A0418655}" destId="{68AACC8A-14F9-4494-A65C-C66143128970}" srcOrd="0" destOrd="0" presId="urn:microsoft.com/office/officeart/2005/8/layout/process1"/>
    <dgm:cxn modelId="{C7718B88-79DF-4AC7-AAB8-1934EF67EC0C}" type="presOf" srcId="{021F8E3A-EFED-4B99-97E4-A89EF1E9C2FF}" destId="{B719D47E-6243-44D6-A52A-CE4BB9ACB3A8}" srcOrd="0" destOrd="0" presId="urn:microsoft.com/office/officeart/2005/8/layout/process1"/>
    <dgm:cxn modelId="{63B0DC2A-E0F8-41F1-BAE8-E8F0B7EC65BB}" type="presParOf" srcId="{CB9D1525-5EB8-4287-9365-AEC345BBC836}" destId="{F26005BB-72F0-4ADD-BECC-B7D9CA0B47A8}" srcOrd="0" destOrd="0" presId="urn:microsoft.com/office/officeart/2005/8/layout/process1"/>
    <dgm:cxn modelId="{05959B5C-633B-41B2-8B12-BB81860820C2}" type="presParOf" srcId="{CB9D1525-5EB8-4287-9365-AEC345BBC836}" destId="{B719D47E-6243-44D6-A52A-CE4BB9ACB3A8}" srcOrd="1" destOrd="0" presId="urn:microsoft.com/office/officeart/2005/8/layout/process1"/>
    <dgm:cxn modelId="{7368F2C5-3701-4B92-8FDF-4FD296A38F4D}" type="presParOf" srcId="{B719D47E-6243-44D6-A52A-CE4BB9ACB3A8}" destId="{BA9718CE-D82D-4086-A4B7-14389D0A8A7A}" srcOrd="0" destOrd="0" presId="urn:microsoft.com/office/officeart/2005/8/layout/process1"/>
    <dgm:cxn modelId="{996E06AE-3E6D-44BA-920C-345F0C0D75F5}" type="presParOf" srcId="{CB9D1525-5EB8-4287-9365-AEC345BBC836}" destId="{E70ADF5E-6FD8-4D9A-A188-5AC681FD058C}" srcOrd="2" destOrd="0" presId="urn:microsoft.com/office/officeart/2005/8/layout/process1"/>
    <dgm:cxn modelId="{E1EC4E12-E310-41AB-815A-1952703D646B}" type="presParOf" srcId="{CB9D1525-5EB8-4287-9365-AEC345BBC836}" destId="{3BF91680-686D-47A1-BB6B-B37284103BC1}" srcOrd="3" destOrd="0" presId="urn:microsoft.com/office/officeart/2005/8/layout/process1"/>
    <dgm:cxn modelId="{CE5254B6-EAE0-4876-9596-532178022F34}" type="presParOf" srcId="{3BF91680-686D-47A1-BB6B-B37284103BC1}" destId="{4F4E784D-EB11-4164-B69F-292884120BD4}" srcOrd="0" destOrd="0" presId="urn:microsoft.com/office/officeart/2005/8/layout/process1"/>
    <dgm:cxn modelId="{35C4558E-AC61-4F10-AF6D-5919A0861E2F}" type="presParOf" srcId="{CB9D1525-5EB8-4287-9365-AEC345BBC836}" destId="{68AACC8A-14F9-4494-A65C-C66143128970}" srcOrd="4" destOrd="0" presId="urn:microsoft.com/office/officeart/2005/8/layout/process1"/>
  </dgm:cxnLst>
  <dgm:bg>
    <a:blipFill>
      <a:blip xmlns:r="http://schemas.openxmlformats.org/officeDocument/2006/relationships" r:embed="rId1"/>
      <a:stretch>
        <a:fillRect/>
      </a:stretch>
    </a:blipFill>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B021A6-6B47-4F08-A2F0-CF504D6CB731}" type="doc">
      <dgm:prSet loTypeId="urn:microsoft.com/office/officeart/2005/8/layout/gear1" loCatId="cycle" qsTypeId="urn:microsoft.com/office/officeart/2005/8/quickstyle/3d2#5" qsCatId="3D" csTypeId="urn:microsoft.com/office/officeart/2005/8/colors/colorful2" csCatId="colorful" phldr="1"/>
      <dgm:spPr/>
    </dgm:pt>
    <dgm:pt modelId="{5D346982-4842-4E97-82C9-EB8E70BBCE2F}">
      <dgm:prSet phldrT="[Text]"/>
      <dgm:spPr/>
      <dgm:t>
        <a:bodyPr/>
        <a:lstStyle/>
        <a:p>
          <a:r>
            <a:rPr lang="en-US"/>
            <a:t>Quyền định đoạt</a:t>
          </a:r>
        </a:p>
      </dgm:t>
    </dgm:pt>
    <dgm:pt modelId="{5446735E-606D-4DAB-8EA0-E79B84D35C9B}" type="parTrans" cxnId="{A4B86BF6-8DD1-45AF-8AF4-13506A60126E}">
      <dgm:prSet/>
      <dgm:spPr/>
      <dgm:t>
        <a:bodyPr/>
        <a:lstStyle/>
        <a:p>
          <a:endParaRPr lang="en-US"/>
        </a:p>
      </dgm:t>
    </dgm:pt>
    <dgm:pt modelId="{D2B8DC17-69F1-41EF-9963-242086C16A17}" type="sibTrans" cxnId="{A4B86BF6-8DD1-45AF-8AF4-13506A60126E}">
      <dgm:prSet/>
      <dgm:spPr/>
      <dgm:t>
        <a:bodyPr/>
        <a:lstStyle/>
        <a:p>
          <a:endParaRPr lang="en-US"/>
        </a:p>
      </dgm:t>
    </dgm:pt>
    <dgm:pt modelId="{D7271430-0252-4C69-9A3C-8932E47D8190}">
      <dgm:prSet phldrT="[Text]" custT="1"/>
      <dgm:spPr/>
      <dgm:t>
        <a:bodyPr/>
        <a:lstStyle/>
        <a:p>
          <a:r>
            <a:rPr lang="en-US" sz="2200"/>
            <a:t>Quyền sử dụng</a:t>
          </a:r>
        </a:p>
      </dgm:t>
    </dgm:pt>
    <dgm:pt modelId="{0673A994-5A22-46E6-85F7-C4A1EF50E675}" type="parTrans" cxnId="{EC9A338C-8AE4-4A4F-B6B2-1318603599CF}">
      <dgm:prSet/>
      <dgm:spPr/>
      <dgm:t>
        <a:bodyPr/>
        <a:lstStyle/>
        <a:p>
          <a:endParaRPr lang="en-US"/>
        </a:p>
      </dgm:t>
    </dgm:pt>
    <dgm:pt modelId="{705A17B0-7FEE-429B-8B1C-D17B762570BA}" type="sibTrans" cxnId="{EC9A338C-8AE4-4A4F-B6B2-1318603599CF}">
      <dgm:prSet/>
      <dgm:spPr/>
      <dgm:t>
        <a:bodyPr/>
        <a:lstStyle/>
        <a:p>
          <a:endParaRPr lang="en-US"/>
        </a:p>
      </dgm:t>
    </dgm:pt>
    <dgm:pt modelId="{F9F9A1C8-B415-4E16-BC59-BB919F058365}">
      <dgm:prSet phldrT="[Text]" custT="1"/>
      <dgm:spPr/>
      <dgm:t>
        <a:bodyPr/>
        <a:lstStyle/>
        <a:p>
          <a:r>
            <a:rPr lang="en-US" sz="2200" dirty="0" err="1"/>
            <a:t>Quyền</a:t>
          </a:r>
          <a:r>
            <a:rPr lang="en-US" sz="2200" dirty="0"/>
            <a:t> </a:t>
          </a:r>
          <a:r>
            <a:rPr lang="en-US" sz="2200" dirty="0" err="1"/>
            <a:t>chiếm</a:t>
          </a:r>
          <a:r>
            <a:rPr lang="en-US" sz="2200" dirty="0"/>
            <a:t> </a:t>
          </a:r>
          <a:r>
            <a:rPr lang="en-US" sz="2200" dirty="0" err="1"/>
            <a:t>hữu</a:t>
          </a:r>
          <a:endParaRPr lang="en-US" sz="2200" dirty="0"/>
        </a:p>
      </dgm:t>
    </dgm:pt>
    <dgm:pt modelId="{314DB762-E78C-4F03-BBEB-6EC6A33A81CF}" type="parTrans" cxnId="{959CF256-EA2E-4DEC-9104-2BF7DCA285D5}">
      <dgm:prSet/>
      <dgm:spPr/>
      <dgm:t>
        <a:bodyPr/>
        <a:lstStyle/>
        <a:p>
          <a:endParaRPr lang="en-US"/>
        </a:p>
      </dgm:t>
    </dgm:pt>
    <dgm:pt modelId="{FCD1F196-2C54-42DF-B42B-EF8638E2E200}" type="sibTrans" cxnId="{959CF256-EA2E-4DEC-9104-2BF7DCA285D5}">
      <dgm:prSet/>
      <dgm:spPr/>
      <dgm:t>
        <a:bodyPr/>
        <a:lstStyle/>
        <a:p>
          <a:endParaRPr lang="en-US"/>
        </a:p>
      </dgm:t>
    </dgm:pt>
    <dgm:pt modelId="{85B48D22-9554-46B7-BE75-DAFF82D2E1E7}" type="pres">
      <dgm:prSet presAssocID="{EBB021A6-6B47-4F08-A2F0-CF504D6CB731}" presName="composite" presStyleCnt="0">
        <dgm:presLayoutVars>
          <dgm:chMax val="3"/>
          <dgm:animLvl val="lvl"/>
          <dgm:resizeHandles val="exact"/>
        </dgm:presLayoutVars>
      </dgm:prSet>
      <dgm:spPr/>
    </dgm:pt>
    <dgm:pt modelId="{84087005-D6D1-4855-AD70-499BEC2EC47B}" type="pres">
      <dgm:prSet presAssocID="{5D346982-4842-4E97-82C9-EB8E70BBCE2F}" presName="gear1" presStyleLbl="node1" presStyleIdx="0" presStyleCnt="3" custLinFactNeighborX="-46835" custLinFactNeighborY="1353">
        <dgm:presLayoutVars>
          <dgm:chMax val="1"/>
          <dgm:bulletEnabled val="1"/>
        </dgm:presLayoutVars>
      </dgm:prSet>
      <dgm:spPr/>
      <dgm:t>
        <a:bodyPr/>
        <a:lstStyle/>
        <a:p>
          <a:endParaRPr lang="en-US"/>
        </a:p>
      </dgm:t>
    </dgm:pt>
    <dgm:pt modelId="{984D4C3D-D7DE-4F9E-AFCC-4C498468E4B1}" type="pres">
      <dgm:prSet presAssocID="{5D346982-4842-4E97-82C9-EB8E70BBCE2F}" presName="gear1srcNode" presStyleLbl="node1" presStyleIdx="0" presStyleCnt="3"/>
      <dgm:spPr/>
      <dgm:t>
        <a:bodyPr/>
        <a:lstStyle/>
        <a:p>
          <a:endParaRPr lang="en-US"/>
        </a:p>
      </dgm:t>
    </dgm:pt>
    <dgm:pt modelId="{625D8588-7730-4328-A17E-06AED1BEBAB2}" type="pres">
      <dgm:prSet presAssocID="{5D346982-4842-4E97-82C9-EB8E70BBCE2F}" presName="gear1dstNode" presStyleLbl="node1" presStyleIdx="0" presStyleCnt="3"/>
      <dgm:spPr/>
      <dgm:t>
        <a:bodyPr/>
        <a:lstStyle/>
        <a:p>
          <a:endParaRPr lang="en-US"/>
        </a:p>
      </dgm:t>
    </dgm:pt>
    <dgm:pt modelId="{BFF6D8C5-460A-4C02-A6B8-03DA9919ABDE}" type="pres">
      <dgm:prSet presAssocID="{D7271430-0252-4C69-9A3C-8932E47D8190}" presName="gear2" presStyleLbl="node1" presStyleIdx="1" presStyleCnt="3" custLinFactNeighborX="-54817">
        <dgm:presLayoutVars>
          <dgm:chMax val="1"/>
          <dgm:bulletEnabled val="1"/>
        </dgm:presLayoutVars>
      </dgm:prSet>
      <dgm:spPr/>
      <dgm:t>
        <a:bodyPr/>
        <a:lstStyle/>
        <a:p>
          <a:endParaRPr lang="en-US"/>
        </a:p>
      </dgm:t>
    </dgm:pt>
    <dgm:pt modelId="{78FD2E83-CF4F-4287-94AF-7F3B29B841CB}" type="pres">
      <dgm:prSet presAssocID="{D7271430-0252-4C69-9A3C-8932E47D8190}" presName="gear2srcNode" presStyleLbl="node1" presStyleIdx="1" presStyleCnt="3"/>
      <dgm:spPr/>
      <dgm:t>
        <a:bodyPr/>
        <a:lstStyle/>
        <a:p>
          <a:endParaRPr lang="en-US"/>
        </a:p>
      </dgm:t>
    </dgm:pt>
    <dgm:pt modelId="{B99F02E8-78A3-4191-B690-FA8C8EFEE562}" type="pres">
      <dgm:prSet presAssocID="{D7271430-0252-4C69-9A3C-8932E47D8190}" presName="gear2dstNode" presStyleLbl="node1" presStyleIdx="1" presStyleCnt="3"/>
      <dgm:spPr/>
      <dgm:t>
        <a:bodyPr/>
        <a:lstStyle/>
        <a:p>
          <a:endParaRPr lang="en-US"/>
        </a:p>
      </dgm:t>
    </dgm:pt>
    <dgm:pt modelId="{38B2C30D-5053-4EF8-BBF6-7CE3ADF70EB0}" type="pres">
      <dgm:prSet presAssocID="{F9F9A1C8-B415-4E16-BC59-BB919F058365}" presName="gear3" presStyleLbl="node1" presStyleIdx="2" presStyleCnt="3" custLinFactNeighborX="-44598"/>
      <dgm:spPr/>
      <dgm:t>
        <a:bodyPr/>
        <a:lstStyle/>
        <a:p>
          <a:endParaRPr lang="en-US"/>
        </a:p>
      </dgm:t>
    </dgm:pt>
    <dgm:pt modelId="{28D39738-DD61-4C1C-8DC3-B7B4E56AE432}" type="pres">
      <dgm:prSet presAssocID="{F9F9A1C8-B415-4E16-BC59-BB919F058365}" presName="gear3tx" presStyleLbl="node1" presStyleIdx="2" presStyleCnt="3">
        <dgm:presLayoutVars>
          <dgm:chMax val="1"/>
          <dgm:bulletEnabled val="1"/>
        </dgm:presLayoutVars>
      </dgm:prSet>
      <dgm:spPr/>
      <dgm:t>
        <a:bodyPr/>
        <a:lstStyle/>
        <a:p>
          <a:endParaRPr lang="en-US"/>
        </a:p>
      </dgm:t>
    </dgm:pt>
    <dgm:pt modelId="{6F06B1DC-9778-40DF-AC90-75529660ED32}" type="pres">
      <dgm:prSet presAssocID="{F9F9A1C8-B415-4E16-BC59-BB919F058365}" presName="gear3srcNode" presStyleLbl="node1" presStyleIdx="2" presStyleCnt="3"/>
      <dgm:spPr/>
      <dgm:t>
        <a:bodyPr/>
        <a:lstStyle/>
        <a:p>
          <a:endParaRPr lang="en-US"/>
        </a:p>
      </dgm:t>
    </dgm:pt>
    <dgm:pt modelId="{45FD07C6-14DD-45A1-B863-57172E7B828F}" type="pres">
      <dgm:prSet presAssocID="{F9F9A1C8-B415-4E16-BC59-BB919F058365}" presName="gear3dstNode" presStyleLbl="node1" presStyleIdx="2" presStyleCnt="3"/>
      <dgm:spPr/>
      <dgm:t>
        <a:bodyPr/>
        <a:lstStyle/>
        <a:p>
          <a:endParaRPr lang="en-US"/>
        </a:p>
      </dgm:t>
    </dgm:pt>
    <dgm:pt modelId="{77DE05F2-6048-4A08-BBC0-5E75DFB67B36}" type="pres">
      <dgm:prSet presAssocID="{D2B8DC17-69F1-41EF-9963-242086C16A17}" presName="connector1" presStyleLbl="sibTrans2D1" presStyleIdx="0" presStyleCnt="3" custLinFactNeighborX="-46793"/>
      <dgm:spPr/>
      <dgm:t>
        <a:bodyPr/>
        <a:lstStyle/>
        <a:p>
          <a:endParaRPr lang="en-US"/>
        </a:p>
      </dgm:t>
    </dgm:pt>
    <dgm:pt modelId="{91DCD381-15A2-4E07-8AC3-2DB52A1C05A1}" type="pres">
      <dgm:prSet presAssocID="{705A17B0-7FEE-429B-8B1C-D17B762570BA}" presName="connector2" presStyleLbl="sibTrans2D1" presStyleIdx="1" presStyleCnt="3" custLinFactNeighborX="-42186"/>
      <dgm:spPr/>
      <dgm:t>
        <a:bodyPr/>
        <a:lstStyle/>
        <a:p>
          <a:endParaRPr lang="en-US"/>
        </a:p>
      </dgm:t>
    </dgm:pt>
    <dgm:pt modelId="{6152B839-EA8E-47C9-9AB3-3727D11924D0}" type="pres">
      <dgm:prSet presAssocID="{FCD1F196-2C54-42DF-B42B-EF8638E2E200}" presName="connector3" presStyleLbl="sibTrans2D1" presStyleIdx="2" presStyleCnt="3" custLinFactNeighborX="-38779"/>
      <dgm:spPr/>
      <dgm:t>
        <a:bodyPr/>
        <a:lstStyle/>
        <a:p>
          <a:endParaRPr lang="en-US"/>
        </a:p>
      </dgm:t>
    </dgm:pt>
  </dgm:ptLst>
  <dgm:cxnLst>
    <dgm:cxn modelId="{59D1D421-ACEE-443D-844A-1C9A54116CA1}" type="presOf" srcId="{D2B8DC17-69F1-41EF-9963-242086C16A17}" destId="{77DE05F2-6048-4A08-BBC0-5E75DFB67B36}" srcOrd="0" destOrd="0" presId="urn:microsoft.com/office/officeart/2005/8/layout/gear1"/>
    <dgm:cxn modelId="{8789D702-D458-4541-AF2C-484FC49A2EB7}" type="presOf" srcId="{5D346982-4842-4E97-82C9-EB8E70BBCE2F}" destId="{625D8588-7730-4328-A17E-06AED1BEBAB2}" srcOrd="2" destOrd="0" presId="urn:microsoft.com/office/officeart/2005/8/layout/gear1"/>
    <dgm:cxn modelId="{3438E77F-9370-4F83-B85E-D784D6356741}" type="presOf" srcId="{D7271430-0252-4C69-9A3C-8932E47D8190}" destId="{78FD2E83-CF4F-4287-94AF-7F3B29B841CB}" srcOrd="1" destOrd="0" presId="urn:microsoft.com/office/officeart/2005/8/layout/gear1"/>
    <dgm:cxn modelId="{821B1EE1-EA02-4BB9-BD7C-F67BC230AB3F}" type="presOf" srcId="{D7271430-0252-4C69-9A3C-8932E47D8190}" destId="{B99F02E8-78A3-4191-B690-FA8C8EFEE562}" srcOrd="2" destOrd="0" presId="urn:microsoft.com/office/officeart/2005/8/layout/gear1"/>
    <dgm:cxn modelId="{64949836-A588-4D73-9C3A-CB5B4840F969}" type="presOf" srcId="{5D346982-4842-4E97-82C9-EB8E70BBCE2F}" destId="{84087005-D6D1-4855-AD70-499BEC2EC47B}" srcOrd="0" destOrd="0" presId="urn:microsoft.com/office/officeart/2005/8/layout/gear1"/>
    <dgm:cxn modelId="{3D1693F9-1C12-4CFA-B909-ED61B2523FEB}" type="presOf" srcId="{F9F9A1C8-B415-4E16-BC59-BB919F058365}" destId="{28D39738-DD61-4C1C-8DC3-B7B4E56AE432}" srcOrd="1" destOrd="0" presId="urn:microsoft.com/office/officeart/2005/8/layout/gear1"/>
    <dgm:cxn modelId="{762E43EF-200C-4301-8BC5-181D08087077}" type="presOf" srcId="{F9F9A1C8-B415-4E16-BC59-BB919F058365}" destId="{38B2C30D-5053-4EF8-BBF6-7CE3ADF70EB0}" srcOrd="0" destOrd="0" presId="urn:microsoft.com/office/officeart/2005/8/layout/gear1"/>
    <dgm:cxn modelId="{F825377F-EA07-4913-A005-A94F9F16F965}" type="presOf" srcId="{F9F9A1C8-B415-4E16-BC59-BB919F058365}" destId="{6F06B1DC-9778-40DF-AC90-75529660ED32}" srcOrd="2" destOrd="0" presId="urn:microsoft.com/office/officeart/2005/8/layout/gear1"/>
    <dgm:cxn modelId="{EC9A338C-8AE4-4A4F-B6B2-1318603599CF}" srcId="{EBB021A6-6B47-4F08-A2F0-CF504D6CB731}" destId="{D7271430-0252-4C69-9A3C-8932E47D8190}" srcOrd="1" destOrd="0" parTransId="{0673A994-5A22-46E6-85F7-C4A1EF50E675}" sibTransId="{705A17B0-7FEE-429B-8B1C-D17B762570BA}"/>
    <dgm:cxn modelId="{55ECDF63-78DA-447E-92E5-83AB063BB46B}" type="presOf" srcId="{F9F9A1C8-B415-4E16-BC59-BB919F058365}" destId="{45FD07C6-14DD-45A1-B863-57172E7B828F}" srcOrd="3" destOrd="0" presId="urn:microsoft.com/office/officeart/2005/8/layout/gear1"/>
    <dgm:cxn modelId="{B5F2AB7E-08BB-4575-8F21-AA9C7A5E0E92}" type="presOf" srcId="{FCD1F196-2C54-42DF-B42B-EF8638E2E200}" destId="{6152B839-EA8E-47C9-9AB3-3727D11924D0}" srcOrd="0" destOrd="0" presId="urn:microsoft.com/office/officeart/2005/8/layout/gear1"/>
    <dgm:cxn modelId="{581FE178-DCC7-429D-8E95-9CD42553C084}" type="presOf" srcId="{EBB021A6-6B47-4F08-A2F0-CF504D6CB731}" destId="{85B48D22-9554-46B7-BE75-DAFF82D2E1E7}" srcOrd="0" destOrd="0" presId="urn:microsoft.com/office/officeart/2005/8/layout/gear1"/>
    <dgm:cxn modelId="{959CF256-EA2E-4DEC-9104-2BF7DCA285D5}" srcId="{EBB021A6-6B47-4F08-A2F0-CF504D6CB731}" destId="{F9F9A1C8-B415-4E16-BC59-BB919F058365}" srcOrd="2" destOrd="0" parTransId="{314DB762-E78C-4F03-BBEB-6EC6A33A81CF}" sibTransId="{FCD1F196-2C54-42DF-B42B-EF8638E2E200}"/>
    <dgm:cxn modelId="{1A023641-00E2-4BDF-BB3F-396348596EA7}" type="presOf" srcId="{D7271430-0252-4C69-9A3C-8932E47D8190}" destId="{BFF6D8C5-460A-4C02-A6B8-03DA9919ABDE}" srcOrd="0" destOrd="0" presId="urn:microsoft.com/office/officeart/2005/8/layout/gear1"/>
    <dgm:cxn modelId="{A4B86BF6-8DD1-45AF-8AF4-13506A60126E}" srcId="{EBB021A6-6B47-4F08-A2F0-CF504D6CB731}" destId="{5D346982-4842-4E97-82C9-EB8E70BBCE2F}" srcOrd="0" destOrd="0" parTransId="{5446735E-606D-4DAB-8EA0-E79B84D35C9B}" sibTransId="{D2B8DC17-69F1-41EF-9963-242086C16A17}"/>
    <dgm:cxn modelId="{8F3AFC58-1FF7-4A0C-A074-337E2BE6A5D2}" type="presOf" srcId="{5D346982-4842-4E97-82C9-EB8E70BBCE2F}" destId="{984D4C3D-D7DE-4F9E-AFCC-4C498468E4B1}" srcOrd="1" destOrd="0" presId="urn:microsoft.com/office/officeart/2005/8/layout/gear1"/>
    <dgm:cxn modelId="{9CBE204B-1857-4BA8-9537-6AAFCA32D406}" type="presOf" srcId="{705A17B0-7FEE-429B-8B1C-D17B762570BA}" destId="{91DCD381-15A2-4E07-8AC3-2DB52A1C05A1}" srcOrd="0" destOrd="0" presId="urn:microsoft.com/office/officeart/2005/8/layout/gear1"/>
    <dgm:cxn modelId="{479E4A89-6930-47CF-97CF-AC67B0EF7854}" type="presParOf" srcId="{85B48D22-9554-46B7-BE75-DAFF82D2E1E7}" destId="{84087005-D6D1-4855-AD70-499BEC2EC47B}" srcOrd="0" destOrd="0" presId="urn:microsoft.com/office/officeart/2005/8/layout/gear1"/>
    <dgm:cxn modelId="{8FF69B3C-6BA9-44B9-A8D8-27A9D885F211}" type="presParOf" srcId="{85B48D22-9554-46B7-BE75-DAFF82D2E1E7}" destId="{984D4C3D-D7DE-4F9E-AFCC-4C498468E4B1}" srcOrd="1" destOrd="0" presId="urn:microsoft.com/office/officeart/2005/8/layout/gear1"/>
    <dgm:cxn modelId="{01CA501F-7236-482A-9CF2-7682C91C2300}" type="presParOf" srcId="{85B48D22-9554-46B7-BE75-DAFF82D2E1E7}" destId="{625D8588-7730-4328-A17E-06AED1BEBAB2}" srcOrd="2" destOrd="0" presId="urn:microsoft.com/office/officeart/2005/8/layout/gear1"/>
    <dgm:cxn modelId="{CB03789D-0823-4CB2-BB83-2FC6D72678A9}" type="presParOf" srcId="{85B48D22-9554-46B7-BE75-DAFF82D2E1E7}" destId="{BFF6D8C5-460A-4C02-A6B8-03DA9919ABDE}" srcOrd="3" destOrd="0" presId="urn:microsoft.com/office/officeart/2005/8/layout/gear1"/>
    <dgm:cxn modelId="{15BA5EC1-8B9E-411B-9ABA-B1E38B31396C}" type="presParOf" srcId="{85B48D22-9554-46B7-BE75-DAFF82D2E1E7}" destId="{78FD2E83-CF4F-4287-94AF-7F3B29B841CB}" srcOrd="4" destOrd="0" presId="urn:microsoft.com/office/officeart/2005/8/layout/gear1"/>
    <dgm:cxn modelId="{17CED470-6644-4A7C-9BBA-AEA236A441DC}" type="presParOf" srcId="{85B48D22-9554-46B7-BE75-DAFF82D2E1E7}" destId="{B99F02E8-78A3-4191-B690-FA8C8EFEE562}" srcOrd="5" destOrd="0" presId="urn:microsoft.com/office/officeart/2005/8/layout/gear1"/>
    <dgm:cxn modelId="{7C83CCE9-49EA-4776-A8B5-F2C3BC8C4DFD}" type="presParOf" srcId="{85B48D22-9554-46B7-BE75-DAFF82D2E1E7}" destId="{38B2C30D-5053-4EF8-BBF6-7CE3ADF70EB0}" srcOrd="6" destOrd="0" presId="urn:microsoft.com/office/officeart/2005/8/layout/gear1"/>
    <dgm:cxn modelId="{D7946806-1A64-403E-9CA4-C6C36C96FE19}" type="presParOf" srcId="{85B48D22-9554-46B7-BE75-DAFF82D2E1E7}" destId="{28D39738-DD61-4C1C-8DC3-B7B4E56AE432}" srcOrd="7" destOrd="0" presId="urn:microsoft.com/office/officeart/2005/8/layout/gear1"/>
    <dgm:cxn modelId="{073E8416-C4BC-4746-806D-2C7020D6E03F}" type="presParOf" srcId="{85B48D22-9554-46B7-BE75-DAFF82D2E1E7}" destId="{6F06B1DC-9778-40DF-AC90-75529660ED32}" srcOrd="8" destOrd="0" presId="urn:microsoft.com/office/officeart/2005/8/layout/gear1"/>
    <dgm:cxn modelId="{9724A0E2-C51F-4CD5-8A2E-8EF56F7D34BA}" type="presParOf" srcId="{85B48D22-9554-46B7-BE75-DAFF82D2E1E7}" destId="{45FD07C6-14DD-45A1-B863-57172E7B828F}" srcOrd="9" destOrd="0" presId="urn:microsoft.com/office/officeart/2005/8/layout/gear1"/>
    <dgm:cxn modelId="{002A704B-5E3B-4D7C-8CBE-A7DF85910249}" type="presParOf" srcId="{85B48D22-9554-46B7-BE75-DAFF82D2E1E7}" destId="{77DE05F2-6048-4A08-BBC0-5E75DFB67B36}" srcOrd="10" destOrd="0" presId="urn:microsoft.com/office/officeart/2005/8/layout/gear1"/>
    <dgm:cxn modelId="{3B07A3E0-359B-4465-B55A-6D9A15BB86A8}" type="presParOf" srcId="{85B48D22-9554-46B7-BE75-DAFF82D2E1E7}" destId="{91DCD381-15A2-4E07-8AC3-2DB52A1C05A1}" srcOrd="11" destOrd="0" presId="urn:microsoft.com/office/officeart/2005/8/layout/gear1"/>
    <dgm:cxn modelId="{9DE06A61-1A8D-4E7A-BC94-404262C601F4}" type="presParOf" srcId="{85B48D22-9554-46B7-BE75-DAFF82D2E1E7}" destId="{6152B839-EA8E-47C9-9AB3-3727D11924D0}" srcOrd="12" destOrd="0" presId="urn:microsoft.com/office/officeart/2005/8/layout/gear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11163A9-301E-49D6-A4ED-3D881F8B4785}" type="doc">
      <dgm:prSet loTypeId="urn:microsoft.com/office/officeart/2005/8/layout/default#7" loCatId="list" qsTypeId="urn:microsoft.com/office/officeart/2005/8/quickstyle/simple1" qsCatId="simple" csTypeId="urn:microsoft.com/office/officeart/2005/8/colors/accent1_2" csCatId="accent1" phldr="1"/>
      <dgm:spPr/>
      <dgm:t>
        <a:bodyPr/>
        <a:lstStyle/>
        <a:p>
          <a:endParaRPr lang="en-US"/>
        </a:p>
      </dgm:t>
    </dgm:pt>
    <dgm:pt modelId="{7CB684C9-5839-4FC0-AF62-9BE42CD5C66B}">
      <dgm:prSet phldrT="[Text]"/>
      <dgm:spPr/>
      <dgm:t>
        <a:bodyPr/>
        <a:lstStyle/>
        <a:p>
          <a:pPr algn="just"/>
          <a:r>
            <a:rPr lang="vi-VN" b="0" i="0" dirty="0"/>
            <a:t>Chiếm hữu là việc chủ thể nắm giữ, </a:t>
          </a:r>
          <a:r>
            <a:rPr lang="en-US" b="0" i="0" dirty="0" err="1"/>
            <a:t>quản</a:t>
          </a:r>
          <a:r>
            <a:rPr lang="en-US" b="0" i="0" dirty="0"/>
            <a:t> </a:t>
          </a:r>
          <a:r>
            <a:rPr lang="en-US" b="0" i="0" dirty="0" err="1"/>
            <a:t>lý</a:t>
          </a:r>
          <a:r>
            <a:rPr lang="en-US" b="0" i="0" dirty="0"/>
            <a:t>, chi </a:t>
          </a:r>
          <a:r>
            <a:rPr lang="en-US" b="0" i="0" dirty="0" err="1"/>
            <a:t>phối</a:t>
          </a:r>
          <a:r>
            <a:rPr lang="vi-VN" b="0" i="0" dirty="0"/>
            <a:t> tài sản một cách trực tiếp hoặc gián tiếp như chủ thể có quyền đối với tài sản</a:t>
          </a:r>
          <a:endParaRPr lang="en-US" dirty="0"/>
        </a:p>
      </dgm:t>
    </dgm:pt>
    <dgm:pt modelId="{B8CAF944-F3F5-4D04-BAAB-BBAB3AFA5DAE}" type="parTrans" cxnId="{25619615-F9E5-459B-8E34-5F7FA6992DE8}">
      <dgm:prSet/>
      <dgm:spPr/>
      <dgm:t>
        <a:bodyPr/>
        <a:lstStyle/>
        <a:p>
          <a:endParaRPr lang="en-US"/>
        </a:p>
      </dgm:t>
    </dgm:pt>
    <dgm:pt modelId="{706B6C27-40F1-4E5C-982C-43A77C5EF583}" type="sibTrans" cxnId="{25619615-F9E5-459B-8E34-5F7FA6992DE8}">
      <dgm:prSet/>
      <dgm:spPr/>
      <dgm:t>
        <a:bodyPr/>
        <a:lstStyle/>
        <a:p>
          <a:endParaRPr lang="en-US"/>
        </a:p>
      </dgm:t>
    </dgm:pt>
    <dgm:pt modelId="{699C9B19-9AF0-4CE8-80EB-15028CE4E15E}">
      <dgm:prSet phldrT="[Text]"/>
      <dgm:spPr/>
      <dgm:t>
        <a:bodyPr/>
        <a:lstStyle/>
        <a:p>
          <a:pPr algn="just"/>
          <a:r>
            <a:rPr lang="vi-VN" b="0" i="0" dirty="0"/>
            <a:t>Chiếm hữu bao gồm chiếm hữu của chủ sở hữu và chiếm hữu của người không phải là chủ sở hữu</a:t>
          </a:r>
          <a:r>
            <a:rPr lang="en-US" b="0" i="0" dirty="0"/>
            <a:t> </a:t>
          </a:r>
          <a:r>
            <a:rPr lang="en-US" b="0" i="0" dirty="0" err="1"/>
            <a:t>như</a:t>
          </a:r>
          <a:r>
            <a:rPr lang="en-US" b="0" i="0" dirty="0"/>
            <a:t> </a:t>
          </a:r>
          <a:r>
            <a:rPr lang="en-US" b="0" i="0" dirty="0" err="1"/>
            <a:t>người</a:t>
          </a:r>
          <a:r>
            <a:rPr lang="en-US" b="0" i="0" dirty="0"/>
            <a:t> </a:t>
          </a:r>
          <a:r>
            <a:rPr lang="en-US" b="0" i="0" dirty="0" err="1"/>
            <a:t>thuê</a:t>
          </a:r>
          <a:r>
            <a:rPr lang="en-US" b="0" i="0" dirty="0"/>
            <a:t>, </a:t>
          </a:r>
          <a:r>
            <a:rPr lang="en-US" b="0" i="0" dirty="0" err="1"/>
            <a:t>người</a:t>
          </a:r>
          <a:r>
            <a:rPr lang="en-US" b="0" i="0" dirty="0"/>
            <a:t> </a:t>
          </a:r>
          <a:r>
            <a:rPr lang="en-US" b="0" i="0" dirty="0" err="1"/>
            <a:t>mượn</a:t>
          </a:r>
          <a:r>
            <a:rPr lang="en-US" b="0" i="0" dirty="0"/>
            <a:t> </a:t>
          </a:r>
          <a:r>
            <a:rPr lang="en-US" b="0" i="0" dirty="0" err="1"/>
            <a:t>tài</a:t>
          </a:r>
          <a:r>
            <a:rPr lang="en-US" b="0" i="0" dirty="0"/>
            <a:t> </a:t>
          </a:r>
          <a:r>
            <a:rPr lang="en-US" b="0" i="0" dirty="0" err="1"/>
            <a:t>sản</a:t>
          </a:r>
          <a:r>
            <a:rPr lang="en-US" b="0" i="0" dirty="0"/>
            <a:t>…</a:t>
          </a:r>
          <a:endParaRPr lang="en-US" dirty="0"/>
        </a:p>
      </dgm:t>
    </dgm:pt>
    <dgm:pt modelId="{B812DBD9-E901-4D21-AD24-69AD3283C01A}" type="parTrans" cxnId="{66A74545-0A6C-485A-BC8D-B3EBDB4E2FD5}">
      <dgm:prSet/>
      <dgm:spPr/>
      <dgm:t>
        <a:bodyPr/>
        <a:lstStyle/>
        <a:p>
          <a:endParaRPr lang="en-US"/>
        </a:p>
      </dgm:t>
    </dgm:pt>
    <dgm:pt modelId="{91F9123A-6F5C-492C-92B5-51A767452EB9}" type="sibTrans" cxnId="{66A74545-0A6C-485A-BC8D-B3EBDB4E2FD5}">
      <dgm:prSet/>
      <dgm:spPr/>
      <dgm:t>
        <a:bodyPr/>
        <a:lstStyle/>
        <a:p>
          <a:endParaRPr lang="en-US"/>
        </a:p>
      </dgm:t>
    </dgm:pt>
    <dgm:pt modelId="{6D9AE756-0F09-4515-9964-CC527B395F2E}" type="pres">
      <dgm:prSet presAssocID="{711163A9-301E-49D6-A4ED-3D881F8B4785}" presName="diagram" presStyleCnt="0">
        <dgm:presLayoutVars>
          <dgm:dir/>
          <dgm:resizeHandles val="exact"/>
        </dgm:presLayoutVars>
      </dgm:prSet>
      <dgm:spPr/>
      <dgm:t>
        <a:bodyPr/>
        <a:lstStyle/>
        <a:p>
          <a:endParaRPr lang="en-US"/>
        </a:p>
      </dgm:t>
    </dgm:pt>
    <dgm:pt modelId="{D65867B5-3752-40E3-8BB3-AB4559C58B09}" type="pres">
      <dgm:prSet presAssocID="{7CB684C9-5839-4FC0-AF62-9BE42CD5C66B}" presName="node" presStyleLbl="node1" presStyleIdx="0" presStyleCnt="2" custScaleY="140669">
        <dgm:presLayoutVars>
          <dgm:bulletEnabled val="1"/>
        </dgm:presLayoutVars>
      </dgm:prSet>
      <dgm:spPr/>
      <dgm:t>
        <a:bodyPr/>
        <a:lstStyle/>
        <a:p>
          <a:endParaRPr lang="en-US"/>
        </a:p>
      </dgm:t>
    </dgm:pt>
    <dgm:pt modelId="{5289FAAA-39E0-43C3-8822-B54A96C4A75D}" type="pres">
      <dgm:prSet presAssocID="{706B6C27-40F1-4E5C-982C-43A77C5EF583}" presName="sibTrans" presStyleCnt="0"/>
      <dgm:spPr/>
    </dgm:pt>
    <dgm:pt modelId="{1BD07FDD-A3ED-45F0-B520-154444135365}" type="pres">
      <dgm:prSet presAssocID="{699C9B19-9AF0-4CE8-80EB-15028CE4E15E}" presName="node" presStyleLbl="node1" presStyleIdx="1" presStyleCnt="2" custScaleY="134186">
        <dgm:presLayoutVars>
          <dgm:bulletEnabled val="1"/>
        </dgm:presLayoutVars>
      </dgm:prSet>
      <dgm:spPr/>
      <dgm:t>
        <a:bodyPr/>
        <a:lstStyle/>
        <a:p>
          <a:endParaRPr lang="en-US"/>
        </a:p>
      </dgm:t>
    </dgm:pt>
  </dgm:ptLst>
  <dgm:cxnLst>
    <dgm:cxn modelId="{66A74545-0A6C-485A-BC8D-B3EBDB4E2FD5}" srcId="{711163A9-301E-49D6-A4ED-3D881F8B4785}" destId="{699C9B19-9AF0-4CE8-80EB-15028CE4E15E}" srcOrd="1" destOrd="0" parTransId="{B812DBD9-E901-4D21-AD24-69AD3283C01A}" sibTransId="{91F9123A-6F5C-492C-92B5-51A767452EB9}"/>
    <dgm:cxn modelId="{49FBAB14-E5F9-4693-A36B-CA67B5131239}" type="presOf" srcId="{711163A9-301E-49D6-A4ED-3D881F8B4785}" destId="{6D9AE756-0F09-4515-9964-CC527B395F2E}" srcOrd="0" destOrd="0" presId="urn:microsoft.com/office/officeart/2005/8/layout/default#7"/>
    <dgm:cxn modelId="{F63F9A14-7849-4C58-B2B1-9EEC81214CD4}" type="presOf" srcId="{7CB684C9-5839-4FC0-AF62-9BE42CD5C66B}" destId="{D65867B5-3752-40E3-8BB3-AB4559C58B09}" srcOrd="0" destOrd="0" presId="urn:microsoft.com/office/officeart/2005/8/layout/default#7"/>
    <dgm:cxn modelId="{2861AAF5-469E-4E7A-8453-6353C970C08C}" type="presOf" srcId="{699C9B19-9AF0-4CE8-80EB-15028CE4E15E}" destId="{1BD07FDD-A3ED-45F0-B520-154444135365}" srcOrd="0" destOrd="0" presId="urn:microsoft.com/office/officeart/2005/8/layout/default#7"/>
    <dgm:cxn modelId="{25619615-F9E5-459B-8E34-5F7FA6992DE8}" srcId="{711163A9-301E-49D6-A4ED-3D881F8B4785}" destId="{7CB684C9-5839-4FC0-AF62-9BE42CD5C66B}" srcOrd="0" destOrd="0" parTransId="{B8CAF944-F3F5-4D04-BAAB-BBAB3AFA5DAE}" sibTransId="{706B6C27-40F1-4E5C-982C-43A77C5EF583}"/>
    <dgm:cxn modelId="{C1673ECD-71FA-4591-AE09-2CB07C57AF78}" type="presParOf" srcId="{6D9AE756-0F09-4515-9964-CC527B395F2E}" destId="{D65867B5-3752-40E3-8BB3-AB4559C58B09}" srcOrd="0" destOrd="0" presId="urn:microsoft.com/office/officeart/2005/8/layout/default#7"/>
    <dgm:cxn modelId="{BA51C682-3C94-4D8C-9590-EAF015BCA96F}" type="presParOf" srcId="{6D9AE756-0F09-4515-9964-CC527B395F2E}" destId="{5289FAAA-39E0-43C3-8822-B54A96C4A75D}" srcOrd="1" destOrd="0" presId="urn:microsoft.com/office/officeart/2005/8/layout/default#7"/>
    <dgm:cxn modelId="{8F3B1685-A63A-4650-B6C8-DEB0F42B7015}" type="presParOf" srcId="{6D9AE756-0F09-4515-9964-CC527B395F2E}" destId="{1BD07FDD-A3ED-45F0-B520-154444135365}" srcOrd="2" destOrd="0" presId="urn:microsoft.com/office/officeart/2005/8/layout/default#7"/>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D4950F-185F-4F22-B2F7-74EB6A2055F4}" type="doc">
      <dgm:prSet loTypeId="urn:microsoft.com/office/officeart/2005/8/layout/default#8" loCatId="list" qsTypeId="urn:microsoft.com/office/officeart/2005/8/quickstyle/3d5" qsCatId="3D" csTypeId="urn:microsoft.com/office/officeart/2005/8/colors/colorful2" csCatId="colorful" phldr="1"/>
      <dgm:spPr/>
      <dgm:t>
        <a:bodyPr/>
        <a:lstStyle/>
        <a:p>
          <a:endParaRPr lang="en-US"/>
        </a:p>
      </dgm:t>
    </dgm:pt>
    <dgm:pt modelId="{1879D62E-F96F-46D4-B2CB-98FDB96235F1}">
      <dgm:prSet phldrT="[Text]"/>
      <dgm:spPr/>
      <dgm:t>
        <a:bodyPr/>
        <a:lstStyle/>
        <a:p>
          <a:r>
            <a:rPr lang="en-US"/>
            <a:t>Người lập di chúc</a:t>
          </a:r>
        </a:p>
      </dgm:t>
    </dgm:pt>
    <dgm:pt modelId="{0F3D87C1-2E37-4B56-BBB4-76669E80DFEF}" type="parTrans" cxnId="{B5E4952A-19F1-4828-9719-C40E3C239128}">
      <dgm:prSet/>
      <dgm:spPr/>
      <dgm:t>
        <a:bodyPr/>
        <a:lstStyle/>
        <a:p>
          <a:endParaRPr lang="en-US"/>
        </a:p>
      </dgm:t>
    </dgm:pt>
    <dgm:pt modelId="{E85E1664-FC9D-4EFD-B7DE-73649FC2F8BB}" type="sibTrans" cxnId="{B5E4952A-19F1-4828-9719-C40E3C239128}">
      <dgm:prSet/>
      <dgm:spPr/>
      <dgm:t>
        <a:bodyPr/>
        <a:lstStyle/>
        <a:p>
          <a:endParaRPr lang="en-US"/>
        </a:p>
      </dgm:t>
    </dgm:pt>
    <dgm:pt modelId="{B1F16EA0-F7F6-46D0-AA83-585EAEC7202A}">
      <dgm:prSet phldrT="[Text]"/>
      <dgm:spPr/>
      <dgm:t>
        <a:bodyPr/>
        <a:lstStyle/>
        <a:p>
          <a:r>
            <a:rPr lang="en-US"/>
            <a:t>Hình thức của di chúc</a:t>
          </a:r>
        </a:p>
      </dgm:t>
    </dgm:pt>
    <dgm:pt modelId="{BFEEF707-101B-4A90-BB7C-29E0287F59E1}" type="parTrans" cxnId="{BF15FCAB-C93C-4051-90F1-825C42E2E6A3}">
      <dgm:prSet/>
      <dgm:spPr/>
      <dgm:t>
        <a:bodyPr/>
        <a:lstStyle/>
        <a:p>
          <a:endParaRPr lang="en-US"/>
        </a:p>
      </dgm:t>
    </dgm:pt>
    <dgm:pt modelId="{ADB0327F-3B97-43A2-9E69-C6AE87A922F8}" type="sibTrans" cxnId="{BF15FCAB-C93C-4051-90F1-825C42E2E6A3}">
      <dgm:prSet/>
      <dgm:spPr/>
      <dgm:t>
        <a:bodyPr/>
        <a:lstStyle/>
        <a:p>
          <a:endParaRPr lang="en-US"/>
        </a:p>
      </dgm:t>
    </dgm:pt>
    <dgm:pt modelId="{130129BB-4CEC-444A-B4B1-796439A3A196}">
      <dgm:prSet phldrT="[Text]"/>
      <dgm:spPr/>
      <dgm:t>
        <a:bodyPr/>
        <a:lstStyle/>
        <a:p>
          <a:r>
            <a:rPr lang="en-US"/>
            <a:t>Điều kiện di chúc hợp pháp</a:t>
          </a:r>
        </a:p>
      </dgm:t>
    </dgm:pt>
    <dgm:pt modelId="{5A7DC20F-AD46-49DE-BBCB-3870464F529F}" type="parTrans" cxnId="{363F8C07-D048-43FC-84D9-67E98FA6AA0E}">
      <dgm:prSet/>
      <dgm:spPr/>
      <dgm:t>
        <a:bodyPr/>
        <a:lstStyle/>
        <a:p>
          <a:endParaRPr lang="en-US"/>
        </a:p>
      </dgm:t>
    </dgm:pt>
    <dgm:pt modelId="{B83DA05F-41A2-4540-8C12-3B38A36D3C2A}" type="sibTrans" cxnId="{363F8C07-D048-43FC-84D9-67E98FA6AA0E}">
      <dgm:prSet/>
      <dgm:spPr/>
      <dgm:t>
        <a:bodyPr/>
        <a:lstStyle/>
        <a:p>
          <a:endParaRPr lang="en-US"/>
        </a:p>
      </dgm:t>
    </dgm:pt>
    <dgm:pt modelId="{5520E84A-64C0-4080-9EA6-E2E081E178CB}">
      <dgm:prSet phldrT="[Text]"/>
      <dgm:spPr/>
      <dgm:t>
        <a:bodyPr/>
        <a:lstStyle/>
        <a:p>
          <a:r>
            <a:rPr lang="en-US"/>
            <a:t>Nội dung của di chúc</a:t>
          </a:r>
        </a:p>
      </dgm:t>
    </dgm:pt>
    <dgm:pt modelId="{D1B8A123-066A-4A76-973B-D5E06A54FF0B}" type="parTrans" cxnId="{5020F0BD-CEF7-418F-84EB-AE7B4B761A75}">
      <dgm:prSet/>
      <dgm:spPr/>
      <dgm:t>
        <a:bodyPr/>
        <a:lstStyle/>
        <a:p>
          <a:endParaRPr lang="en-US"/>
        </a:p>
      </dgm:t>
    </dgm:pt>
    <dgm:pt modelId="{8AA5D414-E99B-489E-B2DA-CA4D1E1375AA}" type="sibTrans" cxnId="{5020F0BD-CEF7-418F-84EB-AE7B4B761A75}">
      <dgm:prSet/>
      <dgm:spPr/>
      <dgm:t>
        <a:bodyPr/>
        <a:lstStyle/>
        <a:p>
          <a:endParaRPr lang="en-US"/>
        </a:p>
      </dgm:t>
    </dgm:pt>
    <dgm:pt modelId="{EE7C2BCF-7AC3-4F6E-B74E-7D95F7D71985}">
      <dgm:prSet phldrT="[Text]"/>
      <dgm:spPr/>
      <dgm:t>
        <a:bodyPr/>
        <a:lstStyle/>
        <a:p>
          <a:r>
            <a:rPr lang="en-US"/>
            <a:t>Người thừa kế không phụ thuộc vào di chúc</a:t>
          </a:r>
        </a:p>
      </dgm:t>
    </dgm:pt>
    <dgm:pt modelId="{EFF396FF-D69A-44F7-B9D6-B77D5F4AC5E0}" type="parTrans" cxnId="{A74A57B5-E98E-46E2-BABC-C63EAACC9EE8}">
      <dgm:prSet/>
      <dgm:spPr/>
      <dgm:t>
        <a:bodyPr/>
        <a:lstStyle/>
        <a:p>
          <a:endParaRPr lang="en-US"/>
        </a:p>
      </dgm:t>
    </dgm:pt>
    <dgm:pt modelId="{50A192C2-C654-4B9E-AE87-4899A93E7831}" type="sibTrans" cxnId="{A74A57B5-E98E-46E2-BABC-C63EAACC9EE8}">
      <dgm:prSet/>
      <dgm:spPr/>
      <dgm:t>
        <a:bodyPr/>
        <a:lstStyle/>
        <a:p>
          <a:endParaRPr lang="en-US"/>
        </a:p>
      </dgm:t>
    </dgm:pt>
    <dgm:pt modelId="{9B241359-9C8F-4B89-AF30-47751843A6DC}" type="pres">
      <dgm:prSet presAssocID="{13D4950F-185F-4F22-B2F7-74EB6A2055F4}" presName="diagram" presStyleCnt="0">
        <dgm:presLayoutVars>
          <dgm:dir/>
          <dgm:resizeHandles val="exact"/>
        </dgm:presLayoutVars>
      </dgm:prSet>
      <dgm:spPr/>
      <dgm:t>
        <a:bodyPr/>
        <a:lstStyle/>
        <a:p>
          <a:endParaRPr lang="en-US"/>
        </a:p>
      </dgm:t>
    </dgm:pt>
    <dgm:pt modelId="{93E1AABB-7DF1-4EAD-8B75-9A9CE7A1B282}" type="pres">
      <dgm:prSet presAssocID="{1879D62E-F96F-46D4-B2CB-98FDB96235F1}" presName="node" presStyleLbl="node1" presStyleIdx="0" presStyleCnt="5" custLinFactNeighborX="3111" custLinFactNeighborY="1183">
        <dgm:presLayoutVars>
          <dgm:bulletEnabled val="1"/>
        </dgm:presLayoutVars>
      </dgm:prSet>
      <dgm:spPr/>
      <dgm:t>
        <a:bodyPr/>
        <a:lstStyle/>
        <a:p>
          <a:endParaRPr lang="en-US"/>
        </a:p>
      </dgm:t>
    </dgm:pt>
    <dgm:pt modelId="{D92C4509-9495-4FF0-82B9-F9046750B04E}" type="pres">
      <dgm:prSet presAssocID="{E85E1664-FC9D-4EFD-B7DE-73649FC2F8BB}" presName="sibTrans" presStyleCnt="0"/>
      <dgm:spPr/>
    </dgm:pt>
    <dgm:pt modelId="{C0C74CE4-6269-4DB4-A16C-83E11EB6D05E}" type="pres">
      <dgm:prSet presAssocID="{B1F16EA0-F7F6-46D0-AA83-585EAEC7202A}" presName="node" presStyleLbl="node1" presStyleIdx="1" presStyleCnt="5">
        <dgm:presLayoutVars>
          <dgm:bulletEnabled val="1"/>
        </dgm:presLayoutVars>
      </dgm:prSet>
      <dgm:spPr/>
      <dgm:t>
        <a:bodyPr/>
        <a:lstStyle/>
        <a:p>
          <a:endParaRPr lang="en-US"/>
        </a:p>
      </dgm:t>
    </dgm:pt>
    <dgm:pt modelId="{2B1865C0-4AA6-4519-86CE-FA06F15C3C7B}" type="pres">
      <dgm:prSet presAssocID="{ADB0327F-3B97-43A2-9E69-C6AE87A922F8}" presName="sibTrans" presStyleCnt="0"/>
      <dgm:spPr/>
    </dgm:pt>
    <dgm:pt modelId="{2248128F-6771-4F55-9E53-997CB3A08680}" type="pres">
      <dgm:prSet presAssocID="{130129BB-4CEC-444A-B4B1-796439A3A196}" presName="node" presStyleLbl="node1" presStyleIdx="2" presStyleCnt="5">
        <dgm:presLayoutVars>
          <dgm:bulletEnabled val="1"/>
        </dgm:presLayoutVars>
      </dgm:prSet>
      <dgm:spPr/>
      <dgm:t>
        <a:bodyPr/>
        <a:lstStyle/>
        <a:p>
          <a:endParaRPr lang="en-US"/>
        </a:p>
      </dgm:t>
    </dgm:pt>
    <dgm:pt modelId="{1185308A-870F-4B0E-B137-FF2768EB3AA0}" type="pres">
      <dgm:prSet presAssocID="{B83DA05F-41A2-4540-8C12-3B38A36D3C2A}" presName="sibTrans" presStyleCnt="0"/>
      <dgm:spPr/>
    </dgm:pt>
    <dgm:pt modelId="{5194CE6E-3500-458F-802D-FCB152393EA8}" type="pres">
      <dgm:prSet presAssocID="{5520E84A-64C0-4080-9EA6-E2E081E178CB}" presName="node" presStyleLbl="node1" presStyleIdx="3" presStyleCnt="5">
        <dgm:presLayoutVars>
          <dgm:bulletEnabled val="1"/>
        </dgm:presLayoutVars>
      </dgm:prSet>
      <dgm:spPr/>
      <dgm:t>
        <a:bodyPr/>
        <a:lstStyle/>
        <a:p>
          <a:endParaRPr lang="en-US"/>
        </a:p>
      </dgm:t>
    </dgm:pt>
    <dgm:pt modelId="{2D43B951-A847-4F91-A867-62A1B66C3EF9}" type="pres">
      <dgm:prSet presAssocID="{8AA5D414-E99B-489E-B2DA-CA4D1E1375AA}" presName="sibTrans" presStyleCnt="0"/>
      <dgm:spPr/>
    </dgm:pt>
    <dgm:pt modelId="{421B0D33-9320-4F06-BE59-C2F5C077ED91}" type="pres">
      <dgm:prSet presAssocID="{EE7C2BCF-7AC3-4F6E-B74E-7D95F7D71985}" presName="node" presStyleLbl="node1" presStyleIdx="4" presStyleCnt="5">
        <dgm:presLayoutVars>
          <dgm:bulletEnabled val="1"/>
        </dgm:presLayoutVars>
      </dgm:prSet>
      <dgm:spPr/>
      <dgm:t>
        <a:bodyPr/>
        <a:lstStyle/>
        <a:p>
          <a:endParaRPr lang="en-US"/>
        </a:p>
      </dgm:t>
    </dgm:pt>
  </dgm:ptLst>
  <dgm:cxnLst>
    <dgm:cxn modelId="{A58BDD76-B6C8-4B0E-B89C-186C05D8F639}" type="presOf" srcId="{EE7C2BCF-7AC3-4F6E-B74E-7D95F7D71985}" destId="{421B0D33-9320-4F06-BE59-C2F5C077ED91}" srcOrd="0" destOrd="0" presId="urn:microsoft.com/office/officeart/2005/8/layout/default#8"/>
    <dgm:cxn modelId="{2FA1151C-E0C7-40F6-9295-2DA1D9A69A6C}" type="presOf" srcId="{5520E84A-64C0-4080-9EA6-E2E081E178CB}" destId="{5194CE6E-3500-458F-802D-FCB152393EA8}" srcOrd="0" destOrd="0" presId="urn:microsoft.com/office/officeart/2005/8/layout/default#8"/>
    <dgm:cxn modelId="{A74A57B5-E98E-46E2-BABC-C63EAACC9EE8}" srcId="{13D4950F-185F-4F22-B2F7-74EB6A2055F4}" destId="{EE7C2BCF-7AC3-4F6E-B74E-7D95F7D71985}" srcOrd="4" destOrd="0" parTransId="{EFF396FF-D69A-44F7-B9D6-B77D5F4AC5E0}" sibTransId="{50A192C2-C654-4B9E-AE87-4899A93E7831}"/>
    <dgm:cxn modelId="{A9225F4C-CFD8-46A9-9D73-748268648895}" type="presOf" srcId="{1879D62E-F96F-46D4-B2CB-98FDB96235F1}" destId="{93E1AABB-7DF1-4EAD-8B75-9A9CE7A1B282}" srcOrd="0" destOrd="0" presId="urn:microsoft.com/office/officeart/2005/8/layout/default#8"/>
    <dgm:cxn modelId="{363F8C07-D048-43FC-84D9-67E98FA6AA0E}" srcId="{13D4950F-185F-4F22-B2F7-74EB6A2055F4}" destId="{130129BB-4CEC-444A-B4B1-796439A3A196}" srcOrd="2" destOrd="0" parTransId="{5A7DC20F-AD46-49DE-BBCB-3870464F529F}" sibTransId="{B83DA05F-41A2-4540-8C12-3B38A36D3C2A}"/>
    <dgm:cxn modelId="{6DB28CF8-EDA1-479D-B01D-A581A6E81AC5}" type="presOf" srcId="{130129BB-4CEC-444A-B4B1-796439A3A196}" destId="{2248128F-6771-4F55-9E53-997CB3A08680}" srcOrd="0" destOrd="0" presId="urn:microsoft.com/office/officeart/2005/8/layout/default#8"/>
    <dgm:cxn modelId="{21ADB7F0-4305-4E09-A14A-12D64EA4E9E8}" type="presOf" srcId="{13D4950F-185F-4F22-B2F7-74EB6A2055F4}" destId="{9B241359-9C8F-4B89-AF30-47751843A6DC}" srcOrd="0" destOrd="0" presId="urn:microsoft.com/office/officeart/2005/8/layout/default#8"/>
    <dgm:cxn modelId="{BF15FCAB-C93C-4051-90F1-825C42E2E6A3}" srcId="{13D4950F-185F-4F22-B2F7-74EB6A2055F4}" destId="{B1F16EA0-F7F6-46D0-AA83-585EAEC7202A}" srcOrd="1" destOrd="0" parTransId="{BFEEF707-101B-4A90-BB7C-29E0287F59E1}" sibTransId="{ADB0327F-3B97-43A2-9E69-C6AE87A922F8}"/>
    <dgm:cxn modelId="{1D50FCB0-5405-47D3-BC65-32AD0BBF2EEC}" type="presOf" srcId="{B1F16EA0-F7F6-46D0-AA83-585EAEC7202A}" destId="{C0C74CE4-6269-4DB4-A16C-83E11EB6D05E}" srcOrd="0" destOrd="0" presId="urn:microsoft.com/office/officeart/2005/8/layout/default#8"/>
    <dgm:cxn modelId="{B5E4952A-19F1-4828-9719-C40E3C239128}" srcId="{13D4950F-185F-4F22-B2F7-74EB6A2055F4}" destId="{1879D62E-F96F-46D4-B2CB-98FDB96235F1}" srcOrd="0" destOrd="0" parTransId="{0F3D87C1-2E37-4B56-BBB4-76669E80DFEF}" sibTransId="{E85E1664-FC9D-4EFD-B7DE-73649FC2F8BB}"/>
    <dgm:cxn modelId="{5020F0BD-CEF7-418F-84EB-AE7B4B761A75}" srcId="{13D4950F-185F-4F22-B2F7-74EB6A2055F4}" destId="{5520E84A-64C0-4080-9EA6-E2E081E178CB}" srcOrd="3" destOrd="0" parTransId="{D1B8A123-066A-4A76-973B-D5E06A54FF0B}" sibTransId="{8AA5D414-E99B-489E-B2DA-CA4D1E1375AA}"/>
    <dgm:cxn modelId="{6F530C60-D087-47C7-828A-300D48EE32F6}" type="presParOf" srcId="{9B241359-9C8F-4B89-AF30-47751843A6DC}" destId="{93E1AABB-7DF1-4EAD-8B75-9A9CE7A1B282}" srcOrd="0" destOrd="0" presId="urn:microsoft.com/office/officeart/2005/8/layout/default#8"/>
    <dgm:cxn modelId="{4A95A0A6-4617-4586-A25B-9FDF07EFA737}" type="presParOf" srcId="{9B241359-9C8F-4B89-AF30-47751843A6DC}" destId="{D92C4509-9495-4FF0-82B9-F9046750B04E}" srcOrd="1" destOrd="0" presId="urn:microsoft.com/office/officeart/2005/8/layout/default#8"/>
    <dgm:cxn modelId="{0BB85326-53C0-4348-9DBB-1E662113D6B1}" type="presParOf" srcId="{9B241359-9C8F-4B89-AF30-47751843A6DC}" destId="{C0C74CE4-6269-4DB4-A16C-83E11EB6D05E}" srcOrd="2" destOrd="0" presId="urn:microsoft.com/office/officeart/2005/8/layout/default#8"/>
    <dgm:cxn modelId="{5712BADC-A231-41FA-962E-4D43509769D2}" type="presParOf" srcId="{9B241359-9C8F-4B89-AF30-47751843A6DC}" destId="{2B1865C0-4AA6-4519-86CE-FA06F15C3C7B}" srcOrd="3" destOrd="0" presId="urn:microsoft.com/office/officeart/2005/8/layout/default#8"/>
    <dgm:cxn modelId="{5B57FBC9-8144-4697-9469-C08BB169EFE0}" type="presParOf" srcId="{9B241359-9C8F-4B89-AF30-47751843A6DC}" destId="{2248128F-6771-4F55-9E53-997CB3A08680}" srcOrd="4" destOrd="0" presId="urn:microsoft.com/office/officeart/2005/8/layout/default#8"/>
    <dgm:cxn modelId="{1B9AFFBC-CBC2-4DAD-96AA-64FC3ADE147E}" type="presParOf" srcId="{9B241359-9C8F-4B89-AF30-47751843A6DC}" destId="{1185308A-870F-4B0E-B137-FF2768EB3AA0}" srcOrd="5" destOrd="0" presId="urn:microsoft.com/office/officeart/2005/8/layout/default#8"/>
    <dgm:cxn modelId="{483C3D0E-5D62-4B43-8312-86CDF1EAEFB5}" type="presParOf" srcId="{9B241359-9C8F-4B89-AF30-47751843A6DC}" destId="{5194CE6E-3500-458F-802D-FCB152393EA8}" srcOrd="6" destOrd="0" presId="urn:microsoft.com/office/officeart/2005/8/layout/default#8"/>
    <dgm:cxn modelId="{D6B436C2-6FDD-4549-9CBA-2EDE842E69E7}" type="presParOf" srcId="{9B241359-9C8F-4B89-AF30-47751843A6DC}" destId="{2D43B951-A847-4F91-A867-62A1B66C3EF9}" srcOrd="7" destOrd="0" presId="urn:microsoft.com/office/officeart/2005/8/layout/default#8"/>
    <dgm:cxn modelId="{D031B9B3-187D-4DAD-833E-E4F42A209551}" type="presParOf" srcId="{9B241359-9C8F-4B89-AF30-47751843A6DC}" destId="{421B0D33-9320-4F06-BE59-C2F5C077ED91}" srcOrd="8" destOrd="0" presId="urn:microsoft.com/office/officeart/2005/8/layout/default#8"/>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F40876-665D-4380-85A7-3AD67CC8793C}">
      <dsp:nvSpPr>
        <dsp:cNvPr id="0" name=""/>
        <dsp:cNvSpPr/>
      </dsp:nvSpPr>
      <dsp:spPr>
        <a:xfrm>
          <a:off x="460905" y="1047"/>
          <a:ext cx="3479899" cy="2087939"/>
        </a:xfrm>
        <a:prstGeom prst="rect">
          <a:avLst/>
        </a:prstGeom>
        <a:gradFill rotWithShape="0">
          <a:gsLst>
            <a:gs pos="0">
              <a:schemeClr val="accent5">
                <a:alpha val="90000"/>
                <a:hueOff val="0"/>
                <a:satOff val="0"/>
                <a:lumOff val="0"/>
                <a:alphaOff val="0"/>
                <a:satMod val="103000"/>
                <a:lumMod val="102000"/>
                <a:tint val="94000"/>
              </a:schemeClr>
            </a:gs>
            <a:gs pos="50000">
              <a:schemeClr val="accent5">
                <a:alpha val="90000"/>
                <a:hueOff val="0"/>
                <a:satOff val="0"/>
                <a:lumOff val="0"/>
                <a:alphaOff val="0"/>
                <a:satMod val="110000"/>
                <a:lumMod val="100000"/>
                <a:shade val="100000"/>
              </a:schemeClr>
            </a:gs>
            <a:gs pos="100000">
              <a:schemeClr val="accent5">
                <a:alpha val="9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Cá nhân</a:t>
          </a:r>
        </a:p>
        <a:p>
          <a:pPr marL="0" lvl="0" indent="0" algn="just" defTabSz="889000">
            <a:lnSpc>
              <a:spcPct val="90000"/>
            </a:lnSpc>
            <a:spcBef>
              <a:spcPct val="0"/>
            </a:spcBef>
            <a:spcAft>
              <a:spcPct val="35000"/>
            </a:spcAft>
            <a:buNone/>
          </a:pPr>
          <a:r>
            <a:rPr lang="en-US" sz="2000" kern="1200">
              <a:solidFill>
                <a:schemeClr val="tx1"/>
              </a:solidFill>
            </a:rPr>
            <a:t>Khi tham gia vào quan hệ pháp luật dân sự phải có năng lực chủ thể.</a:t>
          </a:r>
        </a:p>
      </dsp:txBody>
      <dsp:txXfrm>
        <a:off x="460905" y="1047"/>
        <a:ext cx="3479899" cy="2087939"/>
      </dsp:txXfrm>
    </dsp:sp>
    <dsp:sp modelId="{6A99F855-D449-433E-B406-1AC199E550F7}">
      <dsp:nvSpPr>
        <dsp:cNvPr id="0" name=""/>
        <dsp:cNvSpPr/>
      </dsp:nvSpPr>
      <dsp:spPr>
        <a:xfrm>
          <a:off x="4288794" y="1047"/>
          <a:ext cx="3479899" cy="2087939"/>
        </a:xfrm>
        <a:prstGeom prst="rect">
          <a:avLst/>
        </a:prstGeom>
        <a:gradFill rotWithShape="0">
          <a:gsLst>
            <a:gs pos="0">
              <a:schemeClr val="accent5">
                <a:alpha val="90000"/>
                <a:hueOff val="0"/>
                <a:satOff val="0"/>
                <a:lumOff val="0"/>
                <a:alphaOff val="-13333"/>
                <a:satMod val="103000"/>
                <a:lumMod val="102000"/>
                <a:tint val="94000"/>
              </a:schemeClr>
            </a:gs>
            <a:gs pos="50000">
              <a:schemeClr val="accent5">
                <a:alpha val="90000"/>
                <a:hueOff val="0"/>
                <a:satOff val="0"/>
                <a:lumOff val="0"/>
                <a:alphaOff val="-13333"/>
                <a:satMod val="110000"/>
                <a:lumMod val="100000"/>
                <a:shade val="100000"/>
              </a:schemeClr>
            </a:gs>
            <a:gs pos="100000">
              <a:schemeClr val="accent5">
                <a:alpha val="90000"/>
                <a:hueOff val="0"/>
                <a:satOff val="0"/>
                <a:lumOff val="0"/>
                <a:alphaOff val="-13333"/>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Pháp nhân.</a:t>
          </a:r>
        </a:p>
        <a:p>
          <a:pPr marL="0" lvl="0" indent="0" algn="just" defTabSz="889000">
            <a:lnSpc>
              <a:spcPct val="90000"/>
            </a:lnSpc>
            <a:spcBef>
              <a:spcPct val="0"/>
            </a:spcBef>
            <a:spcAft>
              <a:spcPct val="35000"/>
            </a:spcAft>
            <a:buNone/>
          </a:pPr>
          <a:r>
            <a:rPr lang="en-US" sz="2000" kern="1200">
              <a:solidFill>
                <a:schemeClr val="tx1"/>
              </a:solidFill>
            </a:rPr>
            <a:t>Năng lực pháp luật, năng lực hành vi của pháp nhân xuất hiện đồng thời</a:t>
          </a:r>
          <a:r>
            <a:rPr lang="en-US" sz="2000" kern="1200"/>
            <a:t>.</a:t>
          </a:r>
        </a:p>
      </dsp:txBody>
      <dsp:txXfrm>
        <a:off x="4288794" y="1047"/>
        <a:ext cx="3479899" cy="2087939"/>
      </dsp:txXfrm>
    </dsp:sp>
    <dsp:sp modelId="{553F3A68-AF19-419F-AC7E-752FDBEFD786}">
      <dsp:nvSpPr>
        <dsp:cNvPr id="0" name=""/>
        <dsp:cNvSpPr/>
      </dsp:nvSpPr>
      <dsp:spPr>
        <a:xfrm>
          <a:off x="304797" y="2436976"/>
          <a:ext cx="3479899" cy="2087939"/>
        </a:xfrm>
        <a:prstGeom prst="rect">
          <a:avLst/>
        </a:prstGeom>
        <a:gradFill rotWithShape="0">
          <a:gsLst>
            <a:gs pos="0">
              <a:schemeClr val="accent5">
                <a:alpha val="90000"/>
                <a:hueOff val="0"/>
                <a:satOff val="0"/>
                <a:lumOff val="0"/>
                <a:alphaOff val="-26667"/>
                <a:satMod val="103000"/>
                <a:lumMod val="102000"/>
                <a:tint val="94000"/>
              </a:schemeClr>
            </a:gs>
            <a:gs pos="50000">
              <a:schemeClr val="accent5">
                <a:alpha val="90000"/>
                <a:hueOff val="0"/>
                <a:satOff val="0"/>
                <a:lumOff val="0"/>
                <a:alphaOff val="-26667"/>
                <a:satMod val="110000"/>
                <a:lumMod val="100000"/>
                <a:shade val="100000"/>
              </a:schemeClr>
            </a:gs>
            <a:gs pos="100000">
              <a:schemeClr val="accent5">
                <a:alpha val="90000"/>
                <a:hueOff val="0"/>
                <a:satOff val="0"/>
                <a:lumOff val="0"/>
                <a:alphaOff val="-26667"/>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Hộ gia đình.</a:t>
          </a:r>
        </a:p>
        <a:p>
          <a:pPr marL="0" lvl="0" indent="0" algn="ctr" defTabSz="889000">
            <a:lnSpc>
              <a:spcPct val="90000"/>
            </a:lnSpc>
            <a:spcBef>
              <a:spcPct val="0"/>
            </a:spcBef>
            <a:spcAft>
              <a:spcPct val="35000"/>
            </a:spcAft>
            <a:buNone/>
          </a:pPr>
          <a:r>
            <a:rPr lang="en-US" sz="2000" kern="1200">
              <a:solidFill>
                <a:schemeClr val="tx1"/>
              </a:solidFill>
            </a:rPr>
            <a:t>Tập hợp những thành viên có tài sản chung, cùng đóng góp công sức để hoạt động kinh tê chung trong SX nông, lâm, ngư </a:t>
          </a:r>
        </a:p>
      </dsp:txBody>
      <dsp:txXfrm>
        <a:off x="304797" y="2436976"/>
        <a:ext cx="3479899" cy="2087939"/>
      </dsp:txXfrm>
    </dsp:sp>
    <dsp:sp modelId="{F75C7737-1130-407A-8B75-AE7E1E66D1DB}">
      <dsp:nvSpPr>
        <dsp:cNvPr id="0" name=""/>
        <dsp:cNvSpPr/>
      </dsp:nvSpPr>
      <dsp:spPr>
        <a:xfrm>
          <a:off x="4132686" y="2436976"/>
          <a:ext cx="3792115" cy="2087939"/>
        </a:xfrm>
        <a:prstGeom prst="rect">
          <a:avLst/>
        </a:prstGeom>
        <a:gradFill rotWithShape="0">
          <a:gsLst>
            <a:gs pos="0">
              <a:schemeClr val="accent5">
                <a:alpha val="90000"/>
                <a:hueOff val="0"/>
                <a:satOff val="0"/>
                <a:lumOff val="0"/>
                <a:alphaOff val="-40000"/>
                <a:satMod val="103000"/>
                <a:lumMod val="102000"/>
                <a:tint val="94000"/>
              </a:schemeClr>
            </a:gs>
            <a:gs pos="50000">
              <a:schemeClr val="accent5">
                <a:alpha val="90000"/>
                <a:hueOff val="0"/>
                <a:satOff val="0"/>
                <a:lumOff val="0"/>
                <a:alphaOff val="-40000"/>
                <a:satMod val="110000"/>
                <a:lumMod val="100000"/>
                <a:shade val="100000"/>
              </a:schemeClr>
            </a:gs>
            <a:gs pos="100000">
              <a:schemeClr val="accent5">
                <a:alpha val="90000"/>
                <a:hueOff val="0"/>
                <a:satOff val="0"/>
                <a:lumOff val="0"/>
                <a:alphaOff val="-4000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Tổ hợp tác</a:t>
          </a:r>
        </a:p>
        <a:p>
          <a:pPr marL="0" lvl="0" indent="0" algn="ctr" defTabSz="889000">
            <a:lnSpc>
              <a:spcPct val="90000"/>
            </a:lnSpc>
            <a:spcBef>
              <a:spcPct val="0"/>
            </a:spcBef>
            <a:spcAft>
              <a:spcPct val="35000"/>
            </a:spcAft>
            <a:buNone/>
          </a:pPr>
          <a:r>
            <a:rPr lang="en-US" sz="2000" kern="1200">
              <a:solidFill>
                <a:schemeClr val="tx1"/>
              </a:solidFill>
            </a:rPr>
            <a:t>Từ 3 thành viên trở lên được hình thành trên cơ sở hợp đồng hợp tác có chứng thực của UBND xã, cùng đóng góp tài sản công sức để thực hiện những công việc nhất định</a:t>
          </a:r>
        </a:p>
      </dsp:txBody>
      <dsp:txXfrm>
        <a:off x="4132686" y="2436976"/>
        <a:ext cx="3792115" cy="20879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6005BB-72F0-4ADD-BECC-B7D9CA0B47A8}">
      <dsp:nvSpPr>
        <dsp:cNvPr id="0" name=""/>
        <dsp:cNvSpPr/>
      </dsp:nvSpPr>
      <dsp:spPr>
        <a:xfrm>
          <a:off x="3" y="1676403"/>
          <a:ext cx="2161877" cy="129712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Quyền sở hữu </a:t>
          </a:r>
        </a:p>
      </dsp:txBody>
      <dsp:txXfrm>
        <a:off x="37995" y="1714395"/>
        <a:ext cx="2085893" cy="1221142"/>
      </dsp:txXfrm>
    </dsp:sp>
    <dsp:sp modelId="{B719D47E-6243-44D6-A52A-CE4BB9ACB3A8}">
      <dsp:nvSpPr>
        <dsp:cNvPr id="0" name=""/>
        <dsp:cNvSpPr/>
      </dsp:nvSpPr>
      <dsp:spPr>
        <a:xfrm>
          <a:off x="2364360" y="2056893"/>
          <a:ext cx="429256" cy="536145"/>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364360" y="2164122"/>
        <a:ext cx="300479" cy="321687"/>
      </dsp:txXfrm>
    </dsp:sp>
    <dsp:sp modelId="{E70ADF5E-6FD8-4D9A-A188-5AC681FD058C}">
      <dsp:nvSpPr>
        <dsp:cNvPr id="0" name=""/>
        <dsp:cNvSpPr/>
      </dsp:nvSpPr>
      <dsp:spPr>
        <a:xfrm>
          <a:off x="2971798" y="1676403"/>
          <a:ext cx="2161877" cy="1297126"/>
        </a:xfrm>
        <a:prstGeom prst="roundRect">
          <a:avLst>
            <a:gd name="adj" fmla="val 10000"/>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Quyền giao kết hợp đồng</a:t>
          </a:r>
        </a:p>
      </dsp:txBody>
      <dsp:txXfrm>
        <a:off x="3009790" y="1714395"/>
        <a:ext cx="2085893" cy="1221142"/>
      </dsp:txXfrm>
    </dsp:sp>
    <dsp:sp modelId="{3BF91680-686D-47A1-BB6B-B37284103BC1}">
      <dsp:nvSpPr>
        <dsp:cNvPr id="0" name=""/>
        <dsp:cNvSpPr/>
      </dsp:nvSpPr>
      <dsp:spPr>
        <a:xfrm>
          <a:off x="5336156" y="2056893"/>
          <a:ext cx="429260" cy="536145"/>
        </a:xfrm>
        <a:prstGeom prst="rightArrow">
          <a:avLst>
            <a:gd name="adj1" fmla="val 60000"/>
            <a:gd name="adj2" fmla="val 5000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36156" y="2164122"/>
        <a:ext cx="300482" cy="321687"/>
      </dsp:txXfrm>
    </dsp:sp>
    <dsp:sp modelId="{68AACC8A-14F9-4494-A65C-C66143128970}">
      <dsp:nvSpPr>
        <dsp:cNvPr id="0" name=""/>
        <dsp:cNvSpPr/>
      </dsp:nvSpPr>
      <dsp:spPr>
        <a:xfrm>
          <a:off x="5943601" y="1676403"/>
          <a:ext cx="2161877" cy="1297126"/>
        </a:xfrm>
        <a:prstGeom prst="roundRect">
          <a:avLst>
            <a:gd name="adj" fmla="val 10000"/>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Quyền thừa kế</a:t>
          </a:r>
        </a:p>
      </dsp:txBody>
      <dsp:txXfrm>
        <a:off x="5981593" y="1714395"/>
        <a:ext cx="2085893" cy="12211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087005-D6D1-4855-AD70-499BEC2EC47B}">
      <dsp:nvSpPr>
        <dsp:cNvPr id="0" name=""/>
        <dsp:cNvSpPr/>
      </dsp:nvSpPr>
      <dsp:spPr>
        <a:xfrm>
          <a:off x="2973709" y="2003822"/>
          <a:ext cx="2449115" cy="2449115"/>
        </a:xfrm>
        <a:prstGeom prst="gear9">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Quyền định đoạt</a:t>
          </a:r>
        </a:p>
      </dsp:txBody>
      <dsp:txXfrm>
        <a:off x="3466090" y="2577515"/>
        <a:ext cx="1464353" cy="1258896"/>
      </dsp:txXfrm>
    </dsp:sp>
    <dsp:sp modelId="{BFF6D8C5-460A-4C02-A6B8-03DA9919ABDE}">
      <dsp:nvSpPr>
        <dsp:cNvPr id="0" name=""/>
        <dsp:cNvSpPr/>
      </dsp:nvSpPr>
      <dsp:spPr>
        <a:xfrm>
          <a:off x="1719426" y="1424940"/>
          <a:ext cx="1781175" cy="1781175"/>
        </a:xfrm>
        <a:prstGeom prst="gear6">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a:t>Quyền sử dụng</a:t>
          </a:r>
        </a:p>
      </dsp:txBody>
      <dsp:txXfrm>
        <a:off x="2167842" y="1876066"/>
        <a:ext cx="884343" cy="878923"/>
      </dsp:txXfrm>
    </dsp:sp>
    <dsp:sp modelId="{38B2C30D-5053-4EF8-BBF6-7CE3ADF70EB0}">
      <dsp:nvSpPr>
        <dsp:cNvPr id="0" name=""/>
        <dsp:cNvSpPr/>
      </dsp:nvSpPr>
      <dsp:spPr>
        <a:xfrm rot="20700000">
          <a:off x="2740210" y="196111"/>
          <a:ext cx="1745188" cy="1745188"/>
        </a:xfrm>
        <a:prstGeom prst="gear6">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err="1"/>
            <a:t>Quyền</a:t>
          </a:r>
          <a:r>
            <a:rPr lang="en-US" sz="2200" kern="1200" dirty="0"/>
            <a:t> </a:t>
          </a:r>
          <a:r>
            <a:rPr lang="en-US" sz="2200" kern="1200" dirty="0" err="1"/>
            <a:t>chiếm</a:t>
          </a:r>
          <a:r>
            <a:rPr lang="en-US" sz="2200" kern="1200" dirty="0"/>
            <a:t> </a:t>
          </a:r>
          <a:r>
            <a:rPr lang="en-US" sz="2200" kern="1200" dirty="0" err="1"/>
            <a:t>hữu</a:t>
          </a:r>
          <a:endParaRPr lang="en-US" sz="2200" kern="1200" dirty="0"/>
        </a:p>
      </dsp:txBody>
      <dsp:txXfrm rot="-20700000">
        <a:off x="3122981" y="578881"/>
        <a:ext cx="979646" cy="979646"/>
      </dsp:txXfrm>
    </dsp:sp>
    <dsp:sp modelId="{77DE05F2-6048-4A08-BBC0-5E75DFB67B36}">
      <dsp:nvSpPr>
        <dsp:cNvPr id="0" name=""/>
        <dsp:cNvSpPr/>
      </dsp:nvSpPr>
      <dsp:spPr>
        <a:xfrm>
          <a:off x="2468379" y="1632635"/>
          <a:ext cx="3134868" cy="3134868"/>
        </a:xfrm>
        <a:prstGeom prst="circularArrow">
          <a:avLst>
            <a:gd name="adj1" fmla="val 4687"/>
            <a:gd name="adj2" fmla="val 299029"/>
            <a:gd name="adj3" fmla="val 2522041"/>
            <a:gd name="adj4" fmla="val 15848677"/>
            <a:gd name="adj5" fmla="val 5469"/>
          </a:avLst>
        </a:prstGeom>
        <a:solidFill>
          <a:schemeClr val="accent2">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91DCD381-15A2-4E07-8AC3-2DB52A1C05A1}">
      <dsp:nvSpPr>
        <dsp:cNvPr id="0" name=""/>
        <dsp:cNvSpPr/>
      </dsp:nvSpPr>
      <dsp:spPr>
        <a:xfrm>
          <a:off x="1419509" y="1029723"/>
          <a:ext cx="2277677" cy="2277677"/>
        </a:xfrm>
        <a:prstGeom prst="leftCircularArrow">
          <a:avLst>
            <a:gd name="adj1" fmla="val 6452"/>
            <a:gd name="adj2" fmla="val 429999"/>
            <a:gd name="adj3" fmla="val 10489124"/>
            <a:gd name="adj4" fmla="val 14837806"/>
            <a:gd name="adj5" fmla="val 7527"/>
          </a:avLst>
        </a:prstGeom>
        <a:solidFill>
          <a:schemeClr val="accent2">
            <a:hueOff val="-727682"/>
            <a:satOff val="-41964"/>
            <a:lumOff val="4314"/>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6152B839-EA8E-47C9-9AB3-3727D11924D0}">
      <dsp:nvSpPr>
        <dsp:cNvPr id="0" name=""/>
        <dsp:cNvSpPr/>
      </dsp:nvSpPr>
      <dsp:spPr>
        <a:xfrm>
          <a:off x="2337439" y="-187260"/>
          <a:ext cx="2455795" cy="2455795"/>
        </a:xfrm>
        <a:prstGeom prst="circularArrow">
          <a:avLst>
            <a:gd name="adj1" fmla="val 5984"/>
            <a:gd name="adj2" fmla="val 394124"/>
            <a:gd name="adj3" fmla="val 13313824"/>
            <a:gd name="adj4" fmla="val 10508221"/>
            <a:gd name="adj5" fmla="val 6981"/>
          </a:avLst>
        </a:prstGeom>
        <a:solidFill>
          <a:schemeClr val="accent2">
            <a:hueOff val="-1455363"/>
            <a:satOff val="-83928"/>
            <a:lumOff val="8628"/>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5867B5-3752-40E3-8BB3-AB4559C58B09}">
      <dsp:nvSpPr>
        <dsp:cNvPr id="0" name=""/>
        <dsp:cNvSpPr/>
      </dsp:nvSpPr>
      <dsp:spPr>
        <a:xfrm>
          <a:off x="1004" y="609600"/>
          <a:ext cx="3917900" cy="330676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just" defTabSz="1377950">
            <a:lnSpc>
              <a:spcPct val="90000"/>
            </a:lnSpc>
            <a:spcBef>
              <a:spcPct val="0"/>
            </a:spcBef>
            <a:spcAft>
              <a:spcPct val="35000"/>
            </a:spcAft>
            <a:buNone/>
          </a:pPr>
          <a:r>
            <a:rPr lang="vi-VN" sz="3100" b="0" i="0" kern="1200" dirty="0"/>
            <a:t>Chiếm hữu là việc chủ thể nắm giữ, </a:t>
          </a:r>
          <a:r>
            <a:rPr lang="en-US" sz="3100" b="0" i="0" kern="1200" dirty="0" err="1"/>
            <a:t>quản</a:t>
          </a:r>
          <a:r>
            <a:rPr lang="en-US" sz="3100" b="0" i="0" kern="1200" dirty="0"/>
            <a:t> </a:t>
          </a:r>
          <a:r>
            <a:rPr lang="en-US" sz="3100" b="0" i="0" kern="1200" dirty="0" err="1"/>
            <a:t>lý</a:t>
          </a:r>
          <a:r>
            <a:rPr lang="en-US" sz="3100" b="0" i="0" kern="1200" dirty="0"/>
            <a:t>, chi </a:t>
          </a:r>
          <a:r>
            <a:rPr lang="en-US" sz="3100" b="0" i="0" kern="1200" dirty="0" err="1"/>
            <a:t>phối</a:t>
          </a:r>
          <a:r>
            <a:rPr lang="vi-VN" sz="3100" b="0" i="0" kern="1200" dirty="0"/>
            <a:t> tài sản một cách trực tiếp hoặc gián tiếp như chủ thể có quyền đối với tài sản</a:t>
          </a:r>
          <a:endParaRPr lang="en-US" sz="3100" kern="1200" dirty="0"/>
        </a:p>
      </dsp:txBody>
      <dsp:txXfrm>
        <a:off x="1004" y="609600"/>
        <a:ext cx="3917900" cy="3306762"/>
      </dsp:txXfrm>
    </dsp:sp>
    <dsp:sp modelId="{1BD07FDD-A3ED-45F0-B520-154444135365}">
      <dsp:nvSpPr>
        <dsp:cNvPr id="0" name=""/>
        <dsp:cNvSpPr/>
      </dsp:nvSpPr>
      <dsp:spPr>
        <a:xfrm>
          <a:off x="4310695" y="685799"/>
          <a:ext cx="3917900" cy="31543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just" defTabSz="1377950">
            <a:lnSpc>
              <a:spcPct val="90000"/>
            </a:lnSpc>
            <a:spcBef>
              <a:spcPct val="0"/>
            </a:spcBef>
            <a:spcAft>
              <a:spcPct val="35000"/>
            </a:spcAft>
            <a:buNone/>
          </a:pPr>
          <a:r>
            <a:rPr lang="vi-VN" sz="3100" b="0" i="0" kern="1200" dirty="0"/>
            <a:t>Chiếm hữu bao gồm chiếm hữu của chủ sở hữu và chiếm hữu của người không phải là chủ sở hữu</a:t>
          </a:r>
          <a:r>
            <a:rPr lang="en-US" sz="3100" b="0" i="0" kern="1200" dirty="0"/>
            <a:t> </a:t>
          </a:r>
          <a:r>
            <a:rPr lang="en-US" sz="3100" b="0" i="0" kern="1200" dirty="0" err="1"/>
            <a:t>như</a:t>
          </a:r>
          <a:r>
            <a:rPr lang="en-US" sz="3100" b="0" i="0" kern="1200" dirty="0"/>
            <a:t> </a:t>
          </a:r>
          <a:r>
            <a:rPr lang="en-US" sz="3100" b="0" i="0" kern="1200" dirty="0" err="1"/>
            <a:t>người</a:t>
          </a:r>
          <a:r>
            <a:rPr lang="en-US" sz="3100" b="0" i="0" kern="1200" dirty="0"/>
            <a:t> </a:t>
          </a:r>
          <a:r>
            <a:rPr lang="en-US" sz="3100" b="0" i="0" kern="1200" dirty="0" err="1"/>
            <a:t>thuê</a:t>
          </a:r>
          <a:r>
            <a:rPr lang="en-US" sz="3100" b="0" i="0" kern="1200" dirty="0"/>
            <a:t>, </a:t>
          </a:r>
          <a:r>
            <a:rPr lang="en-US" sz="3100" b="0" i="0" kern="1200" dirty="0" err="1"/>
            <a:t>người</a:t>
          </a:r>
          <a:r>
            <a:rPr lang="en-US" sz="3100" b="0" i="0" kern="1200" dirty="0"/>
            <a:t> </a:t>
          </a:r>
          <a:r>
            <a:rPr lang="en-US" sz="3100" b="0" i="0" kern="1200" dirty="0" err="1"/>
            <a:t>mượn</a:t>
          </a:r>
          <a:r>
            <a:rPr lang="en-US" sz="3100" b="0" i="0" kern="1200" dirty="0"/>
            <a:t> </a:t>
          </a:r>
          <a:r>
            <a:rPr lang="en-US" sz="3100" b="0" i="0" kern="1200" dirty="0" err="1"/>
            <a:t>tài</a:t>
          </a:r>
          <a:r>
            <a:rPr lang="en-US" sz="3100" b="0" i="0" kern="1200" dirty="0"/>
            <a:t> </a:t>
          </a:r>
          <a:r>
            <a:rPr lang="en-US" sz="3100" b="0" i="0" kern="1200" dirty="0" err="1"/>
            <a:t>sản</a:t>
          </a:r>
          <a:r>
            <a:rPr lang="en-US" sz="3100" b="0" i="0" kern="1200" dirty="0"/>
            <a:t>…</a:t>
          </a:r>
          <a:endParaRPr lang="en-US" sz="3100" kern="1200" dirty="0"/>
        </a:p>
      </dsp:txBody>
      <dsp:txXfrm>
        <a:off x="4310695" y="685799"/>
        <a:ext cx="3917900" cy="31543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AABB-7DF1-4EAD-8B75-9A9CE7A1B282}">
      <dsp:nvSpPr>
        <dsp:cNvPr id="0" name=""/>
        <dsp:cNvSpPr/>
      </dsp:nvSpPr>
      <dsp:spPr>
        <a:xfrm>
          <a:off x="81488" y="389273"/>
          <a:ext cx="2619374" cy="1571624"/>
        </a:xfrm>
        <a:prstGeom prst="rect">
          <a:avLst/>
        </a:prstGeom>
        <a:solidFill>
          <a:schemeClr val="accent2">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Người lập di chúc</a:t>
          </a:r>
        </a:p>
      </dsp:txBody>
      <dsp:txXfrm>
        <a:off x="81488" y="389273"/>
        <a:ext cx="2619374" cy="1571624"/>
      </dsp:txXfrm>
    </dsp:sp>
    <dsp:sp modelId="{C0C74CE4-6269-4DB4-A16C-83E11EB6D05E}">
      <dsp:nvSpPr>
        <dsp:cNvPr id="0" name=""/>
        <dsp:cNvSpPr/>
      </dsp:nvSpPr>
      <dsp:spPr>
        <a:xfrm>
          <a:off x="2881312" y="370681"/>
          <a:ext cx="2619374" cy="1571624"/>
        </a:xfrm>
        <a:prstGeom prst="rect">
          <a:avLst/>
        </a:prstGeom>
        <a:solidFill>
          <a:schemeClr val="accent2">
            <a:hueOff val="-363841"/>
            <a:satOff val="-20982"/>
            <a:lumOff val="2157"/>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Hình thức của di chúc</a:t>
          </a:r>
        </a:p>
      </dsp:txBody>
      <dsp:txXfrm>
        <a:off x="2881312" y="370681"/>
        <a:ext cx="2619374" cy="1571624"/>
      </dsp:txXfrm>
    </dsp:sp>
    <dsp:sp modelId="{2248128F-6771-4F55-9E53-997CB3A08680}">
      <dsp:nvSpPr>
        <dsp:cNvPr id="0" name=""/>
        <dsp:cNvSpPr/>
      </dsp:nvSpPr>
      <dsp:spPr>
        <a:xfrm>
          <a:off x="5762625" y="370681"/>
          <a:ext cx="2619374" cy="1571624"/>
        </a:xfrm>
        <a:prstGeom prst="rect">
          <a:avLst/>
        </a:prstGeom>
        <a:solidFill>
          <a:schemeClr val="accent2">
            <a:hueOff val="-727682"/>
            <a:satOff val="-41964"/>
            <a:lumOff val="4314"/>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Điều kiện di chúc hợp pháp</a:t>
          </a:r>
        </a:p>
      </dsp:txBody>
      <dsp:txXfrm>
        <a:off x="5762625" y="370681"/>
        <a:ext cx="2619374" cy="1571624"/>
      </dsp:txXfrm>
    </dsp:sp>
    <dsp:sp modelId="{5194CE6E-3500-458F-802D-FCB152393EA8}">
      <dsp:nvSpPr>
        <dsp:cNvPr id="0" name=""/>
        <dsp:cNvSpPr/>
      </dsp:nvSpPr>
      <dsp:spPr>
        <a:xfrm>
          <a:off x="1440656" y="2204243"/>
          <a:ext cx="2619374" cy="1571624"/>
        </a:xfrm>
        <a:prstGeom prst="rect">
          <a:avLst/>
        </a:prstGeom>
        <a:solidFill>
          <a:schemeClr val="accent2">
            <a:hueOff val="-1091522"/>
            <a:satOff val="-62946"/>
            <a:lumOff val="6471"/>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Nội dung của di chúc</a:t>
          </a:r>
        </a:p>
      </dsp:txBody>
      <dsp:txXfrm>
        <a:off x="1440656" y="2204243"/>
        <a:ext cx="2619374" cy="1571624"/>
      </dsp:txXfrm>
    </dsp:sp>
    <dsp:sp modelId="{421B0D33-9320-4F06-BE59-C2F5C077ED91}">
      <dsp:nvSpPr>
        <dsp:cNvPr id="0" name=""/>
        <dsp:cNvSpPr/>
      </dsp:nvSpPr>
      <dsp:spPr>
        <a:xfrm>
          <a:off x="4321968" y="2204243"/>
          <a:ext cx="2619374" cy="1571624"/>
        </a:xfrm>
        <a:prstGeom prst="rect">
          <a:avLst/>
        </a:prstGeom>
        <a:solidFill>
          <a:schemeClr val="accent2">
            <a:hueOff val="-1455363"/>
            <a:satOff val="-83928"/>
            <a:lumOff val="8628"/>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Người thừa kế không phụ thuộc vào di chúc</a:t>
          </a:r>
        </a:p>
      </dsp:txBody>
      <dsp:txXfrm>
        <a:off x="4321968" y="2204243"/>
        <a:ext cx="2619374" cy="1571624"/>
      </dsp:txXfrm>
    </dsp:sp>
  </dsp:spTree>
</dsp:drawing>
</file>

<file path=ppt/diagrams/layout1.xml><?xml version="1.0" encoding="utf-8"?>
<dgm:layoutDef xmlns:dgm="http://schemas.openxmlformats.org/drawingml/2006/diagram" xmlns:a="http://schemas.openxmlformats.org/drawingml/2006/main" uniqueId="urn:microsoft.com/office/officeart/2005/8/layout/default#6">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7">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8">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4">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5">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4C4368-6D2B-4AEC-8FAE-C0A42FBA3D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8194F2E0-9841-4A11-A26D-5336E25E70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C157CEB4-AD28-4064-AF23-8B928CC538BD}"/>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5" name="Footer Placeholder 4">
            <a:extLst>
              <a:ext uri="{FF2B5EF4-FFF2-40B4-BE49-F238E27FC236}">
                <a16:creationId xmlns="" xmlns:a16="http://schemas.microsoft.com/office/drawing/2014/main" id="{4C7FD834-5E46-408C-BA0D-A1A7FD70B8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02D0CD1-676B-4864-A411-68D6682C5965}"/>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1476646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417436-D570-454D-9140-D9823D84D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010800D7-5891-42CB-AAB1-C199E58814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DCB28143-1F9D-4B89-9436-5A6D976ADE2D}"/>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5" name="Footer Placeholder 4">
            <a:extLst>
              <a:ext uri="{FF2B5EF4-FFF2-40B4-BE49-F238E27FC236}">
                <a16:creationId xmlns="" xmlns:a16="http://schemas.microsoft.com/office/drawing/2014/main" id="{EDD81D65-7DE3-4590-B6A8-76BFA2771E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A993FE4-EF10-4788-A2BB-A1E1BEA62749}"/>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256938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8D72E6-4016-4214-B37E-2F91F3E3DB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7F409A80-5A03-48B1-BA6A-97A0B5CE1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89879EC-B6FC-4C43-BFC3-B4352FF0BF5F}"/>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5" name="Footer Placeholder 4">
            <a:extLst>
              <a:ext uri="{FF2B5EF4-FFF2-40B4-BE49-F238E27FC236}">
                <a16:creationId xmlns="" xmlns:a16="http://schemas.microsoft.com/office/drawing/2014/main" id="{DB70C24A-5312-4BB5-ADB3-AF4B0161A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D76D458-CF71-4AB5-8722-C92EB3EC0CD7}"/>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2241801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F5BF23-A5EB-4C83-B26C-B3564BFAC5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980AF02-8A3F-4DD5-A247-7ADF8D8D21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3529EB1A-AB28-48D9-A75B-074158E44A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FE025C8A-C67E-4B6D-B536-892C00BC0490}"/>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6" name="Footer Placeholder 5">
            <a:extLst>
              <a:ext uri="{FF2B5EF4-FFF2-40B4-BE49-F238E27FC236}">
                <a16:creationId xmlns="" xmlns:a16="http://schemas.microsoft.com/office/drawing/2014/main" id="{BA310553-AB9D-4E9D-824C-71BE395E8D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7723D72-0871-49C4-A658-F3B51A5DCA1D}"/>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34626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FAFA00-FB47-4FFA-8C9B-A3A64E369F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385BC86A-34D6-4639-8BBE-40D23ECB08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21F18C86-B916-443E-9CC1-66ADE84285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8081C383-44B3-40DB-9D33-E0A6DF1C05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57C01294-646F-4767-9519-68BEC68F46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251A4AAA-7504-476D-A240-87D43ED0EDD4}"/>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8" name="Footer Placeholder 7">
            <a:extLst>
              <a:ext uri="{FF2B5EF4-FFF2-40B4-BE49-F238E27FC236}">
                <a16:creationId xmlns="" xmlns:a16="http://schemas.microsoft.com/office/drawing/2014/main" id="{360F8186-2C49-4107-B3A7-C2B5DB7CAC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5B4BAD88-2411-4A67-99F2-DC6AB85EA08D}"/>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3931899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17D167-7709-47EE-B4F1-81BAF0962B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35D2D76F-86EB-4ADE-B55E-2AB89AFC35AD}"/>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4" name="Footer Placeholder 3">
            <a:extLst>
              <a:ext uri="{FF2B5EF4-FFF2-40B4-BE49-F238E27FC236}">
                <a16:creationId xmlns="" xmlns:a16="http://schemas.microsoft.com/office/drawing/2014/main" id="{690522EE-4C00-4868-AC11-A1D86B3900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A134DAE5-B4BB-4707-883B-05B298391335}"/>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4017500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1C6A5ED-00E0-47FE-AEEA-564B11959931}"/>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3" name="Footer Placeholder 2">
            <a:extLst>
              <a:ext uri="{FF2B5EF4-FFF2-40B4-BE49-F238E27FC236}">
                <a16:creationId xmlns="" xmlns:a16="http://schemas.microsoft.com/office/drawing/2014/main" id="{6341BE74-32E6-4899-9621-FE79701A8E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5BE0A033-34FF-471B-91D8-6D9BAE51F01C}"/>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2800483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DE8F35-2D7A-47A1-B96F-404E0D353A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DF3426FE-ACF7-45F0-9A8C-4EDF48D9F6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3AD13EC5-24BD-4037-AB7C-9B73DAF0ED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235C9F2-616B-4696-B0EF-9DF4F5ACFFE6}"/>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6" name="Footer Placeholder 5">
            <a:extLst>
              <a:ext uri="{FF2B5EF4-FFF2-40B4-BE49-F238E27FC236}">
                <a16:creationId xmlns="" xmlns:a16="http://schemas.microsoft.com/office/drawing/2014/main" id="{2AD333F1-23DE-4AF7-AEDC-5166E65B9B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62EAE74-DBD4-4C4F-BAA8-0AFC64C149E7}"/>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325786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D333A3-4276-41C0-AD0E-A27EE31BBA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957C8690-D5F9-4A46-970A-7968DD42D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0DD359A5-8FE5-48A5-8483-514A0AE296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ECD04A0-A4AF-40FF-95BE-579C797DB24B}"/>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6" name="Footer Placeholder 5">
            <a:extLst>
              <a:ext uri="{FF2B5EF4-FFF2-40B4-BE49-F238E27FC236}">
                <a16:creationId xmlns="" xmlns:a16="http://schemas.microsoft.com/office/drawing/2014/main" id="{0CA9FC32-6C48-47A6-BF20-EBBE4A8B28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CA4503DB-EB9A-44AA-9B6D-7888203FAA44}"/>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3428561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0504FB-5F13-4CCC-8AB1-F360FA4A9E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F530CA27-AD02-4659-9CD6-64F575E627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314208AE-8A89-43D8-8CD9-FE64A0EB2809}"/>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5" name="Footer Placeholder 4">
            <a:extLst>
              <a:ext uri="{FF2B5EF4-FFF2-40B4-BE49-F238E27FC236}">
                <a16:creationId xmlns="" xmlns:a16="http://schemas.microsoft.com/office/drawing/2014/main" id="{558F71A3-F002-4833-AB5F-A3C033A97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45E0319-AA91-4905-8323-4080E10E363B}"/>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2163844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FBC3BAD1-61F3-4099-8014-F88FD10861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29C895D0-37B1-4BC4-A5AA-3DB06E421F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C98CB06-8A60-4ACB-85F3-FB66938F0C80}"/>
              </a:ext>
            </a:extLst>
          </p:cNvPr>
          <p:cNvSpPr>
            <a:spLocks noGrp="1"/>
          </p:cNvSpPr>
          <p:nvPr>
            <p:ph type="dt" sz="half" idx="10"/>
          </p:nvPr>
        </p:nvSpPr>
        <p:spPr/>
        <p:txBody>
          <a:bodyPr/>
          <a:lstStyle/>
          <a:p>
            <a:fld id="{A8919CC5-DA17-4D14-AB11-6B9983FFDF1D}" type="datetimeFigureOut">
              <a:rPr lang="en-US" smtClean="0"/>
              <a:pPr/>
              <a:t>2/9/2022</a:t>
            </a:fld>
            <a:endParaRPr lang="en-US"/>
          </a:p>
        </p:txBody>
      </p:sp>
      <p:sp>
        <p:nvSpPr>
          <p:cNvPr id="5" name="Footer Placeholder 4">
            <a:extLst>
              <a:ext uri="{FF2B5EF4-FFF2-40B4-BE49-F238E27FC236}">
                <a16:creationId xmlns="" xmlns:a16="http://schemas.microsoft.com/office/drawing/2014/main" id="{23BB45E2-9B4E-4365-AA12-02DAD1DEF1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27B7FFB-6A2D-4347-940A-04BBA381E56C}"/>
              </a:ext>
            </a:extLst>
          </p:cNvPr>
          <p:cNvSpPr>
            <a:spLocks noGrp="1"/>
          </p:cNvSpPr>
          <p:nvPr>
            <p:ph type="sldNum" sz="quarter" idx="12"/>
          </p:nvPr>
        </p:nvSpPr>
        <p:spPr/>
        <p:txBody>
          <a:body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97548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F5F33CE5-BB6C-4408-AEFC-44441F1301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BC7640A1-C4DA-44C6-B315-7184215A3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AC0E6C4-2489-438A-A25F-26E264FD35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919CC5-DA17-4D14-AB11-6B9983FFDF1D}" type="datetimeFigureOut">
              <a:rPr lang="en-US" smtClean="0"/>
              <a:pPr/>
              <a:t>2/9/2022</a:t>
            </a:fld>
            <a:endParaRPr lang="en-US"/>
          </a:p>
        </p:txBody>
      </p:sp>
      <p:sp>
        <p:nvSpPr>
          <p:cNvPr id="5" name="Footer Placeholder 4">
            <a:extLst>
              <a:ext uri="{FF2B5EF4-FFF2-40B4-BE49-F238E27FC236}">
                <a16:creationId xmlns="" xmlns:a16="http://schemas.microsoft.com/office/drawing/2014/main" id="{4A0D3E3D-E9D8-424F-8519-B662590731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74A898C3-37FB-4D18-BD2F-31D3AF6EA6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C1CE23-AA04-4197-AAA7-4B7D0F0C97A6}" type="slidenum">
              <a:rPr lang="en-US" smtClean="0"/>
              <a:pPr/>
              <a:t>‹#›</a:t>
            </a:fld>
            <a:endParaRPr lang="en-US"/>
          </a:p>
        </p:txBody>
      </p:sp>
    </p:spTree>
    <p:extLst>
      <p:ext uri="{BB962C8B-B14F-4D97-AF65-F5344CB8AC3E}">
        <p14:creationId xmlns="" xmlns:p14="http://schemas.microsoft.com/office/powerpoint/2010/main" val="3707970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DC3AD6-F7F0-4282-9B3F-8CA28F8BF897}"/>
              </a:ext>
            </a:extLst>
          </p:cNvPr>
          <p:cNvSpPr>
            <a:spLocks noGrp="1"/>
          </p:cNvSpPr>
          <p:nvPr>
            <p:ph type="ctrTitle"/>
          </p:nvPr>
        </p:nvSpPr>
        <p:spPr>
          <a:xfrm>
            <a:off x="1523999" y="684213"/>
            <a:ext cx="9144000" cy="2387600"/>
          </a:xfrm>
        </p:spPr>
        <p:txBody>
          <a:bodyPr/>
          <a:lstStyle/>
          <a:p>
            <a:r>
              <a:rPr lang="en-US" dirty="0" err="1"/>
              <a:t>Chương</a:t>
            </a:r>
            <a:r>
              <a:rPr lang="en-US" dirty="0"/>
              <a:t> 6. </a:t>
            </a:r>
            <a:r>
              <a:rPr lang="en-US" dirty="0" err="1"/>
              <a:t>ngành</a:t>
            </a:r>
            <a:r>
              <a:rPr lang="en-US" dirty="0"/>
              <a:t> </a:t>
            </a:r>
            <a:r>
              <a:rPr lang="en-US" dirty="0" err="1"/>
              <a:t>luật</a:t>
            </a:r>
            <a:r>
              <a:rPr lang="en-US" dirty="0"/>
              <a:t> </a:t>
            </a:r>
            <a:r>
              <a:rPr lang="en-US" dirty="0" err="1"/>
              <a:t>dân</a:t>
            </a:r>
            <a:r>
              <a:rPr lang="en-US" dirty="0"/>
              <a:t> </a:t>
            </a:r>
            <a:r>
              <a:rPr lang="en-US" dirty="0" err="1"/>
              <a:t>sự</a:t>
            </a:r>
            <a:r>
              <a:rPr lang="en-US" dirty="0"/>
              <a:t> (chi </a:t>
            </a:r>
            <a:r>
              <a:rPr lang="en-US" dirty="0" err="1"/>
              <a:t>tiết</a:t>
            </a:r>
            <a:r>
              <a:rPr lang="en-US" dirty="0"/>
              <a:t>).</a:t>
            </a:r>
          </a:p>
        </p:txBody>
      </p:sp>
      <p:sp>
        <p:nvSpPr>
          <p:cNvPr id="3" name="Subtitle 2">
            <a:extLst>
              <a:ext uri="{FF2B5EF4-FFF2-40B4-BE49-F238E27FC236}">
                <a16:creationId xmlns="" xmlns:a16="http://schemas.microsoft.com/office/drawing/2014/main" id="{2DC00488-5166-4448-A2E9-2CECA121BA10}"/>
              </a:ext>
            </a:extLst>
          </p:cNvPr>
          <p:cNvSpPr>
            <a:spLocks noGrp="1"/>
          </p:cNvSpPr>
          <p:nvPr>
            <p:ph type="subTitle" idx="1"/>
          </p:nvPr>
        </p:nvSpPr>
        <p:spPr>
          <a:xfrm>
            <a:off x="1523999" y="3602038"/>
            <a:ext cx="9439275" cy="1770062"/>
          </a:xfrm>
        </p:spPr>
        <p:txBody>
          <a:bodyPr>
            <a:noAutofit/>
          </a:bodyPr>
          <a:lstStyle/>
          <a:p>
            <a:pPr marL="457200" indent="-457200">
              <a:buAutoNum type="arabicPeriod"/>
            </a:pPr>
            <a:r>
              <a:rPr lang="en-US" sz="3600" dirty="0" err="1"/>
              <a:t>Quyền</a:t>
            </a:r>
            <a:r>
              <a:rPr lang="en-US" sz="3600" dirty="0"/>
              <a:t> </a:t>
            </a:r>
            <a:r>
              <a:rPr lang="en-US" sz="3600" dirty="0" err="1"/>
              <a:t>sở</a:t>
            </a:r>
            <a:r>
              <a:rPr lang="en-US" sz="3600" dirty="0"/>
              <a:t> </a:t>
            </a:r>
            <a:r>
              <a:rPr lang="en-US" sz="3600" dirty="0" err="1"/>
              <a:t>hữu</a:t>
            </a:r>
            <a:endParaRPr lang="en-US" sz="3600" dirty="0"/>
          </a:p>
          <a:p>
            <a:pPr marL="457200" indent="-457200">
              <a:buAutoNum type="arabicPeriod"/>
            </a:pPr>
            <a:r>
              <a:rPr lang="en-US" sz="3600" dirty="0" err="1"/>
              <a:t>Quyền</a:t>
            </a:r>
            <a:r>
              <a:rPr lang="en-US" sz="3600" dirty="0"/>
              <a:t> </a:t>
            </a:r>
            <a:r>
              <a:rPr lang="en-US" sz="3600" dirty="0" err="1"/>
              <a:t>giao</a:t>
            </a:r>
            <a:r>
              <a:rPr lang="en-US" sz="3600" dirty="0"/>
              <a:t> </a:t>
            </a:r>
            <a:r>
              <a:rPr lang="en-US" sz="3600" dirty="0" err="1"/>
              <a:t>kết</a:t>
            </a:r>
            <a:r>
              <a:rPr lang="en-US" sz="3600" dirty="0"/>
              <a:t> </a:t>
            </a:r>
            <a:r>
              <a:rPr lang="en-US" sz="3600" dirty="0" err="1"/>
              <a:t>hợp</a:t>
            </a:r>
            <a:r>
              <a:rPr lang="en-US" sz="3600" dirty="0"/>
              <a:t> </a:t>
            </a:r>
            <a:r>
              <a:rPr lang="en-US" sz="3600" dirty="0" err="1"/>
              <a:t>đồng</a:t>
            </a:r>
            <a:endParaRPr lang="en-US" sz="3600" dirty="0"/>
          </a:p>
          <a:p>
            <a:pPr marL="457200" indent="-457200">
              <a:buAutoNum type="arabicPeriod"/>
            </a:pPr>
            <a:r>
              <a:rPr lang="en-US" sz="3600" dirty="0" err="1"/>
              <a:t>Quyền</a:t>
            </a:r>
            <a:r>
              <a:rPr lang="en-US" sz="3600" dirty="0"/>
              <a:t> </a:t>
            </a:r>
            <a:r>
              <a:rPr lang="en-US" sz="3600" dirty="0" err="1"/>
              <a:t>thừa</a:t>
            </a:r>
            <a:r>
              <a:rPr lang="en-US" sz="3600" dirty="0"/>
              <a:t> </a:t>
            </a:r>
            <a:r>
              <a:rPr lang="en-US" sz="3600" dirty="0" err="1"/>
              <a:t>kế</a:t>
            </a:r>
            <a:r>
              <a:rPr lang="en-US" sz="3600" dirty="0"/>
              <a:t> </a:t>
            </a:r>
          </a:p>
        </p:txBody>
      </p:sp>
    </p:spTree>
    <p:extLst>
      <p:ext uri="{BB962C8B-B14F-4D97-AF65-F5344CB8AC3E}">
        <p14:creationId xmlns="" xmlns:p14="http://schemas.microsoft.com/office/powerpoint/2010/main" val="42093295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981200" y="112395"/>
            <a:ext cx="8229600" cy="792162"/>
          </a:xfrm>
        </p:spPr>
        <p:txBody>
          <a:bodyPr>
            <a:normAutofit/>
          </a:bodyPr>
          <a:lstStyle/>
          <a:p>
            <a:r>
              <a:rPr lang="en-US" dirty="0">
                <a:latin typeface=".VnArial" pitchFamily="34" charset="0"/>
              </a:rPr>
              <a:t>6.6 </a:t>
            </a:r>
            <a:r>
              <a:rPr lang="en-US" dirty="0" err="1">
                <a:latin typeface=".VnArial" pitchFamily="34" charset="0"/>
              </a:rPr>
              <a:t>LuËt</a:t>
            </a:r>
            <a:r>
              <a:rPr lang="en-US" dirty="0">
                <a:latin typeface=".VnArial" pitchFamily="34" charset="0"/>
              </a:rPr>
              <a:t> </a:t>
            </a:r>
            <a:r>
              <a:rPr lang="en-US" dirty="0" err="1">
                <a:latin typeface=".VnArial" pitchFamily="34" charset="0"/>
              </a:rPr>
              <a:t>d©n</a:t>
            </a:r>
            <a:r>
              <a:rPr lang="en-US" dirty="0">
                <a:latin typeface=".VnArial" pitchFamily="34" charset="0"/>
              </a:rPr>
              <a:t> </a:t>
            </a:r>
            <a:r>
              <a:rPr lang="en-US" dirty="0" err="1">
                <a:latin typeface=".VnArial" pitchFamily="34" charset="0"/>
              </a:rPr>
              <a:t>sù</a:t>
            </a:r>
            <a:endParaRPr lang="en-US" dirty="0">
              <a:latin typeface=".VnArial" pitchFamily="34" charset="0"/>
            </a:endParaRPr>
          </a:p>
        </p:txBody>
      </p:sp>
      <p:sp>
        <p:nvSpPr>
          <p:cNvPr id="36867" name="Content Placeholder 2"/>
          <p:cNvSpPr>
            <a:spLocks noGrp="1"/>
          </p:cNvSpPr>
          <p:nvPr>
            <p:ph sz="quarter" idx="1"/>
          </p:nvPr>
        </p:nvSpPr>
        <p:spPr>
          <a:xfrm>
            <a:off x="1981200" y="1219200"/>
            <a:ext cx="8229600" cy="5137150"/>
          </a:xfrm>
        </p:spPr>
        <p:txBody>
          <a:bodyPr>
            <a:normAutofit/>
          </a:bodyPr>
          <a:lstStyle/>
          <a:p>
            <a:pPr algn="just"/>
            <a:r>
              <a:rPr lang="en-US" sz="2400" dirty="0" err="1">
                <a:latin typeface=".VnArial" pitchFamily="34" charset="0"/>
              </a:rPr>
              <a:t>ĐiÒu</a:t>
            </a:r>
            <a:r>
              <a:rPr lang="en-US" sz="2400" dirty="0">
                <a:latin typeface=".VnArial" pitchFamily="34" charset="0"/>
              </a:rPr>
              <a:t> </a:t>
            </a:r>
            <a:r>
              <a:rPr lang="en-US" sz="2400" dirty="0" err="1">
                <a:latin typeface=".VnArial" pitchFamily="34" charset="0"/>
              </a:rPr>
              <a:t>chØnh</a:t>
            </a:r>
            <a:r>
              <a:rPr lang="en-US" sz="2400" dirty="0">
                <a:latin typeface=".VnArial" pitchFamily="34" charset="0"/>
              </a:rPr>
              <a:t> </a:t>
            </a:r>
            <a:r>
              <a:rPr lang="en-US" sz="2400" dirty="0" err="1">
                <a:latin typeface=".VnArial" pitchFamily="34" charset="0"/>
              </a:rPr>
              <a:t>c¸c</a:t>
            </a:r>
            <a:r>
              <a:rPr lang="en-US" sz="2400" dirty="0">
                <a:latin typeface=".VnArial" pitchFamily="34" charset="0"/>
              </a:rPr>
              <a:t> </a:t>
            </a:r>
            <a:r>
              <a:rPr lang="en-US" sz="2400" dirty="0" err="1">
                <a:latin typeface=".VnArial" pitchFamily="34" charset="0"/>
              </a:rPr>
              <a:t>quan</a:t>
            </a:r>
            <a:r>
              <a:rPr lang="en-US" sz="2400" dirty="0">
                <a:latin typeface=".VnArial" pitchFamily="34" charset="0"/>
              </a:rPr>
              <a:t> </a:t>
            </a:r>
            <a:r>
              <a:rPr lang="en-US" sz="2400" dirty="0" err="1">
                <a:latin typeface=".VnArial" pitchFamily="34" charset="0"/>
              </a:rPr>
              <a:t>hÖ</a:t>
            </a:r>
            <a:r>
              <a:rPr lang="en-US" sz="2400" dirty="0">
                <a:latin typeface=".VnArial" pitchFamily="34" charset="0"/>
              </a:rPr>
              <a:t> </a:t>
            </a:r>
            <a:r>
              <a:rPr lang="en-US" sz="2400" dirty="0" err="1">
                <a:latin typeface=".VnArial" pitchFamily="34" charset="0"/>
              </a:rPr>
              <a:t>tµi</a:t>
            </a:r>
            <a:r>
              <a:rPr lang="en-US" sz="2400" dirty="0">
                <a:latin typeface=".VnArial" pitchFamily="34" charset="0"/>
              </a:rPr>
              <a:t> </a:t>
            </a:r>
            <a:r>
              <a:rPr lang="en-US" sz="2400" dirty="0" err="1">
                <a:latin typeface=".VnArial" pitchFamily="34" charset="0"/>
              </a:rPr>
              <a:t>s¶n-quan</a:t>
            </a:r>
            <a:r>
              <a:rPr lang="en-US" sz="2400" dirty="0">
                <a:latin typeface=".VnArial" pitchFamily="34" charset="0"/>
              </a:rPr>
              <a:t> </a:t>
            </a:r>
            <a:r>
              <a:rPr lang="en-US" sz="2400" dirty="0" err="1">
                <a:latin typeface=".VnArial" pitchFamily="34" charset="0"/>
              </a:rPr>
              <a:t>hÖ</a:t>
            </a:r>
            <a:r>
              <a:rPr lang="en-US" sz="2400" dirty="0">
                <a:latin typeface=".VnArial" pitchFamily="34" charset="0"/>
              </a:rPr>
              <a:t> </a:t>
            </a:r>
            <a:r>
              <a:rPr lang="en-US" sz="2400" dirty="0" err="1">
                <a:latin typeface=".VnArial" pitchFamily="34" charset="0"/>
              </a:rPr>
              <a:t>nh©n</a:t>
            </a:r>
            <a:r>
              <a:rPr lang="en-US" sz="2400" dirty="0">
                <a:latin typeface=".VnArial" pitchFamily="34" charset="0"/>
              </a:rPr>
              <a:t> </a:t>
            </a:r>
            <a:r>
              <a:rPr lang="en-US" sz="2400" dirty="0" err="1">
                <a:latin typeface=".VnArial" pitchFamily="34" charset="0"/>
              </a:rPr>
              <a:t>th©n</a:t>
            </a:r>
            <a:r>
              <a:rPr lang="en-US" sz="2400" dirty="0">
                <a:latin typeface=".VnArial" pitchFamily="34" charset="0"/>
              </a:rPr>
              <a:t> </a:t>
            </a:r>
            <a:r>
              <a:rPr lang="en-US" sz="2400" dirty="0" err="1">
                <a:latin typeface=".VnArial" pitchFamily="34" charset="0"/>
              </a:rPr>
              <a:t>giữa</a:t>
            </a:r>
            <a:r>
              <a:rPr lang="en-US" sz="2400" dirty="0">
                <a:latin typeface=".VnArial" pitchFamily="34" charset="0"/>
              </a:rPr>
              <a:t>     </a:t>
            </a:r>
            <a:r>
              <a:rPr lang="en-US" sz="2400" dirty="0" err="1">
                <a:latin typeface=".VnArial" pitchFamily="34" charset="0"/>
              </a:rPr>
              <a:t>chủ</a:t>
            </a:r>
            <a:r>
              <a:rPr lang="en-US" sz="2400" dirty="0">
                <a:latin typeface=".VnArial" pitchFamily="34" charset="0"/>
              </a:rPr>
              <a:t> </a:t>
            </a:r>
            <a:r>
              <a:rPr lang="en-US" sz="2400" dirty="0" err="1">
                <a:latin typeface=".VnArial" pitchFamily="34" charset="0"/>
              </a:rPr>
              <a:t>thể</a:t>
            </a:r>
            <a:r>
              <a:rPr lang="en-US" sz="2400" dirty="0">
                <a:latin typeface=".VnArial" pitchFamily="34" charset="0"/>
              </a:rPr>
              <a:t>.  </a:t>
            </a:r>
          </a:p>
          <a:p>
            <a:pPr algn="just"/>
            <a:r>
              <a:rPr lang="en-US" sz="2400" dirty="0" err="1">
                <a:latin typeface=".VnArial" pitchFamily="34" charset="0"/>
              </a:rPr>
              <a:t>Bé</a:t>
            </a:r>
            <a:r>
              <a:rPr lang="en-US" sz="2400" dirty="0">
                <a:latin typeface=".VnArial" pitchFamily="34" charset="0"/>
              </a:rPr>
              <a:t> </a:t>
            </a:r>
            <a:r>
              <a:rPr lang="en-US" sz="2400" dirty="0" err="1">
                <a:latin typeface=".VnArial" pitchFamily="34" charset="0"/>
              </a:rPr>
              <a:t>luËt</a:t>
            </a:r>
            <a:r>
              <a:rPr lang="en-US" sz="2400" dirty="0">
                <a:latin typeface=".VnArial" pitchFamily="34" charset="0"/>
              </a:rPr>
              <a:t> </a:t>
            </a:r>
            <a:r>
              <a:rPr lang="en-US" sz="2400" dirty="0" err="1">
                <a:latin typeface=".VnArial" pitchFamily="34" charset="0"/>
              </a:rPr>
              <a:t>d©n</a:t>
            </a:r>
            <a:r>
              <a:rPr lang="en-US" sz="2400" dirty="0">
                <a:latin typeface=".VnArial" pitchFamily="34" charset="0"/>
              </a:rPr>
              <a:t> </a:t>
            </a:r>
            <a:r>
              <a:rPr lang="en-US" sz="2400" dirty="0" err="1">
                <a:latin typeface=".VnArial" pitchFamily="34" charset="0"/>
              </a:rPr>
              <a:t>sù</a:t>
            </a:r>
            <a:r>
              <a:rPr lang="en-US" sz="2400" dirty="0">
                <a:latin typeface=".VnArial" pitchFamily="34" charset="0"/>
              </a:rPr>
              <a:t> 2005 </a:t>
            </a:r>
            <a:r>
              <a:rPr lang="en-US" sz="2400" dirty="0" err="1">
                <a:latin typeface=".VnArial" pitchFamily="34" charset="0"/>
              </a:rPr>
              <a:t>gåm</a:t>
            </a:r>
            <a:r>
              <a:rPr lang="en-US" sz="2400" dirty="0">
                <a:latin typeface=".VnArial" pitchFamily="34" charset="0"/>
              </a:rPr>
              <a:t> 7 </a:t>
            </a:r>
            <a:r>
              <a:rPr lang="en-US" sz="2400" dirty="0" err="1">
                <a:latin typeface=".VnArial" pitchFamily="34" charset="0"/>
              </a:rPr>
              <a:t>phÇn</a:t>
            </a:r>
            <a:r>
              <a:rPr lang="en-US" sz="2400" dirty="0">
                <a:latin typeface=".VnArial" pitchFamily="34" charset="0"/>
              </a:rPr>
              <a:t> </a:t>
            </a:r>
            <a:r>
              <a:rPr lang="en-US" sz="2400" dirty="0" err="1">
                <a:latin typeface=".VnArial" pitchFamily="34" charset="0"/>
              </a:rPr>
              <a:t>víi</a:t>
            </a:r>
            <a:r>
              <a:rPr lang="en-US" sz="2400" dirty="0">
                <a:latin typeface=".VnArial" pitchFamily="34" charset="0"/>
              </a:rPr>
              <a:t> 777 ®</a:t>
            </a:r>
            <a:r>
              <a:rPr lang="en-US" sz="2400" dirty="0" err="1">
                <a:latin typeface=".VnArial" pitchFamily="34" charset="0"/>
              </a:rPr>
              <a:t>iÒu</a:t>
            </a:r>
            <a:endParaRPr lang="en-US" sz="2400" dirty="0">
              <a:latin typeface=".VnArial" pitchFamily="34" charset="0"/>
            </a:endParaRPr>
          </a:p>
          <a:p>
            <a:pPr algn="just"/>
            <a:r>
              <a:rPr lang="en-US" sz="2400" dirty="0" err="1">
                <a:latin typeface=".VnArial" pitchFamily="34" charset="0"/>
              </a:rPr>
              <a:t>Bộ</a:t>
            </a:r>
            <a:r>
              <a:rPr lang="en-US" sz="2400" dirty="0">
                <a:latin typeface=".VnArial" pitchFamily="34" charset="0"/>
              </a:rPr>
              <a:t> </a:t>
            </a:r>
            <a:r>
              <a:rPr lang="en-US" sz="2400" dirty="0" err="1">
                <a:latin typeface=".VnArial" pitchFamily="34" charset="0"/>
              </a:rPr>
              <a:t>luật</a:t>
            </a:r>
            <a:r>
              <a:rPr lang="en-US" sz="2400" dirty="0">
                <a:latin typeface=".VnArial" pitchFamily="34" charset="0"/>
              </a:rPr>
              <a:t> </a:t>
            </a:r>
            <a:r>
              <a:rPr lang="en-US" sz="2400" dirty="0" err="1">
                <a:latin typeface="Arial" panose="020B0604020202020204" pitchFamily="34" charset="0"/>
                <a:cs typeface="Arial" panose="020B0604020202020204" pitchFamily="34" charset="0"/>
              </a:rPr>
              <a:t>dân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sự</a:t>
            </a:r>
            <a:r>
              <a:rPr lang="en-US" sz="2400" dirty="0">
                <a:latin typeface="Arial" panose="020B0604020202020204" pitchFamily="34" charset="0"/>
                <a:cs typeface="Arial" panose="020B0604020202020204" pitchFamily="34" charset="0"/>
              </a:rPr>
              <a:t> 2015 </a:t>
            </a:r>
            <a:r>
              <a:rPr lang="en-US" sz="2400" dirty="0" err="1">
                <a:latin typeface="Arial" panose="020B0604020202020204" pitchFamily="34" charset="0"/>
                <a:cs typeface="Arial" panose="020B0604020202020204" pitchFamily="34" charset="0"/>
              </a:rPr>
              <a:t>gồm</a:t>
            </a:r>
            <a:r>
              <a:rPr lang="en-US" sz="2400" dirty="0">
                <a:latin typeface="Arial" panose="020B0604020202020204" pitchFamily="34" charset="0"/>
                <a:cs typeface="Arial" panose="020B0604020202020204" pitchFamily="34" charset="0"/>
              </a:rPr>
              <a:t> 6 </a:t>
            </a:r>
            <a:r>
              <a:rPr lang="en-US" sz="2400" dirty="0" err="1">
                <a:latin typeface="Arial" panose="020B0604020202020204" pitchFamily="34" charset="0"/>
                <a:cs typeface="Arial" panose="020B0604020202020204" pitchFamily="34" charset="0"/>
              </a:rPr>
              <a:t>phần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689 </a:t>
            </a:r>
            <a:r>
              <a:rPr lang="en-US" sz="2400" dirty="0" err="1">
                <a:latin typeface="Arial" panose="020B0604020202020204" pitchFamily="34" charset="0"/>
                <a:cs typeface="Arial" panose="020B0604020202020204" pitchFamily="34" charset="0"/>
              </a:rPr>
              <a:t>điều</a:t>
            </a:r>
            <a:endParaRPr lang="en-US" sz="2400" dirty="0">
              <a:latin typeface=".VnArial" pitchFamily="34" charset="0"/>
            </a:endParaRPr>
          </a:p>
        </p:txBody>
      </p:sp>
      <p:sp>
        <p:nvSpPr>
          <p:cNvPr id="4" name="Slide Number Placeholder 3"/>
          <p:cNvSpPr>
            <a:spLocks noGrp="1"/>
          </p:cNvSpPr>
          <p:nvPr>
            <p:ph type="sldNum" sz="quarter" idx="12"/>
          </p:nvPr>
        </p:nvSpPr>
        <p:spPr/>
        <p:txBody>
          <a:bodyPr/>
          <a:lstStyle/>
          <a:p>
            <a:pPr>
              <a:defRPr/>
            </a:pPr>
            <a:fld id="{CD500648-E7F0-4DF3-AA6E-D8248C0A7F5E}" type="slidenum">
              <a:rPr lang="en-US" smtClean="0"/>
              <a:pPr>
                <a:defRPr/>
              </a:pPr>
              <a:t>2</a:t>
            </a:fld>
            <a:endParaRPr lang="en-US"/>
          </a:p>
        </p:txBody>
      </p:sp>
      <p:sp>
        <p:nvSpPr>
          <p:cNvPr id="5" name="Rectangle 4"/>
          <p:cNvSpPr/>
          <p:nvPr/>
        </p:nvSpPr>
        <p:spPr>
          <a:xfrm>
            <a:off x="2438400" y="29718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 Nh÷ng quy ®Þnh chung</a:t>
            </a:r>
          </a:p>
        </p:txBody>
      </p:sp>
      <p:sp>
        <p:nvSpPr>
          <p:cNvPr id="6" name="Rectangle 5"/>
          <p:cNvSpPr/>
          <p:nvPr/>
        </p:nvSpPr>
        <p:spPr>
          <a:xfrm>
            <a:off x="2438400" y="37338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Tµi s¶n vµ quyÒn së h÷u</a:t>
            </a:r>
          </a:p>
        </p:txBody>
      </p:sp>
      <p:sp>
        <p:nvSpPr>
          <p:cNvPr id="7" name="Rectangle 6"/>
          <p:cNvSpPr/>
          <p:nvPr/>
        </p:nvSpPr>
        <p:spPr>
          <a:xfrm>
            <a:off x="2438400" y="46482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NghÜa vô d©n sù vµ hîp ®ång d©n sù</a:t>
            </a:r>
          </a:p>
        </p:txBody>
      </p:sp>
      <p:sp>
        <p:nvSpPr>
          <p:cNvPr id="8" name="Rectangle 7"/>
          <p:cNvSpPr/>
          <p:nvPr/>
        </p:nvSpPr>
        <p:spPr>
          <a:xfrm>
            <a:off x="2438400" y="54864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Thõa kÕ</a:t>
            </a:r>
          </a:p>
        </p:txBody>
      </p:sp>
      <p:sp>
        <p:nvSpPr>
          <p:cNvPr id="9" name="Rectangle 8"/>
          <p:cNvSpPr/>
          <p:nvPr/>
        </p:nvSpPr>
        <p:spPr>
          <a:xfrm>
            <a:off x="6477000" y="464820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a:latin typeface=".VnArial" pitchFamily="34" charset="0"/>
              </a:rPr>
              <a:t>Quan hÖ d©n sù cã yÕu tè </a:t>
            </a:r>
          </a:p>
          <a:p>
            <a:pPr algn="ctr">
              <a:defRPr/>
            </a:pPr>
            <a:r>
              <a:rPr lang="en-US">
                <a:latin typeface=".VnArial" pitchFamily="34" charset="0"/>
              </a:rPr>
              <a:t>n­íc ngoµi</a:t>
            </a:r>
          </a:p>
        </p:txBody>
      </p:sp>
      <p:sp>
        <p:nvSpPr>
          <p:cNvPr id="10" name="Rectangle 9"/>
          <p:cNvSpPr/>
          <p:nvPr/>
        </p:nvSpPr>
        <p:spPr>
          <a:xfrm>
            <a:off x="6477000" y="3810000"/>
            <a:ext cx="3505200" cy="53340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dirty="0" err="1">
                <a:latin typeface=".VnArial" pitchFamily="34" charset="0"/>
              </a:rPr>
              <a:t>QuyÒn</a:t>
            </a:r>
            <a:r>
              <a:rPr lang="en-US" dirty="0">
                <a:latin typeface=".VnArial" pitchFamily="34" charset="0"/>
              </a:rPr>
              <a:t> </a:t>
            </a:r>
            <a:r>
              <a:rPr lang="en-US" dirty="0" err="1">
                <a:latin typeface=".VnArial" pitchFamily="34" charset="0"/>
              </a:rPr>
              <a:t>së</a:t>
            </a:r>
            <a:r>
              <a:rPr lang="en-US" dirty="0">
                <a:latin typeface=".VnArial" pitchFamily="34" charset="0"/>
              </a:rPr>
              <a:t> </a:t>
            </a:r>
            <a:r>
              <a:rPr lang="en-US" dirty="0" err="1">
                <a:latin typeface=".VnArial" pitchFamily="34" charset="0"/>
              </a:rPr>
              <a:t>h÷u</a:t>
            </a:r>
            <a:r>
              <a:rPr lang="en-US" dirty="0">
                <a:latin typeface=".VnArial" pitchFamily="34" charset="0"/>
              </a:rPr>
              <a:t> </a:t>
            </a:r>
            <a:r>
              <a:rPr lang="en-US" dirty="0" err="1">
                <a:latin typeface=".VnArial" pitchFamily="34" charset="0"/>
              </a:rPr>
              <a:t>trÝ</a:t>
            </a:r>
            <a:r>
              <a:rPr lang="en-US" dirty="0">
                <a:latin typeface=".VnArial" pitchFamily="34" charset="0"/>
              </a:rPr>
              <a:t> </a:t>
            </a:r>
            <a:r>
              <a:rPr lang="en-US" dirty="0" err="1">
                <a:latin typeface=".VnArial" pitchFamily="34" charset="0"/>
              </a:rPr>
              <a:t>tuÖ</a:t>
            </a:r>
            <a:r>
              <a:rPr lang="en-US" dirty="0">
                <a:latin typeface=".VnArial" pitchFamily="34" charset="0"/>
              </a:rPr>
              <a:t> vµ </a:t>
            </a:r>
            <a:r>
              <a:rPr lang="en-US" dirty="0" err="1">
                <a:latin typeface=".VnArial" pitchFamily="34" charset="0"/>
              </a:rPr>
              <a:t>chuyÓn</a:t>
            </a:r>
            <a:r>
              <a:rPr lang="en-US" dirty="0">
                <a:latin typeface=".VnArial" pitchFamily="34" charset="0"/>
              </a:rPr>
              <a:t> </a:t>
            </a:r>
            <a:r>
              <a:rPr lang="en-US" dirty="0" err="1">
                <a:latin typeface=".VnArial" pitchFamily="34" charset="0"/>
              </a:rPr>
              <a:t>giao</a:t>
            </a:r>
            <a:r>
              <a:rPr lang="en-US" dirty="0">
                <a:latin typeface=".VnArial" pitchFamily="34" charset="0"/>
              </a:rPr>
              <a:t> </a:t>
            </a:r>
            <a:r>
              <a:rPr lang="en-US" dirty="0" err="1">
                <a:latin typeface=".VnArial" pitchFamily="34" charset="0"/>
              </a:rPr>
              <a:t>c«ng</a:t>
            </a:r>
            <a:r>
              <a:rPr lang="en-US" dirty="0">
                <a:latin typeface=".VnArial" pitchFamily="34" charset="0"/>
              </a:rPr>
              <a:t> </a:t>
            </a:r>
            <a:r>
              <a:rPr lang="en-US" dirty="0" err="1">
                <a:latin typeface=".VnArial" pitchFamily="34" charset="0"/>
              </a:rPr>
              <a:t>nghÖ</a:t>
            </a:r>
            <a:endParaRPr lang="en-US" dirty="0">
              <a:latin typeface=".VnArial" pitchFamily="34" charset="0"/>
            </a:endParaRPr>
          </a:p>
        </p:txBody>
      </p:sp>
      <p:sp>
        <p:nvSpPr>
          <p:cNvPr id="11" name="Rectangle 10"/>
          <p:cNvSpPr/>
          <p:nvPr/>
        </p:nvSpPr>
        <p:spPr>
          <a:xfrm>
            <a:off x="6477000" y="3048000"/>
            <a:ext cx="3505200" cy="533400"/>
          </a:xfrm>
          <a:prstGeom prst="rect">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r>
              <a:rPr lang="en-US" dirty="0" err="1">
                <a:latin typeface=".VnArial" pitchFamily="34" charset="0"/>
              </a:rPr>
              <a:t>Quy</a:t>
            </a:r>
            <a:r>
              <a:rPr lang="en-US" dirty="0">
                <a:latin typeface=".VnArial" pitchFamily="34" charset="0"/>
              </a:rPr>
              <a:t> ®</a:t>
            </a:r>
            <a:r>
              <a:rPr lang="en-US" dirty="0" err="1">
                <a:latin typeface=".VnArial" pitchFamily="34" charset="0"/>
              </a:rPr>
              <a:t>Þnh</a:t>
            </a:r>
            <a:r>
              <a:rPr lang="en-US" dirty="0">
                <a:latin typeface=".VnArial" pitchFamily="34" charset="0"/>
              </a:rPr>
              <a:t> </a:t>
            </a:r>
            <a:r>
              <a:rPr lang="en-US" dirty="0" err="1">
                <a:latin typeface=".VnArial" pitchFamily="34" charset="0"/>
              </a:rPr>
              <a:t>vÒ</a:t>
            </a:r>
            <a:r>
              <a:rPr lang="en-US" dirty="0">
                <a:latin typeface=".VnArial" pitchFamily="34" charset="0"/>
              </a:rPr>
              <a:t> </a:t>
            </a:r>
            <a:r>
              <a:rPr lang="en-US" dirty="0" err="1">
                <a:latin typeface=".VnArial" pitchFamily="34" charset="0"/>
              </a:rPr>
              <a:t>chuyÓn</a:t>
            </a:r>
            <a:r>
              <a:rPr lang="en-US" dirty="0">
                <a:latin typeface=".VnArial" pitchFamily="34" charset="0"/>
              </a:rPr>
              <a:t> </a:t>
            </a:r>
            <a:r>
              <a:rPr lang="en-US" dirty="0" err="1">
                <a:latin typeface=".VnArial" pitchFamily="34" charset="0"/>
              </a:rPr>
              <a:t>quyÒn</a:t>
            </a:r>
            <a:r>
              <a:rPr lang="en-US" dirty="0">
                <a:latin typeface=".VnArial" pitchFamily="34" charset="0"/>
              </a:rPr>
              <a:t> </a:t>
            </a:r>
            <a:r>
              <a:rPr lang="en-US" dirty="0" err="1">
                <a:latin typeface=".VnArial" pitchFamily="34" charset="0"/>
              </a:rPr>
              <a:t>sö</a:t>
            </a:r>
            <a:r>
              <a:rPr lang="en-US" dirty="0">
                <a:latin typeface=".VnArial" pitchFamily="34" charset="0"/>
              </a:rPr>
              <a:t> </a:t>
            </a:r>
            <a:r>
              <a:rPr lang="en-US" dirty="0" err="1">
                <a:latin typeface=".VnArial" pitchFamily="34" charset="0"/>
              </a:rPr>
              <a:t>dông</a:t>
            </a:r>
            <a:r>
              <a:rPr lang="en-US" dirty="0">
                <a:latin typeface=".VnArial" pitchFamily="34" charset="0"/>
              </a:rPr>
              <a:t> ®</a:t>
            </a:r>
            <a:r>
              <a:rPr lang="en-US" dirty="0" err="1">
                <a:latin typeface=".VnArial" pitchFamily="34" charset="0"/>
              </a:rPr>
              <a:t>Êt</a:t>
            </a:r>
            <a:endParaRPr lang="en-US" dirty="0">
              <a:latin typeface=".VnArial" pitchFamily="34" charset="0"/>
            </a:endParaRPr>
          </a:p>
        </p:txBody>
      </p:sp>
      <p:sp>
        <p:nvSpPr>
          <p:cNvPr id="12" name="Rectangle 11">
            <a:extLst>
              <a:ext uri="{FF2B5EF4-FFF2-40B4-BE49-F238E27FC236}">
                <a16:creationId xmlns="" xmlns:a16="http://schemas.microsoft.com/office/drawing/2014/main" id="{22ED87E7-306F-4B89-B88A-CD8C6E2E6430}"/>
              </a:ext>
            </a:extLst>
          </p:cNvPr>
          <p:cNvSpPr/>
          <p:nvPr/>
        </p:nvSpPr>
        <p:spPr>
          <a:xfrm>
            <a:off x="6477000" y="5476240"/>
            <a:ext cx="3505200" cy="5334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err="1">
                <a:latin typeface="Arial" panose="020B0604020202020204" pitchFamily="34" charset="0"/>
                <a:cs typeface="Arial" panose="020B0604020202020204" pitchFamily="34" charset="0"/>
              </a:rPr>
              <a:t>Điều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hành</a:t>
            </a:r>
            <a:r>
              <a:rPr lang="en-US" dirty="0">
                <a:latin typeface="Arial" panose="020B0604020202020204" pitchFamily="34" charset="0"/>
                <a:cs typeface="Arial" panose="020B0604020202020204" pitchFamily="34" charset="0"/>
              </a:rPr>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Khái</a:t>
            </a:r>
            <a:r>
              <a:rPr lang="en-US" dirty="0"/>
              <a:t> </a:t>
            </a:r>
            <a:r>
              <a:rPr lang="en-US" dirty="0" err="1"/>
              <a:t>niệm</a:t>
            </a:r>
            <a:r>
              <a:rPr lang="en-US" dirty="0"/>
              <a:t>; </a:t>
            </a:r>
            <a:r>
              <a:rPr lang="en-US" dirty="0" err="1"/>
              <a:t>Đối</a:t>
            </a:r>
            <a:r>
              <a:rPr lang="en-US" dirty="0"/>
              <a:t> </a:t>
            </a:r>
            <a:r>
              <a:rPr lang="en-US" dirty="0" err="1"/>
              <a:t>tượng</a:t>
            </a:r>
            <a:r>
              <a:rPr lang="en-US" dirty="0"/>
              <a:t> </a:t>
            </a:r>
            <a:r>
              <a:rPr lang="en-US" dirty="0" err="1"/>
              <a:t>điều</a:t>
            </a:r>
            <a:r>
              <a:rPr lang="en-US" dirty="0"/>
              <a:t> </a:t>
            </a:r>
            <a:r>
              <a:rPr lang="en-US" dirty="0" err="1"/>
              <a:t>chỉnh</a:t>
            </a:r>
            <a:r>
              <a:rPr lang="en-US" dirty="0"/>
              <a:t>, </a:t>
            </a:r>
            <a:r>
              <a:rPr lang="en-US" dirty="0" err="1"/>
              <a:t>chủ</a:t>
            </a:r>
            <a:r>
              <a:rPr lang="en-US" dirty="0"/>
              <a:t> </a:t>
            </a:r>
            <a:r>
              <a:rPr lang="en-US" dirty="0" err="1"/>
              <a:t>thể</a:t>
            </a:r>
            <a:r>
              <a:rPr lang="en-US" dirty="0"/>
              <a:t> </a:t>
            </a:r>
            <a:r>
              <a:rPr lang="en-US" dirty="0" err="1"/>
              <a:t>của</a:t>
            </a:r>
            <a:r>
              <a:rPr lang="en-US" dirty="0"/>
              <a:t> </a:t>
            </a:r>
            <a:r>
              <a:rPr lang="en-US" dirty="0" err="1"/>
              <a:t>quan</a:t>
            </a:r>
            <a:r>
              <a:rPr lang="en-US" dirty="0"/>
              <a:t> </a:t>
            </a:r>
            <a:r>
              <a:rPr lang="en-US" dirty="0" err="1"/>
              <a:t>hệ</a:t>
            </a:r>
            <a:r>
              <a:rPr lang="en-US" dirty="0"/>
              <a:t> </a:t>
            </a:r>
            <a:r>
              <a:rPr lang="en-US" dirty="0" err="1"/>
              <a:t>pháp</a:t>
            </a:r>
            <a:r>
              <a:rPr lang="en-US" dirty="0"/>
              <a:t> </a:t>
            </a:r>
            <a:r>
              <a:rPr lang="en-US" dirty="0" err="1"/>
              <a:t>luật</a:t>
            </a:r>
            <a:r>
              <a:rPr lang="en-US" dirty="0"/>
              <a:t> </a:t>
            </a:r>
            <a:r>
              <a:rPr lang="en-US" dirty="0" err="1"/>
              <a:t>dân</a:t>
            </a:r>
            <a:r>
              <a:rPr lang="en-US" dirty="0"/>
              <a:t> </a:t>
            </a:r>
            <a:r>
              <a:rPr lang="en-US" dirty="0" err="1"/>
              <a:t>sự</a:t>
            </a:r>
            <a:endParaRPr lang="en-US" dirty="0"/>
          </a:p>
        </p:txBody>
      </p:sp>
      <p:sp>
        <p:nvSpPr>
          <p:cNvPr id="3" name="Content Placeholder 2"/>
          <p:cNvSpPr>
            <a:spLocks noGrp="1"/>
          </p:cNvSpPr>
          <p:nvPr>
            <p:ph idx="1"/>
          </p:nvPr>
        </p:nvSpPr>
        <p:spPr>
          <a:xfrm>
            <a:off x="1981200" y="1600200"/>
            <a:ext cx="8229600" cy="4756150"/>
          </a:xfrm>
        </p:spPr>
        <p:txBody>
          <a:bodyPr>
            <a:noAutofit/>
          </a:bodyPr>
          <a:lstStyle/>
          <a:p>
            <a:r>
              <a:rPr lang="en-US" sz="2200" b="1" dirty="0" err="1"/>
              <a:t>Khái</a:t>
            </a:r>
            <a:r>
              <a:rPr lang="en-US" sz="2200" b="1" dirty="0"/>
              <a:t> </a:t>
            </a:r>
            <a:r>
              <a:rPr lang="en-US" sz="2200" b="1" dirty="0" err="1"/>
              <a:t>Niệm</a:t>
            </a:r>
            <a:r>
              <a:rPr lang="en-US" sz="2200" b="1" dirty="0"/>
              <a:t>: </a:t>
            </a:r>
            <a:r>
              <a:rPr lang="en-US" sz="2200" dirty="0" err="1"/>
              <a:t>Ngành</a:t>
            </a:r>
            <a:r>
              <a:rPr lang="en-US" sz="2200" dirty="0"/>
              <a:t> </a:t>
            </a:r>
            <a:r>
              <a:rPr lang="en-US" sz="2200" dirty="0" err="1"/>
              <a:t>luật</a:t>
            </a:r>
            <a:r>
              <a:rPr lang="en-US" sz="2200" dirty="0"/>
              <a:t> </a:t>
            </a:r>
            <a:r>
              <a:rPr lang="en-US" sz="2200" dirty="0" err="1"/>
              <a:t>dân</a:t>
            </a:r>
            <a:r>
              <a:rPr lang="en-US" sz="2200" dirty="0"/>
              <a:t> </a:t>
            </a:r>
            <a:r>
              <a:rPr lang="en-US" sz="2200" dirty="0" err="1"/>
              <a:t>sự</a:t>
            </a:r>
            <a:r>
              <a:rPr lang="en-US" sz="2200" dirty="0"/>
              <a:t> </a:t>
            </a:r>
            <a:r>
              <a:rPr lang="en-US" sz="2200" dirty="0" err="1"/>
              <a:t>là</a:t>
            </a:r>
            <a:r>
              <a:rPr lang="en-US" sz="2200" dirty="0"/>
              <a:t> </a:t>
            </a:r>
            <a:r>
              <a:rPr lang="en-US" sz="2200" dirty="0" err="1"/>
              <a:t>ngành</a:t>
            </a:r>
            <a:r>
              <a:rPr lang="en-US" sz="2200" dirty="0"/>
              <a:t> </a:t>
            </a:r>
            <a:r>
              <a:rPr lang="en-US" sz="2200" dirty="0" err="1"/>
              <a:t>luật</a:t>
            </a:r>
            <a:r>
              <a:rPr lang="en-US" sz="2200" dirty="0"/>
              <a:t> </a:t>
            </a:r>
            <a:r>
              <a:rPr lang="en-US" sz="2200" dirty="0" err="1"/>
              <a:t>độc</a:t>
            </a:r>
            <a:r>
              <a:rPr lang="en-US" sz="2200" dirty="0"/>
              <a:t> </a:t>
            </a:r>
            <a:r>
              <a:rPr lang="en-US" sz="2200" dirty="0" err="1"/>
              <a:t>lập</a:t>
            </a:r>
            <a:r>
              <a:rPr lang="en-US" sz="2200" dirty="0"/>
              <a:t> </a:t>
            </a:r>
            <a:r>
              <a:rPr lang="en-US" sz="2200" dirty="0" err="1"/>
              <a:t>trong</a:t>
            </a:r>
            <a:r>
              <a:rPr lang="en-US" sz="2200" dirty="0"/>
              <a:t> </a:t>
            </a:r>
            <a:r>
              <a:rPr lang="en-US" sz="2200" dirty="0" err="1"/>
              <a:t>hệ</a:t>
            </a:r>
            <a:r>
              <a:rPr lang="en-US" sz="2200" dirty="0"/>
              <a:t> </a:t>
            </a:r>
            <a:r>
              <a:rPr lang="en-US" sz="2200" dirty="0" err="1"/>
              <a:t>thống</a:t>
            </a:r>
            <a:r>
              <a:rPr lang="en-US" sz="2200" dirty="0"/>
              <a:t> </a:t>
            </a:r>
            <a:r>
              <a:rPr lang="en-US" sz="2200" dirty="0" err="1"/>
              <a:t>pháp</a:t>
            </a:r>
            <a:r>
              <a:rPr lang="en-US" sz="2200" dirty="0"/>
              <a:t> </a:t>
            </a:r>
            <a:r>
              <a:rPr lang="en-US" sz="2200" dirty="0" err="1"/>
              <a:t>luật</a:t>
            </a:r>
            <a:r>
              <a:rPr lang="en-US" sz="2200" dirty="0"/>
              <a:t> </a:t>
            </a:r>
            <a:r>
              <a:rPr lang="en-US" sz="2200" dirty="0" err="1"/>
              <a:t>Việt</a:t>
            </a:r>
            <a:r>
              <a:rPr lang="en-US" sz="2200" dirty="0"/>
              <a:t> Nam </a:t>
            </a:r>
            <a:r>
              <a:rPr lang="en-US" sz="2200" dirty="0" err="1"/>
              <a:t>điều</a:t>
            </a:r>
            <a:r>
              <a:rPr lang="en-US" sz="2200" dirty="0"/>
              <a:t> </a:t>
            </a:r>
            <a:r>
              <a:rPr lang="en-US" sz="2200" dirty="0" err="1"/>
              <a:t>chỉnh</a:t>
            </a:r>
            <a:r>
              <a:rPr lang="en-US" sz="2200" dirty="0"/>
              <a:t> </a:t>
            </a:r>
            <a:r>
              <a:rPr lang="vi-VN" sz="2200" dirty="0">
                <a:solidFill>
                  <a:srgbClr val="000000"/>
                </a:solidFill>
                <a:latin typeface="Arial" panose="020B0604020202020204" pitchFamily="34" charset="0"/>
              </a:rPr>
              <a:t>quyền, nghĩa vụ về nhân thân và tài sản của cá nhân, pháp nhân trong các quan hệ được hình thành trên cơ sở bình đẳng, tự do ý chí, độc lập về tài sản và tự chịu trách nhiệm (sau đây gọi chung là quan hệ dân sự).</a:t>
            </a:r>
            <a:endParaRPr lang="en-US" sz="2200" dirty="0"/>
          </a:p>
          <a:p>
            <a:r>
              <a:rPr lang="en-US" sz="2200" b="1" dirty="0" err="1"/>
              <a:t>Đối</a:t>
            </a:r>
            <a:r>
              <a:rPr lang="en-US" sz="2200" b="1" dirty="0"/>
              <a:t> </a:t>
            </a:r>
            <a:r>
              <a:rPr lang="en-US" sz="2200" b="1" dirty="0" err="1"/>
              <a:t>tượng</a:t>
            </a:r>
            <a:r>
              <a:rPr lang="en-US" sz="2200" b="1" dirty="0"/>
              <a:t> </a:t>
            </a:r>
            <a:r>
              <a:rPr lang="en-US" sz="2200" b="1" dirty="0" err="1"/>
              <a:t>điều</a:t>
            </a:r>
            <a:r>
              <a:rPr lang="en-US" sz="2200" b="1" dirty="0"/>
              <a:t> </a:t>
            </a:r>
            <a:r>
              <a:rPr lang="en-US" sz="2200" b="1" dirty="0" err="1"/>
              <a:t>chỉnh</a:t>
            </a:r>
            <a:r>
              <a:rPr lang="en-US" sz="2200" b="1" dirty="0"/>
              <a:t> </a:t>
            </a:r>
            <a:r>
              <a:rPr lang="en-US" sz="2200" b="1" dirty="0" err="1"/>
              <a:t>của</a:t>
            </a:r>
            <a:r>
              <a:rPr lang="en-US" sz="2200" b="1" dirty="0"/>
              <a:t> </a:t>
            </a:r>
            <a:r>
              <a:rPr lang="en-US" sz="2200" b="1" dirty="0" err="1"/>
              <a:t>ngành</a:t>
            </a:r>
            <a:r>
              <a:rPr lang="en-US" sz="2200" b="1" dirty="0"/>
              <a:t> </a:t>
            </a:r>
            <a:r>
              <a:rPr lang="en-US" sz="2200" b="1" dirty="0" err="1"/>
              <a:t>luật</a:t>
            </a:r>
            <a:r>
              <a:rPr lang="en-US" sz="2200" b="1" dirty="0"/>
              <a:t> </a:t>
            </a:r>
            <a:r>
              <a:rPr lang="en-US" sz="2200" b="1" dirty="0" err="1"/>
              <a:t>dân</a:t>
            </a:r>
            <a:r>
              <a:rPr lang="en-US" sz="2200" b="1" dirty="0"/>
              <a:t> </a:t>
            </a:r>
            <a:r>
              <a:rPr lang="en-US" sz="2200" b="1" dirty="0" err="1"/>
              <a:t>sự</a:t>
            </a:r>
            <a:r>
              <a:rPr lang="en-US" sz="2200" b="1" dirty="0"/>
              <a:t>:</a:t>
            </a:r>
            <a:r>
              <a:rPr lang="en-US" sz="2200" dirty="0"/>
              <a:t> Quan </a:t>
            </a:r>
            <a:r>
              <a:rPr lang="en-US" sz="2200" dirty="0" err="1"/>
              <a:t>hệ</a:t>
            </a:r>
            <a:r>
              <a:rPr lang="en-US" sz="2200" dirty="0"/>
              <a:t> </a:t>
            </a:r>
            <a:r>
              <a:rPr lang="en-US" sz="2200" dirty="0" err="1"/>
              <a:t>tài</a:t>
            </a:r>
            <a:r>
              <a:rPr lang="en-US" sz="2200" dirty="0"/>
              <a:t> </a:t>
            </a:r>
            <a:r>
              <a:rPr lang="en-US" sz="2200" dirty="0" err="1"/>
              <a:t>sản</a:t>
            </a:r>
            <a:r>
              <a:rPr lang="en-US" sz="2200" dirty="0"/>
              <a:t>, </a:t>
            </a:r>
            <a:r>
              <a:rPr lang="en-US" sz="2200" dirty="0" err="1"/>
              <a:t>quan</a:t>
            </a:r>
            <a:r>
              <a:rPr lang="en-US" sz="2200" dirty="0"/>
              <a:t> </a:t>
            </a:r>
            <a:r>
              <a:rPr lang="en-US" sz="2200" dirty="0" err="1"/>
              <a:t>hệ</a:t>
            </a:r>
            <a:r>
              <a:rPr lang="en-US" sz="2200" dirty="0"/>
              <a:t> </a:t>
            </a:r>
            <a:r>
              <a:rPr lang="en-US" sz="2200" dirty="0" err="1"/>
              <a:t>nhân</a:t>
            </a:r>
            <a:r>
              <a:rPr lang="en-US" sz="2200" dirty="0"/>
              <a:t> </a:t>
            </a:r>
            <a:r>
              <a:rPr lang="en-US" sz="2200" dirty="0" err="1"/>
              <a:t>thân</a:t>
            </a:r>
            <a:r>
              <a:rPr lang="en-US" sz="2200" dirty="0"/>
              <a:t> </a:t>
            </a:r>
            <a:r>
              <a:rPr lang="en-US" sz="2200" dirty="0" err="1"/>
              <a:t>phát</a:t>
            </a:r>
            <a:r>
              <a:rPr lang="en-US" sz="2200" dirty="0"/>
              <a:t> </a:t>
            </a:r>
            <a:r>
              <a:rPr lang="en-US" sz="2200" dirty="0" err="1"/>
              <a:t>sinh</a:t>
            </a:r>
            <a:r>
              <a:rPr lang="en-US" sz="2200" dirty="0"/>
              <a:t> </a:t>
            </a:r>
            <a:r>
              <a:rPr lang="en-US" sz="2200" dirty="0" err="1"/>
              <a:t>trong</a:t>
            </a:r>
            <a:r>
              <a:rPr lang="en-US" sz="2200" dirty="0"/>
              <a:t> </a:t>
            </a:r>
            <a:r>
              <a:rPr lang="en-US" sz="2200" dirty="0" err="1"/>
              <a:t>quá</a:t>
            </a:r>
            <a:r>
              <a:rPr lang="en-US" sz="2200" dirty="0"/>
              <a:t> </a:t>
            </a:r>
            <a:r>
              <a:rPr lang="en-US" sz="2200" dirty="0" err="1"/>
              <a:t>trình</a:t>
            </a:r>
            <a:r>
              <a:rPr lang="en-US" sz="2200" dirty="0"/>
              <a:t> </a:t>
            </a:r>
            <a:r>
              <a:rPr lang="en-US" sz="2200" dirty="0" err="1"/>
              <a:t>thực</a:t>
            </a:r>
            <a:r>
              <a:rPr lang="en-US" sz="2200" dirty="0"/>
              <a:t> </a:t>
            </a:r>
            <a:r>
              <a:rPr lang="en-US" sz="2200" dirty="0" err="1"/>
              <a:t>hiện</a:t>
            </a:r>
            <a:r>
              <a:rPr lang="en-US" sz="2200" dirty="0"/>
              <a:t> </a:t>
            </a:r>
            <a:r>
              <a:rPr lang="en-US" sz="2200" dirty="0" err="1"/>
              <a:t>các</a:t>
            </a:r>
            <a:r>
              <a:rPr lang="en-US" sz="2200" dirty="0"/>
              <a:t> </a:t>
            </a:r>
            <a:r>
              <a:rPr lang="en-US" sz="2200" dirty="0" err="1"/>
              <a:t>giao</a:t>
            </a:r>
            <a:r>
              <a:rPr lang="en-US" sz="2200" dirty="0"/>
              <a:t> </a:t>
            </a:r>
            <a:r>
              <a:rPr lang="en-US" sz="2200" dirty="0" err="1"/>
              <a:t>dịch</a:t>
            </a:r>
            <a:r>
              <a:rPr lang="en-US" sz="2200" dirty="0"/>
              <a:t> </a:t>
            </a:r>
            <a:r>
              <a:rPr lang="en-US" sz="2200" dirty="0" err="1"/>
              <a:t>nhằm</a:t>
            </a:r>
            <a:r>
              <a:rPr lang="en-US" sz="2200" dirty="0"/>
              <a:t> </a:t>
            </a:r>
            <a:r>
              <a:rPr lang="en-US" sz="2200" dirty="0" err="1"/>
              <a:t>thỏa</a:t>
            </a:r>
            <a:r>
              <a:rPr lang="en-US" sz="2200" dirty="0"/>
              <a:t> </a:t>
            </a:r>
            <a:r>
              <a:rPr lang="en-US" sz="2200" dirty="0" err="1"/>
              <a:t>mãn</a:t>
            </a:r>
            <a:r>
              <a:rPr lang="en-US" sz="2200" dirty="0"/>
              <a:t> </a:t>
            </a:r>
            <a:r>
              <a:rPr lang="en-US" sz="2200" dirty="0" err="1"/>
              <a:t>nhu</a:t>
            </a:r>
            <a:r>
              <a:rPr lang="en-US" sz="2200" dirty="0"/>
              <a:t> </a:t>
            </a:r>
            <a:r>
              <a:rPr lang="en-US" sz="2200" dirty="0" err="1"/>
              <a:t>cầu</a:t>
            </a:r>
            <a:r>
              <a:rPr lang="en-US" sz="2200" dirty="0"/>
              <a:t> </a:t>
            </a:r>
            <a:r>
              <a:rPr lang="en-US" sz="2200" dirty="0" err="1"/>
              <a:t>hàng</a:t>
            </a:r>
            <a:r>
              <a:rPr lang="en-US" sz="2200" dirty="0"/>
              <a:t> </a:t>
            </a:r>
            <a:r>
              <a:rPr lang="en-US" sz="2200" dirty="0" err="1"/>
              <a:t>ngày</a:t>
            </a:r>
            <a:r>
              <a:rPr lang="en-US" sz="2200" dirty="0"/>
              <a:t> </a:t>
            </a:r>
            <a:r>
              <a:rPr lang="en-US" sz="2200" dirty="0" err="1"/>
              <a:t>của</a:t>
            </a:r>
            <a:r>
              <a:rPr lang="en-US" sz="2200" dirty="0"/>
              <a:t> </a:t>
            </a:r>
            <a:r>
              <a:rPr lang="en-US" sz="2200" dirty="0" err="1"/>
              <a:t>các</a:t>
            </a:r>
            <a:r>
              <a:rPr lang="en-US" sz="2200" dirty="0"/>
              <a:t> </a:t>
            </a:r>
            <a:r>
              <a:rPr lang="en-US" sz="2200" dirty="0" err="1"/>
              <a:t>thành</a:t>
            </a:r>
            <a:r>
              <a:rPr lang="en-US" sz="2200" dirty="0"/>
              <a:t> </a:t>
            </a:r>
            <a:r>
              <a:rPr lang="en-US" sz="2200" dirty="0" err="1"/>
              <a:t>viên</a:t>
            </a:r>
            <a:r>
              <a:rPr lang="en-US" sz="2200" dirty="0"/>
              <a:t> </a:t>
            </a:r>
            <a:r>
              <a:rPr lang="en-US" sz="2200" dirty="0" err="1"/>
              <a:t>trong</a:t>
            </a:r>
            <a:r>
              <a:rPr lang="en-US" sz="2200" dirty="0"/>
              <a:t> </a:t>
            </a:r>
            <a:r>
              <a:rPr lang="en-US" sz="2200" dirty="0" err="1"/>
              <a:t>xã</a:t>
            </a:r>
            <a:r>
              <a:rPr lang="en-US" sz="2200" dirty="0"/>
              <a:t> </a:t>
            </a:r>
            <a:r>
              <a:rPr lang="en-US" sz="2200" dirty="0" err="1"/>
              <a:t>hội</a:t>
            </a:r>
            <a:r>
              <a:rPr lang="en-US" sz="2200" dirty="0"/>
              <a:t>.</a:t>
            </a:r>
          </a:p>
          <a:p>
            <a:pPr>
              <a:buFont typeface="Wingdings" pitchFamily="2" charset="2"/>
              <a:buChar char="ü"/>
            </a:pPr>
            <a:r>
              <a:rPr lang="en-US" sz="2200" dirty="0"/>
              <a:t>Quan </a:t>
            </a:r>
            <a:r>
              <a:rPr lang="en-US" sz="2200" dirty="0" err="1"/>
              <a:t>hệ</a:t>
            </a:r>
            <a:r>
              <a:rPr lang="en-US" sz="2200" dirty="0"/>
              <a:t> </a:t>
            </a:r>
            <a:r>
              <a:rPr lang="en-US" sz="2200" dirty="0" err="1"/>
              <a:t>tài</a:t>
            </a:r>
            <a:r>
              <a:rPr lang="en-US" sz="2200" dirty="0"/>
              <a:t> </a:t>
            </a:r>
            <a:r>
              <a:rPr lang="en-US" sz="2200" dirty="0" err="1"/>
              <a:t>sản</a:t>
            </a:r>
            <a:r>
              <a:rPr lang="en-US" sz="2200" dirty="0"/>
              <a:t> </a:t>
            </a:r>
            <a:r>
              <a:rPr lang="en-US" sz="2200" dirty="0" err="1"/>
              <a:t>là</a:t>
            </a:r>
            <a:r>
              <a:rPr lang="en-US" sz="2200" dirty="0"/>
              <a:t> </a:t>
            </a:r>
            <a:r>
              <a:rPr lang="en-US" sz="2200" dirty="0" err="1"/>
              <a:t>quan</a:t>
            </a:r>
            <a:r>
              <a:rPr lang="en-US" sz="2200" dirty="0"/>
              <a:t> </a:t>
            </a:r>
            <a:r>
              <a:rPr lang="en-US" sz="2200" dirty="0" err="1"/>
              <a:t>hệ</a:t>
            </a:r>
            <a:r>
              <a:rPr lang="en-US" sz="2200" dirty="0"/>
              <a:t> </a:t>
            </a:r>
            <a:r>
              <a:rPr lang="en-US" sz="2200" dirty="0" err="1"/>
              <a:t>giữa</a:t>
            </a:r>
            <a:r>
              <a:rPr lang="en-US" sz="2200" dirty="0"/>
              <a:t> </a:t>
            </a:r>
            <a:r>
              <a:rPr lang="en-US" sz="2200" dirty="0" err="1"/>
              <a:t>người</a:t>
            </a:r>
            <a:r>
              <a:rPr lang="en-US" sz="2200" dirty="0"/>
              <a:t> </a:t>
            </a:r>
            <a:r>
              <a:rPr lang="en-US" sz="2200" dirty="0" err="1"/>
              <a:t>với</a:t>
            </a:r>
            <a:r>
              <a:rPr lang="en-US" sz="2200" dirty="0"/>
              <a:t> </a:t>
            </a:r>
            <a:r>
              <a:rPr lang="en-US" sz="2200" dirty="0" err="1"/>
              <a:t>người</a:t>
            </a:r>
            <a:r>
              <a:rPr lang="en-US" sz="2200" dirty="0"/>
              <a:t> </a:t>
            </a:r>
            <a:r>
              <a:rPr lang="en-US" sz="2200" dirty="0" err="1"/>
              <a:t>liên</a:t>
            </a:r>
            <a:r>
              <a:rPr lang="en-US" sz="2200" dirty="0"/>
              <a:t> </a:t>
            </a:r>
            <a:r>
              <a:rPr lang="en-US" sz="2200" dirty="0" err="1"/>
              <a:t>quan</a:t>
            </a:r>
            <a:r>
              <a:rPr lang="en-US" sz="2200" dirty="0"/>
              <a:t> </a:t>
            </a:r>
            <a:r>
              <a:rPr lang="en-US" sz="2200" dirty="0" err="1"/>
              <a:t>đến</a:t>
            </a:r>
            <a:r>
              <a:rPr lang="en-US" sz="2200" dirty="0"/>
              <a:t> </a:t>
            </a:r>
            <a:r>
              <a:rPr lang="en-US" sz="2200" dirty="0" err="1"/>
              <a:t>một</a:t>
            </a:r>
            <a:r>
              <a:rPr lang="en-US" sz="2200" dirty="0"/>
              <a:t> </a:t>
            </a:r>
            <a:r>
              <a:rPr lang="en-US" sz="2200" dirty="0" err="1"/>
              <a:t>tài</a:t>
            </a:r>
            <a:r>
              <a:rPr lang="en-US" sz="2200" dirty="0"/>
              <a:t> </a:t>
            </a:r>
            <a:r>
              <a:rPr lang="en-US" sz="2200" dirty="0" err="1"/>
              <a:t>sản</a:t>
            </a:r>
            <a:r>
              <a:rPr lang="en-US" sz="2200" dirty="0"/>
              <a:t> </a:t>
            </a:r>
            <a:r>
              <a:rPr lang="en-US" sz="2200" dirty="0" err="1"/>
              <a:t>nhất</a:t>
            </a:r>
            <a:r>
              <a:rPr lang="en-US" sz="2200" dirty="0"/>
              <a:t> </a:t>
            </a:r>
            <a:r>
              <a:rPr lang="en-US" sz="2200" dirty="0" err="1"/>
              <a:t>định</a:t>
            </a:r>
            <a:r>
              <a:rPr lang="en-US" sz="2200" dirty="0"/>
              <a:t>. </a:t>
            </a:r>
            <a:r>
              <a:rPr lang="en-US" sz="1400"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Tài</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sản</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là</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vật</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tiền</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giấy</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tờ</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có</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giá</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và</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quyền</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tài</a:t>
            </a:r>
            <a:r>
              <a:rPr lang="en-US" sz="1850" b="1" i="1" dirty="0">
                <a:solidFill>
                  <a:srgbClr val="000000"/>
                </a:solidFill>
                <a:latin typeface="Arial" panose="020B0604020202020204" pitchFamily="34" charset="0"/>
              </a:rPr>
              <a:t> </a:t>
            </a:r>
            <a:r>
              <a:rPr lang="en-US" sz="1850" b="1" i="1" dirty="0" err="1">
                <a:solidFill>
                  <a:srgbClr val="000000"/>
                </a:solidFill>
                <a:latin typeface="Arial" panose="020B0604020202020204" pitchFamily="34" charset="0"/>
              </a:rPr>
              <a:t>sản</a:t>
            </a:r>
            <a:r>
              <a:rPr lang="en-US" sz="1850" b="1" i="1" dirty="0">
                <a:solidFill>
                  <a:srgbClr val="000000"/>
                </a:solidFill>
                <a:latin typeface="Arial" panose="020B0604020202020204" pitchFamily="34" charset="0"/>
              </a:rPr>
              <a:t>.</a:t>
            </a:r>
            <a:endParaRPr lang="en-US" sz="1850" b="1" i="1" dirty="0"/>
          </a:p>
          <a:p>
            <a:pPr>
              <a:buFont typeface="Wingdings" pitchFamily="2" charset="2"/>
              <a:buChar char="ü"/>
            </a:pPr>
            <a:r>
              <a:rPr lang="en-US" sz="2200" dirty="0"/>
              <a:t>Quan </a:t>
            </a:r>
            <a:r>
              <a:rPr lang="en-US" sz="2200" dirty="0" err="1"/>
              <a:t>hệ</a:t>
            </a:r>
            <a:r>
              <a:rPr lang="en-US" sz="2200" dirty="0"/>
              <a:t> </a:t>
            </a:r>
            <a:r>
              <a:rPr lang="en-US" sz="2200" dirty="0" err="1"/>
              <a:t>nhân</a:t>
            </a:r>
            <a:r>
              <a:rPr lang="en-US" sz="2200" dirty="0"/>
              <a:t> </a:t>
            </a:r>
            <a:r>
              <a:rPr lang="en-US" sz="2200" dirty="0" err="1"/>
              <a:t>thân</a:t>
            </a:r>
            <a:r>
              <a:rPr lang="en-US" sz="2200" dirty="0"/>
              <a:t> </a:t>
            </a:r>
            <a:r>
              <a:rPr lang="en-US" sz="2200" dirty="0" err="1"/>
              <a:t>là</a:t>
            </a:r>
            <a:r>
              <a:rPr lang="en-US" sz="2200" dirty="0"/>
              <a:t> </a:t>
            </a:r>
            <a:r>
              <a:rPr lang="en-US" sz="2200" dirty="0" err="1"/>
              <a:t>quan</a:t>
            </a:r>
            <a:r>
              <a:rPr lang="en-US" sz="2200" dirty="0"/>
              <a:t> </a:t>
            </a:r>
            <a:r>
              <a:rPr lang="en-US" sz="2200" dirty="0" err="1"/>
              <a:t>hệ</a:t>
            </a:r>
            <a:r>
              <a:rPr lang="en-US" sz="2200" dirty="0"/>
              <a:t> </a:t>
            </a:r>
            <a:r>
              <a:rPr lang="en-US" sz="2200" dirty="0" err="1"/>
              <a:t>giữa</a:t>
            </a:r>
            <a:r>
              <a:rPr lang="en-US" sz="2200" dirty="0"/>
              <a:t> </a:t>
            </a:r>
            <a:r>
              <a:rPr lang="en-US" sz="2200" dirty="0" err="1"/>
              <a:t>người</a:t>
            </a:r>
            <a:r>
              <a:rPr lang="en-US" sz="2200" dirty="0"/>
              <a:t> </a:t>
            </a:r>
            <a:r>
              <a:rPr lang="en-US" sz="2200" dirty="0" err="1"/>
              <a:t>với</a:t>
            </a:r>
            <a:r>
              <a:rPr lang="en-US" sz="2200" dirty="0"/>
              <a:t> </a:t>
            </a:r>
            <a:r>
              <a:rPr lang="en-US" sz="2200" dirty="0" err="1"/>
              <a:t>người</a:t>
            </a:r>
            <a:r>
              <a:rPr lang="en-US" sz="2200" dirty="0"/>
              <a:t> </a:t>
            </a:r>
            <a:r>
              <a:rPr lang="en-US" sz="2200" dirty="0" err="1"/>
              <a:t>mà</a:t>
            </a:r>
            <a:r>
              <a:rPr lang="en-US" sz="2200" dirty="0"/>
              <a:t> </a:t>
            </a:r>
            <a:r>
              <a:rPr lang="en-US" sz="2200" dirty="0" err="1"/>
              <a:t>không</a:t>
            </a:r>
            <a:r>
              <a:rPr lang="en-US" sz="2200" dirty="0"/>
              <a:t> </a:t>
            </a:r>
            <a:r>
              <a:rPr lang="en-US" sz="2200" dirty="0" err="1"/>
              <a:t>liên</a:t>
            </a:r>
            <a:r>
              <a:rPr lang="en-US" sz="2200" dirty="0"/>
              <a:t> </a:t>
            </a:r>
            <a:r>
              <a:rPr lang="en-US" sz="2200" dirty="0" err="1"/>
              <a:t>quan</a:t>
            </a:r>
            <a:r>
              <a:rPr lang="en-US" sz="2200" dirty="0"/>
              <a:t> </a:t>
            </a:r>
            <a:r>
              <a:rPr lang="en-US" sz="2200" dirty="0" err="1"/>
              <a:t>tới</a:t>
            </a:r>
            <a:r>
              <a:rPr lang="en-US" sz="2200" dirty="0"/>
              <a:t> </a:t>
            </a:r>
            <a:r>
              <a:rPr lang="en-US" sz="2200" dirty="0" err="1"/>
              <a:t>tài</a:t>
            </a:r>
            <a:r>
              <a:rPr lang="en-US" sz="2200" dirty="0"/>
              <a:t> </a:t>
            </a:r>
            <a:r>
              <a:rPr lang="en-US" sz="2200" dirty="0" err="1"/>
              <a:t>sản</a:t>
            </a:r>
            <a:r>
              <a:rPr lang="en-US" sz="2200" dirty="0"/>
              <a:t>. </a:t>
            </a:r>
          </a:p>
          <a:p>
            <a:r>
              <a:rPr lang="en-US" sz="2200" b="1" dirty="0" err="1"/>
              <a:t>Phương</a:t>
            </a:r>
            <a:r>
              <a:rPr lang="en-US" sz="2200" b="1" dirty="0"/>
              <a:t> </a:t>
            </a:r>
            <a:r>
              <a:rPr lang="en-US" sz="2200" b="1" dirty="0" err="1"/>
              <a:t>pháp</a:t>
            </a:r>
            <a:r>
              <a:rPr lang="en-US" sz="2200" b="1" dirty="0"/>
              <a:t> </a:t>
            </a:r>
            <a:r>
              <a:rPr lang="en-US" sz="2200" b="1" dirty="0" err="1"/>
              <a:t>điều</a:t>
            </a:r>
            <a:r>
              <a:rPr lang="en-US" sz="2200" b="1" dirty="0"/>
              <a:t> </a:t>
            </a:r>
            <a:r>
              <a:rPr lang="en-US" sz="2200" b="1" dirty="0" err="1"/>
              <a:t>chỉnh</a:t>
            </a:r>
            <a:r>
              <a:rPr lang="en-US" sz="2200" b="1" dirty="0"/>
              <a:t> </a:t>
            </a:r>
            <a:r>
              <a:rPr lang="en-US" sz="2200" b="1" dirty="0" err="1"/>
              <a:t>của</a:t>
            </a:r>
            <a:r>
              <a:rPr lang="en-US" sz="2200" b="1" dirty="0"/>
              <a:t> </a:t>
            </a:r>
            <a:r>
              <a:rPr lang="en-US" sz="2200" b="1" dirty="0" err="1"/>
              <a:t>luật</a:t>
            </a:r>
            <a:r>
              <a:rPr lang="en-US" sz="2200" b="1" dirty="0"/>
              <a:t> </a:t>
            </a:r>
            <a:r>
              <a:rPr lang="en-US" sz="2200" b="1" dirty="0" err="1"/>
              <a:t>dân</a:t>
            </a:r>
            <a:r>
              <a:rPr lang="en-US" sz="2200" b="1" dirty="0"/>
              <a:t> </a:t>
            </a:r>
            <a:r>
              <a:rPr lang="en-US" sz="2200" b="1" dirty="0" err="1"/>
              <a:t>sự</a:t>
            </a:r>
            <a:r>
              <a:rPr lang="en-US" sz="2200" b="1" dirty="0"/>
              <a:t>: </a:t>
            </a:r>
            <a:r>
              <a:rPr lang="en-US" sz="2200" dirty="0" err="1"/>
              <a:t>Phương</a:t>
            </a:r>
            <a:r>
              <a:rPr lang="en-US" sz="2200" dirty="0"/>
              <a:t> </a:t>
            </a:r>
            <a:r>
              <a:rPr lang="en-US" sz="2200" dirty="0" err="1"/>
              <a:t>pháp</a:t>
            </a:r>
            <a:r>
              <a:rPr lang="en-US" sz="2200" dirty="0"/>
              <a:t> </a:t>
            </a:r>
            <a:r>
              <a:rPr lang="en-US" sz="2200" dirty="0" err="1"/>
              <a:t>tự</a:t>
            </a:r>
            <a:r>
              <a:rPr lang="en-US" sz="2200" dirty="0"/>
              <a:t> </a:t>
            </a:r>
            <a:r>
              <a:rPr lang="en-US" sz="2200" dirty="0" err="1"/>
              <a:t>nguyện</a:t>
            </a:r>
            <a:r>
              <a:rPr lang="en-US" sz="2200" dirty="0"/>
              <a:t>- </a:t>
            </a:r>
            <a:r>
              <a:rPr lang="en-US" sz="2200" dirty="0" err="1"/>
              <a:t>thuận</a:t>
            </a:r>
            <a:r>
              <a:rPr lang="en-US" sz="2200" dirty="0"/>
              <a:t> </a:t>
            </a:r>
            <a:r>
              <a:rPr lang="en-US" sz="2200" dirty="0" err="1"/>
              <a:t>giữ</a:t>
            </a:r>
            <a:r>
              <a:rPr lang="en-US" sz="2200" dirty="0"/>
              <a:t> </a:t>
            </a:r>
            <a:r>
              <a:rPr lang="en-US" sz="2200" dirty="0" err="1"/>
              <a:t>các</a:t>
            </a:r>
            <a:r>
              <a:rPr lang="en-US" sz="2200" dirty="0"/>
              <a:t> </a:t>
            </a:r>
            <a:r>
              <a:rPr lang="en-US" sz="2200" dirty="0" err="1"/>
              <a:t>chủ</a:t>
            </a:r>
            <a:r>
              <a:rPr lang="en-US" sz="2200" dirty="0"/>
              <a:t> </a:t>
            </a:r>
            <a:r>
              <a:rPr lang="en-US" sz="2200" dirty="0" err="1"/>
              <a:t>thể</a:t>
            </a:r>
            <a:r>
              <a:rPr lang="en-US" sz="2200" dirty="0"/>
              <a:t>.</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Chủ thể của quan hệ pháp luật dân sự</a:t>
            </a:r>
          </a:p>
        </p:txBody>
      </p:sp>
      <p:graphicFrame>
        <p:nvGraphicFramePr>
          <p:cNvPr id="6" name="Content Placeholder 5"/>
          <p:cNvGraphicFramePr>
            <a:graphicFrameLocks noGrp="1"/>
          </p:cNvGraphicFramePr>
          <p:nvPr>
            <p:ph idx="1"/>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quyền dân sự cơ bản</a:t>
            </a:r>
          </a:p>
        </p:txBody>
      </p:sp>
      <p:graphicFrame>
        <p:nvGraphicFramePr>
          <p:cNvPr id="7" name="Content Placeholder 6"/>
          <p:cNvGraphicFramePr>
            <a:graphicFrameLocks noGrp="1"/>
          </p:cNvGraphicFramePr>
          <p:nvPr>
            <p:ph idx="1"/>
          </p:nvPr>
        </p:nvGraphicFramePr>
        <p:xfrm>
          <a:off x="1981200" y="1600200"/>
          <a:ext cx="82296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2920" y="141606"/>
            <a:ext cx="8458200" cy="1628775"/>
          </a:xfrm>
        </p:spPr>
        <p:txBody>
          <a:bodyPr>
            <a:normAutofit/>
          </a:bodyPr>
          <a:lstStyle/>
          <a:p>
            <a:pPr algn="just"/>
            <a:r>
              <a:rPr lang="en-US" dirty="0" err="1"/>
              <a:t>Quyền</a:t>
            </a:r>
            <a:r>
              <a:rPr lang="en-US" dirty="0"/>
              <a:t> </a:t>
            </a:r>
            <a:r>
              <a:rPr lang="en-US" dirty="0" err="1"/>
              <a:t>sở</a:t>
            </a:r>
            <a:r>
              <a:rPr lang="en-US" dirty="0"/>
              <a:t> </a:t>
            </a:r>
            <a:r>
              <a:rPr lang="en-US" dirty="0" err="1"/>
              <a:t>hữu</a:t>
            </a:r>
            <a:r>
              <a:rPr lang="en-US" dirty="0"/>
              <a:t>: </a:t>
            </a:r>
            <a:r>
              <a:rPr lang="en-US" sz="2700" dirty="0" err="1">
                <a:solidFill>
                  <a:srgbClr val="000000"/>
                </a:solidFill>
                <a:latin typeface="Arial" panose="020B0604020202020204" pitchFamily="34" charset="0"/>
              </a:rPr>
              <a:t>Quyền</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sở</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hữu</a:t>
            </a:r>
            <a:r>
              <a:rPr lang="en-US" sz="2700" dirty="0">
                <a:solidFill>
                  <a:srgbClr val="000000"/>
                </a:solidFill>
                <a:latin typeface="Arial" panose="020B0604020202020204" pitchFamily="34" charset="0"/>
              </a:rPr>
              <a:t> bao </a:t>
            </a:r>
            <a:r>
              <a:rPr lang="en-US" sz="2700" dirty="0" err="1">
                <a:solidFill>
                  <a:srgbClr val="000000"/>
                </a:solidFill>
                <a:latin typeface="Arial" panose="020B0604020202020204" pitchFamily="34" charset="0"/>
              </a:rPr>
              <a:t>gồm</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quyền</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chiếm</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hữu</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quyền</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sử</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dụng</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và</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quyền</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định</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đoạt</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tài</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sản</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của</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chủ</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sở</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hữu</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theo</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quy</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định</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của</a:t>
            </a:r>
            <a:r>
              <a:rPr lang="en-US" sz="2700" dirty="0">
                <a:solidFill>
                  <a:srgbClr val="000000"/>
                </a:solidFill>
                <a:latin typeface="Arial" panose="020B0604020202020204" pitchFamily="34" charset="0"/>
              </a:rPr>
              <a:t> </a:t>
            </a:r>
            <a:r>
              <a:rPr lang="en-US" sz="2700" dirty="0" err="1">
                <a:solidFill>
                  <a:srgbClr val="000000"/>
                </a:solidFill>
                <a:latin typeface="Arial" panose="020B0604020202020204" pitchFamily="34" charset="0"/>
              </a:rPr>
              <a:t>luật</a:t>
            </a:r>
            <a:r>
              <a:rPr lang="en-US" sz="2700" dirty="0">
                <a:solidFill>
                  <a:srgbClr val="000000"/>
                </a:solidFill>
                <a:latin typeface="Arial" panose="020B0604020202020204" pitchFamily="34" charset="0"/>
              </a:rPr>
              <a:t>.</a:t>
            </a:r>
            <a:endParaRPr lang="en-US" sz="2700" dirty="0"/>
          </a:p>
        </p:txBody>
      </p:sp>
      <p:graphicFrame>
        <p:nvGraphicFramePr>
          <p:cNvPr id="6" name="Content Placeholder 5"/>
          <p:cNvGraphicFramePr>
            <a:graphicFrameLocks noGrp="1"/>
          </p:cNvGraphicFramePr>
          <p:nvPr>
            <p:ph idx="1"/>
          </p:nvPr>
        </p:nvGraphicFramePr>
        <p:xfrm>
          <a:off x="1752600" y="1903412"/>
          <a:ext cx="8686800" cy="4452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6</a:t>
            </a:fld>
            <a:endParaRPr lang="en-US"/>
          </a:p>
        </p:txBody>
      </p:sp>
      <p:sp>
        <p:nvSpPr>
          <p:cNvPr id="8" name="Oval 7"/>
          <p:cNvSpPr/>
          <p:nvPr/>
        </p:nvSpPr>
        <p:spPr>
          <a:xfrm>
            <a:off x="7315200" y="2133600"/>
            <a:ext cx="2819400" cy="3581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err="1"/>
              <a:t>Chủ</a:t>
            </a:r>
            <a:r>
              <a:rPr lang="en-US" sz="2400" dirty="0"/>
              <a:t> </a:t>
            </a:r>
            <a:r>
              <a:rPr lang="en-US" sz="2400" dirty="0" err="1"/>
              <a:t>sở</a:t>
            </a:r>
            <a:r>
              <a:rPr lang="en-US" sz="2400" dirty="0"/>
              <a:t> </a:t>
            </a:r>
            <a:r>
              <a:rPr lang="en-US" sz="2400" dirty="0" err="1"/>
              <a:t>hữu</a:t>
            </a:r>
            <a:r>
              <a:rPr lang="en-US" sz="2400" dirty="0"/>
              <a:t> </a:t>
            </a:r>
            <a:r>
              <a:rPr lang="en-US" sz="2400" dirty="0" err="1"/>
              <a:t>phải</a:t>
            </a:r>
            <a:r>
              <a:rPr lang="en-US" sz="2400" dirty="0"/>
              <a:t> </a:t>
            </a:r>
            <a:r>
              <a:rPr lang="en-US" sz="2400" dirty="0" err="1"/>
              <a:t>chịu</a:t>
            </a:r>
            <a:r>
              <a:rPr lang="en-US" sz="2400" dirty="0"/>
              <a:t> </a:t>
            </a:r>
            <a:r>
              <a:rPr lang="en-US" sz="2400" dirty="0" err="1"/>
              <a:t>rủi</a:t>
            </a:r>
            <a:r>
              <a:rPr lang="en-US" sz="2400" dirty="0"/>
              <a:t> </a:t>
            </a:r>
            <a:r>
              <a:rPr lang="en-US" sz="2400" dirty="0" err="1"/>
              <a:t>ro</a:t>
            </a:r>
            <a:r>
              <a:rPr lang="en-US" sz="2400" dirty="0"/>
              <a:t> </a:t>
            </a:r>
            <a:r>
              <a:rPr lang="en-US" sz="2400" dirty="0" err="1"/>
              <a:t>khi</a:t>
            </a:r>
            <a:r>
              <a:rPr lang="en-US" sz="2400" dirty="0"/>
              <a:t> </a:t>
            </a:r>
            <a:r>
              <a:rPr lang="en-US" sz="2400" dirty="0" err="1"/>
              <a:t>tài</a:t>
            </a:r>
            <a:r>
              <a:rPr lang="en-US" sz="2400" dirty="0"/>
              <a:t> </a:t>
            </a:r>
            <a:r>
              <a:rPr lang="en-US" sz="2400" dirty="0" err="1"/>
              <a:t>sản</a:t>
            </a:r>
            <a:r>
              <a:rPr lang="en-US" sz="2400" dirty="0"/>
              <a:t> </a:t>
            </a:r>
            <a:r>
              <a:rPr lang="en-US" sz="2400" dirty="0" err="1"/>
              <a:t>bị</a:t>
            </a:r>
            <a:r>
              <a:rPr lang="en-US" sz="2400" dirty="0"/>
              <a:t> </a:t>
            </a:r>
            <a:r>
              <a:rPr lang="en-US" sz="2400" dirty="0" err="1"/>
              <a:t>tiêu</a:t>
            </a:r>
            <a:r>
              <a:rPr lang="en-US" sz="2400" dirty="0"/>
              <a:t> </a:t>
            </a:r>
            <a:r>
              <a:rPr lang="en-US" sz="2400" dirty="0" err="1"/>
              <a:t>hủy</a:t>
            </a:r>
            <a:r>
              <a:rPr lang="en-US" sz="2400" dirty="0"/>
              <a:t> </a:t>
            </a:r>
            <a:r>
              <a:rPr lang="en-US" sz="2400" dirty="0" err="1"/>
              <a:t>hoặc</a:t>
            </a:r>
            <a:r>
              <a:rPr lang="en-US" sz="2400" dirty="0"/>
              <a:t> </a:t>
            </a:r>
            <a:r>
              <a:rPr lang="en-US" sz="2400" dirty="0" err="1"/>
              <a:t>bị</a:t>
            </a:r>
            <a:r>
              <a:rPr lang="en-US" sz="2400" dirty="0"/>
              <a:t> </a:t>
            </a:r>
            <a:r>
              <a:rPr lang="en-US" sz="2400" dirty="0" err="1"/>
              <a:t>hư</a:t>
            </a:r>
            <a:r>
              <a:rPr lang="en-US" sz="2400" dirty="0"/>
              <a:t> </a:t>
            </a:r>
            <a:r>
              <a:rPr lang="en-US" sz="2400" dirty="0" err="1"/>
              <a:t>hỏng</a:t>
            </a:r>
            <a:r>
              <a:rPr lang="en-US" sz="2400" dirty="0"/>
              <a:t> do </a:t>
            </a:r>
            <a:r>
              <a:rPr lang="en-US" sz="2400" dirty="0" err="1"/>
              <a:t>sự</a:t>
            </a:r>
            <a:r>
              <a:rPr lang="en-US" sz="2400" dirty="0"/>
              <a:t> </a:t>
            </a:r>
            <a:r>
              <a:rPr lang="en-US" sz="2400" dirty="0" err="1"/>
              <a:t>kiện</a:t>
            </a:r>
            <a:r>
              <a:rPr lang="en-US" sz="2400" dirty="0"/>
              <a:t> </a:t>
            </a:r>
            <a:r>
              <a:rPr lang="en-US" sz="2400" dirty="0" err="1"/>
              <a:t>bất</a:t>
            </a:r>
            <a:r>
              <a:rPr lang="en-US" sz="2400" dirty="0"/>
              <a:t> </a:t>
            </a:r>
            <a:r>
              <a:rPr lang="en-US" sz="2400" dirty="0" err="1"/>
              <a:t>khả</a:t>
            </a:r>
            <a:r>
              <a:rPr lang="en-US" sz="2400" dirty="0"/>
              <a:t> </a:t>
            </a:r>
            <a:r>
              <a:rPr lang="en-US" sz="2400" dirty="0" err="1"/>
              <a:t>kháng</a:t>
            </a:r>
            <a:endParaRPr 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697DFD-0ECD-4A6B-A046-EBA6B4A230BF}"/>
              </a:ext>
            </a:extLst>
          </p:cNvPr>
          <p:cNvSpPr>
            <a:spLocks noGrp="1"/>
          </p:cNvSpPr>
          <p:nvPr>
            <p:ph type="title"/>
          </p:nvPr>
        </p:nvSpPr>
        <p:spPr/>
        <p:txBody>
          <a:bodyPr/>
          <a:lstStyle/>
          <a:p>
            <a:r>
              <a:rPr lang="en-US" dirty="0" err="1"/>
              <a:t>Quyền</a:t>
            </a:r>
            <a:r>
              <a:rPr lang="en-US" dirty="0"/>
              <a:t> </a:t>
            </a:r>
            <a:r>
              <a:rPr lang="en-US" dirty="0" err="1"/>
              <a:t>chiếm</a:t>
            </a:r>
            <a:r>
              <a:rPr lang="en-US" dirty="0"/>
              <a:t> </a:t>
            </a:r>
            <a:r>
              <a:rPr lang="en-US" dirty="0" err="1"/>
              <a:t>hữu</a:t>
            </a:r>
            <a:r>
              <a:rPr lang="en-US" dirty="0"/>
              <a:t> </a:t>
            </a:r>
          </a:p>
        </p:txBody>
      </p:sp>
      <p:graphicFrame>
        <p:nvGraphicFramePr>
          <p:cNvPr id="6" name="Content Placeholder 5">
            <a:extLst>
              <a:ext uri="{FF2B5EF4-FFF2-40B4-BE49-F238E27FC236}">
                <a16:creationId xmlns="" xmlns:a16="http://schemas.microsoft.com/office/drawing/2014/main" id="{5B317AA9-F32B-4A94-8773-B2A3F555580E}"/>
              </a:ext>
            </a:extLst>
          </p:cNvPr>
          <p:cNvGraphicFramePr>
            <a:graphicFrameLocks noGrp="1"/>
          </p:cNvGraphicFramePr>
          <p:nvPr>
            <p:ph idx="1"/>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 xmlns:a16="http://schemas.microsoft.com/office/drawing/2014/main" id="{6C0F4423-2BB1-4CCE-BF80-6ED580368BA6}"/>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565FFF8C-467E-4781-9F33-950FA250291B}"/>
              </a:ext>
            </a:extLst>
          </p:cNvPr>
          <p:cNvSpPr>
            <a:spLocks noGrp="1"/>
          </p:cNvSpPr>
          <p:nvPr>
            <p:ph type="sldNum" sz="quarter" idx="12"/>
          </p:nvPr>
        </p:nvSpPr>
        <p:spPr/>
        <p:txBody>
          <a:bodyPr/>
          <a:lstStyle/>
          <a:p>
            <a:fld id="{F6AE7EA5-B71B-4031-9678-D796BB0CCF77}" type="slidenum">
              <a:rPr lang="en-US" smtClean="0"/>
              <a:pPr/>
              <a:t>7</a:t>
            </a:fld>
            <a:endParaRPr lang="en-US"/>
          </a:p>
        </p:txBody>
      </p:sp>
    </p:spTree>
    <p:extLst>
      <p:ext uri="{BB962C8B-B14F-4D97-AF65-F5344CB8AC3E}">
        <p14:creationId xmlns="" xmlns:p14="http://schemas.microsoft.com/office/powerpoint/2010/main" val="13779434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D7B551-A0B2-43ED-A34D-D6F7902E9241}"/>
              </a:ext>
            </a:extLst>
          </p:cNvPr>
          <p:cNvSpPr>
            <a:spLocks noGrp="1"/>
          </p:cNvSpPr>
          <p:nvPr>
            <p:ph type="title"/>
          </p:nvPr>
        </p:nvSpPr>
        <p:spPr>
          <a:xfrm>
            <a:off x="1981200" y="274638"/>
            <a:ext cx="8229600" cy="639762"/>
          </a:xfrm>
        </p:spPr>
        <p:txBody>
          <a:bodyPr>
            <a:noAutofit/>
          </a:bodyPr>
          <a:lstStyle/>
          <a:p>
            <a:r>
              <a:rPr lang="en-US" sz="5000" dirty="0" err="1"/>
              <a:t>Quyền</a:t>
            </a:r>
            <a:r>
              <a:rPr lang="en-US" sz="5000" dirty="0"/>
              <a:t> </a:t>
            </a:r>
            <a:r>
              <a:rPr lang="en-US" sz="5000" dirty="0" err="1"/>
              <a:t>sử</a:t>
            </a:r>
            <a:r>
              <a:rPr lang="en-US" sz="5000" dirty="0"/>
              <a:t> </a:t>
            </a:r>
            <a:r>
              <a:rPr lang="en-US" sz="5000" dirty="0" err="1"/>
              <a:t>dụng</a:t>
            </a:r>
            <a:r>
              <a:rPr lang="en-US" sz="5000" dirty="0"/>
              <a:t> </a:t>
            </a:r>
          </a:p>
        </p:txBody>
      </p:sp>
      <p:sp>
        <p:nvSpPr>
          <p:cNvPr id="3" name="Content Placeholder 2">
            <a:extLst>
              <a:ext uri="{FF2B5EF4-FFF2-40B4-BE49-F238E27FC236}">
                <a16:creationId xmlns="" xmlns:a16="http://schemas.microsoft.com/office/drawing/2014/main" id="{3A07BBBA-9928-4F34-AAE2-8D8EA257D785}"/>
              </a:ext>
            </a:extLst>
          </p:cNvPr>
          <p:cNvSpPr>
            <a:spLocks noGrp="1"/>
          </p:cNvSpPr>
          <p:nvPr>
            <p:ph idx="1"/>
          </p:nvPr>
        </p:nvSpPr>
        <p:spPr>
          <a:xfrm>
            <a:off x="1981200" y="1219201"/>
            <a:ext cx="8229600" cy="4906963"/>
          </a:xfrm>
        </p:spPr>
        <p:txBody>
          <a:bodyPr>
            <a:normAutofit fontScale="92500" lnSpcReduction="20000"/>
          </a:bodyPr>
          <a:lstStyle/>
          <a:p>
            <a:pPr>
              <a:spcBef>
                <a:spcPts val="600"/>
              </a:spcBef>
              <a:spcAft>
                <a:spcPts val="600"/>
              </a:spcAft>
            </a:pPr>
            <a:r>
              <a:rPr lang="vi-VN" b="0" i="0" dirty="0">
                <a:solidFill>
                  <a:srgbClr val="000000"/>
                </a:solidFill>
                <a:effectLst/>
                <a:latin typeface="Arial" panose="020B0604020202020204" pitchFamily="34" charset="0"/>
              </a:rPr>
              <a:t>Quyền sử dụng là quyền khai thác công dụng, hưởng hoa lợi, lợi tức từ tài sản.</a:t>
            </a:r>
          </a:p>
          <a:p>
            <a:pPr>
              <a:spcBef>
                <a:spcPts val="600"/>
              </a:spcBef>
              <a:spcAft>
                <a:spcPts val="600"/>
              </a:spcAft>
            </a:pPr>
            <a:r>
              <a:rPr lang="vi-VN" b="0" i="0" dirty="0">
                <a:solidFill>
                  <a:srgbClr val="000000"/>
                </a:solidFill>
                <a:effectLst/>
                <a:latin typeface="Arial" panose="020B0604020202020204" pitchFamily="34" charset="0"/>
              </a:rPr>
              <a:t>Quyền sử dụng có thể được chuyển giao cho người khác theo thỏa thuận hoặc theo quy định của pháp luật.</a:t>
            </a:r>
          </a:p>
          <a:p>
            <a:pPr>
              <a:spcBef>
                <a:spcPts val="600"/>
              </a:spcBef>
              <a:spcAft>
                <a:spcPts val="600"/>
              </a:spcAft>
              <a:buFont typeface="Wingdings" panose="05000000000000000000" pitchFamily="2" charset="2"/>
              <a:buChar char="ü"/>
            </a:pPr>
            <a:r>
              <a:rPr lang="vi-VN" b="1" i="0" u="none" strike="noStrike" dirty="0">
                <a:solidFill>
                  <a:srgbClr val="000000"/>
                </a:solidFill>
                <a:effectLst/>
                <a:latin typeface="Arial" panose="020B0604020202020204" pitchFamily="34" charset="0"/>
              </a:rPr>
              <a:t>Quyền sử dụng của chủ sở hữu</a:t>
            </a:r>
            <a:r>
              <a:rPr lang="en-US" b="1" i="0" u="none" strike="noStrike" dirty="0">
                <a:solidFill>
                  <a:srgbClr val="000000"/>
                </a:solidFill>
                <a:effectLst/>
                <a:latin typeface="Arial" panose="020B0604020202020204" pitchFamily="34" charset="0"/>
              </a:rPr>
              <a:t>:</a:t>
            </a:r>
            <a:r>
              <a:rPr lang="vi-VN" b="0" i="0" dirty="0">
                <a:solidFill>
                  <a:srgbClr val="000000"/>
                </a:solidFill>
                <a:effectLst/>
                <a:latin typeface="Arial" panose="020B0604020202020204" pitchFamily="34" charset="0"/>
              </a:rPr>
              <a:t>Chủ sở hữu được sử dụng tài sản theo ý chí của mình nhưng không được gây thiệt hại hoặc làm ảnh hưởng đến lợi ích quốc gia, dân tộc, lợi ích công cộng, quyền và lợi ích hợp pháp của người khác.</a:t>
            </a:r>
            <a:endParaRPr lang="en-US" b="0" i="0" dirty="0">
              <a:solidFill>
                <a:srgbClr val="000000"/>
              </a:solidFill>
              <a:effectLst/>
              <a:latin typeface="Arial" panose="020B0604020202020204" pitchFamily="34" charset="0"/>
            </a:endParaRPr>
          </a:p>
          <a:p>
            <a:pPr>
              <a:spcBef>
                <a:spcPts val="600"/>
              </a:spcBef>
              <a:spcAft>
                <a:spcPts val="600"/>
              </a:spcAft>
              <a:buFont typeface="Wingdings" panose="05000000000000000000" pitchFamily="2" charset="2"/>
              <a:buChar char="ü"/>
            </a:pPr>
            <a:r>
              <a:rPr lang="vi-VN" b="1" i="0" u="none" strike="noStrike" dirty="0">
                <a:solidFill>
                  <a:srgbClr val="000000"/>
                </a:solidFill>
                <a:effectLst/>
                <a:latin typeface="Arial" panose="020B0604020202020204" pitchFamily="34" charset="0"/>
              </a:rPr>
              <a:t>Quyền sử dụng của người không phải là chủ sở hữu</a:t>
            </a:r>
            <a:r>
              <a:rPr lang="en-US" b="1" i="0" u="none" strike="noStrike" dirty="0">
                <a:solidFill>
                  <a:srgbClr val="000000"/>
                </a:solidFill>
                <a:effectLst/>
                <a:latin typeface="Arial" panose="020B0604020202020204" pitchFamily="34" charset="0"/>
              </a:rPr>
              <a:t>: </a:t>
            </a:r>
            <a:r>
              <a:rPr lang="vi-VN" b="0" i="0" dirty="0">
                <a:solidFill>
                  <a:srgbClr val="000000"/>
                </a:solidFill>
                <a:effectLst/>
                <a:latin typeface="Arial" panose="020B0604020202020204" pitchFamily="34" charset="0"/>
              </a:rPr>
              <a:t>Người không phải là chủ sở hữu được sử dụng tài sản theo thỏa thuận với chủ sở hữu hoặc theo quy định của pháp luật.</a:t>
            </a:r>
          </a:p>
          <a:p>
            <a:pPr>
              <a:spcBef>
                <a:spcPts val="600"/>
              </a:spcBef>
              <a:spcAft>
                <a:spcPts val="600"/>
              </a:spcAft>
              <a:buFont typeface="Wingdings" panose="05000000000000000000" pitchFamily="2" charset="2"/>
              <a:buChar char="ü"/>
            </a:pPr>
            <a:endParaRPr lang="en-US" b="0" i="0" dirty="0">
              <a:solidFill>
                <a:srgbClr val="000000"/>
              </a:solidFill>
              <a:effectLst/>
              <a:latin typeface="Arial" panose="020B0604020202020204" pitchFamily="34" charset="0"/>
            </a:endParaRPr>
          </a:p>
          <a:p>
            <a:pPr>
              <a:spcBef>
                <a:spcPts val="600"/>
              </a:spcBef>
              <a:spcAft>
                <a:spcPts val="600"/>
              </a:spcAft>
              <a:buFont typeface="Wingdings" panose="05000000000000000000" pitchFamily="2" charset="2"/>
              <a:buChar char="ü"/>
            </a:pPr>
            <a:endParaRPr lang="vi-VN" b="0" i="0" dirty="0">
              <a:solidFill>
                <a:srgbClr val="000000"/>
              </a:solidFill>
              <a:effectLst/>
              <a:latin typeface="Arial" panose="020B0604020202020204" pitchFamily="34" charset="0"/>
            </a:endParaRPr>
          </a:p>
          <a:p>
            <a:pPr>
              <a:buFont typeface="Wingdings" panose="05000000000000000000" pitchFamily="2" charset="2"/>
              <a:buChar char="ü"/>
            </a:pPr>
            <a:endParaRPr lang="en-US" dirty="0"/>
          </a:p>
        </p:txBody>
      </p:sp>
      <p:sp>
        <p:nvSpPr>
          <p:cNvPr id="4" name="Footer Placeholder 3">
            <a:extLst>
              <a:ext uri="{FF2B5EF4-FFF2-40B4-BE49-F238E27FC236}">
                <a16:creationId xmlns="" xmlns:a16="http://schemas.microsoft.com/office/drawing/2014/main" id="{A7ADE843-D2A8-4454-B024-9606E431325A}"/>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2B51A116-019F-411D-9228-F73B89D1686B}"/>
              </a:ext>
            </a:extLst>
          </p:cNvPr>
          <p:cNvSpPr>
            <a:spLocks noGrp="1"/>
          </p:cNvSpPr>
          <p:nvPr>
            <p:ph type="sldNum" sz="quarter" idx="12"/>
          </p:nvPr>
        </p:nvSpPr>
        <p:spPr/>
        <p:txBody>
          <a:bodyPr/>
          <a:lstStyle/>
          <a:p>
            <a:fld id="{F6AE7EA5-B71B-4031-9678-D796BB0CCF77}" type="slidenum">
              <a:rPr lang="en-US" smtClean="0"/>
              <a:pPr/>
              <a:t>8</a:t>
            </a:fld>
            <a:endParaRPr lang="en-US"/>
          </a:p>
        </p:txBody>
      </p:sp>
    </p:spTree>
    <p:extLst>
      <p:ext uri="{BB962C8B-B14F-4D97-AF65-F5344CB8AC3E}">
        <p14:creationId xmlns="" xmlns:p14="http://schemas.microsoft.com/office/powerpoint/2010/main" val="35549500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B23207-3145-4424-9B12-0D105DA384E9}"/>
              </a:ext>
            </a:extLst>
          </p:cNvPr>
          <p:cNvSpPr>
            <a:spLocks noGrp="1"/>
          </p:cNvSpPr>
          <p:nvPr>
            <p:ph type="title"/>
          </p:nvPr>
        </p:nvSpPr>
        <p:spPr/>
        <p:txBody>
          <a:bodyPr/>
          <a:lstStyle/>
          <a:p>
            <a:r>
              <a:rPr lang="en-US" dirty="0" err="1"/>
              <a:t>Quyền</a:t>
            </a:r>
            <a:r>
              <a:rPr lang="en-US" dirty="0"/>
              <a:t> </a:t>
            </a:r>
            <a:r>
              <a:rPr lang="en-US" dirty="0" err="1"/>
              <a:t>định</a:t>
            </a:r>
            <a:r>
              <a:rPr lang="en-US" dirty="0"/>
              <a:t> </a:t>
            </a:r>
            <a:r>
              <a:rPr lang="en-US" dirty="0" err="1"/>
              <a:t>đoạt</a:t>
            </a:r>
            <a:endParaRPr lang="en-US" dirty="0"/>
          </a:p>
        </p:txBody>
      </p:sp>
      <p:sp>
        <p:nvSpPr>
          <p:cNvPr id="3" name="Content Placeholder 2">
            <a:extLst>
              <a:ext uri="{FF2B5EF4-FFF2-40B4-BE49-F238E27FC236}">
                <a16:creationId xmlns="" xmlns:a16="http://schemas.microsoft.com/office/drawing/2014/main" id="{71FFD667-F1BF-4D90-A824-81F5ADAE97A0}"/>
              </a:ext>
            </a:extLst>
          </p:cNvPr>
          <p:cNvSpPr>
            <a:spLocks noGrp="1"/>
          </p:cNvSpPr>
          <p:nvPr>
            <p:ph idx="1"/>
          </p:nvPr>
        </p:nvSpPr>
        <p:spPr>
          <a:xfrm>
            <a:off x="1981200" y="1295401"/>
            <a:ext cx="8229600" cy="4830763"/>
          </a:xfrm>
        </p:spPr>
        <p:txBody>
          <a:bodyPr>
            <a:normAutofit lnSpcReduction="10000"/>
          </a:bodyPr>
          <a:lstStyle/>
          <a:p>
            <a:pPr>
              <a:spcBef>
                <a:spcPts val="600"/>
              </a:spcBef>
              <a:spcAft>
                <a:spcPts val="600"/>
              </a:spcAft>
            </a:pPr>
            <a:r>
              <a:rPr lang="en-US" b="1" i="0" u="none" strike="noStrike" dirty="0" err="1">
                <a:solidFill>
                  <a:srgbClr val="000000"/>
                </a:solidFill>
                <a:effectLst/>
                <a:latin typeface="Arial" panose="020B0604020202020204" pitchFamily="34" charset="0"/>
              </a:rPr>
              <a:t>Quyền</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định</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đoạt</a:t>
            </a:r>
            <a:r>
              <a:rPr lang="en-US" b="1" i="0" u="none" strike="noStrike"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Quyền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định</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đoạt</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là</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quyền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chuyển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giao</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quyền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sở</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hữu</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tài</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sản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từ</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bỏ</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quyền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sở</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hữu</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tiêu</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dùng</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hoặc</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tiêu</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hủy</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tài</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sản</a:t>
            </a:r>
            <a:r>
              <a:rPr lang="en-US" b="0" i="0" dirty="0">
                <a:solidFill>
                  <a:srgbClr val="000000"/>
                </a:solidFill>
                <a:effectLst/>
                <a:latin typeface="Arial" panose="020B0604020202020204" pitchFamily="34" charset="0"/>
              </a:rPr>
              <a:t>. </a:t>
            </a:r>
          </a:p>
          <a:p>
            <a:pPr>
              <a:spcBef>
                <a:spcPts val="600"/>
              </a:spcBef>
              <a:spcAft>
                <a:spcPts val="600"/>
              </a:spcAft>
            </a:pPr>
            <a:r>
              <a:rPr lang="en-US" dirty="0" err="1">
                <a:solidFill>
                  <a:srgbClr val="000000"/>
                </a:solidFill>
                <a:latin typeface="Arial" panose="020B0604020202020204" pitchFamily="34" charset="0"/>
              </a:rPr>
              <a:t>Quyền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định</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đoạt</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thuộc</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về</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chủ</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sở</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hữu</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hoặc</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người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được</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chủ</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sở</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hữu</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ủy</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quyền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Đây</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là</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quyền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năng</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quan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trọng</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nhất</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của</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quyền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sở</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hữu</a:t>
            </a:r>
            <a:r>
              <a:rPr lang="en-US" dirty="0">
                <a:solidFill>
                  <a:srgbClr val="000000"/>
                </a:solidFill>
                <a:latin typeface="Arial" panose="020B0604020202020204" pitchFamily="34" charset="0"/>
              </a:rPr>
              <a:t>.</a:t>
            </a:r>
          </a:p>
          <a:p>
            <a:pPr>
              <a:spcBef>
                <a:spcPts val="600"/>
              </a:spcBef>
              <a:spcAft>
                <a:spcPts val="600"/>
              </a:spcAft>
            </a:pPr>
            <a:r>
              <a:rPr lang="en-US" b="1" dirty="0" err="1">
                <a:solidFill>
                  <a:srgbClr val="000000"/>
                </a:solidFill>
                <a:latin typeface="Arial" panose="020B0604020202020204" pitchFamily="34" charset="0"/>
              </a:rPr>
              <a:t>Rủi</a:t>
            </a:r>
            <a:r>
              <a:rPr lang="en-US" b="1" dirty="0">
                <a:solidFill>
                  <a:srgbClr val="000000"/>
                </a:solidFill>
                <a:latin typeface="Arial" panose="020B0604020202020204" pitchFamily="34" charset="0"/>
              </a:rPr>
              <a:t> </a:t>
            </a:r>
            <a:r>
              <a:rPr lang="en-US" b="1" dirty="0" err="1">
                <a:solidFill>
                  <a:srgbClr val="000000"/>
                </a:solidFill>
                <a:latin typeface="Arial" panose="020B0604020202020204" pitchFamily="34" charset="0"/>
              </a:rPr>
              <a:t>ro</a:t>
            </a:r>
            <a:r>
              <a:rPr lang="en-US" b="1" dirty="0">
                <a:solidFill>
                  <a:srgbClr val="000000"/>
                </a:solidFill>
                <a:latin typeface="Arial" panose="020B0604020202020204" pitchFamily="34" charset="0"/>
              </a:rPr>
              <a:t> </a:t>
            </a:r>
            <a:r>
              <a:rPr lang="en-US" b="1" dirty="0" err="1">
                <a:solidFill>
                  <a:srgbClr val="000000"/>
                </a:solidFill>
                <a:latin typeface="Arial" panose="020B0604020202020204" pitchFamily="34" charset="0"/>
              </a:rPr>
              <a:t>đối</a:t>
            </a:r>
            <a:r>
              <a:rPr lang="en-US" b="1" dirty="0">
                <a:solidFill>
                  <a:srgbClr val="000000"/>
                </a:solidFill>
                <a:latin typeface="Arial" panose="020B0604020202020204" pitchFamily="34" charset="0"/>
              </a:rPr>
              <a:t> </a:t>
            </a:r>
            <a:r>
              <a:rPr lang="en-US" b="1" dirty="0" err="1">
                <a:solidFill>
                  <a:srgbClr val="000000"/>
                </a:solidFill>
                <a:latin typeface="Arial" panose="020B0604020202020204" pitchFamily="34" charset="0"/>
              </a:rPr>
              <a:t>với</a:t>
            </a:r>
            <a:r>
              <a:rPr lang="en-US" b="1" dirty="0">
                <a:solidFill>
                  <a:srgbClr val="000000"/>
                </a:solidFill>
                <a:latin typeface="Arial" panose="020B0604020202020204" pitchFamily="34" charset="0"/>
              </a:rPr>
              <a:t> </a:t>
            </a:r>
            <a:r>
              <a:rPr lang="en-US" b="1" dirty="0" err="1">
                <a:solidFill>
                  <a:srgbClr val="000000"/>
                </a:solidFill>
                <a:latin typeface="Arial" panose="020B0604020202020204" pitchFamily="34" charset="0"/>
              </a:rPr>
              <a:t>tài</a:t>
            </a:r>
            <a:r>
              <a:rPr lang="en-US" b="1" dirty="0">
                <a:solidFill>
                  <a:srgbClr val="000000"/>
                </a:solidFill>
                <a:latin typeface="Arial" panose="020B0604020202020204" pitchFamily="34" charset="0"/>
              </a:rPr>
              <a:t> </a:t>
            </a:r>
            <a:r>
              <a:rPr lang="en-US" b="1" dirty="0" err="1">
                <a:solidFill>
                  <a:srgbClr val="000000"/>
                </a:solidFill>
                <a:latin typeface="Arial" panose="020B0604020202020204" pitchFamily="34" charset="0"/>
              </a:rPr>
              <a:t>sản</a:t>
            </a:r>
            <a:r>
              <a:rPr lang="en-US" b="1"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Chủ</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sở</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hữu</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phải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chịu</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rủi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ro</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về</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tài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sản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thuộc</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sở</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hữu</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của</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mình</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rủi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ro</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đồi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với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tài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sản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khi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tài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sản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bị</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hư</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hỏng</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hoặc</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tiêu</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hủy</a:t>
            </a:r>
            <a:r>
              <a:rPr lang="en-US" dirty="0">
                <a:solidFill>
                  <a:srgbClr val="000000"/>
                </a:solidFill>
                <a:latin typeface="Arial" panose="020B0604020202020204" pitchFamily="34" charset="0"/>
              </a:rPr>
              <a:t> do </a:t>
            </a:r>
            <a:r>
              <a:rPr lang="en-US" dirty="0" err="1">
                <a:solidFill>
                  <a:srgbClr val="000000"/>
                </a:solidFill>
                <a:latin typeface="Arial" panose="020B0604020202020204" pitchFamily="34" charset="0"/>
              </a:rPr>
              <a:t>sự</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kiện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bất</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khả</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kháng</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hoặc</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rủi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ro</a:t>
            </a:r>
            <a:r>
              <a:rPr lang="en-US" dirty="0">
                <a:solidFill>
                  <a:srgbClr val="000000"/>
                </a:solidFill>
                <a:latin typeface="Arial" panose="020B0604020202020204" pitchFamily="34" charset="0"/>
              </a:rPr>
              <a:t> do </a:t>
            </a:r>
            <a:r>
              <a:rPr lang="en-US" dirty="0" err="1">
                <a:solidFill>
                  <a:srgbClr val="000000"/>
                </a:solidFill>
                <a:latin typeface="Arial" panose="020B0604020202020204" pitchFamily="34" charset="0"/>
              </a:rPr>
              <a:t>tài</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sản</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mang</a:t>
            </a:r>
            <a:r>
              <a:rPr lang="en-US" dirty="0">
                <a:solidFill>
                  <a:srgbClr val="000000"/>
                </a:solidFill>
                <a:latin typeface="Arial" panose="020B0604020202020204" pitchFamily="34" charset="0"/>
              </a:rPr>
              <a:t> </a:t>
            </a:r>
            <a:r>
              <a:rPr lang="en-US" dirty="0" err="1">
                <a:solidFill>
                  <a:srgbClr val="000000"/>
                </a:solidFill>
                <a:latin typeface="Arial" panose="020B0604020202020204" pitchFamily="34" charset="0"/>
              </a:rPr>
              <a:t>lại</a:t>
            </a:r>
            <a:r>
              <a:rPr lang="en-US" dirty="0">
                <a:solidFill>
                  <a:srgbClr val="000000"/>
                </a:solidFill>
                <a:latin typeface="Arial" panose="020B0604020202020204" pitchFamily="34" charset="0"/>
              </a:rPr>
              <a:t>).</a:t>
            </a:r>
            <a:r>
              <a:rPr lang="en-US" sz="2600" dirty="0">
                <a:solidFill>
                  <a:srgbClr val="000000"/>
                </a:solidFill>
                <a:latin typeface="Arial" panose="020B0604020202020204" pitchFamily="34" charset="0"/>
              </a:rPr>
              <a:t/>
            </a:r>
            <a:br>
              <a:rPr lang="en-US" sz="2600" dirty="0">
                <a:solidFill>
                  <a:srgbClr val="000000"/>
                </a:solidFill>
                <a:latin typeface="Arial" panose="020B0604020202020204" pitchFamily="34" charset="0"/>
              </a:rPr>
            </a:br>
            <a:endParaRPr lang="en-US" sz="2600" dirty="0">
              <a:solidFill>
                <a:srgbClr val="000000"/>
              </a:solidFill>
              <a:latin typeface="Arial" panose="020B0604020202020204" pitchFamily="34" charset="0"/>
            </a:endParaRPr>
          </a:p>
          <a:p>
            <a:pPr>
              <a:spcBef>
                <a:spcPts val="600"/>
              </a:spcBef>
              <a:spcAft>
                <a:spcPts val="600"/>
              </a:spcAft>
            </a:pPr>
            <a:endParaRPr lang="en-US" b="0" i="0" dirty="0">
              <a:solidFill>
                <a:srgbClr val="000000"/>
              </a:solidFill>
              <a:effectLst/>
              <a:latin typeface="Arial" panose="020B0604020202020204" pitchFamily="34" charset="0"/>
            </a:endParaRPr>
          </a:p>
          <a:p>
            <a:endParaRPr lang="en-US" dirty="0"/>
          </a:p>
        </p:txBody>
      </p:sp>
      <p:sp>
        <p:nvSpPr>
          <p:cNvPr id="4" name="Footer Placeholder 3">
            <a:extLst>
              <a:ext uri="{FF2B5EF4-FFF2-40B4-BE49-F238E27FC236}">
                <a16:creationId xmlns="" xmlns:a16="http://schemas.microsoft.com/office/drawing/2014/main" id="{288AA3BC-2EC0-43DC-9220-2A687EA73B1E}"/>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115F3B28-29BA-4E71-A0F0-9851E1D64920}"/>
              </a:ext>
            </a:extLst>
          </p:cNvPr>
          <p:cNvSpPr>
            <a:spLocks noGrp="1"/>
          </p:cNvSpPr>
          <p:nvPr>
            <p:ph type="sldNum" sz="quarter" idx="12"/>
          </p:nvPr>
        </p:nvSpPr>
        <p:spPr/>
        <p:txBody>
          <a:bodyPr/>
          <a:lstStyle/>
          <a:p>
            <a:fld id="{F6AE7EA5-B71B-4031-9678-D796BB0CCF77}" type="slidenum">
              <a:rPr lang="en-US" smtClean="0"/>
              <a:pPr/>
              <a:t>9</a:t>
            </a:fld>
            <a:endParaRPr lang="en-US"/>
          </a:p>
        </p:txBody>
      </p:sp>
    </p:spTree>
    <p:extLst>
      <p:ext uri="{BB962C8B-B14F-4D97-AF65-F5344CB8AC3E}">
        <p14:creationId xmlns="" xmlns:p14="http://schemas.microsoft.com/office/powerpoint/2010/main" val="38159688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792162"/>
          </a:xfrm>
        </p:spPr>
        <p:txBody>
          <a:bodyPr/>
          <a:lstStyle/>
          <a:p>
            <a:r>
              <a:rPr lang="en-US"/>
              <a:t>Quyền giao kết hợp đồng dân sự</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F6AE7EA5-B71B-4031-9678-D796BB0CCF77}" type="slidenum">
              <a:rPr lang="en-US" smtClean="0"/>
              <a:pPr/>
              <a:t>10</a:t>
            </a:fld>
            <a:endParaRPr lang="en-US"/>
          </a:p>
        </p:txBody>
      </p:sp>
      <p:sp>
        <p:nvSpPr>
          <p:cNvPr id="5" name="Rounded Rectangle 4"/>
          <p:cNvSpPr/>
          <p:nvPr/>
        </p:nvSpPr>
        <p:spPr>
          <a:xfrm>
            <a:off x="2133600" y="1066800"/>
            <a:ext cx="2743200" cy="3429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a:t>Khái niệm</a:t>
            </a:r>
          </a:p>
          <a:p>
            <a:pPr algn="just"/>
            <a:r>
              <a:rPr lang="en-US" sz="2400"/>
              <a:t>Hợp đồng dân sự là sự thỏa thuận giữa các bên về việc xác lập, thay đổi hay chấm dứt các quyền, nghĩa vụ dân sự</a:t>
            </a:r>
          </a:p>
        </p:txBody>
      </p:sp>
      <p:sp>
        <p:nvSpPr>
          <p:cNvPr id="6" name="Rounded Rectangle 5"/>
          <p:cNvSpPr/>
          <p:nvPr/>
        </p:nvSpPr>
        <p:spPr>
          <a:xfrm>
            <a:off x="5181600" y="2286000"/>
            <a:ext cx="2438400" cy="3200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300"/>
              <a:t>Nguyên tắc giao kết hợp đồng dân sự.</a:t>
            </a:r>
          </a:p>
          <a:p>
            <a:pPr algn="just"/>
            <a:r>
              <a:rPr lang="en-US" sz="2300"/>
              <a:t>Thỏa mãn hai nguyên tắc xác lập hợp đồng</a:t>
            </a:r>
          </a:p>
        </p:txBody>
      </p:sp>
      <p:sp>
        <p:nvSpPr>
          <p:cNvPr id="7" name="Rounded Rectangle 6"/>
          <p:cNvSpPr/>
          <p:nvPr/>
        </p:nvSpPr>
        <p:spPr>
          <a:xfrm>
            <a:off x="7924800" y="3200400"/>
            <a:ext cx="2362200" cy="2743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a:t>Hình thức của hợp đồng dân sự</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C2A0D2-B779-4A6F-9781-4644A5749345}"/>
              </a:ext>
            </a:extLst>
          </p:cNvPr>
          <p:cNvSpPr>
            <a:spLocks noGrp="1"/>
          </p:cNvSpPr>
          <p:nvPr>
            <p:ph type="title"/>
          </p:nvPr>
        </p:nvSpPr>
        <p:spPr/>
        <p:txBody>
          <a:bodyPr>
            <a:normAutofit/>
          </a:bodyPr>
          <a:lstStyle/>
          <a:p>
            <a:r>
              <a:rPr lang="en-US" dirty="0" err="1"/>
              <a:t>Nguyên</a:t>
            </a:r>
            <a:r>
              <a:rPr lang="en-US" dirty="0"/>
              <a:t> </a:t>
            </a:r>
            <a:r>
              <a:rPr lang="en-US" dirty="0" err="1"/>
              <a:t>tắc</a:t>
            </a:r>
            <a:r>
              <a:rPr lang="en-US" dirty="0"/>
              <a:t> </a:t>
            </a:r>
            <a:r>
              <a:rPr lang="en-US" dirty="0" err="1"/>
              <a:t>giao</a:t>
            </a:r>
            <a:r>
              <a:rPr lang="en-US" dirty="0"/>
              <a:t> </a:t>
            </a:r>
            <a:r>
              <a:rPr lang="en-US" dirty="0" err="1"/>
              <a:t>kết</a:t>
            </a:r>
            <a:r>
              <a:rPr lang="en-US" dirty="0"/>
              <a:t> </a:t>
            </a:r>
            <a:r>
              <a:rPr lang="en-US" dirty="0" err="1"/>
              <a:t>hợp</a:t>
            </a:r>
            <a:r>
              <a:rPr lang="en-US" dirty="0"/>
              <a:t> </a:t>
            </a:r>
            <a:r>
              <a:rPr lang="en-US" dirty="0" err="1"/>
              <a:t>đồng</a:t>
            </a:r>
            <a:r>
              <a:rPr lang="en-US" dirty="0"/>
              <a:t> </a:t>
            </a:r>
            <a:r>
              <a:rPr lang="en-US" dirty="0" err="1"/>
              <a:t>dân</a:t>
            </a:r>
            <a:r>
              <a:rPr lang="en-US" dirty="0"/>
              <a:t> </a:t>
            </a:r>
            <a:r>
              <a:rPr lang="en-US" dirty="0" err="1"/>
              <a:t>sự</a:t>
            </a:r>
            <a:endParaRPr lang="en-US" dirty="0"/>
          </a:p>
        </p:txBody>
      </p:sp>
      <p:sp>
        <p:nvSpPr>
          <p:cNvPr id="3" name="Content Placeholder 2">
            <a:extLst>
              <a:ext uri="{FF2B5EF4-FFF2-40B4-BE49-F238E27FC236}">
                <a16:creationId xmlns="" xmlns:a16="http://schemas.microsoft.com/office/drawing/2014/main" id="{0BA7136E-3FA7-44F7-974A-FF5E144AC7EA}"/>
              </a:ext>
            </a:extLst>
          </p:cNvPr>
          <p:cNvSpPr>
            <a:spLocks noGrp="1"/>
          </p:cNvSpPr>
          <p:nvPr>
            <p:ph idx="1"/>
          </p:nvPr>
        </p:nvSpPr>
        <p:spPr/>
        <p:txBody>
          <a:bodyPr/>
          <a:lstStyle/>
          <a:p>
            <a:r>
              <a:rPr lang="en-US" dirty="0" err="1"/>
              <a:t>Thỏa</a:t>
            </a:r>
            <a:r>
              <a:rPr lang="en-US" dirty="0"/>
              <a:t> </a:t>
            </a:r>
            <a:r>
              <a:rPr lang="en-US" dirty="0" err="1"/>
              <a:t>thuận</a:t>
            </a:r>
            <a:r>
              <a:rPr lang="en-US" dirty="0"/>
              <a:t> </a:t>
            </a:r>
            <a:r>
              <a:rPr lang="en-US" dirty="0" err="1"/>
              <a:t>giữa</a:t>
            </a:r>
            <a:r>
              <a:rPr lang="en-US" dirty="0"/>
              <a:t> </a:t>
            </a:r>
            <a:r>
              <a:rPr lang="en-US" dirty="0" err="1"/>
              <a:t>các</a:t>
            </a:r>
            <a:r>
              <a:rPr lang="en-US" dirty="0"/>
              <a:t> </a:t>
            </a:r>
            <a:r>
              <a:rPr lang="en-US" dirty="0" err="1"/>
              <a:t>bên</a:t>
            </a:r>
            <a:r>
              <a:rPr lang="en-US" dirty="0"/>
              <a:t> </a:t>
            </a:r>
            <a:r>
              <a:rPr lang="en-US" dirty="0" err="1"/>
              <a:t>trở</a:t>
            </a:r>
            <a:r>
              <a:rPr lang="en-US" dirty="0"/>
              <a:t> </a:t>
            </a:r>
            <a:r>
              <a:rPr lang="en-US" dirty="0" err="1"/>
              <a:t>thành</a:t>
            </a:r>
            <a:r>
              <a:rPr lang="en-US" dirty="0"/>
              <a:t> </a:t>
            </a:r>
            <a:r>
              <a:rPr lang="en-US" dirty="0" err="1"/>
              <a:t>hợp</a:t>
            </a:r>
            <a:r>
              <a:rPr lang="en-US" dirty="0"/>
              <a:t> </a:t>
            </a:r>
            <a:r>
              <a:rPr lang="en-US" dirty="0" err="1"/>
              <a:t>đồng</a:t>
            </a:r>
            <a:r>
              <a:rPr lang="en-US" dirty="0"/>
              <a:t> </a:t>
            </a:r>
            <a:r>
              <a:rPr lang="en-US" dirty="0" err="1"/>
              <a:t>khi</a:t>
            </a:r>
            <a:r>
              <a:rPr lang="en-US" dirty="0"/>
              <a:t> </a:t>
            </a:r>
            <a:r>
              <a:rPr lang="en-US" dirty="0" err="1"/>
              <a:t>thỏa</a:t>
            </a:r>
            <a:r>
              <a:rPr lang="en-US" dirty="0"/>
              <a:t> </a:t>
            </a:r>
            <a:r>
              <a:rPr lang="en-US" dirty="0" err="1"/>
              <a:t>mãn</a:t>
            </a:r>
            <a:r>
              <a:rPr lang="en-US" dirty="0"/>
              <a:t> 2 </a:t>
            </a:r>
            <a:r>
              <a:rPr lang="en-US" dirty="0" err="1"/>
              <a:t>nguyên</a:t>
            </a:r>
            <a:r>
              <a:rPr lang="en-US" dirty="0"/>
              <a:t> </a:t>
            </a:r>
            <a:r>
              <a:rPr lang="en-US" dirty="0" err="1"/>
              <a:t>tắc</a:t>
            </a:r>
            <a:r>
              <a:rPr lang="en-US" dirty="0"/>
              <a:t> </a:t>
            </a:r>
            <a:r>
              <a:rPr lang="en-US" dirty="0" err="1"/>
              <a:t>sau</a:t>
            </a:r>
            <a:r>
              <a:rPr lang="en-US" dirty="0"/>
              <a:t> </a:t>
            </a:r>
            <a:r>
              <a:rPr lang="en-US" dirty="0" err="1"/>
              <a:t>đây</a:t>
            </a:r>
            <a:r>
              <a:rPr lang="en-US" dirty="0"/>
              <a:t>:</a:t>
            </a:r>
          </a:p>
          <a:p>
            <a:pPr>
              <a:buFont typeface="Wingdings" panose="05000000000000000000" pitchFamily="2" charset="2"/>
              <a:buChar char="ü"/>
            </a:pPr>
            <a:r>
              <a:rPr lang="en-US" dirty="0" err="1"/>
              <a:t>Quyền</a:t>
            </a:r>
            <a:r>
              <a:rPr lang="en-US" dirty="0"/>
              <a:t> </a:t>
            </a:r>
            <a:r>
              <a:rPr lang="en-US" dirty="0" err="1"/>
              <a:t>tự</a:t>
            </a:r>
            <a:r>
              <a:rPr lang="en-US" dirty="0"/>
              <a:t> do </a:t>
            </a:r>
            <a:r>
              <a:rPr lang="en-US" dirty="0" err="1"/>
              <a:t>thỏa</a:t>
            </a:r>
            <a:r>
              <a:rPr lang="en-US" dirty="0"/>
              <a:t> </a:t>
            </a:r>
            <a:r>
              <a:rPr lang="en-US" dirty="0" err="1"/>
              <a:t>thuận</a:t>
            </a:r>
            <a:r>
              <a:rPr lang="en-US" dirty="0"/>
              <a:t> </a:t>
            </a:r>
            <a:r>
              <a:rPr lang="en-US" dirty="0" err="1"/>
              <a:t>giao</a:t>
            </a:r>
            <a:r>
              <a:rPr lang="en-US" dirty="0"/>
              <a:t> </a:t>
            </a:r>
            <a:r>
              <a:rPr lang="en-US" dirty="0" err="1"/>
              <a:t>kết</a:t>
            </a:r>
            <a:r>
              <a:rPr lang="en-US" dirty="0"/>
              <a:t> </a:t>
            </a:r>
            <a:r>
              <a:rPr lang="en-US" dirty="0" err="1"/>
              <a:t>hợp</a:t>
            </a:r>
            <a:r>
              <a:rPr lang="en-US" dirty="0"/>
              <a:t> </a:t>
            </a:r>
            <a:r>
              <a:rPr lang="en-US" dirty="0" err="1"/>
              <a:t>đồng</a:t>
            </a:r>
            <a:r>
              <a:rPr lang="en-US" dirty="0"/>
              <a:t> </a:t>
            </a:r>
            <a:r>
              <a:rPr lang="en-US" dirty="0" err="1"/>
              <a:t>nhưng</a:t>
            </a:r>
            <a:r>
              <a:rPr lang="en-US" dirty="0"/>
              <a:t> </a:t>
            </a:r>
            <a:r>
              <a:rPr lang="en-US" dirty="0" err="1"/>
              <a:t>không</a:t>
            </a:r>
            <a:r>
              <a:rPr lang="en-US" dirty="0"/>
              <a:t> </a:t>
            </a:r>
            <a:r>
              <a:rPr lang="en-US" dirty="0" err="1"/>
              <a:t>được</a:t>
            </a:r>
            <a:r>
              <a:rPr lang="en-US" dirty="0"/>
              <a:t> </a:t>
            </a:r>
            <a:r>
              <a:rPr lang="en-US" dirty="0" err="1"/>
              <a:t>trái</a:t>
            </a:r>
            <a:r>
              <a:rPr lang="en-US" dirty="0"/>
              <a:t> </a:t>
            </a:r>
            <a:r>
              <a:rPr lang="en-US" dirty="0" err="1"/>
              <a:t>với</a:t>
            </a:r>
            <a:r>
              <a:rPr lang="en-US" dirty="0"/>
              <a:t> </a:t>
            </a:r>
            <a:r>
              <a:rPr lang="en-US" dirty="0" err="1"/>
              <a:t>pháp</a:t>
            </a:r>
            <a:r>
              <a:rPr lang="en-US" dirty="0"/>
              <a:t> </a:t>
            </a:r>
            <a:r>
              <a:rPr lang="en-US" dirty="0" err="1"/>
              <a:t>luật</a:t>
            </a:r>
            <a:r>
              <a:rPr lang="en-US" dirty="0"/>
              <a:t>, </a:t>
            </a:r>
            <a:r>
              <a:rPr lang="en-US" dirty="0" err="1"/>
              <a:t>đạo</a:t>
            </a:r>
            <a:r>
              <a:rPr lang="en-US" dirty="0"/>
              <a:t> </a:t>
            </a:r>
            <a:r>
              <a:rPr lang="en-US" dirty="0" err="1"/>
              <a:t>đức</a:t>
            </a:r>
            <a:r>
              <a:rPr lang="en-US" dirty="0"/>
              <a:t> </a:t>
            </a:r>
            <a:r>
              <a:rPr lang="en-US" dirty="0" err="1"/>
              <a:t>xã</a:t>
            </a:r>
            <a:r>
              <a:rPr lang="en-US" dirty="0"/>
              <a:t> </a:t>
            </a:r>
            <a:r>
              <a:rPr lang="en-US" dirty="0" err="1"/>
              <a:t>hội</a:t>
            </a:r>
            <a:endParaRPr lang="en-US" dirty="0"/>
          </a:p>
          <a:p>
            <a:pPr>
              <a:buFont typeface="Wingdings" panose="05000000000000000000" pitchFamily="2" charset="2"/>
              <a:buChar char="ü"/>
            </a:pPr>
            <a:r>
              <a:rPr lang="en-US" dirty="0" err="1"/>
              <a:t>Nguyên</a:t>
            </a:r>
            <a:r>
              <a:rPr lang="en-US" dirty="0"/>
              <a:t> </a:t>
            </a:r>
            <a:r>
              <a:rPr lang="en-US" dirty="0" err="1"/>
              <a:t>tắc</a:t>
            </a:r>
            <a:r>
              <a:rPr lang="en-US" dirty="0"/>
              <a:t> </a:t>
            </a:r>
            <a:r>
              <a:rPr lang="en-US" dirty="0" err="1"/>
              <a:t>tự</a:t>
            </a:r>
            <a:r>
              <a:rPr lang="en-US" dirty="0"/>
              <a:t> </a:t>
            </a:r>
            <a:r>
              <a:rPr lang="en-US" dirty="0" err="1"/>
              <a:t>nguyện</a:t>
            </a:r>
            <a:r>
              <a:rPr lang="en-US" dirty="0"/>
              <a:t>, </a:t>
            </a:r>
            <a:r>
              <a:rPr lang="en-US" dirty="0" err="1"/>
              <a:t>bình</a:t>
            </a:r>
            <a:r>
              <a:rPr lang="en-US" dirty="0"/>
              <a:t> </a:t>
            </a:r>
            <a:r>
              <a:rPr lang="en-US" dirty="0" err="1"/>
              <a:t>đẳng</a:t>
            </a:r>
            <a:r>
              <a:rPr lang="en-US" dirty="0"/>
              <a:t>, </a:t>
            </a:r>
            <a:r>
              <a:rPr lang="en-US" dirty="0" err="1"/>
              <a:t>thiện</a:t>
            </a:r>
            <a:r>
              <a:rPr lang="en-US" dirty="0"/>
              <a:t> </a:t>
            </a:r>
            <a:r>
              <a:rPr lang="en-US" dirty="0" err="1"/>
              <a:t>chí</a:t>
            </a:r>
            <a:r>
              <a:rPr lang="en-US" dirty="0"/>
              <a:t>, </a:t>
            </a:r>
            <a:r>
              <a:rPr lang="en-US" dirty="0" err="1"/>
              <a:t>trung</a:t>
            </a:r>
            <a:r>
              <a:rPr lang="en-US" dirty="0"/>
              <a:t> </a:t>
            </a:r>
            <a:r>
              <a:rPr lang="en-US" dirty="0" err="1"/>
              <a:t>thực</a:t>
            </a:r>
            <a:r>
              <a:rPr lang="en-US" dirty="0"/>
              <a:t> </a:t>
            </a:r>
            <a:r>
              <a:rPr lang="en-US" dirty="0" err="1"/>
              <a:t>và</a:t>
            </a:r>
            <a:r>
              <a:rPr lang="en-US" dirty="0"/>
              <a:t> </a:t>
            </a:r>
            <a:r>
              <a:rPr lang="en-US" dirty="0" err="1"/>
              <a:t>hợp</a:t>
            </a:r>
            <a:r>
              <a:rPr lang="en-US" dirty="0"/>
              <a:t> </a:t>
            </a:r>
            <a:r>
              <a:rPr lang="en-US" dirty="0" err="1"/>
              <a:t>tác</a:t>
            </a:r>
            <a:r>
              <a:rPr lang="en-US" dirty="0"/>
              <a:t> </a:t>
            </a:r>
            <a:r>
              <a:rPr lang="en-US" dirty="0" err="1"/>
              <a:t>giữa</a:t>
            </a:r>
            <a:r>
              <a:rPr lang="en-US" dirty="0"/>
              <a:t> </a:t>
            </a:r>
            <a:r>
              <a:rPr lang="en-US" dirty="0" err="1"/>
              <a:t>các</a:t>
            </a:r>
            <a:r>
              <a:rPr lang="en-US" dirty="0"/>
              <a:t> </a:t>
            </a:r>
            <a:r>
              <a:rPr lang="en-US" dirty="0" err="1"/>
              <a:t>bên</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ký</a:t>
            </a:r>
            <a:r>
              <a:rPr lang="en-US" dirty="0"/>
              <a:t> </a:t>
            </a:r>
            <a:r>
              <a:rPr lang="en-US" dirty="0" err="1"/>
              <a:t>kết</a:t>
            </a:r>
            <a:r>
              <a:rPr lang="en-US" dirty="0"/>
              <a:t> </a:t>
            </a:r>
            <a:r>
              <a:rPr lang="en-US" dirty="0" err="1"/>
              <a:t>và</a:t>
            </a:r>
            <a:r>
              <a:rPr lang="en-US" dirty="0"/>
              <a:t> </a:t>
            </a:r>
            <a:r>
              <a:rPr lang="en-US" dirty="0" err="1"/>
              <a:t>thực</a:t>
            </a:r>
            <a:r>
              <a:rPr lang="en-US" dirty="0"/>
              <a:t> </a:t>
            </a:r>
            <a:r>
              <a:rPr lang="en-US" dirty="0" err="1"/>
              <a:t>hiện</a:t>
            </a:r>
            <a:r>
              <a:rPr lang="en-US" dirty="0"/>
              <a:t> </a:t>
            </a:r>
            <a:r>
              <a:rPr lang="en-US" dirty="0" err="1"/>
              <a:t>hợp</a:t>
            </a:r>
            <a:r>
              <a:rPr lang="en-US" dirty="0"/>
              <a:t> </a:t>
            </a:r>
            <a:r>
              <a:rPr lang="en-US" dirty="0" err="1"/>
              <a:t>đồng</a:t>
            </a:r>
            <a:endParaRPr lang="en-US" dirty="0"/>
          </a:p>
        </p:txBody>
      </p:sp>
      <p:sp>
        <p:nvSpPr>
          <p:cNvPr id="4" name="Footer Placeholder 3">
            <a:extLst>
              <a:ext uri="{FF2B5EF4-FFF2-40B4-BE49-F238E27FC236}">
                <a16:creationId xmlns="" xmlns:a16="http://schemas.microsoft.com/office/drawing/2014/main" id="{585E5F52-144B-48CD-9F5A-57B17CBF2835}"/>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CD6D0A61-0FA8-450C-B0D5-0B04DFADBCEF}"/>
              </a:ext>
            </a:extLst>
          </p:cNvPr>
          <p:cNvSpPr>
            <a:spLocks noGrp="1"/>
          </p:cNvSpPr>
          <p:nvPr>
            <p:ph type="sldNum" sz="quarter" idx="12"/>
          </p:nvPr>
        </p:nvSpPr>
        <p:spPr/>
        <p:txBody>
          <a:bodyPr/>
          <a:lstStyle/>
          <a:p>
            <a:fld id="{F6AE7EA5-B71B-4031-9678-D796BB0CCF77}" type="slidenum">
              <a:rPr lang="en-US" smtClean="0"/>
              <a:pPr/>
              <a:t>11</a:t>
            </a:fld>
            <a:endParaRPr lang="en-US"/>
          </a:p>
        </p:txBody>
      </p:sp>
    </p:spTree>
    <p:extLst>
      <p:ext uri="{BB962C8B-B14F-4D97-AF65-F5344CB8AC3E}">
        <p14:creationId xmlns="" xmlns:p14="http://schemas.microsoft.com/office/powerpoint/2010/main" val="16730398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DB081A-BFCC-4626-A668-F406DEE923B3}"/>
              </a:ext>
            </a:extLst>
          </p:cNvPr>
          <p:cNvSpPr>
            <a:spLocks noGrp="1"/>
          </p:cNvSpPr>
          <p:nvPr>
            <p:ph type="title"/>
          </p:nvPr>
        </p:nvSpPr>
        <p:spPr/>
        <p:txBody>
          <a:bodyPr/>
          <a:lstStyle/>
          <a:p>
            <a:r>
              <a:rPr lang="en-US" dirty="0" err="1"/>
              <a:t>Hình</a:t>
            </a:r>
            <a:r>
              <a:rPr lang="en-US" dirty="0"/>
              <a:t> </a:t>
            </a:r>
            <a:r>
              <a:rPr lang="en-US" dirty="0" err="1"/>
              <a:t>thức</a:t>
            </a:r>
            <a:r>
              <a:rPr lang="en-US" dirty="0"/>
              <a:t> </a:t>
            </a:r>
            <a:r>
              <a:rPr lang="en-US" dirty="0" err="1"/>
              <a:t>của</a:t>
            </a:r>
            <a:r>
              <a:rPr lang="en-US" dirty="0"/>
              <a:t> </a:t>
            </a:r>
            <a:r>
              <a:rPr lang="en-US" dirty="0" err="1"/>
              <a:t>hợp</a:t>
            </a:r>
            <a:r>
              <a:rPr lang="en-US" dirty="0"/>
              <a:t> </a:t>
            </a:r>
            <a:r>
              <a:rPr lang="en-US" dirty="0" err="1"/>
              <a:t>đồng</a:t>
            </a:r>
            <a:endParaRPr lang="en-US" dirty="0"/>
          </a:p>
        </p:txBody>
      </p:sp>
      <p:sp>
        <p:nvSpPr>
          <p:cNvPr id="3" name="Content Placeholder 2">
            <a:extLst>
              <a:ext uri="{FF2B5EF4-FFF2-40B4-BE49-F238E27FC236}">
                <a16:creationId xmlns="" xmlns:a16="http://schemas.microsoft.com/office/drawing/2014/main" id="{72D0D5A0-04B3-4B3A-878B-542F2D7CAE9C}"/>
              </a:ext>
            </a:extLst>
          </p:cNvPr>
          <p:cNvSpPr>
            <a:spLocks noGrp="1"/>
          </p:cNvSpPr>
          <p:nvPr>
            <p:ph idx="1"/>
          </p:nvPr>
        </p:nvSpPr>
        <p:spPr/>
        <p:txBody>
          <a:bodyPr>
            <a:normAutofit/>
          </a:bodyPr>
          <a:lstStyle/>
          <a:p>
            <a:r>
              <a:rPr lang="en-US" dirty="0" err="1"/>
              <a:t>Hợp</a:t>
            </a:r>
            <a:r>
              <a:rPr lang="en-US" dirty="0"/>
              <a:t> </a:t>
            </a:r>
            <a:r>
              <a:rPr lang="en-US" dirty="0" err="1"/>
              <a:t>đồng</a:t>
            </a:r>
            <a:r>
              <a:rPr lang="en-US" dirty="0"/>
              <a:t> </a:t>
            </a:r>
            <a:r>
              <a:rPr lang="en-US" dirty="0" err="1"/>
              <a:t>bằng</a:t>
            </a:r>
            <a:r>
              <a:rPr lang="en-US" dirty="0"/>
              <a:t> </a:t>
            </a:r>
            <a:r>
              <a:rPr lang="en-US" dirty="0" err="1"/>
              <a:t>văn</a:t>
            </a:r>
            <a:r>
              <a:rPr lang="en-US" dirty="0"/>
              <a:t> </a:t>
            </a:r>
            <a:r>
              <a:rPr lang="en-US" dirty="0" err="1"/>
              <a:t>bản</a:t>
            </a:r>
            <a:r>
              <a:rPr lang="en-US" dirty="0"/>
              <a:t>: </a:t>
            </a:r>
            <a:r>
              <a:rPr lang="en-US" dirty="0" err="1"/>
              <a:t>Thỏa</a:t>
            </a:r>
            <a:r>
              <a:rPr lang="en-US" dirty="0"/>
              <a:t> </a:t>
            </a:r>
            <a:r>
              <a:rPr lang="en-US" dirty="0" err="1"/>
              <a:t>thuận</a:t>
            </a:r>
            <a:r>
              <a:rPr lang="en-US" dirty="0"/>
              <a:t> </a:t>
            </a:r>
            <a:r>
              <a:rPr lang="en-US" dirty="0" err="1"/>
              <a:t>giữa</a:t>
            </a:r>
            <a:r>
              <a:rPr lang="en-US" dirty="0"/>
              <a:t> </a:t>
            </a:r>
            <a:r>
              <a:rPr lang="en-US" dirty="0" err="1"/>
              <a:t>các</a:t>
            </a:r>
            <a:r>
              <a:rPr lang="en-US" dirty="0"/>
              <a:t> </a:t>
            </a:r>
            <a:r>
              <a:rPr lang="en-US" dirty="0" err="1"/>
              <a:t>bên</a:t>
            </a:r>
            <a:r>
              <a:rPr lang="en-US" dirty="0"/>
              <a:t> </a:t>
            </a:r>
            <a:r>
              <a:rPr lang="en-US" dirty="0" err="1"/>
              <a:t>được</a:t>
            </a:r>
            <a:r>
              <a:rPr lang="en-US" dirty="0"/>
              <a:t> </a:t>
            </a:r>
            <a:r>
              <a:rPr lang="en-US" dirty="0" err="1"/>
              <a:t>lưu</a:t>
            </a:r>
            <a:r>
              <a:rPr lang="en-US" dirty="0"/>
              <a:t> </a:t>
            </a:r>
            <a:r>
              <a:rPr lang="en-US" dirty="0" err="1"/>
              <a:t>trữ</a:t>
            </a:r>
            <a:r>
              <a:rPr lang="en-US" dirty="0"/>
              <a:t> </a:t>
            </a:r>
            <a:r>
              <a:rPr lang="en-US" dirty="0" err="1"/>
              <a:t>lại</a:t>
            </a:r>
            <a:r>
              <a:rPr lang="en-US" dirty="0"/>
              <a:t> </a:t>
            </a:r>
            <a:r>
              <a:rPr lang="en-US" dirty="0" err="1"/>
              <a:t>bằng</a:t>
            </a:r>
            <a:r>
              <a:rPr lang="en-US" dirty="0"/>
              <a:t> </a:t>
            </a:r>
            <a:r>
              <a:rPr lang="en-US" dirty="0" err="1"/>
              <a:t>văn</a:t>
            </a:r>
            <a:r>
              <a:rPr lang="en-US" dirty="0"/>
              <a:t> </a:t>
            </a:r>
            <a:r>
              <a:rPr lang="en-US" dirty="0" err="1"/>
              <a:t>bản</a:t>
            </a:r>
            <a:r>
              <a:rPr lang="en-US" dirty="0"/>
              <a:t> (</a:t>
            </a:r>
            <a:r>
              <a:rPr lang="en-US" dirty="0" err="1"/>
              <a:t>văn</a:t>
            </a:r>
            <a:r>
              <a:rPr lang="en-US" dirty="0"/>
              <a:t> </a:t>
            </a:r>
            <a:r>
              <a:rPr lang="en-US" dirty="0" err="1"/>
              <a:t>bản</a:t>
            </a:r>
            <a:r>
              <a:rPr lang="en-US" dirty="0"/>
              <a:t> </a:t>
            </a:r>
            <a:r>
              <a:rPr lang="en-US" dirty="0" err="1"/>
              <a:t>giấy</a:t>
            </a:r>
            <a:r>
              <a:rPr lang="en-US" dirty="0"/>
              <a:t> </a:t>
            </a:r>
            <a:r>
              <a:rPr lang="en-US" dirty="0" err="1"/>
              <a:t>hoặc</a:t>
            </a:r>
            <a:r>
              <a:rPr lang="en-US" dirty="0"/>
              <a:t> </a:t>
            </a:r>
            <a:r>
              <a:rPr lang="en-US" dirty="0" err="1"/>
              <a:t>điện</a:t>
            </a:r>
            <a:r>
              <a:rPr lang="en-US" dirty="0"/>
              <a:t> </a:t>
            </a:r>
            <a:r>
              <a:rPr lang="en-US" dirty="0" err="1"/>
              <a:t>tử</a:t>
            </a:r>
            <a:r>
              <a:rPr lang="en-US" dirty="0"/>
              <a:t>).</a:t>
            </a:r>
          </a:p>
          <a:p>
            <a:r>
              <a:rPr lang="en-US" dirty="0" err="1"/>
              <a:t>Hợp</a:t>
            </a:r>
            <a:r>
              <a:rPr lang="en-US" dirty="0"/>
              <a:t> </a:t>
            </a:r>
            <a:r>
              <a:rPr lang="en-US" dirty="0" err="1"/>
              <a:t>đồng</a:t>
            </a:r>
            <a:r>
              <a:rPr lang="en-US" dirty="0"/>
              <a:t> </a:t>
            </a:r>
            <a:r>
              <a:rPr lang="en-US" dirty="0" err="1"/>
              <a:t>bằng</a:t>
            </a:r>
            <a:r>
              <a:rPr lang="en-US" dirty="0"/>
              <a:t> </a:t>
            </a:r>
            <a:r>
              <a:rPr lang="en-US" dirty="0" err="1"/>
              <a:t>lời</a:t>
            </a:r>
            <a:r>
              <a:rPr lang="en-US" dirty="0"/>
              <a:t> </a:t>
            </a:r>
            <a:r>
              <a:rPr lang="en-US" dirty="0" err="1"/>
              <a:t>nói</a:t>
            </a:r>
            <a:r>
              <a:rPr lang="en-US" dirty="0"/>
              <a:t>. </a:t>
            </a:r>
            <a:r>
              <a:rPr lang="en-US" dirty="0" err="1"/>
              <a:t>Các</a:t>
            </a:r>
            <a:r>
              <a:rPr lang="en-US" dirty="0"/>
              <a:t> </a:t>
            </a:r>
            <a:r>
              <a:rPr lang="en-US" dirty="0" err="1"/>
              <a:t>bên</a:t>
            </a:r>
            <a:r>
              <a:rPr lang="en-US" dirty="0"/>
              <a:t> </a:t>
            </a:r>
            <a:r>
              <a:rPr lang="en-US" dirty="0" err="1"/>
              <a:t>thỏa</a:t>
            </a:r>
            <a:r>
              <a:rPr lang="en-US" dirty="0"/>
              <a:t> </a:t>
            </a:r>
            <a:r>
              <a:rPr lang="en-US" dirty="0" err="1"/>
              <a:t>thuận</a:t>
            </a:r>
            <a:r>
              <a:rPr lang="en-US" dirty="0"/>
              <a:t> </a:t>
            </a:r>
            <a:r>
              <a:rPr lang="en-US" dirty="0" err="1"/>
              <a:t>miệng</a:t>
            </a:r>
            <a:r>
              <a:rPr lang="en-US" dirty="0"/>
              <a:t> </a:t>
            </a:r>
            <a:r>
              <a:rPr lang="en-US" dirty="0" err="1"/>
              <a:t>với</a:t>
            </a:r>
            <a:r>
              <a:rPr lang="en-US" dirty="0"/>
              <a:t> </a:t>
            </a:r>
            <a:r>
              <a:rPr lang="en-US" dirty="0" err="1"/>
              <a:t>nhau</a:t>
            </a:r>
            <a:r>
              <a:rPr lang="en-US" dirty="0"/>
              <a:t>: </a:t>
            </a:r>
            <a:r>
              <a:rPr lang="en-US" dirty="0" err="1"/>
              <a:t>Ví</a:t>
            </a:r>
            <a:r>
              <a:rPr lang="en-US" dirty="0"/>
              <a:t> </a:t>
            </a:r>
            <a:r>
              <a:rPr lang="en-US" dirty="0" err="1"/>
              <a:t>dụ</a:t>
            </a:r>
            <a:r>
              <a:rPr lang="en-US" dirty="0"/>
              <a:t> </a:t>
            </a:r>
            <a:r>
              <a:rPr lang="en-US" dirty="0" err="1"/>
              <a:t>mua</a:t>
            </a:r>
            <a:r>
              <a:rPr lang="en-US" dirty="0"/>
              <a:t> </a:t>
            </a:r>
            <a:r>
              <a:rPr lang="en-US" dirty="0" err="1"/>
              <a:t>bán</a:t>
            </a:r>
            <a:r>
              <a:rPr lang="en-US" dirty="0"/>
              <a:t> </a:t>
            </a:r>
            <a:r>
              <a:rPr lang="en-US" dirty="0" err="1"/>
              <a:t>ngoài</a:t>
            </a:r>
            <a:r>
              <a:rPr lang="en-US" dirty="0"/>
              <a:t> </a:t>
            </a:r>
            <a:r>
              <a:rPr lang="en-US" dirty="0" err="1"/>
              <a:t>chợ</a:t>
            </a:r>
            <a:r>
              <a:rPr lang="en-US" dirty="0"/>
              <a:t>..</a:t>
            </a:r>
          </a:p>
          <a:p>
            <a:r>
              <a:rPr lang="en-US" dirty="0" err="1"/>
              <a:t>Hợp</a:t>
            </a:r>
            <a:r>
              <a:rPr lang="en-US" dirty="0"/>
              <a:t> </a:t>
            </a:r>
            <a:r>
              <a:rPr lang="en-US" dirty="0" err="1"/>
              <a:t>đồng</a:t>
            </a:r>
            <a:r>
              <a:rPr lang="en-US" dirty="0"/>
              <a:t> </a:t>
            </a:r>
            <a:r>
              <a:rPr lang="en-US" dirty="0" err="1"/>
              <a:t>bằng</a:t>
            </a:r>
            <a:r>
              <a:rPr lang="en-US" dirty="0"/>
              <a:t> </a:t>
            </a:r>
            <a:r>
              <a:rPr lang="en-US" dirty="0" err="1"/>
              <a:t>hành</a:t>
            </a:r>
            <a:r>
              <a:rPr lang="en-US" dirty="0"/>
              <a:t> vi: </a:t>
            </a:r>
            <a:r>
              <a:rPr lang="en-US" dirty="0" err="1"/>
              <a:t>Các</a:t>
            </a:r>
            <a:r>
              <a:rPr lang="en-US" dirty="0"/>
              <a:t> </a:t>
            </a:r>
            <a:r>
              <a:rPr lang="en-US" dirty="0" err="1"/>
              <a:t>bên</a:t>
            </a:r>
            <a:r>
              <a:rPr lang="en-US" dirty="0"/>
              <a:t> </a:t>
            </a:r>
            <a:r>
              <a:rPr lang="en-US" dirty="0" err="1"/>
              <a:t>thỏa</a:t>
            </a:r>
            <a:r>
              <a:rPr lang="en-US" dirty="0"/>
              <a:t> </a:t>
            </a:r>
            <a:r>
              <a:rPr lang="en-US" dirty="0" err="1"/>
              <a:t>thuận</a:t>
            </a:r>
            <a:r>
              <a:rPr lang="en-US" dirty="0"/>
              <a:t> </a:t>
            </a:r>
            <a:r>
              <a:rPr lang="en-US" dirty="0" err="1"/>
              <a:t>thông</a:t>
            </a:r>
            <a:r>
              <a:rPr lang="en-US" dirty="0"/>
              <a:t> qua </a:t>
            </a:r>
            <a:r>
              <a:rPr lang="en-US" dirty="0" err="1"/>
              <a:t>việc</a:t>
            </a:r>
            <a:r>
              <a:rPr lang="en-US" dirty="0"/>
              <a:t> </a:t>
            </a:r>
            <a:r>
              <a:rPr lang="en-US" dirty="0" err="1"/>
              <a:t>thực</a:t>
            </a:r>
            <a:r>
              <a:rPr lang="en-US" dirty="0"/>
              <a:t> </a:t>
            </a:r>
            <a:r>
              <a:rPr lang="en-US" dirty="0" err="1"/>
              <a:t>hiện</a:t>
            </a:r>
            <a:r>
              <a:rPr lang="en-US" dirty="0"/>
              <a:t> </a:t>
            </a:r>
            <a:r>
              <a:rPr lang="en-US" dirty="0" err="1"/>
              <a:t>những</a:t>
            </a:r>
            <a:r>
              <a:rPr lang="en-US" dirty="0"/>
              <a:t> </a:t>
            </a:r>
            <a:r>
              <a:rPr lang="en-US" dirty="0" err="1"/>
              <a:t>hành</a:t>
            </a:r>
            <a:r>
              <a:rPr lang="en-US" dirty="0"/>
              <a:t> vi </a:t>
            </a:r>
            <a:r>
              <a:rPr lang="en-US" dirty="0" err="1"/>
              <a:t>cụ</a:t>
            </a:r>
            <a:r>
              <a:rPr lang="en-US" dirty="0"/>
              <a:t> </a:t>
            </a:r>
            <a:r>
              <a:rPr lang="en-US" dirty="0" err="1"/>
              <a:t>thể</a:t>
            </a:r>
            <a:r>
              <a:rPr lang="en-US" dirty="0"/>
              <a:t>: </a:t>
            </a:r>
            <a:r>
              <a:rPr lang="en-US" dirty="0" err="1"/>
              <a:t>Ví</a:t>
            </a:r>
            <a:r>
              <a:rPr lang="en-US" dirty="0"/>
              <a:t> </a:t>
            </a:r>
            <a:r>
              <a:rPr lang="en-US" dirty="0" err="1"/>
              <a:t>dụ</a:t>
            </a:r>
            <a:r>
              <a:rPr lang="en-US" dirty="0"/>
              <a:t> </a:t>
            </a:r>
            <a:r>
              <a:rPr lang="en-US" dirty="0" err="1"/>
              <a:t>mua</a:t>
            </a:r>
            <a:r>
              <a:rPr lang="en-US" dirty="0"/>
              <a:t> hang </a:t>
            </a:r>
            <a:r>
              <a:rPr lang="en-US" dirty="0" err="1"/>
              <a:t>tại</a:t>
            </a:r>
            <a:r>
              <a:rPr lang="en-US" dirty="0"/>
              <a:t> </a:t>
            </a:r>
            <a:r>
              <a:rPr lang="en-US" dirty="0" err="1"/>
              <a:t>siêu</a:t>
            </a:r>
            <a:r>
              <a:rPr lang="en-US" dirty="0"/>
              <a:t> </a:t>
            </a:r>
            <a:r>
              <a:rPr lang="en-US" dirty="0" err="1"/>
              <a:t>thị</a:t>
            </a:r>
            <a:r>
              <a:rPr lang="en-US" dirty="0"/>
              <a:t>, </a:t>
            </a:r>
            <a:r>
              <a:rPr lang="en-US" dirty="0" err="1"/>
              <a:t>cây</a:t>
            </a:r>
            <a:r>
              <a:rPr lang="en-US" dirty="0"/>
              <a:t> </a:t>
            </a:r>
            <a:r>
              <a:rPr lang="en-US" dirty="0" err="1"/>
              <a:t>bán</a:t>
            </a:r>
            <a:r>
              <a:rPr lang="en-US" dirty="0"/>
              <a:t> hang </a:t>
            </a:r>
            <a:r>
              <a:rPr lang="en-US" dirty="0" err="1"/>
              <a:t>tự</a:t>
            </a:r>
            <a:r>
              <a:rPr lang="en-US" dirty="0"/>
              <a:t> </a:t>
            </a:r>
            <a:r>
              <a:rPr lang="en-US" dirty="0" err="1"/>
              <a:t>động</a:t>
            </a:r>
            <a:r>
              <a:rPr lang="en-US" dirty="0"/>
              <a:t>….</a:t>
            </a:r>
          </a:p>
        </p:txBody>
      </p:sp>
      <p:sp>
        <p:nvSpPr>
          <p:cNvPr id="4" name="Footer Placeholder 3">
            <a:extLst>
              <a:ext uri="{FF2B5EF4-FFF2-40B4-BE49-F238E27FC236}">
                <a16:creationId xmlns="" xmlns:a16="http://schemas.microsoft.com/office/drawing/2014/main" id="{A20F9F2F-538E-410E-9F97-4F41FD35B691}"/>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C14436AA-3FDD-4006-BAC0-D3CB853425BE}"/>
              </a:ext>
            </a:extLst>
          </p:cNvPr>
          <p:cNvSpPr>
            <a:spLocks noGrp="1"/>
          </p:cNvSpPr>
          <p:nvPr>
            <p:ph type="sldNum" sz="quarter" idx="12"/>
          </p:nvPr>
        </p:nvSpPr>
        <p:spPr/>
        <p:txBody>
          <a:bodyPr/>
          <a:lstStyle/>
          <a:p>
            <a:fld id="{F6AE7EA5-B71B-4031-9678-D796BB0CCF77}" type="slidenum">
              <a:rPr lang="en-US" smtClean="0"/>
              <a:pPr/>
              <a:t>12</a:t>
            </a:fld>
            <a:endParaRPr lang="en-US"/>
          </a:p>
        </p:txBody>
      </p:sp>
    </p:spTree>
    <p:extLst>
      <p:ext uri="{BB962C8B-B14F-4D97-AF65-F5344CB8AC3E}">
        <p14:creationId xmlns="" xmlns:p14="http://schemas.microsoft.com/office/powerpoint/2010/main" val="33445906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B1DD7D-3BDB-4E70-9C81-CB0D662782DB}"/>
              </a:ext>
            </a:extLst>
          </p:cNvPr>
          <p:cNvSpPr>
            <a:spLocks noGrp="1"/>
          </p:cNvSpPr>
          <p:nvPr>
            <p:ph type="title"/>
          </p:nvPr>
        </p:nvSpPr>
        <p:spPr>
          <a:xfrm>
            <a:off x="1981200" y="274638"/>
            <a:ext cx="8229600" cy="792162"/>
          </a:xfrm>
        </p:spPr>
        <p:txBody>
          <a:bodyPr>
            <a:normAutofit/>
          </a:bodyPr>
          <a:lstStyle/>
          <a:p>
            <a:r>
              <a:rPr lang="en-US" sz="3600" b="1" dirty="0">
                <a:solidFill>
                  <a:srgbClr val="000000"/>
                </a:solidFill>
                <a:latin typeface="Arial" panose="020B0604020202020204" pitchFamily="34" charset="0"/>
              </a:rPr>
              <a:t>MỘT SỐ HỢP ĐỒNG THÔNG DỤNG</a:t>
            </a:r>
            <a:endParaRPr lang="en-US" sz="3600" dirty="0"/>
          </a:p>
        </p:txBody>
      </p:sp>
      <p:sp>
        <p:nvSpPr>
          <p:cNvPr id="3" name="Content Placeholder 2">
            <a:extLst>
              <a:ext uri="{FF2B5EF4-FFF2-40B4-BE49-F238E27FC236}">
                <a16:creationId xmlns="" xmlns:a16="http://schemas.microsoft.com/office/drawing/2014/main" id="{9913E923-68C8-4B3D-8BEC-8ACC7BDDFFA0}"/>
              </a:ext>
            </a:extLst>
          </p:cNvPr>
          <p:cNvSpPr>
            <a:spLocks noGrp="1"/>
          </p:cNvSpPr>
          <p:nvPr>
            <p:ph idx="1"/>
          </p:nvPr>
        </p:nvSpPr>
        <p:spPr>
          <a:xfrm>
            <a:off x="1981200" y="1143001"/>
            <a:ext cx="8229600" cy="4983163"/>
          </a:xfrm>
        </p:spPr>
        <p:txBody>
          <a:bodyPr>
            <a:normAutofit fontScale="92500" lnSpcReduction="10000"/>
          </a:bodyPr>
          <a:lstStyle/>
          <a:p>
            <a:pPr>
              <a:spcBef>
                <a:spcPts val="600"/>
              </a:spcBef>
              <a:spcAft>
                <a:spcPts val="600"/>
              </a:spcAft>
            </a:pPr>
            <a:r>
              <a:rPr lang="en-US" b="1" i="0" u="none" strike="noStrike" dirty="0" err="1">
                <a:solidFill>
                  <a:srgbClr val="000000"/>
                </a:solidFill>
                <a:effectLst/>
                <a:latin typeface="Arial" panose="020B0604020202020204" pitchFamily="34" charset="0"/>
              </a:rPr>
              <a:t>Hợp</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đồng</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mua</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bán</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tài</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sản</a:t>
            </a:r>
            <a:r>
              <a:rPr lang="en-US" b="1" i="0" u="none" strike="noStrike" dirty="0">
                <a:solidFill>
                  <a:srgbClr val="000000"/>
                </a:solidFill>
                <a:effectLst/>
                <a:latin typeface="Arial" panose="020B0604020202020204" pitchFamily="34" charset="0"/>
              </a:rPr>
              <a:t>: </a:t>
            </a:r>
            <a:r>
              <a:rPr lang="en-US" sz="2400" dirty="0" err="1">
                <a:solidFill>
                  <a:srgbClr val="000000"/>
                </a:solidFill>
                <a:latin typeface="Arial" panose="020B0604020202020204" pitchFamily="34" charset="0"/>
              </a:rPr>
              <a:t>Hợp</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đồng</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mua</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bán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tài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sản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là</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sự</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thỏa</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thuận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giữa</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các</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bên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theo</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đó</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bên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bán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chuyển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quyền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sở</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hữu</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tài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sản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cho</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bên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mua</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và</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bên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mua</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trả</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tiền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cho</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bên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bán</a:t>
            </a:r>
            <a:r>
              <a:rPr lang="en-US" sz="2400" dirty="0">
                <a:solidFill>
                  <a:srgbClr val="000000"/>
                </a:solidFill>
                <a:latin typeface="Arial" panose="020B0604020202020204" pitchFamily="34" charset="0"/>
              </a:rPr>
              <a:t>.</a:t>
            </a:r>
          </a:p>
          <a:p>
            <a:pPr algn="just">
              <a:spcBef>
                <a:spcPts val="600"/>
              </a:spcBef>
              <a:spcAft>
                <a:spcPts val="600"/>
              </a:spcAft>
            </a:pPr>
            <a:r>
              <a:rPr lang="en-US" b="1" i="0" u="none" strike="noStrike" dirty="0" err="1">
                <a:solidFill>
                  <a:srgbClr val="000000"/>
                </a:solidFill>
                <a:effectLst/>
                <a:latin typeface="Arial" panose="020B0604020202020204" pitchFamily="34" charset="0"/>
              </a:rPr>
              <a:t>Hợp</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đồng</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trao</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đổi</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tài</a:t>
            </a:r>
            <a:r>
              <a:rPr lang="en-US" b="1" i="0" u="none" strike="noStrike" dirty="0">
                <a:solidFill>
                  <a:srgbClr val="000000"/>
                </a:solidFill>
                <a:effectLst/>
                <a:latin typeface="Arial" panose="020B0604020202020204" pitchFamily="34" charset="0"/>
              </a:rPr>
              <a:t> </a:t>
            </a:r>
            <a:r>
              <a:rPr lang="en-US" b="1" i="0" u="none" strike="noStrike" dirty="0" err="1">
                <a:solidFill>
                  <a:srgbClr val="000000"/>
                </a:solidFill>
                <a:effectLst/>
                <a:latin typeface="Arial" panose="020B0604020202020204" pitchFamily="34" charset="0"/>
              </a:rPr>
              <a:t>sản</a:t>
            </a:r>
            <a:r>
              <a:rPr lang="en-US" b="1" i="0" u="none" strike="noStrike" dirty="0">
                <a:solidFill>
                  <a:srgbClr val="000000"/>
                </a:solidFill>
                <a:effectLst/>
                <a:latin typeface="Arial" panose="020B0604020202020204" pitchFamily="34" charset="0"/>
              </a:rPr>
              <a:t>: </a:t>
            </a:r>
            <a:r>
              <a:rPr lang="en-US" sz="2400" dirty="0" err="1">
                <a:solidFill>
                  <a:srgbClr val="000000"/>
                </a:solidFill>
                <a:latin typeface="Arial" panose="020B0604020202020204" pitchFamily="34" charset="0"/>
              </a:rPr>
              <a:t>Hợp</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đồng</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trao</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đổi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tài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sản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là</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sự</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thỏa</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thuận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giữa</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các</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bên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theo</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đó</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các</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bên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giao</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tài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sản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và</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chuyển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quyền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sở</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hữu</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đối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với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tài</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sản</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cho</a:t>
            </a:r>
            <a:r>
              <a:rPr lang="en-US" sz="2400" dirty="0">
                <a:solidFill>
                  <a:srgbClr val="000000"/>
                </a:solidFill>
                <a:latin typeface="Arial" panose="020B0604020202020204" pitchFamily="34" charset="0"/>
              </a:rPr>
              <a:t> </a:t>
            </a:r>
            <a:r>
              <a:rPr lang="en-US" sz="2400" dirty="0" err="1">
                <a:solidFill>
                  <a:srgbClr val="000000"/>
                </a:solidFill>
                <a:latin typeface="Arial" panose="020B0604020202020204" pitchFamily="34" charset="0"/>
              </a:rPr>
              <a:t>nhau</a:t>
            </a:r>
            <a:endParaRPr lang="en-US" sz="2400" dirty="0">
              <a:solidFill>
                <a:srgbClr val="000000"/>
              </a:solidFill>
              <a:latin typeface="Arial" panose="020B0604020202020204" pitchFamily="34" charset="0"/>
            </a:endParaRPr>
          </a:p>
          <a:p>
            <a:pPr>
              <a:spcBef>
                <a:spcPts val="600"/>
              </a:spcBef>
              <a:spcAft>
                <a:spcPts val="600"/>
              </a:spcAft>
            </a:pPr>
            <a:r>
              <a:rPr lang="vi-VN" b="1" i="0" u="none" strike="noStrike" dirty="0">
                <a:solidFill>
                  <a:srgbClr val="000000"/>
                </a:solidFill>
                <a:effectLst/>
                <a:latin typeface="Arial" panose="020B0604020202020204" pitchFamily="34" charset="0"/>
              </a:rPr>
              <a:t>Hợp đồng tặng cho tài sản</a:t>
            </a:r>
            <a:r>
              <a:rPr lang="en-US" b="1" i="0" u="none" strike="noStrike" dirty="0">
                <a:solidFill>
                  <a:srgbClr val="000000"/>
                </a:solidFill>
                <a:effectLst/>
                <a:latin typeface="Arial" panose="020B0604020202020204" pitchFamily="34" charset="0"/>
              </a:rPr>
              <a:t>: </a:t>
            </a:r>
            <a:r>
              <a:rPr lang="vi-VN" sz="2400" dirty="0">
                <a:solidFill>
                  <a:srgbClr val="000000"/>
                </a:solidFill>
                <a:latin typeface="Arial" panose="020B0604020202020204" pitchFamily="34" charset="0"/>
              </a:rPr>
              <a:t>Hợp đồng tặng cho tài sản là sự thỏa thuận giữa các bên, theo đó bên tặng cho giao tài sản của mình và chuyển quyền sở hữu cho bên được tặng cho mà không yêu cầu đền bù, bên được tặng cho đồng ý nhận.</a:t>
            </a:r>
            <a:endParaRPr lang="en-US" sz="2400" dirty="0">
              <a:solidFill>
                <a:srgbClr val="000000"/>
              </a:solidFill>
              <a:latin typeface="Arial" panose="020B0604020202020204" pitchFamily="34" charset="0"/>
            </a:endParaRPr>
          </a:p>
          <a:p>
            <a:pPr>
              <a:spcBef>
                <a:spcPts val="600"/>
              </a:spcBef>
              <a:spcAft>
                <a:spcPts val="600"/>
              </a:spcAft>
            </a:pPr>
            <a:r>
              <a:rPr lang="vi-VN" sz="3300" b="1" dirty="0">
                <a:solidFill>
                  <a:srgbClr val="000000"/>
                </a:solidFill>
                <a:latin typeface="Arial" panose="020B0604020202020204" pitchFamily="34" charset="0"/>
              </a:rPr>
              <a:t>Hợp đồng vay tài sản</a:t>
            </a:r>
            <a:r>
              <a:rPr lang="en-US" sz="3300" b="1" dirty="0">
                <a:solidFill>
                  <a:srgbClr val="000000"/>
                </a:solidFill>
                <a:latin typeface="Arial" panose="020B0604020202020204" pitchFamily="34" charset="0"/>
              </a:rPr>
              <a:t>: </a:t>
            </a:r>
            <a:r>
              <a:rPr lang="vi-VN" sz="2400" dirty="0">
                <a:solidFill>
                  <a:srgbClr val="000000"/>
                </a:solidFill>
                <a:latin typeface="Arial" panose="020B0604020202020204" pitchFamily="34" charset="0"/>
              </a:rPr>
              <a:t>Hợp đồng vay tài sản là sự thỏa thuận giữa các bên, theo đó bên cho vay giao tài sản cho bên vay; khi đến hạn trả, bên vay phải hoàn trả cho bên cho vay tài sản cùng loại theo đúng số lượng, chất lượng và chỉ phải trả lãi nếu có thỏa thuận hoặc pháp luật có quy định.</a:t>
            </a:r>
          </a:p>
          <a:p>
            <a:pPr>
              <a:spcBef>
                <a:spcPts val="600"/>
              </a:spcBef>
              <a:spcAft>
                <a:spcPts val="600"/>
              </a:spcAft>
            </a:pPr>
            <a:endParaRPr lang="vi-VN" sz="3000" dirty="0">
              <a:solidFill>
                <a:srgbClr val="000000"/>
              </a:solidFill>
              <a:latin typeface="Arial" panose="020B0604020202020204" pitchFamily="34" charset="0"/>
            </a:endParaRPr>
          </a:p>
          <a:p>
            <a:pPr>
              <a:spcBef>
                <a:spcPts val="600"/>
              </a:spcBef>
              <a:spcAft>
                <a:spcPts val="600"/>
              </a:spcAft>
            </a:pPr>
            <a:endParaRPr lang="en-US" b="0" i="0" dirty="0">
              <a:solidFill>
                <a:srgbClr val="000000"/>
              </a:solidFill>
              <a:effectLst/>
              <a:latin typeface="Arial" panose="020B0604020202020204" pitchFamily="34" charset="0"/>
            </a:endParaRPr>
          </a:p>
          <a:p>
            <a:endParaRPr lang="en-US" dirty="0"/>
          </a:p>
        </p:txBody>
      </p:sp>
      <p:sp>
        <p:nvSpPr>
          <p:cNvPr id="4" name="Footer Placeholder 3">
            <a:extLst>
              <a:ext uri="{FF2B5EF4-FFF2-40B4-BE49-F238E27FC236}">
                <a16:creationId xmlns="" xmlns:a16="http://schemas.microsoft.com/office/drawing/2014/main" id="{AF261839-D0C8-4E99-BB1E-C31F6EE03FEC}"/>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950C5E15-C48D-419B-8795-6F7AAE23A884}"/>
              </a:ext>
            </a:extLst>
          </p:cNvPr>
          <p:cNvSpPr>
            <a:spLocks noGrp="1"/>
          </p:cNvSpPr>
          <p:nvPr>
            <p:ph type="sldNum" sz="quarter" idx="12"/>
          </p:nvPr>
        </p:nvSpPr>
        <p:spPr/>
        <p:txBody>
          <a:bodyPr/>
          <a:lstStyle/>
          <a:p>
            <a:fld id="{F6AE7EA5-B71B-4031-9678-D796BB0CCF77}" type="slidenum">
              <a:rPr lang="en-US" smtClean="0"/>
              <a:pPr/>
              <a:t>13</a:t>
            </a:fld>
            <a:endParaRPr lang="en-US"/>
          </a:p>
        </p:txBody>
      </p:sp>
    </p:spTree>
    <p:extLst>
      <p:ext uri="{BB962C8B-B14F-4D97-AF65-F5344CB8AC3E}">
        <p14:creationId xmlns="" xmlns:p14="http://schemas.microsoft.com/office/powerpoint/2010/main" val="12894181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6DB6796-51F9-41C1-8755-A58074A4F91C}"/>
              </a:ext>
            </a:extLst>
          </p:cNvPr>
          <p:cNvSpPr>
            <a:spLocks noGrp="1"/>
          </p:cNvSpPr>
          <p:nvPr>
            <p:ph idx="1"/>
          </p:nvPr>
        </p:nvSpPr>
        <p:spPr>
          <a:xfrm>
            <a:off x="1981200" y="1219201"/>
            <a:ext cx="8229600" cy="4906963"/>
          </a:xfrm>
        </p:spPr>
        <p:txBody>
          <a:bodyPr>
            <a:normAutofit/>
          </a:bodyPr>
          <a:lstStyle/>
          <a:p>
            <a:pPr algn="just">
              <a:spcBef>
                <a:spcPts val="600"/>
              </a:spcBef>
              <a:spcAft>
                <a:spcPts val="600"/>
              </a:spcAft>
            </a:pPr>
            <a:r>
              <a:rPr lang="en-US" sz="2300" b="1" dirty="0" err="1">
                <a:solidFill>
                  <a:srgbClr val="000000"/>
                </a:solidFill>
                <a:latin typeface="Arial" panose="020B0604020202020204" pitchFamily="34" charset="0"/>
              </a:rPr>
              <a:t>Hợp</a:t>
            </a:r>
            <a:r>
              <a:rPr lang="en-US" sz="2300" b="1" dirty="0">
                <a:solidFill>
                  <a:srgbClr val="000000"/>
                </a:solidFill>
                <a:latin typeface="Arial" panose="020B0604020202020204" pitchFamily="34" charset="0"/>
              </a:rPr>
              <a:t> </a:t>
            </a:r>
            <a:r>
              <a:rPr lang="en-US" sz="2300" b="1" dirty="0" err="1">
                <a:solidFill>
                  <a:srgbClr val="000000"/>
                </a:solidFill>
                <a:latin typeface="Arial" panose="020B0604020202020204" pitchFamily="34" charset="0"/>
              </a:rPr>
              <a:t>đồng</a:t>
            </a:r>
            <a:r>
              <a:rPr lang="en-US" sz="2300" b="1" dirty="0">
                <a:solidFill>
                  <a:srgbClr val="000000"/>
                </a:solidFill>
                <a:latin typeface="Arial" panose="020B0604020202020204" pitchFamily="34" charset="0"/>
              </a:rPr>
              <a:t> </a:t>
            </a:r>
            <a:r>
              <a:rPr lang="en-US" sz="2300" b="1" dirty="0" err="1">
                <a:solidFill>
                  <a:srgbClr val="000000"/>
                </a:solidFill>
                <a:latin typeface="Arial" panose="020B0604020202020204" pitchFamily="34" charset="0"/>
              </a:rPr>
              <a:t>thuê</a:t>
            </a:r>
            <a:r>
              <a:rPr lang="en-US" sz="2300" b="1" dirty="0">
                <a:solidFill>
                  <a:srgbClr val="000000"/>
                </a:solidFill>
                <a:latin typeface="Arial" panose="020B0604020202020204" pitchFamily="34" charset="0"/>
              </a:rPr>
              <a:t> </a:t>
            </a:r>
            <a:r>
              <a:rPr lang="en-US" sz="2300" b="1" dirty="0" err="1">
                <a:solidFill>
                  <a:srgbClr val="000000"/>
                </a:solidFill>
                <a:latin typeface="Arial" panose="020B0604020202020204" pitchFamily="34" charset="0"/>
              </a:rPr>
              <a:t>tài</a:t>
            </a:r>
            <a:r>
              <a:rPr lang="en-US" sz="2300" b="1" dirty="0">
                <a:solidFill>
                  <a:srgbClr val="000000"/>
                </a:solidFill>
                <a:latin typeface="Arial" panose="020B0604020202020204" pitchFamily="34" charset="0"/>
              </a:rPr>
              <a:t> </a:t>
            </a:r>
            <a:r>
              <a:rPr lang="en-US" sz="2300" b="1" dirty="0" err="1">
                <a:solidFill>
                  <a:srgbClr val="000000"/>
                </a:solidFill>
                <a:latin typeface="Arial" panose="020B0604020202020204" pitchFamily="34" charset="0"/>
              </a:rPr>
              <a:t>sản</a:t>
            </a:r>
            <a:r>
              <a:rPr lang="en-US" sz="2300" b="1"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Hợp</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đồng</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thuê</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tài</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sản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là</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sự</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thỏa</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thuận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giữa</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các</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bên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theo</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đó</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bên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cho</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thuê</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giao</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tài</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sản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cho</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bên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thuê</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để</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sử</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dụng</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trong</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một</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thời</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hạn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bên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thuê</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phải</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trả</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tiền</a:t>
            </a:r>
            <a:r>
              <a:rPr lang="en-US" sz="2300" dirty="0">
                <a:solidFill>
                  <a:srgbClr val="000000"/>
                </a:solidFill>
                <a:latin typeface="Arial" panose="020B0604020202020204" pitchFamily="34" charset="0"/>
              </a:rPr>
              <a:t> </a:t>
            </a:r>
            <a:r>
              <a:rPr lang="en-US" sz="2300" dirty="0" err="1">
                <a:solidFill>
                  <a:srgbClr val="000000"/>
                </a:solidFill>
                <a:latin typeface="Arial" panose="020B0604020202020204" pitchFamily="34" charset="0"/>
              </a:rPr>
              <a:t>thuê</a:t>
            </a:r>
            <a:r>
              <a:rPr lang="en-US" sz="2300" dirty="0">
                <a:solidFill>
                  <a:srgbClr val="000000"/>
                </a:solidFill>
                <a:latin typeface="Arial" panose="020B0604020202020204" pitchFamily="34" charset="0"/>
              </a:rPr>
              <a:t>.</a:t>
            </a:r>
          </a:p>
          <a:p>
            <a:pPr algn="just">
              <a:spcBef>
                <a:spcPts val="600"/>
              </a:spcBef>
              <a:spcAft>
                <a:spcPts val="600"/>
              </a:spcAft>
            </a:pPr>
            <a:r>
              <a:rPr lang="vi-VN" sz="2300" b="1" dirty="0">
                <a:solidFill>
                  <a:srgbClr val="000000"/>
                </a:solidFill>
                <a:latin typeface="Arial" panose="020B0604020202020204" pitchFamily="34" charset="0"/>
              </a:rPr>
              <a:t>Hợp đồng mượn tài sản</a:t>
            </a:r>
            <a:r>
              <a:rPr lang="en-US" sz="2300" b="1" dirty="0">
                <a:solidFill>
                  <a:srgbClr val="000000"/>
                </a:solidFill>
                <a:latin typeface="Arial" panose="020B0604020202020204" pitchFamily="34" charset="0"/>
              </a:rPr>
              <a:t>: </a:t>
            </a:r>
            <a:r>
              <a:rPr lang="vi-VN" sz="2300" dirty="0">
                <a:solidFill>
                  <a:srgbClr val="000000"/>
                </a:solidFill>
                <a:latin typeface="Arial" panose="020B0604020202020204" pitchFamily="34" charset="0"/>
              </a:rPr>
              <a:t>Hợp đồng mượn tài sản là sự thỏa thuận giữa các bên, theo đó bên cho mượn giao tài sản cho bên mượn để sử dụng trong một thời hạn mà không phải trả tiền, bên mượn phải trả lại tài sản đó khi hết thời hạn mượn hoặc mục đích mượn đã đạt được</a:t>
            </a:r>
            <a:endParaRPr lang="en-US" sz="2300" dirty="0">
              <a:solidFill>
                <a:srgbClr val="000000"/>
              </a:solidFill>
              <a:latin typeface="Arial" panose="020B0604020202020204" pitchFamily="34" charset="0"/>
            </a:endParaRPr>
          </a:p>
          <a:p>
            <a:pPr algn="just">
              <a:spcBef>
                <a:spcPts val="600"/>
              </a:spcBef>
              <a:spcAft>
                <a:spcPts val="600"/>
              </a:spcAft>
            </a:pPr>
            <a:endParaRPr lang="vi-VN" sz="2300" dirty="0">
              <a:solidFill>
                <a:srgbClr val="000000"/>
              </a:solidFill>
              <a:latin typeface="Arial" panose="020B0604020202020204" pitchFamily="34" charset="0"/>
            </a:endParaRPr>
          </a:p>
          <a:p>
            <a:pPr algn="just">
              <a:spcBef>
                <a:spcPts val="600"/>
              </a:spcBef>
              <a:spcAft>
                <a:spcPts val="600"/>
              </a:spcAft>
            </a:pPr>
            <a:endParaRPr lang="en-US" sz="2300" dirty="0">
              <a:solidFill>
                <a:srgbClr val="000000"/>
              </a:solidFill>
              <a:latin typeface="Arial" panose="020B0604020202020204" pitchFamily="34" charset="0"/>
            </a:endParaRPr>
          </a:p>
          <a:p>
            <a:pPr algn="just"/>
            <a:endParaRPr lang="en-US" sz="2300" dirty="0"/>
          </a:p>
        </p:txBody>
      </p:sp>
      <p:sp>
        <p:nvSpPr>
          <p:cNvPr id="4" name="Footer Placeholder 3">
            <a:extLst>
              <a:ext uri="{FF2B5EF4-FFF2-40B4-BE49-F238E27FC236}">
                <a16:creationId xmlns="" xmlns:a16="http://schemas.microsoft.com/office/drawing/2014/main" id="{37B5A51E-3C4F-4F2B-A669-4FA0FAC07933}"/>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0947E666-54CD-47BF-922B-A80F06C882C2}"/>
              </a:ext>
            </a:extLst>
          </p:cNvPr>
          <p:cNvSpPr>
            <a:spLocks noGrp="1"/>
          </p:cNvSpPr>
          <p:nvPr>
            <p:ph type="sldNum" sz="quarter" idx="12"/>
          </p:nvPr>
        </p:nvSpPr>
        <p:spPr/>
        <p:txBody>
          <a:bodyPr/>
          <a:lstStyle/>
          <a:p>
            <a:fld id="{F6AE7EA5-B71B-4031-9678-D796BB0CCF77}" type="slidenum">
              <a:rPr lang="en-US" smtClean="0"/>
              <a:pPr/>
              <a:t>14</a:t>
            </a:fld>
            <a:endParaRPr lang="en-US"/>
          </a:p>
        </p:txBody>
      </p:sp>
      <p:sp>
        <p:nvSpPr>
          <p:cNvPr id="6" name="Title 1">
            <a:extLst>
              <a:ext uri="{FF2B5EF4-FFF2-40B4-BE49-F238E27FC236}">
                <a16:creationId xmlns="" xmlns:a16="http://schemas.microsoft.com/office/drawing/2014/main" id="{6B3C72E7-7977-4EBE-86F0-D92327766537}"/>
              </a:ext>
            </a:extLst>
          </p:cNvPr>
          <p:cNvSpPr>
            <a:spLocks noGrp="1"/>
          </p:cNvSpPr>
          <p:nvPr>
            <p:ph type="title"/>
          </p:nvPr>
        </p:nvSpPr>
        <p:spPr>
          <a:xfrm>
            <a:off x="1981200" y="274638"/>
            <a:ext cx="8229600" cy="715962"/>
          </a:xfrm>
        </p:spPr>
        <p:txBody>
          <a:bodyPr>
            <a:normAutofit/>
          </a:bodyPr>
          <a:lstStyle/>
          <a:p>
            <a:r>
              <a:rPr lang="en-US" sz="3600" b="1" dirty="0">
                <a:solidFill>
                  <a:srgbClr val="000000"/>
                </a:solidFill>
                <a:latin typeface="Arial" panose="020B0604020202020204" pitchFamily="34" charset="0"/>
              </a:rPr>
              <a:t>MỘT SỐ HỢP ĐỒNG THÔNG DỤNG</a:t>
            </a:r>
            <a:endParaRPr lang="en-US" sz="3600" dirty="0"/>
          </a:p>
        </p:txBody>
      </p:sp>
    </p:spTree>
    <p:extLst>
      <p:ext uri="{BB962C8B-B14F-4D97-AF65-F5344CB8AC3E}">
        <p14:creationId xmlns="" xmlns:p14="http://schemas.microsoft.com/office/powerpoint/2010/main" val="26401243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Quyền thừa kế</a:t>
            </a:r>
          </a:p>
        </p:txBody>
      </p:sp>
      <p:sp>
        <p:nvSpPr>
          <p:cNvPr id="3" name="Content Placeholder 2"/>
          <p:cNvSpPr>
            <a:spLocks noGrp="1"/>
          </p:cNvSpPr>
          <p:nvPr>
            <p:ph idx="1"/>
          </p:nvPr>
        </p:nvSpPr>
        <p:spPr/>
        <p:txBody>
          <a:bodyPr/>
          <a:lstStyle/>
          <a:p>
            <a:r>
              <a:rPr lang="en-US" dirty="0" err="1"/>
              <a:t>Thừa</a:t>
            </a:r>
            <a:r>
              <a:rPr lang="en-US" dirty="0"/>
              <a:t> </a:t>
            </a:r>
            <a:r>
              <a:rPr lang="en-US" dirty="0" err="1"/>
              <a:t>kế</a:t>
            </a:r>
            <a:r>
              <a:rPr lang="en-US" dirty="0"/>
              <a:t> </a:t>
            </a:r>
            <a:r>
              <a:rPr lang="en-US" dirty="0" err="1"/>
              <a:t>là</a:t>
            </a:r>
            <a:r>
              <a:rPr lang="en-US" dirty="0"/>
              <a:t> </a:t>
            </a:r>
            <a:r>
              <a:rPr lang="en-US" dirty="0" err="1"/>
              <a:t>việc</a:t>
            </a:r>
            <a:r>
              <a:rPr lang="en-US" dirty="0"/>
              <a:t> </a:t>
            </a:r>
            <a:r>
              <a:rPr lang="en-US" dirty="0" err="1"/>
              <a:t>chuyển</a:t>
            </a:r>
            <a:r>
              <a:rPr lang="en-US" dirty="0"/>
              <a:t> </a:t>
            </a:r>
            <a:r>
              <a:rPr lang="en-US" dirty="0" err="1"/>
              <a:t>quyền</a:t>
            </a:r>
            <a:r>
              <a:rPr lang="en-US" dirty="0"/>
              <a:t> </a:t>
            </a:r>
            <a:r>
              <a:rPr lang="en-US" dirty="0" err="1"/>
              <a:t>sở</a:t>
            </a:r>
            <a:r>
              <a:rPr lang="en-US" dirty="0"/>
              <a:t> </a:t>
            </a:r>
            <a:r>
              <a:rPr lang="en-US" dirty="0" err="1"/>
              <a:t>hữu</a:t>
            </a:r>
            <a:r>
              <a:rPr lang="en-US" dirty="0"/>
              <a:t> </a:t>
            </a:r>
            <a:r>
              <a:rPr lang="en-US" dirty="0" err="1"/>
              <a:t>đối</a:t>
            </a:r>
            <a:r>
              <a:rPr lang="en-US" dirty="0"/>
              <a:t> </a:t>
            </a:r>
            <a:r>
              <a:rPr lang="en-US" dirty="0" err="1"/>
              <a:t>với</a:t>
            </a:r>
            <a:r>
              <a:rPr lang="en-US" dirty="0"/>
              <a:t> </a:t>
            </a:r>
            <a:r>
              <a:rPr lang="en-US" dirty="0" err="1"/>
              <a:t>tài</a:t>
            </a:r>
            <a:r>
              <a:rPr lang="en-US" dirty="0"/>
              <a:t> </a:t>
            </a:r>
            <a:r>
              <a:rPr lang="en-US" dirty="0" err="1"/>
              <a:t>sản</a:t>
            </a:r>
            <a:r>
              <a:rPr lang="en-US" dirty="0"/>
              <a:t> </a:t>
            </a:r>
            <a:r>
              <a:rPr lang="en-US" dirty="0" err="1"/>
              <a:t>của</a:t>
            </a:r>
            <a:r>
              <a:rPr lang="en-US" dirty="0"/>
              <a:t> </a:t>
            </a:r>
            <a:r>
              <a:rPr lang="en-US" dirty="0" err="1"/>
              <a:t>người</a:t>
            </a:r>
            <a:r>
              <a:rPr lang="en-US" dirty="0"/>
              <a:t> </a:t>
            </a:r>
            <a:r>
              <a:rPr lang="en-US" dirty="0" err="1"/>
              <a:t>đã</a:t>
            </a:r>
            <a:r>
              <a:rPr lang="en-US" dirty="0"/>
              <a:t> </a:t>
            </a:r>
            <a:r>
              <a:rPr lang="en-US" dirty="0" err="1"/>
              <a:t>chết</a:t>
            </a:r>
            <a:r>
              <a:rPr lang="en-US" dirty="0"/>
              <a:t> (</a:t>
            </a:r>
            <a:r>
              <a:rPr lang="en-US" dirty="0" err="1"/>
              <a:t>gọi</a:t>
            </a:r>
            <a:r>
              <a:rPr lang="en-US" dirty="0"/>
              <a:t> </a:t>
            </a:r>
            <a:r>
              <a:rPr lang="en-US" dirty="0" err="1"/>
              <a:t>là</a:t>
            </a:r>
            <a:r>
              <a:rPr lang="en-US" dirty="0"/>
              <a:t> di </a:t>
            </a:r>
            <a:r>
              <a:rPr lang="en-US" dirty="0" err="1"/>
              <a:t>sản</a:t>
            </a:r>
            <a:r>
              <a:rPr lang="en-US" dirty="0"/>
              <a:t>) </a:t>
            </a:r>
            <a:r>
              <a:rPr lang="en-US" dirty="0" err="1"/>
              <a:t>cho</a:t>
            </a:r>
            <a:r>
              <a:rPr lang="en-US" dirty="0"/>
              <a:t> </a:t>
            </a:r>
            <a:r>
              <a:rPr lang="en-US" dirty="0" err="1"/>
              <a:t>người</a:t>
            </a:r>
            <a:r>
              <a:rPr lang="en-US" dirty="0"/>
              <a:t> </a:t>
            </a:r>
            <a:r>
              <a:rPr lang="en-US" dirty="0" err="1"/>
              <a:t>thừa</a:t>
            </a:r>
            <a:r>
              <a:rPr lang="en-US" dirty="0"/>
              <a:t> </a:t>
            </a:r>
            <a:r>
              <a:rPr lang="en-US" dirty="0" err="1"/>
              <a:t>kế</a:t>
            </a:r>
            <a:r>
              <a:rPr lang="en-US" dirty="0"/>
              <a:t>, </a:t>
            </a:r>
            <a:r>
              <a:rPr lang="en-US" dirty="0" err="1"/>
              <a:t>thông</a:t>
            </a:r>
            <a:r>
              <a:rPr lang="en-US" dirty="0"/>
              <a:t> qua ý </a:t>
            </a:r>
            <a:r>
              <a:rPr lang="en-US" dirty="0" err="1"/>
              <a:t>nguyện</a:t>
            </a:r>
            <a:r>
              <a:rPr lang="en-US" dirty="0"/>
              <a:t> </a:t>
            </a:r>
            <a:r>
              <a:rPr lang="en-US" dirty="0" err="1"/>
              <a:t>cá</a:t>
            </a:r>
            <a:r>
              <a:rPr lang="en-US" dirty="0"/>
              <a:t> </a:t>
            </a:r>
            <a:r>
              <a:rPr lang="en-US" dirty="0" err="1"/>
              <a:t>nhân</a:t>
            </a:r>
            <a:r>
              <a:rPr lang="en-US" dirty="0"/>
              <a:t> </a:t>
            </a:r>
            <a:r>
              <a:rPr lang="en-US" dirty="0" err="1"/>
              <a:t>được</a:t>
            </a:r>
            <a:r>
              <a:rPr lang="en-US" dirty="0"/>
              <a:t> </a:t>
            </a:r>
            <a:r>
              <a:rPr lang="en-US" dirty="0" err="1"/>
              <a:t>thể</a:t>
            </a:r>
            <a:r>
              <a:rPr lang="en-US" dirty="0"/>
              <a:t> </a:t>
            </a:r>
            <a:r>
              <a:rPr lang="en-US" dirty="0" err="1"/>
              <a:t>hiện</a:t>
            </a:r>
            <a:r>
              <a:rPr lang="en-US" dirty="0"/>
              <a:t> </a:t>
            </a:r>
            <a:r>
              <a:rPr lang="en-US" dirty="0" err="1"/>
              <a:t>bằng</a:t>
            </a:r>
            <a:r>
              <a:rPr lang="en-US" dirty="0"/>
              <a:t> di </a:t>
            </a:r>
            <a:r>
              <a:rPr lang="en-US" dirty="0" err="1"/>
              <a:t>chúc</a:t>
            </a:r>
            <a:r>
              <a:rPr lang="en-US" dirty="0"/>
              <a:t>, </a:t>
            </a:r>
            <a:r>
              <a:rPr lang="en-US" dirty="0" err="1"/>
              <a:t>hoặc</a:t>
            </a:r>
            <a:r>
              <a:rPr lang="en-US" dirty="0"/>
              <a:t> </a:t>
            </a:r>
            <a:r>
              <a:rPr lang="en-US" dirty="0" err="1"/>
              <a:t>căn</a:t>
            </a:r>
            <a:r>
              <a:rPr lang="en-US" dirty="0"/>
              <a:t> </a:t>
            </a:r>
            <a:r>
              <a:rPr lang="en-US" dirty="0" err="1"/>
              <a:t>cứ</a:t>
            </a:r>
            <a:r>
              <a:rPr lang="en-US" dirty="0"/>
              <a:t> </a:t>
            </a:r>
            <a:r>
              <a:rPr lang="en-US" dirty="0" err="1"/>
              <a:t>theo</a:t>
            </a:r>
            <a:r>
              <a:rPr lang="en-US" dirty="0"/>
              <a:t> </a:t>
            </a:r>
            <a:r>
              <a:rPr lang="en-US" dirty="0" err="1"/>
              <a:t>quy</a:t>
            </a:r>
            <a:r>
              <a:rPr lang="en-US" dirty="0"/>
              <a:t> </a:t>
            </a:r>
            <a:r>
              <a:rPr lang="en-US" dirty="0" err="1"/>
              <a:t>định</a:t>
            </a:r>
            <a:r>
              <a:rPr lang="en-US" dirty="0"/>
              <a:t> </a:t>
            </a:r>
            <a:r>
              <a:rPr lang="en-US" dirty="0" err="1"/>
              <a:t>của</a:t>
            </a:r>
            <a:r>
              <a:rPr lang="en-US" dirty="0"/>
              <a:t> </a:t>
            </a:r>
            <a:r>
              <a:rPr lang="en-US" dirty="0" err="1"/>
              <a:t>pháp</a:t>
            </a:r>
            <a:r>
              <a:rPr lang="en-US" dirty="0"/>
              <a:t> </a:t>
            </a:r>
            <a:r>
              <a:rPr lang="en-US" dirty="0" err="1"/>
              <a:t>luật</a:t>
            </a:r>
            <a:r>
              <a:rPr lang="en-US" dirty="0"/>
              <a:t>.</a:t>
            </a:r>
          </a:p>
          <a:p>
            <a:pPr>
              <a:buFont typeface="Wingdings" pitchFamily="2" charset="2"/>
              <a:buChar char="ü"/>
            </a:pPr>
            <a:r>
              <a:rPr lang="en-US" dirty="0" err="1"/>
              <a:t>Thừa</a:t>
            </a:r>
            <a:r>
              <a:rPr lang="en-US" dirty="0"/>
              <a:t> </a:t>
            </a:r>
            <a:r>
              <a:rPr lang="en-US" dirty="0" err="1"/>
              <a:t>kế</a:t>
            </a:r>
            <a:r>
              <a:rPr lang="en-US" dirty="0"/>
              <a:t> </a:t>
            </a:r>
            <a:r>
              <a:rPr lang="en-US" dirty="0" err="1"/>
              <a:t>theo</a:t>
            </a:r>
            <a:r>
              <a:rPr lang="en-US" dirty="0"/>
              <a:t> di </a:t>
            </a:r>
            <a:r>
              <a:rPr lang="en-US" dirty="0" err="1"/>
              <a:t>chúc</a:t>
            </a:r>
            <a:endParaRPr lang="en-US" dirty="0"/>
          </a:p>
          <a:p>
            <a:pPr>
              <a:buFont typeface="Wingdings" pitchFamily="2" charset="2"/>
              <a:buChar char="ü"/>
            </a:pPr>
            <a:r>
              <a:rPr lang="en-US" dirty="0" err="1"/>
              <a:t>Thừa</a:t>
            </a:r>
            <a:r>
              <a:rPr lang="en-US" dirty="0"/>
              <a:t> </a:t>
            </a:r>
            <a:r>
              <a:rPr lang="en-US" dirty="0" err="1"/>
              <a:t>kế</a:t>
            </a:r>
            <a:r>
              <a:rPr lang="en-US" dirty="0"/>
              <a:t> </a:t>
            </a:r>
            <a:r>
              <a:rPr lang="en-US" dirty="0" err="1"/>
              <a:t>theo</a:t>
            </a:r>
            <a:r>
              <a:rPr lang="en-US" dirty="0"/>
              <a:t> </a:t>
            </a:r>
            <a:r>
              <a:rPr lang="en-US" dirty="0" err="1"/>
              <a:t>pháp</a:t>
            </a:r>
            <a:r>
              <a:rPr lang="en-US" dirty="0"/>
              <a:t> </a:t>
            </a:r>
            <a:r>
              <a:rPr lang="en-US" dirty="0" err="1"/>
              <a:t>luật</a:t>
            </a:r>
            <a:endParaRPr lang="en-US" dirty="0"/>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15</a:t>
            </a:fld>
            <a:endParaRPr lang="en-US"/>
          </a:p>
        </p:txBody>
      </p:sp>
      <p:pic>
        <p:nvPicPr>
          <p:cNvPr id="6" name="Picture 2" descr="http://qlttgialai.byethost15.com/uploads/news/2012_07/luat.jpg"/>
          <p:cNvPicPr>
            <a:picLocks noChangeAspect="1" noChangeArrowheads="1"/>
          </p:cNvPicPr>
          <p:nvPr/>
        </p:nvPicPr>
        <p:blipFill>
          <a:blip r:embed="rId2"/>
          <a:srcRect/>
          <a:stretch>
            <a:fillRect/>
          </a:stretch>
        </p:blipFill>
        <p:spPr bwMode="auto">
          <a:xfrm>
            <a:off x="7391400" y="3505201"/>
            <a:ext cx="2667000" cy="2990407"/>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6C40ED-9B99-49BB-90AB-9FDFB395069A}"/>
              </a:ext>
            </a:extLst>
          </p:cNvPr>
          <p:cNvSpPr>
            <a:spLocks noGrp="1"/>
          </p:cNvSpPr>
          <p:nvPr>
            <p:ph type="title"/>
          </p:nvPr>
        </p:nvSpPr>
        <p:spPr/>
        <p:txBody>
          <a:bodyPr/>
          <a:lstStyle/>
          <a:p>
            <a:r>
              <a:rPr lang="en-US" dirty="0" err="1"/>
              <a:t>Một</a:t>
            </a:r>
            <a:r>
              <a:rPr lang="en-US" dirty="0"/>
              <a:t> </a:t>
            </a:r>
            <a:r>
              <a:rPr lang="en-US" dirty="0" err="1"/>
              <a:t>số</a:t>
            </a:r>
            <a:r>
              <a:rPr lang="en-US" dirty="0"/>
              <a:t> </a:t>
            </a:r>
            <a:r>
              <a:rPr lang="en-US" dirty="0" err="1"/>
              <a:t>khái</a:t>
            </a:r>
            <a:r>
              <a:rPr lang="en-US" dirty="0"/>
              <a:t> </a:t>
            </a:r>
            <a:r>
              <a:rPr lang="en-US" dirty="0" err="1"/>
              <a:t>niệm</a:t>
            </a:r>
            <a:r>
              <a:rPr lang="en-US" dirty="0"/>
              <a:t> </a:t>
            </a:r>
            <a:r>
              <a:rPr lang="en-US" dirty="0" err="1"/>
              <a:t>chung</a:t>
            </a:r>
            <a:endParaRPr lang="en-US" dirty="0"/>
          </a:p>
        </p:txBody>
      </p:sp>
      <p:sp>
        <p:nvSpPr>
          <p:cNvPr id="3" name="Content Placeholder 2">
            <a:extLst>
              <a:ext uri="{FF2B5EF4-FFF2-40B4-BE49-F238E27FC236}">
                <a16:creationId xmlns="" xmlns:a16="http://schemas.microsoft.com/office/drawing/2014/main" id="{03E8E8F0-2384-4082-A1CE-3AB8842897AC}"/>
              </a:ext>
            </a:extLst>
          </p:cNvPr>
          <p:cNvSpPr>
            <a:spLocks noGrp="1"/>
          </p:cNvSpPr>
          <p:nvPr>
            <p:ph idx="1"/>
          </p:nvPr>
        </p:nvSpPr>
        <p:spPr>
          <a:xfrm>
            <a:off x="1981200" y="1295400"/>
            <a:ext cx="8229600" cy="5287962"/>
          </a:xfrm>
        </p:spPr>
        <p:txBody>
          <a:bodyPr>
            <a:noAutofit/>
          </a:bodyPr>
          <a:lstStyle/>
          <a:p>
            <a:pPr algn="just">
              <a:spcBef>
                <a:spcPts val="600"/>
              </a:spcBef>
              <a:spcAft>
                <a:spcPts val="600"/>
              </a:spcAft>
            </a:pPr>
            <a:r>
              <a:rPr lang="vi-VN" sz="2200" b="1" dirty="0">
                <a:solidFill>
                  <a:srgbClr val="000000"/>
                </a:solidFill>
                <a:latin typeface="Arial" panose="020B0604020202020204" pitchFamily="34" charset="0"/>
              </a:rPr>
              <a:t>Thời điểm, địa điểm mở thừa kế</a:t>
            </a:r>
            <a:r>
              <a:rPr lang="en-US" sz="2200" b="1" dirty="0">
                <a:solidFill>
                  <a:srgbClr val="000000"/>
                </a:solidFill>
                <a:latin typeface="Arial" panose="020B0604020202020204" pitchFamily="34" charset="0"/>
              </a:rPr>
              <a:t>: </a:t>
            </a:r>
            <a:r>
              <a:rPr lang="vi-VN" sz="2200" dirty="0">
                <a:solidFill>
                  <a:srgbClr val="000000"/>
                </a:solidFill>
                <a:latin typeface="Arial" panose="020B0604020202020204" pitchFamily="34" charset="0"/>
              </a:rPr>
              <a:t>Thời điểm mở thừa kế là thời điểm người có tài sản chết</a:t>
            </a:r>
          </a:p>
          <a:p>
            <a:pPr algn="just">
              <a:spcBef>
                <a:spcPts val="600"/>
              </a:spcBef>
              <a:spcAft>
                <a:spcPts val="600"/>
              </a:spcAft>
            </a:pPr>
            <a:r>
              <a:rPr lang="vi-VN" sz="2200" b="1" dirty="0">
                <a:solidFill>
                  <a:srgbClr val="000000"/>
                </a:solidFill>
                <a:latin typeface="Arial" panose="020B0604020202020204" pitchFamily="34" charset="0"/>
              </a:rPr>
              <a:t>Di sản</a:t>
            </a:r>
            <a:r>
              <a:rPr lang="en-US" sz="2200" b="1" dirty="0">
                <a:solidFill>
                  <a:srgbClr val="000000"/>
                </a:solidFill>
                <a:latin typeface="Arial" panose="020B0604020202020204" pitchFamily="34" charset="0"/>
              </a:rPr>
              <a:t>: </a:t>
            </a:r>
            <a:r>
              <a:rPr lang="vi-VN" sz="2200" dirty="0">
                <a:solidFill>
                  <a:srgbClr val="000000"/>
                </a:solidFill>
                <a:latin typeface="Arial" panose="020B0604020202020204" pitchFamily="34" charset="0"/>
              </a:rPr>
              <a:t>Di sản bao gồm tài sản riêng của người chết, phần tài sản của người chết trong tài sản chung với người khác.</a:t>
            </a:r>
          </a:p>
          <a:p>
            <a:pPr algn="just">
              <a:spcBef>
                <a:spcPts val="600"/>
              </a:spcBef>
              <a:spcAft>
                <a:spcPts val="600"/>
              </a:spcAft>
            </a:pPr>
            <a:r>
              <a:rPr lang="vi-VN" sz="2200" b="1" dirty="0">
                <a:solidFill>
                  <a:srgbClr val="000000"/>
                </a:solidFill>
                <a:latin typeface="Arial" panose="020B0604020202020204" pitchFamily="34" charset="0"/>
              </a:rPr>
              <a:t>Người thừa kế</a:t>
            </a:r>
            <a:r>
              <a:rPr lang="en-US" sz="2200" b="1" dirty="0">
                <a:solidFill>
                  <a:srgbClr val="000000"/>
                </a:solidFill>
                <a:latin typeface="Arial" panose="020B0604020202020204" pitchFamily="34" charset="0"/>
              </a:rPr>
              <a:t>: </a:t>
            </a:r>
            <a:r>
              <a:rPr lang="vi-VN" sz="2200" dirty="0">
                <a:solidFill>
                  <a:srgbClr val="000000"/>
                </a:solidFill>
                <a:latin typeface="Arial" panose="020B0604020202020204" pitchFamily="34" charset="0"/>
              </a:rPr>
              <a:t>Người thừa kế là cá nhân phải là người còn sống vào thời điểm mở thừa kế hoặc sinh ra và còn sống sau thời điểm mở thừa kế nhưng đã thành thai trước khi người để lại di sản chết. Trường hợp người thừa kế theo di chúc không là cá nhân thì phải tồn tại vào thời điểm mở thừa kế.</a:t>
            </a:r>
          </a:p>
          <a:p>
            <a:pPr algn="just">
              <a:spcBef>
                <a:spcPts val="600"/>
              </a:spcBef>
              <a:spcAft>
                <a:spcPts val="600"/>
              </a:spcAft>
            </a:pPr>
            <a:r>
              <a:rPr lang="vi-VN" sz="2200" b="1" dirty="0">
                <a:solidFill>
                  <a:srgbClr val="000000"/>
                </a:solidFill>
                <a:latin typeface="Arial" panose="020B0604020202020204" pitchFamily="34" charset="0"/>
              </a:rPr>
              <a:t>Quyền bình đẳng về thừa kế của cá nhân</a:t>
            </a:r>
            <a:r>
              <a:rPr lang="en-US" sz="2200" b="1" dirty="0">
                <a:solidFill>
                  <a:srgbClr val="000000"/>
                </a:solidFill>
                <a:latin typeface="Arial" panose="020B0604020202020204" pitchFamily="34" charset="0"/>
              </a:rPr>
              <a:t>: </a:t>
            </a:r>
            <a:r>
              <a:rPr lang="vi-VN" sz="2200" dirty="0">
                <a:solidFill>
                  <a:srgbClr val="000000"/>
                </a:solidFill>
                <a:latin typeface="Arial" panose="020B0604020202020204" pitchFamily="34" charset="0"/>
              </a:rPr>
              <a:t>Mọi cá nhân đều bình đẳng về quyền để lại tài sản của mình cho người khác và quyền hưởng di sản theo di chúc hoặc theo pháp luật.</a:t>
            </a:r>
          </a:p>
          <a:p>
            <a:pPr algn="just"/>
            <a:endParaRPr lang="en-US" sz="2200" dirty="0"/>
          </a:p>
        </p:txBody>
      </p:sp>
      <p:sp>
        <p:nvSpPr>
          <p:cNvPr id="4" name="Footer Placeholder 3">
            <a:extLst>
              <a:ext uri="{FF2B5EF4-FFF2-40B4-BE49-F238E27FC236}">
                <a16:creationId xmlns="" xmlns:a16="http://schemas.microsoft.com/office/drawing/2014/main" id="{968A4498-AFE1-4C71-B1A3-D7B5D00D3ADA}"/>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F2A0D488-C495-46CB-AA9A-4A90467B2968}"/>
              </a:ext>
            </a:extLst>
          </p:cNvPr>
          <p:cNvSpPr>
            <a:spLocks noGrp="1"/>
          </p:cNvSpPr>
          <p:nvPr>
            <p:ph type="sldNum" sz="quarter" idx="12"/>
          </p:nvPr>
        </p:nvSpPr>
        <p:spPr/>
        <p:txBody>
          <a:bodyPr/>
          <a:lstStyle/>
          <a:p>
            <a:fld id="{F6AE7EA5-B71B-4031-9678-D796BB0CCF77}" type="slidenum">
              <a:rPr lang="en-US" smtClean="0"/>
              <a:pPr/>
              <a:t>16</a:t>
            </a:fld>
            <a:endParaRPr lang="en-US"/>
          </a:p>
        </p:txBody>
      </p:sp>
    </p:spTree>
    <p:extLst>
      <p:ext uri="{BB962C8B-B14F-4D97-AF65-F5344CB8AC3E}">
        <p14:creationId xmlns="" xmlns:p14="http://schemas.microsoft.com/office/powerpoint/2010/main" val="23700955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36526"/>
            <a:ext cx="8534400" cy="1920875"/>
          </a:xfrm>
        </p:spPr>
        <p:txBody>
          <a:bodyPr>
            <a:normAutofit fontScale="90000"/>
          </a:bodyPr>
          <a:lstStyle/>
          <a:p>
            <a:pPr>
              <a:spcBef>
                <a:spcPts val="600"/>
              </a:spcBef>
              <a:spcAft>
                <a:spcPts val="600"/>
              </a:spcAft>
            </a:pPr>
            <a:r>
              <a:rPr lang="en-US" dirty="0"/>
              <a:t>A. </a:t>
            </a:r>
            <a:r>
              <a:rPr lang="en-US" dirty="0" err="1"/>
              <a:t>Thừa</a:t>
            </a:r>
            <a:r>
              <a:rPr lang="en-US" dirty="0"/>
              <a:t> </a:t>
            </a:r>
            <a:r>
              <a:rPr lang="en-US" dirty="0" err="1"/>
              <a:t>kế</a:t>
            </a:r>
            <a:r>
              <a:rPr lang="en-US" dirty="0"/>
              <a:t> </a:t>
            </a:r>
            <a:r>
              <a:rPr lang="en-US" dirty="0" err="1"/>
              <a:t>theo</a:t>
            </a:r>
            <a:r>
              <a:rPr lang="en-US" dirty="0"/>
              <a:t> di </a:t>
            </a:r>
            <a:r>
              <a:rPr lang="en-US" dirty="0" err="1"/>
              <a:t>chúc</a:t>
            </a:r>
            <a:r>
              <a:rPr lang="en-US" dirty="0"/>
              <a:t>: </a:t>
            </a:r>
            <a:br>
              <a:rPr lang="en-US" dirty="0"/>
            </a:br>
            <a:r>
              <a:rPr lang="vi-VN" sz="3100" b="1" dirty="0">
                <a:solidFill>
                  <a:srgbClr val="000000"/>
                </a:solidFill>
                <a:latin typeface="Arial" panose="020B0604020202020204" pitchFamily="34" charset="0"/>
              </a:rPr>
              <a:t>Di chúc</a:t>
            </a:r>
            <a:r>
              <a:rPr lang="en-US" sz="3100" b="1" dirty="0">
                <a:solidFill>
                  <a:srgbClr val="000000"/>
                </a:solidFill>
                <a:latin typeface="Arial" panose="020B0604020202020204" pitchFamily="34" charset="0"/>
              </a:rPr>
              <a:t>:</a:t>
            </a:r>
            <a:r>
              <a:rPr lang="vi-VN" sz="3100" dirty="0">
                <a:solidFill>
                  <a:srgbClr val="000000"/>
                </a:solidFill>
                <a:latin typeface="Arial" panose="020B0604020202020204" pitchFamily="34" charset="0"/>
              </a:rPr>
              <a:t>Di chúc là sự thể hiện ý chí của cá nhân nhằm chuyển tài sản của mình cho người khác sau khi chết.</a:t>
            </a:r>
            <a:br>
              <a:rPr lang="vi-VN" sz="3100" dirty="0">
                <a:solidFill>
                  <a:srgbClr val="000000"/>
                </a:solidFill>
                <a:latin typeface="Arial" panose="020B0604020202020204" pitchFamily="34" charset="0"/>
              </a:rPr>
            </a:br>
            <a:endParaRPr lang="en-US" sz="3100" dirty="0"/>
          </a:p>
        </p:txBody>
      </p:sp>
      <p:graphicFrame>
        <p:nvGraphicFramePr>
          <p:cNvPr id="6" name="Content Placeholder 5"/>
          <p:cNvGraphicFramePr>
            <a:graphicFrameLocks noGrp="1"/>
          </p:cNvGraphicFramePr>
          <p:nvPr>
            <p:ph idx="1"/>
          </p:nvPr>
        </p:nvGraphicFramePr>
        <p:xfrm>
          <a:off x="1981200" y="2209800"/>
          <a:ext cx="8382000" cy="4146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C85ADE-7486-4CCE-A4D2-EE3D36641B9C}"/>
              </a:ext>
            </a:extLst>
          </p:cNvPr>
          <p:cNvSpPr>
            <a:spLocks noGrp="1"/>
          </p:cNvSpPr>
          <p:nvPr>
            <p:ph type="title"/>
          </p:nvPr>
        </p:nvSpPr>
        <p:spPr/>
        <p:txBody>
          <a:bodyPr/>
          <a:lstStyle/>
          <a:p>
            <a:r>
              <a:rPr lang="en-US" dirty="0" err="1"/>
              <a:t>Người</a:t>
            </a:r>
            <a:r>
              <a:rPr lang="en-US" dirty="0"/>
              <a:t> </a:t>
            </a:r>
            <a:r>
              <a:rPr lang="en-US" dirty="0" err="1"/>
              <a:t>lập</a:t>
            </a:r>
            <a:r>
              <a:rPr lang="en-US" dirty="0"/>
              <a:t> di </a:t>
            </a:r>
            <a:r>
              <a:rPr lang="en-US" dirty="0" err="1"/>
              <a:t>chúc</a:t>
            </a:r>
            <a:endParaRPr lang="en-US" dirty="0"/>
          </a:p>
        </p:txBody>
      </p:sp>
      <p:sp>
        <p:nvSpPr>
          <p:cNvPr id="3" name="Content Placeholder 2">
            <a:extLst>
              <a:ext uri="{FF2B5EF4-FFF2-40B4-BE49-F238E27FC236}">
                <a16:creationId xmlns="" xmlns:a16="http://schemas.microsoft.com/office/drawing/2014/main" id="{8B100896-B797-4064-8CA2-DADCE0D98AED}"/>
              </a:ext>
            </a:extLst>
          </p:cNvPr>
          <p:cNvSpPr>
            <a:spLocks noGrp="1"/>
          </p:cNvSpPr>
          <p:nvPr>
            <p:ph idx="1"/>
          </p:nvPr>
        </p:nvSpPr>
        <p:spPr/>
        <p:txBody>
          <a:bodyPr>
            <a:normAutofit/>
          </a:bodyPr>
          <a:lstStyle/>
          <a:p>
            <a:pPr>
              <a:spcBef>
                <a:spcPts val="600"/>
              </a:spcBef>
              <a:spcAft>
                <a:spcPts val="600"/>
              </a:spcAft>
            </a:pPr>
            <a:r>
              <a:rPr lang="vi-VN" b="0" i="0" dirty="0">
                <a:solidFill>
                  <a:srgbClr val="000000"/>
                </a:solidFill>
                <a:effectLst/>
                <a:latin typeface="Arial" panose="020B0604020202020204" pitchFamily="34" charset="0"/>
              </a:rPr>
              <a:t>1. Người thành niên có quyền lập di chúc để định đoạt tài sản của mình</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trừ</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trường</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hợp</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người</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đó</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bị</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bệnh</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tâm</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thần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hoặc</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mắc</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những</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bệnh</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khác</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mà</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không</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thể</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nhận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thức</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và</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làm</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chủ</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được</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hành</a:t>
            </a:r>
            <a:r>
              <a:rPr lang="en-US" b="0" i="0" dirty="0">
                <a:solidFill>
                  <a:srgbClr val="000000"/>
                </a:solidFill>
                <a:effectLst/>
                <a:latin typeface="Arial" panose="020B0604020202020204" pitchFamily="34" charset="0"/>
              </a:rPr>
              <a:t> vi </a:t>
            </a:r>
            <a:r>
              <a:rPr lang="en-US" b="0" i="0" dirty="0" err="1">
                <a:solidFill>
                  <a:srgbClr val="000000"/>
                </a:solidFill>
                <a:effectLst/>
                <a:latin typeface="Arial" panose="020B0604020202020204" pitchFamily="34" charset="0"/>
              </a:rPr>
              <a:t>của</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mình</a:t>
            </a:r>
            <a:endParaRPr lang="vi-VN" b="0" i="0" dirty="0">
              <a:solidFill>
                <a:srgbClr val="000000"/>
              </a:solidFill>
              <a:effectLst/>
              <a:latin typeface="Arial" panose="020B0604020202020204" pitchFamily="34" charset="0"/>
            </a:endParaRPr>
          </a:p>
          <a:p>
            <a:pPr>
              <a:spcBef>
                <a:spcPts val="600"/>
              </a:spcBef>
              <a:spcAft>
                <a:spcPts val="600"/>
              </a:spcAft>
            </a:pPr>
            <a:r>
              <a:rPr lang="vi-VN" b="0" i="0" dirty="0">
                <a:solidFill>
                  <a:srgbClr val="000000"/>
                </a:solidFill>
                <a:effectLst/>
                <a:latin typeface="Arial" panose="020B0604020202020204" pitchFamily="34" charset="0"/>
              </a:rPr>
              <a:t>2. Người từ đủ mười lăm tuổi đến chưa đủ mười tám tuổi được lập di chúc, nếu được cha, mẹ hoặc người giám hộ đồng ý về việc lập di chúc.</a:t>
            </a:r>
          </a:p>
          <a:p>
            <a:endParaRPr lang="en-US" dirty="0"/>
          </a:p>
        </p:txBody>
      </p:sp>
      <p:sp>
        <p:nvSpPr>
          <p:cNvPr id="4" name="Footer Placeholder 3">
            <a:extLst>
              <a:ext uri="{FF2B5EF4-FFF2-40B4-BE49-F238E27FC236}">
                <a16:creationId xmlns="" xmlns:a16="http://schemas.microsoft.com/office/drawing/2014/main" id="{5A77D7CB-0815-4DB2-8346-EFC25CC47589}"/>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CF6818A4-0F0C-44D3-BDCD-44F4EC4CFC38}"/>
              </a:ext>
            </a:extLst>
          </p:cNvPr>
          <p:cNvSpPr>
            <a:spLocks noGrp="1"/>
          </p:cNvSpPr>
          <p:nvPr>
            <p:ph type="sldNum" sz="quarter" idx="12"/>
          </p:nvPr>
        </p:nvSpPr>
        <p:spPr/>
        <p:txBody>
          <a:bodyPr/>
          <a:lstStyle/>
          <a:p>
            <a:fld id="{F6AE7EA5-B71B-4031-9678-D796BB0CCF77}" type="slidenum">
              <a:rPr lang="en-US" smtClean="0"/>
              <a:pPr/>
              <a:t>18</a:t>
            </a:fld>
            <a:endParaRPr lang="en-US"/>
          </a:p>
        </p:txBody>
      </p:sp>
    </p:spTree>
    <p:extLst>
      <p:ext uri="{BB962C8B-B14F-4D97-AF65-F5344CB8AC3E}">
        <p14:creationId xmlns="" xmlns:p14="http://schemas.microsoft.com/office/powerpoint/2010/main" val="31600259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09500F-EBA2-4C31-9741-A55C092E1641}"/>
              </a:ext>
            </a:extLst>
          </p:cNvPr>
          <p:cNvSpPr>
            <a:spLocks noGrp="1"/>
          </p:cNvSpPr>
          <p:nvPr>
            <p:ph type="title"/>
          </p:nvPr>
        </p:nvSpPr>
        <p:spPr>
          <a:xfrm>
            <a:off x="1981200" y="136526"/>
            <a:ext cx="8229600" cy="1281113"/>
          </a:xfrm>
        </p:spPr>
        <p:txBody>
          <a:bodyPr>
            <a:normAutofit fontScale="90000"/>
          </a:bodyPr>
          <a:lstStyle/>
          <a:p>
            <a:r>
              <a:rPr lang="en-US" dirty="0" err="1"/>
              <a:t>Hình</a:t>
            </a:r>
            <a:r>
              <a:rPr lang="en-US" dirty="0"/>
              <a:t> </a:t>
            </a:r>
            <a:r>
              <a:rPr lang="en-US" dirty="0" err="1"/>
              <a:t>thức</a:t>
            </a:r>
            <a:r>
              <a:rPr lang="en-US" dirty="0"/>
              <a:t> </a:t>
            </a:r>
            <a:r>
              <a:rPr lang="en-US" dirty="0" err="1"/>
              <a:t>của</a:t>
            </a:r>
            <a:r>
              <a:rPr lang="en-US" dirty="0"/>
              <a:t> di </a:t>
            </a:r>
            <a:r>
              <a:rPr lang="en-US" dirty="0" err="1"/>
              <a:t>chúc</a:t>
            </a:r>
            <a:r>
              <a:rPr lang="en-US" dirty="0"/>
              <a:t/>
            </a:r>
            <a:br>
              <a:rPr lang="en-US" dirty="0"/>
            </a:br>
            <a:r>
              <a:rPr lang="vi-VN" sz="2700" dirty="0">
                <a:solidFill>
                  <a:srgbClr val="000000"/>
                </a:solidFill>
                <a:latin typeface="Arial" panose="020B0604020202020204" pitchFamily="34" charset="0"/>
              </a:rPr>
              <a:t>Di chúc phải được lập thành văn bản; nếu không thể lập được di chúc bằng văn bản thì có thể di chúc miệng.</a:t>
            </a:r>
            <a:endParaRPr lang="en-US" sz="2700" dirty="0"/>
          </a:p>
        </p:txBody>
      </p:sp>
      <p:sp>
        <p:nvSpPr>
          <p:cNvPr id="3" name="Content Placeholder 2">
            <a:extLst>
              <a:ext uri="{FF2B5EF4-FFF2-40B4-BE49-F238E27FC236}">
                <a16:creationId xmlns="" xmlns:a16="http://schemas.microsoft.com/office/drawing/2014/main" id="{FDE690FB-D8D8-4DE4-9BED-DAC54F1B67CF}"/>
              </a:ext>
            </a:extLst>
          </p:cNvPr>
          <p:cNvSpPr>
            <a:spLocks noGrp="1"/>
          </p:cNvSpPr>
          <p:nvPr>
            <p:ph sz="half" idx="1"/>
          </p:nvPr>
        </p:nvSpPr>
        <p:spPr/>
        <p:txBody>
          <a:bodyPr>
            <a:normAutofit/>
          </a:bodyPr>
          <a:lstStyle/>
          <a:p>
            <a:r>
              <a:rPr lang="it-IT" sz="2400" b="1" dirty="0">
                <a:solidFill>
                  <a:srgbClr val="000000"/>
                </a:solidFill>
                <a:latin typeface="Arial" panose="020B0604020202020204" pitchFamily="34" charset="0"/>
              </a:rPr>
              <a:t>Di chúc bằng văn bản</a:t>
            </a:r>
          </a:p>
          <a:p>
            <a:endParaRPr lang="it-IT" sz="2400" b="1" dirty="0">
              <a:solidFill>
                <a:srgbClr val="000000"/>
              </a:solidFill>
              <a:latin typeface="Arial" panose="020B0604020202020204" pitchFamily="34" charset="0"/>
            </a:endParaRPr>
          </a:p>
          <a:p>
            <a:pPr algn="just">
              <a:spcBef>
                <a:spcPts val="600"/>
              </a:spcBef>
              <a:spcAft>
                <a:spcPts val="600"/>
              </a:spcAft>
            </a:pPr>
            <a:r>
              <a:rPr lang="vi-VN" sz="2400" dirty="0">
                <a:solidFill>
                  <a:srgbClr val="000000"/>
                </a:solidFill>
                <a:latin typeface="Arial" panose="020B0604020202020204" pitchFamily="34" charset="0"/>
              </a:rPr>
              <a:t>1. Di chúc bằng văn bản không có người làm chứng.</a:t>
            </a:r>
          </a:p>
          <a:p>
            <a:pPr algn="just">
              <a:spcBef>
                <a:spcPts val="600"/>
              </a:spcBef>
              <a:spcAft>
                <a:spcPts val="600"/>
              </a:spcAft>
            </a:pPr>
            <a:r>
              <a:rPr lang="vi-VN" sz="2400" dirty="0">
                <a:solidFill>
                  <a:srgbClr val="000000"/>
                </a:solidFill>
                <a:latin typeface="Arial" panose="020B0604020202020204" pitchFamily="34" charset="0"/>
              </a:rPr>
              <a:t>2. Di chúc bằng văn bản có người làm chứng.</a:t>
            </a:r>
          </a:p>
          <a:p>
            <a:pPr algn="just">
              <a:spcBef>
                <a:spcPts val="600"/>
              </a:spcBef>
              <a:spcAft>
                <a:spcPts val="600"/>
              </a:spcAft>
            </a:pPr>
            <a:r>
              <a:rPr lang="vi-VN" sz="2400" dirty="0">
                <a:solidFill>
                  <a:srgbClr val="000000"/>
                </a:solidFill>
                <a:latin typeface="Arial" panose="020B0604020202020204" pitchFamily="34" charset="0"/>
              </a:rPr>
              <a:t>3. Di chúc bằng văn bản có công chứng.</a:t>
            </a:r>
          </a:p>
          <a:p>
            <a:pPr algn="just">
              <a:spcBef>
                <a:spcPts val="600"/>
              </a:spcBef>
              <a:spcAft>
                <a:spcPts val="600"/>
              </a:spcAft>
            </a:pPr>
            <a:r>
              <a:rPr lang="vi-VN" sz="2400" dirty="0">
                <a:solidFill>
                  <a:srgbClr val="000000"/>
                </a:solidFill>
                <a:latin typeface="Arial" panose="020B0604020202020204" pitchFamily="34" charset="0"/>
              </a:rPr>
              <a:t>4. Di chúc bằng văn bản có chứng thực.</a:t>
            </a:r>
          </a:p>
          <a:p>
            <a:endParaRPr lang="en-US" sz="2400" dirty="0"/>
          </a:p>
        </p:txBody>
      </p:sp>
      <p:sp>
        <p:nvSpPr>
          <p:cNvPr id="4" name="Content Placeholder 3">
            <a:extLst>
              <a:ext uri="{FF2B5EF4-FFF2-40B4-BE49-F238E27FC236}">
                <a16:creationId xmlns="" xmlns:a16="http://schemas.microsoft.com/office/drawing/2014/main" id="{FB821446-E217-4C82-8D73-A23152DE4D31}"/>
              </a:ext>
            </a:extLst>
          </p:cNvPr>
          <p:cNvSpPr>
            <a:spLocks noGrp="1"/>
          </p:cNvSpPr>
          <p:nvPr>
            <p:ph sz="half" idx="2"/>
          </p:nvPr>
        </p:nvSpPr>
        <p:spPr/>
        <p:txBody>
          <a:bodyPr>
            <a:normAutofit/>
          </a:bodyPr>
          <a:lstStyle/>
          <a:p>
            <a:r>
              <a:rPr lang="en-US" sz="2400" b="1" dirty="0">
                <a:solidFill>
                  <a:srgbClr val="000000"/>
                </a:solidFill>
                <a:latin typeface="Arial" panose="020B0604020202020204" pitchFamily="34" charset="0"/>
              </a:rPr>
              <a:t>Di </a:t>
            </a:r>
            <a:r>
              <a:rPr lang="en-US" sz="2400" b="1" dirty="0" err="1">
                <a:solidFill>
                  <a:srgbClr val="000000"/>
                </a:solidFill>
                <a:latin typeface="Arial" panose="020B0604020202020204" pitchFamily="34" charset="0"/>
              </a:rPr>
              <a:t>chúc</a:t>
            </a:r>
            <a:r>
              <a:rPr lang="en-US" sz="2400" b="1" dirty="0">
                <a:solidFill>
                  <a:srgbClr val="000000"/>
                </a:solidFill>
                <a:latin typeface="Arial" panose="020B0604020202020204" pitchFamily="34" charset="0"/>
              </a:rPr>
              <a:t> </a:t>
            </a:r>
            <a:r>
              <a:rPr lang="en-US" sz="2400" b="1" dirty="0" err="1">
                <a:solidFill>
                  <a:srgbClr val="000000"/>
                </a:solidFill>
                <a:latin typeface="Arial" panose="020B0604020202020204" pitchFamily="34" charset="0"/>
              </a:rPr>
              <a:t>miệng</a:t>
            </a:r>
            <a:endParaRPr lang="en-US" sz="2400" b="1" dirty="0">
              <a:solidFill>
                <a:srgbClr val="000000"/>
              </a:solidFill>
              <a:latin typeface="Arial" panose="020B0604020202020204" pitchFamily="34" charset="0"/>
            </a:endParaRPr>
          </a:p>
          <a:p>
            <a:pPr marL="0" indent="0">
              <a:spcBef>
                <a:spcPts val="600"/>
              </a:spcBef>
              <a:spcAft>
                <a:spcPts val="600"/>
              </a:spcAft>
              <a:buNone/>
            </a:pPr>
            <a:r>
              <a:rPr lang="vi-VN" sz="2400" dirty="0">
                <a:solidFill>
                  <a:srgbClr val="000000"/>
                </a:solidFill>
                <a:latin typeface="Arial" panose="020B0604020202020204" pitchFamily="34" charset="0"/>
              </a:rPr>
              <a:t>1. Trường hợp tính mạng một người bị cái chết đe dọa và không thể lập di chúc bằng văn bản thì có thể lập di chúc miệng.</a:t>
            </a:r>
          </a:p>
          <a:p>
            <a:pPr marL="0" indent="0">
              <a:spcBef>
                <a:spcPts val="600"/>
              </a:spcBef>
              <a:spcAft>
                <a:spcPts val="600"/>
              </a:spcAft>
              <a:buNone/>
            </a:pPr>
            <a:r>
              <a:rPr lang="vi-VN" sz="2400" dirty="0">
                <a:solidFill>
                  <a:srgbClr val="000000"/>
                </a:solidFill>
                <a:latin typeface="Arial" panose="020B0604020202020204" pitchFamily="34" charset="0"/>
              </a:rPr>
              <a:t>2. Sau 03 tháng, kể từ thời điểm di chúc miệng mà người lập di chúc còn sống, minh mẫn, sáng suốt thì di chúc miệng mặc nhiên bị hủy bỏ.</a:t>
            </a:r>
          </a:p>
          <a:p>
            <a:endParaRPr lang="en-US" sz="2400" dirty="0"/>
          </a:p>
        </p:txBody>
      </p:sp>
      <p:sp>
        <p:nvSpPr>
          <p:cNvPr id="5" name="Footer Placeholder 4">
            <a:extLst>
              <a:ext uri="{FF2B5EF4-FFF2-40B4-BE49-F238E27FC236}">
                <a16:creationId xmlns="" xmlns:a16="http://schemas.microsoft.com/office/drawing/2014/main" id="{C7BB7CE3-A689-47B3-B24B-AC13477F0D84}"/>
              </a:ext>
            </a:extLst>
          </p:cNvPr>
          <p:cNvSpPr>
            <a:spLocks noGrp="1"/>
          </p:cNvSpPr>
          <p:nvPr>
            <p:ph type="ftr" sz="quarter" idx="11"/>
          </p:nvPr>
        </p:nvSpPr>
        <p:spPr/>
        <p:txBody>
          <a:bodyPr/>
          <a:lstStyle/>
          <a:p>
            <a:r>
              <a:rPr lang="en-US"/>
              <a:t>Nguyễn Thị Yến</a:t>
            </a:r>
          </a:p>
        </p:txBody>
      </p:sp>
      <p:sp>
        <p:nvSpPr>
          <p:cNvPr id="6" name="Slide Number Placeholder 5">
            <a:extLst>
              <a:ext uri="{FF2B5EF4-FFF2-40B4-BE49-F238E27FC236}">
                <a16:creationId xmlns="" xmlns:a16="http://schemas.microsoft.com/office/drawing/2014/main" id="{A5CA98AE-36B9-461F-9870-63CCEA6C3AEC}"/>
              </a:ext>
            </a:extLst>
          </p:cNvPr>
          <p:cNvSpPr>
            <a:spLocks noGrp="1"/>
          </p:cNvSpPr>
          <p:nvPr>
            <p:ph type="sldNum" sz="quarter" idx="12"/>
          </p:nvPr>
        </p:nvSpPr>
        <p:spPr/>
        <p:txBody>
          <a:bodyPr/>
          <a:lstStyle/>
          <a:p>
            <a:fld id="{F6AE7EA5-B71B-4031-9678-D796BB0CCF77}" type="slidenum">
              <a:rPr lang="en-US" smtClean="0"/>
              <a:pPr/>
              <a:t>19</a:t>
            </a:fld>
            <a:endParaRPr lang="en-US"/>
          </a:p>
        </p:txBody>
      </p:sp>
    </p:spTree>
    <p:extLst>
      <p:ext uri="{BB962C8B-B14F-4D97-AF65-F5344CB8AC3E}">
        <p14:creationId xmlns="" xmlns:p14="http://schemas.microsoft.com/office/powerpoint/2010/main" val="21765332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D53375-B697-4AD1-8F06-687B09C8492D}"/>
              </a:ext>
            </a:extLst>
          </p:cNvPr>
          <p:cNvSpPr>
            <a:spLocks noGrp="1"/>
          </p:cNvSpPr>
          <p:nvPr>
            <p:ph type="title"/>
          </p:nvPr>
        </p:nvSpPr>
        <p:spPr/>
        <p:txBody>
          <a:bodyPr/>
          <a:lstStyle/>
          <a:p>
            <a:r>
              <a:rPr lang="en-US" dirty="0" err="1"/>
              <a:t>Điều</a:t>
            </a:r>
            <a:r>
              <a:rPr lang="en-US" dirty="0"/>
              <a:t> </a:t>
            </a:r>
            <a:r>
              <a:rPr lang="en-US" dirty="0" err="1"/>
              <a:t>kiện</a:t>
            </a:r>
            <a:r>
              <a:rPr lang="en-US" dirty="0"/>
              <a:t> di </a:t>
            </a:r>
            <a:r>
              <a:rPr lang="en-US" dirty="0" err="1"/>
              <a:t>chúc</a:t>
            </a:r>
            <a:r>
              <a:rPr lang="en-US" dirty="0"/>
              <a:t> </a:t>
            </a:r>
            <a:r>
              <a:rPr lang="en-US" dirty="0" err="1"/>
              <a:t>hợp</a:t>
            </a:r>
            <a:r>
              <a:rPr lang="en-US" dirty="0"/>
              <a:t> </a:t>
            </a:r>
            <a:r>
              <a:rPr lang="en-US" dirty="0" err="1"/>
              <a:t>pháp</a:t>
            </a:r>
            <a:endParaRPr lang="en-US" dirty="0"/>
          </a:p>
        </p:txBody>
      </p:sp>
      <p:sp>
        <p:nvSpPr>
          <p:cNvPr id="3" name="Content Placeholder 2">
            <a:extLst>
              <a:ext uri="{FF2B5EF4-FFF2-40B4-BE49-F238E27FC236}">
                <a16:creationId xmlns="" xmlns:a16="http://schemas.microsoft.com/office/drawing/2014/main" id="{20C8617D-613F-4FB2-B512-5FB3F317D1BB}"/>
              </a:ext>
            </a:extLst>
          </p:cNvPr>
          <p:cNvSpPr>
            <a:spLocks noGrp="1"/>
          </p:cNvSpPr>
          <p:nvPr>
            <p:ph idx="1"/>
          </p:nvPr>
        </p:nvSpPr>
        <p:spPr>
          <a:xfrm>
            <a:off x="1981200" y="1295400"/>
            <a:ext cx="8382000" cy="5181600"/>
          </a:xfrm>
        </p:spPr>
        <p:txBody>
          <a:bodyPr>
            <a:normAutofit fontScale="25000" lnSpcReduction="20000"/>
          </a:bodyPr>
          <a:lstStyle/>
          <a:p>
            <a:pPr>
              <a:spcBef>
                <a:spcPts val="600"/>
              </a:spcBef>
              <a:spcAft>
                <a:spcPts val="600"/>
              </a:spcAft>
            </a:pPr>
            <a:r>
              <a:rPr lang="vi-VN" sz="7600" dirty="0">
                <a:solidFill>
                  <a:srgbClr val="000000"/>
                </a:solidFill>
                <a:latin typeface="Arial" panose="020B0604020202020204" pitchFamily="34" charset="0"/>
              </a:rPr>
              <a:t>1. Di chúc hợp pháp phải có đủ các điều kiện sau đây:</a:t>
            </a:r>
          </a:p>
          <a:p>
            <a:pPr>
              <a:spcBef>
                <a:spcPts val="600"/>
              </a:spcBef>
              <a:spcAft>
                <a:spcPts val="600"/>
              </a:spcAft>
            </a:pPr>
            <a:r>
              <a:rPr lang="vi-VN" sz="7600" dirty="0">
                <a:solidFill>
                  <a:srgbClr val="000000"/>
                </a:solidFill>
                <a:latin typeface="Arial" panose="020B0604020202020204" pitchFamily="34" charset="0"/>
              </a:rPr>
              <a:t>a) Người lập di chúc minh mẫn, sáng suốt trong khi lập di chúc; không bị lừa dối, đe doạ, cưỡng ép;</a:t>
            </a:r>
          </a:p>
          <a:p>
            <a:pPr>
              <a:spcBef>
                <a:spcPts val="600"/>
              </a:spcBef>
              <a:spcAft>
                <a:spcPts val="600"/>
              </a:spcAft>
            </a:pPr>
            <a:r>
              <a:rPr lang="vi-VN" sz="7600" dirty="0">
                <a:solidFill>
                  <a:srgbClr val="000000"/>
                </a:solidFill>
                <a:latin typeface="Arial" panose="020B0604020202020204" pitchFamily="34" charset="0"/>
              </a:rPr>
              <a:t>b) Nội dung của di chúc không vi phạm điều cấm của luật, không trái đạo đức xã hội; hình thức di chúc không trái quy định của luật.</a:t>
            </a:r>
          </a:p>
          <a:p>
            <a:pPr>
              <a:spcBef>
                <a:spcPts val="600"/>
              </a:spcBef>
              <a:spcAft>
                <a:spcPts val="600"/>
              </a:spcAft>
            </a:pPr>
            <a:r>
              <a:rPr lang="vi-VN" sz="7600" dirty="0">
                <a:solidFill>
                  <a:srgbClr val="000000"/>
                </a:solidFill>
                <a:latin typeface="Arial" panose="020B0604020202020204" pitchFamily="34" charset="0"/>
              </a:rPr>
              <a:t>2. Di chúc của người từ đủ mười lăm tuổi đến chưa đủ mười tám tuổi phải được lập thành văn bản và phải được cha, mẹ hoặc người giám hộ đồng ý về việc lập di chúc.</a:t>
            </a:r>
          </a:p>
          <a:p>
            <a:pPr>
              <a:spcBef>
                <a:spcPts val="600"/>
              </a:spcBef>
              <a:spcAft>
                <a:spcPts val="600"/>
              </a:spcAft>
            </a:pPr>
            <a:r>
              <a:rPr lang="vi-VN" sz="7600" dirty="0">
                <a:solidFill>
                  <a:srgbClr val="000000"/>
                </a:solidFill>
                <a:latin typeface="Arial" panose="020B0604020202020204" pitchFamily="34" charset="0"/>
              </a:rPr>
              <a:t>3. Di chúc của người bị hạn chế về thể chất hoặc của người không biết chữ phải được người làm chứng lập thành văn bản và có công chứng hoặc chứng thực.</a:t>
            </a:r>
          </a:p>
          <a:p>
            <a:pPr>
              <a:spcBef>
                <a:spcPts val="600"/>
              </a:spcBef>
              <a:spcAft>
                <a:spcPts val="600"/>
              </a:spcAft>
            </a:pPr>
            <a:r>
              <a:rPr lang="vi-VN" sz="7600" dirty="0">
                <a:solidFill>
                  <a:srgbClr val="000000"/>
                </a:solidFill>
                <a:latin typeface="Arial" panose="020B0604020202020204" pitchFamily="34" charset="0"/>
              </a:rPr>
              <a:t>5. Di chúc miệng được coi là hợp pháp nếu người di chúc miệng thể hiện ý chí cuối cùng của mình trước mặt ít nhất hai người làm chứng và ngay sau khi người di chúc miệng thể hiện ý chí cuối cùng, người làm chứng ghi chép lại, cùng ký tên hoặc điểm chỉ. Trong thời hạn 05 ngày làm việc, kể từ ngày người di chúc miệng thể hiện ý chí cuối cùng thì di chúc phải được công chứng viên hoặc cơ quan có thẩm quyền chứng thực xác nhận chữ ký hoặc điểm chỉ của người làm chứng.</a:t>
            </a:r>
          </a:p>
          <a:p>
            <a:endParaRPr lang="en-US" dirty="0"/>
          </a:p>
        </p:txBody>
      </p:sp>
      <p:sp>
        <p:nvSpPr>
          <p:cNvPr id="4" name="Footer Placeholder 3">
            <a:extLst>
              <a:ext uri="{FF2B5EF4-FFF2-40B4-BE49-F238E27FC236}">
                <a16:creationId xmlns="" xmlns:a16="http://schemas.microsoft.com/office/drawing/2014/main" id="{F47B70E2-08A2-444C-86DC-6ADD716C8DB5}"/>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E1150013-9D9D-4981-97A3-3514A399E346}"/>
              </a:ext>
            </a:extLst>
          </p:cNvPr>
          <p:cNvSpPr>
            <a:spLocks noGrp="1"/>
          </p:cNvSpPr>
          <p:nvPr>
            <p:ph type="sldNum" sz="quarter" idx="12"/>
          </p:nvPr>
        </p:nvSpPr>
        <p:spPr/>
        <p:txBody>
          <a:bodyPr/>
          <a:lstStyle/>
          <a:p>
            <a:fld id="{F6AE7EA5-B71B-4031-9678-D796BB0CCF77}" type="slidenum">
              <a:rPr lang="en-US" smtClean="0"/>
              <a:pPr/>
              <a:t>20</a:t>
            </a:fld>
            <a:endParaRPr lang="en-US"/>
          </a:p>
        </p:txBody>
      </p:sp>
    </p:spTree>
    <p:extLst>
      <p:ext uri="{BB962C8B-B14F-4D97-AF65-F5344CB8AC3E}">
        <p14:creationId xmlns="" xmlns:p14="http://schemas.microsoft.com/office/powerpoint/2010/main" val="11435238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33FA32-B98B-4240-866A-C94D9ED4C398}"/>
              </a:ext>
            </a:extLst>
          </p:cNvPr>
          <p:cNvSpPr>
            <a:spLocks noGrp="1"/>
          </p:cNvSpPr>
          <p:nvPr>
            <p:ph type="title"/>
          </p:nvPr>
        </p:nvSpPr>
        <p:spPr>
          <a:xfrm>
            <a:off x="1981200" y="274638"/>
            <a:ext cx="8229600" cy="792162"/>
          </a:xfrm>
        </p:spPr>
        <p:txBody>
          <a:bodyPr/>
          <a:lstStyle/>
          <a:p>
            <a:r>
              <a:rPr lang="en-US" dirty="0" err="1"/>
              <a:t>Nội</a:t>
            </a:r>
            <a:r>
              <a:rPr lang="en-US" dirty="0"/>
              <a:t> dung </a:t>
            </a:r>
            <a:r>
              <a:rPr lang="en-US" dirty="0" err="1"/>
              <a:t>của</a:t>
            </a:r>
            <a:r>
              <a:rPr lang="en-US" dirty="0"/>
              <a:t> di </a:t>
            </a:r>
            <a:r>
              <a:rPr lang="en-US" dirty="0" err="1"/>
              <a:t>chúc</a:t>
            </a:r>
            <a:endParaRPr lang="en-US" dirty="0"/>
          </a:p>
        </p:txBody>
      </p:sp>
      <p:sp>
        <p:nvSpPr>
          <p:cNvPr id="3" name="Content Placeholder 2">
            <a:extLst>
              <a:ext uri="{FF2B5EF4-FFF2-40B4-BE49-F238E27FC236}">
                <a16:creationId xmlns="" xmlns:a16="http://schemas.microsoft.com/office/drawing/2014/main" id="{B03F74BE-E1A7-4AB4-A794-2D053601876A}"/>
              </a:ext>
            </a:extLst>
          </p:cNvPr>
          <p:cNvSpPr>
            <a:spLocks noGrp="1"/>
          </p:cNvSpPr>
          <p:nvPr>
            <p:ph idx="1"/>
          </p:nvPr>
        </p:nvSpPr>
        <p:spPr>
          <a:xfrm>
            <a:off x="1981200" y="1295401"/>
            <a:ext cx="8229600" cy="4830763"/>
          </a:xfrm>
        </p:spPr>
        <p:txBody>
          <a:bodyPr>
            <a:normAutofit fontScale="85000" lnSpcReduction="20000"/>
          </a:bodyPr>
          <a:lstStyle/>
          <a:p>
            <a:pPr>
              <a:spcBef>
                <a:spcPts val="600"/>
              </a:spcBef>
              <a:spcAft>
                <a:spcPts val="600"/>
              </a:spcAft>
            </a:pPr>
            <a:r>
              <a:rPr lang="vi-VN" b="0" i="0" dirty="0">
                <a:solidFill>
                  <a:srgbClr val="000000"/>
                </a:solidFill>
                <a:effectLst/>
                <a:latin typeface="Arial" panose="020B0604020202020204" pitchFamily="34" charset="0"/>
              </a:rPr>
              <a:t>1. Di chúc gồm các nội dung chủ yếu sau:</a:t>
            </a:r>
          </a:p>
          <a:p>
            <a:pPr>
              <a:spcBef>
                <a:spcPts val="600"/>
              </a:spcBef>
              <a:spcAft>
                <a:spcPts val="600"/>
              </a:spcAft>
            </a:pPr>
            <a:r>
              <a:rPr lang="vi-VN" b="0" i="0" dirty="0">
                <a:solidFill>
                  <a:srgbClr val="000000"/>
                </a:solidFill>
                <a:effectLst/>
                <a:latin typeface="Arial" panose="020B0604020202020204" pitchFamily="34" charset="0"/>
              </a:rPr>
              <a:t>a) Ngày, tháng, năm lập di chúc;</a:t>
            </a:r>
          </a:p>
          <a:p>
            <a:pPr>
              <a:spcBef>
                <a:spcPts val="600"/>
              </a:spcBef>
              <a:spcAft>
                <a:spcPts val="600"/>
              </a:spcAft>
            </a:pPr>
            <a:r>
              <a:rPr lang="vi-VN" b="0" i="0" dirty="0">
                <a:solidFill>
                  <a:srgbClr val="000000"/>
                </a:solidFill>
                <a:effectLst/>
                <a:latin typeface="Arial" panose="020B0604020202020204" pitchFamily="34" charset="0"/>
              </a:rPr>
              <a:t>b) Họ, tên và nơi cư trú của người lập di chúc;</a:t>
            </a:r>
          </a:p>
          <a:p>
            <a:pPr>
              <a:spcBef>
                <a:spcPts val="600"/>
              </a:spcBef>
              <a:spcAft>
                <a:spcPts val="600"/>
              </a:spcAft>
            </a:pPr>
            <a:r>
              <a:rPr lang="vi-VN" b="0" i="0" dirty="0">
                <a:solidFill>
                  <a:srgbClr val="000000"/>
                </a:solidFill>
                <a:effectLst/>
                <a:latin typeface="Arial" panose="020B0604020202020204" pitchFamily="34" charset="0"/>
              </a:rPr>
              <a:t>c) Họ, tên người, cơ quan, tổ chức được hưởng di sản;</a:t>
            </a:r>
          </a:p>
          <a:p>
            <a:pPr>
              <a:spcBef>
                <a:spcPts val="600"/>
              </a:spcBef>
              <a:spcAft>
                <a:spcPts val="600"/>
              </a:spcAft>
            </a:pPr>
            <a:r>
              <a:rPr lang="vi-VN" b="0" i="0" dirty="0">
                <a:solidFill>
                  <a:srgbClr val="000000"/>
                </a:solidFill>
                <a:effectLst/>
                <a:latin typeface="Arial" panose="020B0604020202020204" pitchFamily="34" charset="0"/>
              </a:rPr>
              <a:t>d) Di sản để lại và nơi có di sản.</a:t>
            </a:r>
          </a:p>
          <a:p>
            <a:pPr>
              <a:spcBef>
                <a:spcPts val="600"/>
              </a:spcBef>
              <a:spcAft>
                <a:spcPts val="600"/>
              </a:spcAft>
            </a:pPr>
            <a:r>
              <a:rPr lang="en-US" b="0" i="0" dirty="0">
                <a:solidFill>
                  <a:srgbClr val="000000"/>
                </a:solidFill>
                <a:effectLst/>
                <a:latin typeface="Arial" panose="020B0604020202020204" pitchFamily="34" charset="0"/>
              </a:rPr>
              <a:t>F) C</a:t>
            </a:r>
            <a:r>
              <a:rPr lang="vi-VN" b="0" i="0" dirty="0">
                <a:solidFill>
                  <a:srgbClr val="000000"/>
                </a:solidFill>
                <a:effectLst/>
                <a:latin typeface="Arial" panose="020B0604020202020204" pitchFamily="34" charset="0"/>
              </a:rPr>
              <a:t>ác nội dung khác</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của</a:t>
            </a:r>
            <a:r>
              <a:rPr lang="en-US" b="0" i="0" dirty="0">
                <a:solidFill>
                  <a:srgbClr val="000000"/>
                </a:solidFill>
                <a:effectLst/>
                <a:latin typeface="Arial" panose="020B0604020202020204" pitchFamily="34" charset="0"/>
              </a:rPr>
              <a:t> di </a:t>
            </a:r>
            <a:r>
              <a:rPr lang="en-US" b="0" i="0" dirty="0" err="1">
                <a:solidFill>
                  <a:srgbClr val="000000"/>
                </a:solidFill>
                <a:effectLst/>
                <a:latin typeface="Arial" panose="020B0604020202020204" pitchFamily="34" charset="0"/>
              </a:rPr>
              <a:t>chúc</a:t>
            </a:r>
            <a:r>
              <a:rPr lang="vi-VN" b="0" i="0" dirty="0">
                <a:solidFill>
                  <a:srgbClr val="000000"/>
                </a:solidFill>
                <a:effectLst/>
                <a:latin typeface="Arial" panose="020B0604020202020204" pitchFamily="34" charset="0"/>
              </a:rPr>
              <a:t>.</a:t>
            </a:r>
          </a:p>
          <a:p>
            <a:pPr>
              <a:spcBef>
                <a:spcPts val="600"/>
              </a:spcBef>
              <a:spcAft>
                <a:spcPts val="600"/>
              </a:spcAft>
            </a:pPr>
            <a:r>
              <a:rPr lang="en-US" b="0" i="0" dirty="0">
                <a:solidFill>
                  <a:srgbClr val="000000"/>
                </a:solidFill>
                <a:effectLst/>
                <a:latin typeface="Arial" panose="020B0604020202020204" pitchFamily="34" charset="0"/>
              </a:rPr>
              <a:t>2</a:t>
            </a:r>
            <a:r>
              <a:rPr lang="vi-VN" b="0" i="0" dirty="0">
                <a:solidFill>
                  <a:srgbClr val="000000"/>
                </a:solidFill>
                <a:effectLst/>
                <a:latin typeface="Arial" panose="020B0604020202020204" pitchFamily="34" charset="0"/>
              </a:rPr>
              <a:t>. Di chúc không được viết tắt hoặc viết bằng ký hiệu, nếu di chúc gồm nhiều trang thì mỗi trang phải được ghi số thứ tự và có chữ ký hoặc điểm chỉ của người lập di chúc.</a:t>
            </a:r>
          </a:p>
          <a:p>
            <a:pPr>
              <a:spcBef>
                <a:spcPts val="600"/>
              </a:spcBef>
              <a:spcAft>
                <a:spcPts val="600"/>
              </a:spcAft>
            </a:pPr>
            <a:r>
              <a:rPr lang="vi-VN" b="0" i="0" dirty="0">
                <a:solidFill>
                  <a:srgbClr val="000000"/>
                </a:solidFill>
                <a:effectLst/>
                <a:latin typeface="Arial" panose="020B0604020202020204" pitchFamily="34" charset="0"/>
              </a:rPr>
              <a:t>Trường hợp di chúc có sự tẩy xóa, sửa chữa thì người tự viết di chúc hoặc người làm chứng di chúc phải ký tên bên cạnh chỗ tẩy xóa, sửa chữa.</a:t>
            </a:r>
          </a:p>
          <a:p>
            <a:endParaRPr lang="en-US" dirty="0"/>
          </a:p>
        </p:txBody>
      </p:sp>
      <p:sp>
        <p:nvSpPr>
          <p:cNvPr id="4" name="Footer Placeholder 3">
            <a:extLst>
              <a:ext uri="{FF2B5EF4-FFF2-40B4-BE49-F238E27FC236}">
                <a16:creationId xmlns="" xmlns:a16="http://schemas.microsoft.com/office/drawing/2014/main" id="{0DF63383-FB89-49C1-9BED-4D49B4BF7A84}"/>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40A5E6A8-2A55-42A7-9347-C1EB69B088D9}"/>
              </a:ext>
            </a:extLst>
          </p:cNvPr>
          <p:cNvSpPr>
            <a:spLocks noGrp="1"/>
          </p:cNvSpPr>
          <p:nvPr>
            <p:ph type="sldNum" sz="quarter" idx="12"/>
          </p:nvPr>
        </p:nvSpPr>
        <p:spPr/>
        <p:txBody>
          <a:bodyPr/>
          <a:lstStyle/>
          <a:p>
            <a:fld id="{F6AE7EA5-B71B-4031-9678-D796BB0CCF77}" type="slidenum">
              <a:rPr lang="en-US" smtClean="0"/>
              <a:pPr/>
              <a:t>21</a:t>
            </a:fld>
            <a:endParaRPr lang="en-US"/>
          </a:p>
        </p:txBody>
      </p:sp>
    </p:spTree>
    <p:extLst>
      <p:ext uri="{BB962C8B-B14F-4D97-AF65-F5344CB8AC3E}">
        <p14:creationId xmlns="" xmlns:p14="http://schemas.microsoft.com/office/powerpoint/2010/main" val="39130063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024B8E-DFED-400F-A829-E0FD92792402}"/>
              </a:ext>
            </a:extLst>
          </p:cNvPr>
          <p:cNvSpPr>
            <a:spLocks noGrp="1"/>
          </p:cNvSpPr>
          <p:nvPr>
            <p:ph type="title"/>
          </p:nvPr>
        </p:nvSpPr>
        <p:spPr>
          <a:xfrm>
            <a:off x="1981200" y="274638"/>
            <a:ext cx="8534400" cy="1143000"/>
          </a:xfrm>
        </p:spPr>
        <p:txBody>
          <a:bodyPr>
            <a:noAutofit/>
          </a:bodyPr>
          <a:lstStyle/>
          <a:p>
            <a:r>
              <a:rPr lang="en-US" b="1" dirty="0" err="1"/>
              <a:t>Người</a:t>
            </a:r>
            <a:r>
              <a:rPr lang="en-US" b="1" dirty="0"/>
              <a:t> </a:t>
            </a:r>
            <a:r>
              <a:rPr lang="en-US" b="1" dirty="0" err="1"/>
              <a:t>thừa</a:t>
            </a:r>
            <a:r>
              <a:rPr lang="en-US" b="1" dirty="0"/>
              <a:t> </a:t>
            </a:r>
            <a:r>
              <a:rPr lang="en-US" b="1" dirty="0" err="1"/>
              <a:t>kế</a:t>
            </a:r>
            <a:r>
              <a:rPr lang="en-US" b="1" dirty="0"/>
              <a:t> </a:t>
            </a:r>
            <a:r>
              <a:rPr lang="en-US" b="1" dirty="0" err="1"/>
              <a:t>không</a:t>
            </a:r>
            <a:r>
              <a:rPr lang="en-US" b="1" dirty="0"/>
              <a:t> </a:t>
            </a:r>
            <a:r>
              <a:rPr lang="en-US" b="1" dirty="0" err="1"/>
              <a:t>phụ</a:t>
            </a:r>
            <a:r>
              <a:rPr lang="en-US" b="1" dirty="0"/>
              <a:t> </a:t>
            </a:r>
            <a:r>
              <a:rPr lang="en-US" b="1" dirty="0" err="1"/>
              <a:t>thuộc</a:t>
            </a:r>
            <a:r>
              <a:rPr lang="en-US" b="1" dirty="0"/>
              <a:t> </a:t>
            </a:r>
            <a:br>
              <a:rPr lang="en-US" b="1" dirty="0"/>
            </a:br>
            <a:r>
              <a:rPr lang="en-US" b="1" dirty="0" err="1"/>
              <a:t>vào</a:t>
            </a:r>
            <a:r>
              <a:rPr lang="en-US" b="1" dirty="0"/>
              <a:t> di </a:t>
            </a:r>
            <a:r>
              <a:rPr lang="en-US" b="1" dirty="0" err="1"/>
              <a:t>chúc</a:t>
            </a:r>
            <a:endParaRPr lang="en-US" b="1" dirty="0"/>
          </a:p>
        </p:txBody>
      </p:sp>
      <p:sp>
        <p:nvSpPr>
          <p:cNvPr id="3" name="Content Placeholder 2">
            <a:extLst>
              <a:ext uri="{FF2B5EF4-FFF2-40B4-BE49-F238E27FC236}">
                <a16:creationId xmlns="" xmlns:a16="http://schemas.microsoft.com/office/drawing/2014/main" id="{B856E852-4880-4C4E-AF21-0A0F2A9B389B}"/>
              </a:ext>
            </a:extLst>
          </p:cNvPr>
          <p:cNvSpPr>
            <a:spLocks noGrp="1"/>
          </p:cNvSpPr>
          <p:nvPr>
            <p:ph idx="1"/>
          </p:nvPr>
        </p:nvSpPr>
        <p:spPr/>
        <p:txBody>
          <a:bodyPr>
            <a:normAutofit/>
          </a:bodyPr>
          <a:lstStyle/>
          <a:p>
            <a:pPr algn="just">
              <a:spcBef>
                <a:spcPts val="600"/>
              </a:spcBef>
              <a:spcAft>
                <a:spcPts val="600"/>
              </a:spcAft>
            </a:pPr>
            <a:r>
              <a:rPr lang="vi-VN" b="0" i="0" dirty="0">
                <a:solidFill>
                  <a:srgbClr val="000000"/>
                </a:solidFill>
                <a:effectLst/>
                <a:latin typeface="Arial" panose="020B0604020202020204" pitchFamily="34" charset="0"/>
              </a:rPr>
              <a:t> Những người sau đây vẫn được hưởng phần di sản bằng hai phần ba suất của một người thừa kế theo pháp luật nếu di sản được chia theo pháp luật, trong trường hợp họ không được người lập di chúc cho hưởng di sản hoặc chỉ cho hưởng phần di sản ít hơn hai phần ba suất đó:</a:t>
            </a:r>
          </a:p>
          <a:p>
            <a:pPr algn="just">
              <a:spcBef>
                <a:spcPts val="600"/>
              </a:spcBef>
              <a:spcAft>
                <a:spcPts val="600"/>
              </a:spcAft>
            </a:pPr>
            <a:r>
              <a:rPr lang="vi-VN" b="0" i="0" dirty="0">
                <a:solidFill>
                  <a:srgbClr val="000000"/>
                </a:solidFill>
                <a:effectLst/>
                <a:latin typeface="Arial" panose="020B0604020202020204" pitchFamily="34" charset="0"/>
              </a:rPr>
              <a:t>a) Con chưa thành niên, cha, mẹ, vợ, chồng;</a:t>
            </a:r>
          </a:p>
          <a:p>
            <a:pPr algn="just">
              <a:spcBef>
                <a:spcPts val="600"/>
              </a:spcBef>
              <a:spcAft>
                <a:spcPts val="600"/>
              </a:spcAft>
            </a:pPr>
            <a:r>
              <a:rPr lang="vi-VN" b="0" i="0" dirty="0">
                <a:solidFill>
                  <a:srgbClr val="000000"/>
                </a:solidFill>
                <a:effectLst/>
                <a:latin typeface="Arial" panose="020B0604020202020204" pitchFamily="34" charset="0"/>
              </a:rPr>
              <a:t>b) Con thành niên mà không có khả năng lao động.</a:t>
            </a:r>
          </a:p>
          <a:p>
            <a:pPr algn="just"/>
            <a:endParaRPr lang="en-US" dirty="0"/>
          </a:p>
        </p:txBody>
      </p:sp>
      <p:sp>
        <p:nvSpPr>
          <p:cNvPr id="4" name="Footer Placeholder 3">
            <a:extLst>
              <a:ext uri="{FF2B5EF4-FFF2-40B4-BE49-F238E27FC236}">
                <a16:creationId xmlns="" xmlns:a16="http://schemas.microsoft.com/office/drawing/2014/main" id="{8AD079A0-8A63-4C08-9529-62375131BAFC}"/>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DF44EAAD-5519-42AB-AFAB-86A2A18D56FC}"/>
              </a:ext>
            </a:extLst>
          </p:cNvPr>
          <p:cNvSpPr>
            <a:spLocks noGrp="1"/>
          </p:cNvSpPr>
          <p:nvPr>
            <p:ph type="sldNum" sz="quarter" idx="12"/>
          </p:nvPr>
        </p:nvSpPr>
        <p:spPr/>
        <p:txBody>
          <a:bodyPr/>
          <a:lstStyle/>
          <a:p>
            <a:fld id="{F6AE7EA5-B71B-4031-9678-D796BB0CCF77}" type="slidenum">
              <a:rPr lang="en-US" smtClean="0"/>
              <a:pPr/>
              <a:t>22</a:t>
            </a:fld>
            <a:endParaRPr lang="en-US"/>
          </a:p>
        </p:txBody>
      </p:sp>
    </p:spTree>
    <p:extLst>
      <p:ext uri="{BB962C8B-B14F-4D97-AF65-F5344CB8AC3E}">
        <p14:creationId xmlns="" xmlns:p14="http://schemas.microsoft.com/office/powerpoint/2010/main" val="21372511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944562"/>
          </a:xfrm>
        </p:spPr>
        <p:txBody>
          <a:bodyPr/>
          <a:lstStyle/>
          <a:p>
            <a:r>
              <a:rPr lang="en-US"/>
              <a:t>B. Thừa kế theo pháp luật</a:t>
            </a:r>
          </a:p>
        </p:txBody>
      </p:sp>
      <p:sp>
        <p:nvSpPr>
          <p:cNvPr id="3" name="Content Placeholder 2"/>
          <p:cNvSpPr>
            <a:spLocks noGrp="1"/>
          </p:cNvSpPr>
          <p:nvPr>
            <p:ph idx="1"/>
          </p:nvPr>
        </p:nvSpPr>
        <p:spPr>
          <a:xfrm>
            <a:off x="1981200" y="1066800"/>
            <a:ext cx="8229600" cy="5257800"/>
          </a:xfrm>
        </p:spPr>
        <p:txBody>
          <a:bodyPr>
            <a:normAutofit lnSpcReduction="10000"/>
          </a:bodyPr>
          <a:lstStyle/>
          <a:p>
            <a:r>
              <a:rPr lang="en-US" dirty="0" err="1"/>
              <a:t>Thừa</a:t>
            </a:r>
            <a:r>
              <a:rPr lang="en-US" dirty="0"/>
              <a:t> </a:t>
            </a:r>
            <a:r>
              <a:rPr lang="en-US" dirty="0" err="1"/>
              <a:t>kế</a:t>
            </a:r>
            <a:r>
              <a:rPr lang="en-US" dirty="0"/>
              <a:t> </a:t>
            </a:r>
            <a:r>
              <a:rPr lang="en-US" dirty="0" err="1"/>
              <a:t>theo</a:t>
            </a:r>
            <a:r>
              <a:rPr lang="en-US" dirty="0"/>
              <a:t> </a:t>
            </a:r>
            <a:r>
              <a:rPr lang="en-US" dirty="0" err="1"/>
              <a:t>hàng</a:t>
            </a:r>
            <a:r>
              <a:rPr lang="en-US" dirty="0"/>
              <a:t> </a:t>
            </a:r>
            <a:r>
              <a:rPr lang="en-US" dirty="0" err="1"/>
              <a:t>thừa</a:t>
            </a:r>
            <a:r>
              <a:rPr lang="en-US" dirty="0"/>
              <a:t> </a:t>
            </a:r>
            <a:r>
              <a:rPr lang="en-US" dirty="0" err="1"/>
              <a:t>kế</a:t>
            </a:r>
            <a:r>
              <a:rPr lang="en-US" dirty="0"/>
              <a:t>, </a:t>
            </a:r>
            <a:r>
              <a:rPr lang="en-US" dirty="0" err="1"/>
              <a:t>điều</a:t>
            </a:r>
            <a:r>
              <a:rPr lang="en-US" dirty="0"/>
              <a:t> </a:t>
            </a:r>
            <a:r>
              <a:rPr lang="en-US" dirty="0" err="1"/>
              <a:t>kiện</a:t>
            </a:r>
            <a:r>
              <a:rPr lang="en-US" dirty="0"/>
              <a:t> </a:t>
            </a:r>
            <a:r>
              <a:rPr lang="en-US" dirty="0" err="1"/>
              <a:t>và</a:t>
            </a:r>
            <a:r>
              <a:rPr lang="en-US" dirty="0"/>
              <a:t> </a:t>
            </a:r>
            <a:r>
              <a:rPr lang="en-US" dirty="0" err="1"/>
              <a:t>trình</a:t>
            </a:r>
            <a:r>
              <a:rPr lang="en-US" dirty="0"/>
              <a:t> </a:t>
            </a:r>
            <a:r>
              <a:rPr lang="en-US" dirty="0" err="1"/>
              <a:t>tự</a:t>
            </a:r>
            <a:r>
              <a:rPr lang="en-US" dirty="0"/>
              <a:t> </a:t>
            </a:r>
            <a:r>
              <a:rPr lang="en-US" dirty="0" err="1"/>
              <a:t>thừa</a:t>
            </a:r>
            <a:r>
              <a:rPr lang="en-US" dirty="0"/>
              <a:t> </a:t>
            </a:r>
            <a:r>
              <a:rPr lang="en-US" dirty="0" err="1"/>
              <a:t>kế</a:t>
            </a:r>
            <a:r>
              <a:rPr lang="en-US" dirty="0"/>
              <a:t> </a:t>
            </a:r>
            <a:r>
              <a:rPr lang="en-US" dirty="0" err="1"/>
              <a:t>theo</a:t>
            </a:r>
            <a:r>
              <a:rPr lang="en-US" dirty="0"/>
              <a:t> </a:t>
            </a:r>
            <a:r>
              <a:rPr lang="en-US" dirty="0" err="1"/>
              <a:t>quy</a:t>
            </a:r>
            <a:r>
              <a:rPr lang="en-US" dirty="0"/>
              <a:t> </a:t>
            </a:r>
            <a:r>
              <a:rPr lang="en-US" dirty="0" err="1"/>
              <a:t>định</a:t>
            </a:r>
            <a:r>
              <a:rPr lang="en-US" dirty="0"/>
              <a:t> </a:t>
            </a:r>
            <a:r>
              <a:rPr lang="en-US" dirty="0" err="1"/>
              <a:t>của</a:t>
            </a:r>
            <a:r>
              <a:rPr lang="en-US" dirty="0"/>
              <a:t> </a:t>
            </a:r>
            <a:r>
              <a:rPr lang="en-US" dirty="0" err="1"/>
              <a:t>pháp</a:t>
            </a:r>
            <a:r>
              <a:rPr lang="en-US" dirty="0"/>
              <a:t> </a:t>
            </a:r>
            <a:r>
              <a:rPr lang="en-US" dirty="0" err="1"/>
              <a:t>luật</a:t>
            </a:r>
            <a:endParaRPr lang="en-US" dirty="0"/>
          </a:p>
          <a:p>
            <a:pPr>
              <a:buFont typeface="Wingdings" pitchFamily="2" charset="2"/>
              <a:buChar char="Ø"/>
            </a:pPr>
            <a:r>
              <a:rPr lang="en-US" dirty="0" err="1"/>
              <a:t>Các</a:t>
            </a:r>
            <a:r>
              <a:rPr lang="en-US" dirty="0"/>
              <a:t> </a:t>
            </a:r>
            <a:r>
              <a:rPr lang="en-US" dirty="0" err="1"/>
              <a:t>trường</a:t>
            </a:r>
            <a:r>
              <a:rPr lang="en-US" dirty="0"/>
              <a:t> </a:t>
            </a:r>
            <a:r>
              <a:rPr lang="en-US" dirty="0" err="1"/>
              <a:t>hợp</a:t>
            </a:r>
            <a:r>
              <a:rPr lang="en-US" dirty="0"/>
              <a:t> </a:t>
            </a:r>
            <a:r>
              <a:rPr lang="en-US" dirty="0" err="1"/>
              <a:t>thừa</a:t>
            </a:r>
            <a:r>
              <a:rPr lang="en-US" dirty="0"/>
              <a:t> </a:t>
            </a:r>
            <a:r>
              <a:rPr lang="en-US" dirty="0" err="1"/>
              <a:t>kế</a:t>
            </a:r>
            <a:r>
              <a:rPr lang="en-US" dirty="0"/>
              <a:t> </a:t>
            </a:r>
            <a:r>
              <a:rPr lang="en-US" dirty="0" err="1"/>
              <a:t>theo</a:t>
            </a:r>
            <a:r>
              <a:rPr lang="en-US" dirty="0"/>
              <a:t> </a:t>
            </a:r>
            <a:r>
              <a:rPr lang="en-US" dirty="0" err="1"/>
              <a:t>pháp</a:t>
            </a:r>
            <a:r>
              <a:rPr lang="en-US" dirty="0"/>
              <a:t> </a:t>
            </a:r>
            <a:r>
              <a:rPr lang="en-US" dirty="0" err="1"/>
              <a:t>luật</a:t>
            </a:r>
            <a:r>
              <a:rPr lang="en-US" dirty="0"/>
              <a:t>?</a:t>
            </a:r>
          </a:p>
          <a:p>
            <a:pPr>
              <a:spcBef>
                <a:spcPts val="600"/>
              </a:spcBef>
              <a:spcAft>
                <a:spcPts val="600"/>
              </a:spcAft>
            </a:pPr>
            <a:r>
              <a:rPr lang="vi-VN" sz="2400" dirty="0">
                <a:solidFill>
                  <a:srgbClr val="000000"/>
                </a:solidFill>
                <a:latin typeface="Arial" panose="020B0604020202020204" pitchFamily="34" charset="0"/>
              </a:rPr>
              <a:t> Không có di chúc;</a:t>
            </a:r>
          </a:p>
          <a:p>
            <a:pPr>
              <a:spcBef>
                <a:spcPts val="600"/>
              </a:spcBef>
              <a:spcAft>
                <a:spcPts val="600"/>
              </a:spcAft>
            </a:pPr>
            <a:r>
              <a:rPr lang="vi-VN" sz="2400" dirty="0">
                <a:solidFill>
                  <a:srgbClr val="000000"/>
                </a:solidFill>
                <a:latin typeface="Arial" panose="020B0604020202020204" pitchFamily="34" charset="0"/>
              </a:rPr>
              <a:t>Di chúc không hợp pháp;</a:t>
            </a:r>
          </a:p>
          <a:p>
            <a:pPr>
              <a:spcBef>
                <a:spcPts val="600"/>
              </a:spcBef>
              <a:spcAft>
                <a:spcPts val="600"/>
              </a:spcAft>
            </a:pPr>
            <a:r>
              <a:rPr lang="vi-VN" sz="2400" dirty="0">
                <a:solidFill>
                  <a:srgbClr val="000000"/>
                </a:solidFill>
                <a:latin typeface="Arial" panose="020B0604020202020204" pitchFamily="34" charset="0"/>
              </a:rPr>
              <a:t>Những người thừa kế theo di chúc chết trước hoặc chết cùng thời điểm với người lập di chúc; cơ quan, tổ chức được hưởng thừa kế theo di chúc không còn tồn tại vào thời điểm mở thừa kế;</a:t>
            </a:r>
          </a:p>
          <a:p>
            <a:pPr>
              <a:spcBef>
                <a:spcPts val="600"/>
              </a:spcBef>
              <a:spcAft>
                <a:spcPts val="600"/>
              </a:spcAft>
            </a:pPr>
            <a:r>
              <a:rPr lang="vi-VN" sz="2400" dirty="0">
                <a:solidFill>
                  <a:srgbClr val="000000"/>
                </a:solidFill>
                <a:latin typeface="Arial" panose="020B0604020202020204" pitchFamily="34" charset="0"/>
              </a:rPr>
              <a:t>Những người được chỉ định làm người thừa kế theo di chúc mà không có quyền hưởng di sản hoặc từ chối nhận di sản.</a:t>
            </a:r>
            <a:endParaRPr lang="en-US" sz="2400" dirty="0">
              <a:solidFill>
                <a:srgbClr val="000000"/>
              </a:solidFill>
              <a:latin typeface="Arial" panose="020B0604020202020204" pitchFamily="34" charset="0"/>
            </a:endParaRPr>
          </a:p>
          <a:p>
            <a:pPr>
              <a:spcBef>
                <a:spcPts val="600"/>
              </a:spcBef>
              <a:spcAft>
                <a:spcPts val="600"/>
              </a:spcAft>
            </a:pPr>
            <a:r>
              <a:rPr lang="vi-VN" sz="2400" dirty="0">
                <a:solidFill>
                  <a:srgbClr val="000000"/>
                </a:solidFill>
                <a:latin typeface="Arial" panose="020B0604020202020204" pitchFamily="34" charset="0"/>
              </a:rPr>
              <a:t>Phần di sản không được định đoạt trong di chúc;</a:t>
            </a:r>
          </a:p>
          <a:p>
            <a:pPr>
              <a:buFont typeface="Wingdings" pitchFamily="2" charset="2"/>
              <a:buChar char="ü"/>
            </a:pPr>
            <a:endParaRPr lang="en-US" dirty="0"/>
          </a:p>
          <a:p>
            <a:pPr>
              <a:buFont typeface="Wingdings" pitchFamily="2" charset="2"/>
              <a:buChar char="ü"/>
            </a:pPr>
            <a:endParaRPr lang="en-US" dirty="0"/>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08E383-5C10-409D-893C-5816CC573037}"/>
              </a:ext>
            </a:extLst>
          </p:cNvPr>
          <p:cNvSpPr>
            <a:spLocks noGrp="1"/>
          </p:cNvSpPr>
          <p:nvPr>
            <p:ph type="title"/>
          </p:nvPr>
        </p:nvSpPr>
        <p:spPr/>
        <p:txBody>
          <a:bodyPr/>
          <a:lstStyle/>
          <a:p>
            <a:r>
              <a:rPr lang="en-US" dirty="0" err="1"/>
              <a:t>Người</a:t>
            </a:r>
            <a:r>
              <a:rPr lang="en-US" dirty="0"/>
              <a:t> </a:t>
            </a:r>
            <a:r>
              <a:rPr lang="en-US" dirty="0" err="1"/>
              <a:t>thừa</a:t>
            </a:r>
            <a:r>
              <a:rPr lang="en-US" dirty="0"/>
              <a:t> </a:t>
            </a:r>
            <a:r>
              <a:rPr lang="en-US" dirty="0" err="1"/>
              <a:t>kế</a:t>
            </a:r>
            <a:r>
              <a:rPr lang="en-US" dirty="0"/>
              <a:t> </a:t>
            </a:r>
            <a:r>
              <a:rPr lang="en-US" dirty="0" err="1"/>
              <a:t>theo</a:t>
            </a:r>
            <a:r>
              <a:rPr lang="en-US" dirty="0"/>
              <a:t> </a:t>
            </a:r>
            <a:r>
              <a:rPr lang="en-US" dirty="0" err="1"/>
              <a:t>pháp</a:t>
            </a:r>
            <a:r>
              <a:rPr lang="en-US" dirty="0"/>
              <a:t> </a:t>
            </a:r>
            <a:r>
              <a:rPr lang="en-US" dirty="0" err="1"/>
              <a:t>luật</a:t>
            </a:r>
            <a:r>
              <a:rPr lang="en-US" dirty="0"/>
              <a:t>.</a:t>
            </a:r>
          </a:p>
        </p:txBody>
      </p:sp>
      <p:sp>
        <p:nvSpPr>
          <p:cNvPr id="3" name="Content Placeholder 2">
            <a:extLst>
              <a:ext uri="{FF2B5EF4-FFF2-40B4-BE49-F238E27FC236}">
                <a16:creationId xmlns="" xmlns:a16="http://schemas.microsoft.com/office/drawing/2014/main" id="{4F3B3895-EA28-4DCC-A5D8-70044A2E830B}"/>
              </a:ext>
            </a:extLst>
          </p:cNvPr>
          <p:cNvSpPr>
            <a:spLocks noGrp="1"/>
          </p:cNvSpPr>
          <p:nvPr>
            <p:ph idx="1"/>
          </p:nvPr>
        </p:nvSpPr>
        <p:spPr/>
        <p:txBody>
          <a:bodyPr>
            <a:normAutofit/>
          </a:bodyPr>
          <a:lstStyle/>
          <a:p>
            <a:pPr>
              <a:buFont typeface="Wingdings" pitchFamily="2" charset="2"/>
              <a:buChar char="Ø"/>
            </a:pPr>
            <a:r>
              <a:rPr lang="en-US" dirty="0" err="1"/>
              <a:t>Những</a:t>
            </a:r>
            <a:r>
              <a:rPr lang="en-US" dirty="0"/>
              <a:t> </a:t>
            </a:r>
            <a:r>
              <a:rPr lang="en-US" dirty="0" err="1"/>
              <a:t>người</a:t>
            </a:r>
            <a:r>
              <a:rPr lang="en-US" dirty="0"/>
              <a:t> </a:t>
            </a:r>
            <a:r>
              <a:rPr lang="en-US" dirty="0" err="1"/>
              <a:t>thuộc</a:t>
            </a:r>
            <a:r>
              <a:rPr lang="en-US" dirty="0"/>
              <a:t> </a:t>
            </a:r>
            <a:r>
              <a:rPr lang="en-US" dirty="0" err="1"/>
              <a:t>diện</a:t>
            </a:r>
            <a:r>
              <a:rPr lang="en-US" dirty="0"/>
              <a:t> </a:t>
            </a:r>
            <a:r>
              <a:rPr lang="en-US" dirty="0" err="1"/>
              <a:t>thừa</a:t>
            </a:r>
            <a:r>
              <a:rPr lang="en-US" dirty="0"/>
              <a:t> </a:t>
            </a:r>
            <a:r>
              <a:rPr lang="en-US" dirty="0" err="1"/>
              <a:t>kế</a:t>
            </a:r>
            <a:r>
              <a:rPr lang="en-US" dirty="0"/>
              <a:t> </a:t>
            </a:r>
            <a:r>
              <a:rPr lang="en-US" dirty="0" err="1"/>
              <a:t>theo</a:t>
            </a:r>
            <a:r>
              <a:rPr lang="en-US" dirty="0"/>
              <a:t> </a:t>
            </a:r>
            <a:r>
              <a:rPr lang="en-US" dirty="0" err="1"/>
              <a:t>quan</a:t>
            </a:r>
            <a:r>
              <a:rPr lang="en-US" dirty="0"/>
              <a:t> </a:t>
            </a:r>
            <a:r>
              <a:rPr lang="en-US" dirty="0" err="1"/>
              <a:t>hệ</a:t>
            </a:r>
            <a:r>
              <a:rPr lang="en-US" dirty="0"/>
              <a:t> </a:t>
            </a:r>
            <a:r>
              <a:rPr lang="en-US" dirty="0" err="1"/>
              <a:t>hôn</a:t>
            </a:r>
            <a:r>
              <a:rPr lang="en-US" dirty="0"/>
              <a:t> </a:t>
            </a:r>
            <a:r>
              <a:rPr lang="en-US" dirty="0" err="1"/>
              <a:t>nhân</a:t>
            </a:r>
            <a:r>
              <a:rPr lang="en-US" dirty="0"/>
              <a:t>, </a:t>
            </a:r>
            <a:r>
              <a:rPr lang="en-US" dirty="0" err="1"/>
              <a:t>huyết</a:t>
            </a:r>
            <a:r>
              <a:rPr lang="en-US" dirty="0"/>
              <a:t> </a:t>
            </a:r>
            <a:r>
              <a:rPr lang="en-US" dirty="0" err="1"/>
              <a:t>thống</a:t>
            </a:r>
            <a:r>
              <a:rPr lang="en-US" dirty="0"/>
              <a:t>, </a:t>
            </a:r>
            <a:r>
              <a:rPr lang="en-US" dirty="0" err="1"/>
              <a:t>nuôi</a:t>
            </a:r>
            <a:r>
              <a:rPr lang="en-US" dirty="0"/>
              <a:t> </a:t>
            </a:r>
            <a:r>
              <a:rPr lang="en-US" dirty="0" err="1"/>
              <a:t>dưỡng</a:t>
            </a:r>
            <a:r>
              <a:rPr lang="en-US" dirty="0"/>
              <a:t> </a:t>
            </a:r>
            <a:r>
              <a:rPr lang="en-US" dirty="0" err="1"/>
              <a:t>được</a:t>
            </a:r>
            <a:r>
              <a:rPr lang="en-US" dirty="0"/>
              <a:t> chia </a:t>
            </a:r>
            <a:r>
              <a:rPr lang="en-US" dirty="0" err="1"/>
              <a:t>thành</a:t>
            </a:r>
            <a:r>
              <a:rPr lang="en-US" dirty="0"/>
              <a:t> </a:t>
            </a:r>
            <a:r>
              <a:rPr lang="en-US" dirty="0" err="1"/>
              <a:t>hàng</a:t>
            </a:r>
            <a:r>
              <a:rPr lang="en-US" dirty="0"/>
              <a:t> </a:t>
            </a:r>
            <a:r>
              <a:rPr lang="en-US" dirty="0" err="1"/>
              <a:t>thừa</a:t>
            </a:r>
            <a:r>
              <a:rPr lang="en-US" dirty="0"/>
              <a:t> </a:t>
            </a:r>
            <a:r>
              <a:rPr lang="en-US" dirty="0" err="1"/>
              <a:t>kế</a:t>
            </a:r>
            <a:r>
              <a:rPr lang="en-US" dirty="0"/>
              <a:t>.</a:t>
            </a:r>
          </a:p>
          <a:p>
            <a:pPr>
              <a:buFont typeface="Wingdings" pitchFamily="2" charset="2"/>
              <a:buChar char="ü"/>
            </a:pPr>
            <a:r>
              <a:rPr lang="en-US" dirty="0" err="1"/>
              <a:t>Hàng</a:t>
            </a:r>
            <a:r>
              <a:rPr lang="en-US" dirty="0"/>
              <a:t> 1. </a:t>
            </a:r>
            <a:r>
              <a:rPr lang="en-US" dirty="0" err="1"/>
              <a:t>Vợ</a:t>
            </a:r>
            <a:r>
              <a:rPr lang="en-US" dirty="0"/>
              <a:t>, </a:t>
            </a:r>
            <a:r>
              <a:rPr lang="en-US" dirty="0" err="1"/>
              <a:t>chồng</a:t>
            </a:r>
            <a:r>
              <a:rPr lang="en-US" dirty="0"/>
              <a:t>; cha, </a:t>
            </a:r>
            <a:r>
              <a:rPr lang="en-US" dirty="0" err="1"/>
              <a:t>mẹ</a:t>
            </a:r>
            <a:r>
              <a:rPr lang="en-US" dirty="0"/>
              <a:t> </a:t>
            </a:r>
            <a:r>
              <a:rPr lang="en-US" dirty="0" err="1"/>
              <a:t>đẻ</a:t>
            </a:r>
            <a:r>
              <a:rPr lang="en-US" dirty="0"/>
              <a:t>; cha, </a:t>
            </a:r>
            <a:r>
              <a:rPr lang="en-US" dirty="0" err="1"/>
              <a:t>mẹ</a:t>
            </a:r>
            <a:r>
              <a:rPr lang="en-US" dirty="0"/>
              <a:t> </a:t>
            </a:r>
            <a:r>
              <a:rPr lang="en-US" dirty="0" err="1"/>
              <a:t>nuôi</a:t>
            </a:r>
            <a:r>
              <a:rPr lang="en-US" dirty="0"/>
              <a:t>; con </a:t>
            </a:r>
            <a:r>
              <a:rPr lang="en-US" dirty="0" err="1"/>
              <a:t>đẻ</a:t>
            </a:r>
            <a:r>
              <a:rPr lang="en-US" dirty="0"/>
              <a:t>, con </a:t>
            </a:r>
            <a:r>
              <a:rPr lang="en-US" dirty="0" err="1"/>
              <a:t>nuôi</a:t>
            </a:r>
            <a:r>
              <a:rPr lang="en-US" dirty="0"/>
              <a:t> </a:t>
            </a:r>
            <a:r>
              <a:rPr lang="en-US" dirty="0" err="1"/>
              <a:t>của</a:t>
            </a:r>
            <a:r>
              <a:rPr lang="en-US" dirty="0"/>
              <a:t> </a:t>
            </a:r>
            <a:r>
              <a:rPr lang="en-US" dirty="0" err="1"/>
              <a:t>người</a:t>
            </a:r>
            <a:r>
              <a:rPr lang="en-US" dirty="0"/>
              <a:t> </a:t>
            </a:r>
            <a:r>
              <a:rPr lang="en-US" dirty="0" err="1"/>
              <a:t>đã</a:t>
            </a:r>
            <a:r>
              <a:rPr lang="en-US" dirty="0"/>
              <a:t> </a:t>
            </a:r>
            <a:r>
              <a:rPr lang="en-US" dirty="0" err="1"/>
              <a:t>chết</a:t>
            </a:r>
            <a:endParaRPr lang="en-US" dirty="0"/>
          </a:p>
          <a:p>
            <a:pPr>
              <a:buFont typeface="Wingdings" pitchFamily="2" charset="2"/>
              <a:buChar char="ü"/>
            </a:pPr>
            <a:r>
              <a:rPr lang="en-US" dirty="0" err="1"/>
              <a:t>Hàng</a:t>
            </a:r>
            <a:r>
              <a:rPr lang="en-US" dirty="0"/>
              <a:t> 2. </a:t>
            </a:r>
            <a:r>
              <a:rPr lang="en-US" dirty="0" err="1"/>
              <a:t>Ông</a:t>
            </a:r>
            <a:r>
              <a:rPr lang="en-US" dirty="0"/>
              <a:t>, </a:t>
            </a:r>
            <a:r>
              <a:rPr lang="en-US" dirty="0" err="1"/>
              <a:t>bà</a:t>
            </a:r>
            <a:r>
              <a:rPr lang="en-US" dirty="0"/>
              <a:t> </a:t>
            </a:r>
            <a:r>
              <a:rPr lang="en-US" dirty="0" err="1"/>
              <a:t>nội</a:t>
            </a:r>
            <a:r>
              <a:rPr lang="en-US" dirty="0"/>
              <a:t>; </a:t>
            </a:r>
            <a:r>
              <a:rPr lang="en-US" dirty="0" err="1"/>
              <a:t>Ông</a:t>
            </a:r>
            <a:r>
              <a:rPr lang="en-US" dirty="0"/>
              <a:t>, </a:t>
            </a:r>
            <a:r>
              <a:rPr lang="en-US" dirty="0" err="1"/>
              <a:t>bà</a:t>
            </a:r>
            <a:r>
              <a:rPr lang="en-US" dirty="0"/>
              <a:t> </a:t>
            </a:r>
            <a:r>
              <a:rPr lang="en-US" dirty="0" err="1"/>
              <a:t>ngoại</a:t>
            </a:r>
            <a:r>
              <a:rPr lang="en-US" dirty="0"/>
              <a:t>; </a:t>
            </a:r>
            <a:r>
              <a:rPr lang="en-US" dirty="0" err="1"/>
              <a:t>anh</a:t>
            </a:r>
            <a:r>
              <a:rPr lang="en-US" dirty="0"/>
              <a:t>, </a:t>
            </a:r>
            <a:r>
              <a:rPr lang="en-US" dirty="0" err="1"/>
              <a:t>chị</a:t>
            </a:r>
            <a:r>
              <a:rPr lang="en-US" dirty="0"/>
              <a:t>, </a:t>
            </a:r>
            <a:r>
              <a:rPr lang="en-US" dirty="0" err="1"/>
              <a:t>em</a:t>
            </a:r>
            <a:r>
              <a:rPr lang="en-US" dirty="0"/>
              <a:t> </a:t>
            </a:r>
            <a:r>
              <a:rPr lang="en-US" dirty="0" err="1"/>
              <a:t>ruột</a:t>
            </a:r>
            <a:r>
              <a:rPr lang="en-US" dirty="0"/>
              <a:t> </a:t>
            </a:r>
            <a:r>
              <a:rPr lang="en-US" dirty="0" err="1"/>
              <a:t>của</a:t>
            </a:r>
            <a:r>
              <a:rPr lang="en-US" dirty="0"/>
              <a:t> </a:t>
            </a:r>
            <a:r>
              <a:rPr lang="en-US" dirty="0" err="1"/>
              <a:t>người</a:t>
            </a:r>
            <a:r>
              <a:rPr lang="en-US" dirty="0"/>
              <a:t> </a:t>
            </a:r>
            <a:r>
              <a:rPr lang="en-US" dirty="0" err="1"/>
              <a:t>đã</a:t>
            </a:r>
            <a:r>
              <a:rPr lang="en-US" dirty="0"/>
              <a:t> </a:t>
            </a:r>
            <a:r>
              <a:rPr lang="en-US" dirty="0" err="1"/>
              <a:t>chết</a:t>
            </a:r>
            <a:r>
              <a:rPr lang="en-US" dirty="0"/>
              <a:t>; </a:t>
            </a:r>
            <a:r>
              <a:rPr lang="en-US" dirty="0" err="1"/>
              <a:t>cháu</a:t>
            </a:r>
            <a:r>
              <a:rPr lang="en-US" dirty="0"/>
              <a:t> </a:t>
            </a:r>
            <a:r>
              <a:rPr lang="en-US" dirty="0" err="1"/>
              <a:t>của</a:t>
            </a:r>
            <a:r>
              <a:rPr lang="en-US" dirty="0"/>
              <a:t> </a:t>
            </a:r>
            <a:r>
              <a:rPr lang="en-US" dirty="0" err="1"/>
              <a:t>người</a:t>
            </a:r>
            <a:r>
              <a:rPr lang="en-US" dirty="0"/>
              <a:t> </a:t>
            </a:r>
            <a:r>
              <a:rPr lang="en-US" dirty="0" err="1"/>
              <a:t>chết</a:t>
            </a:r>
            <a:r>
              <a:rPr lang="en-US" dirty="0"/>
              <a:t> </a:t>
            </a:r>
            <a:r>
              <a:rPr lang="en-US" dirty="0" err="1"/>
              <a:t>mà</a:t>
            </a:r>
            <a:r>
              <a:rPr lang="en-US" dirty="0"/>
              <a:t> </a:t>
            </a:r>
            <a:r>
              <a:rPr lang="en-US" dirty="0" err="1"/>
              <a:t>người</a:t>
            </a:r>
            <a:r>
              <a:rPr lang="en-US" dirty="0"/>
              <a:t> </a:t>
            </a:r>
            <a:r>
              <a:rPr lang="en-US" dirty="0" err="1"/>
              <a:t>chết</a:t>
            </a:r>
            <a:r>
              <a:rPr lang="en-US" dirty="0"/>
              <a:t> </a:t>
            </a:r>
            <a:r>
              <a:rPr lang="en-US" dirty="0" err="1"/>
              <a:t>là</a:t>
            </a:r>
            <a:r>
              <a:rPr lang="en-US" dirty="0"/>
              <a:t> </a:t>
            </a:r>
            <a:r>
              <a:rPr lang="en-US" dirty="0" err="1"/>
              <a:t>ông</a:t>
            </a:r>
            <a:r>
              <a:rPr lang="en-US" dirty="0"/>
              <a:t>, </a:t>
            </a:r>
            <a:r>
              <a:rPr lang="en-US" dirty="0" err="1"/>
              <a:t>bà</a:t>
            </a:r>
            <a:r>
              <a:rPr lang="en-US" dirty="0"/>
              <a:t> </a:t>
            </a:r>
            <a:r>
              <a:rPr lang="en-US" dirty="0" err="1"/>
              <a:t>nội</a:t>
            </a:r>
            <a:r>
              <a:rPr lang="en-US" dirty="0"/>
              <a:t>, </a:t>
            </a:r>
            <a:r>
              <a:rPr lang="en-US" dirty="0" err="1"/>
              <a:t>ngoại</a:t>
            </a:r>
            <a:r>
              <a:rPr lang="en-US" dirty="0"/>
              <a:t>.</a:t>
            </a:r>
          </a:p>
          <a:p>
            <a:pPr>
              <a:buFont typeface="Wingdings" pitchFamily="2" charset="2"/>
              <a:buChar char="ü"/>
            </a:pPr>
            <a:r>
              <a:rPr lang="en-US" dirty="0" err="1"/>
              <a:t>Hàng</a:t>
            </a:r>
            <a:r>
              <a:rPr lang="en-US" dirty="0"/>
              <a:t> 3. </a:t>
            </a:r>
            <a:r>
              <a:rPr lang="en-US" dirty="0" err="1"/>
              <a:t>Cụ</a:t>
            </a:r>
            <a:r>
              <a:rPr lang="en-US" dirty="0"/>
              <a:t> </a:t>
            </a:r>
            <a:r>
              <a:rPr lang="en-US" dirty="0" err="1"/>
              <a:t>nội</a:t>
            </a:r>
            <a:r>
              <a:rPr lang="en-US" dirty="0"/>
              <a:t>, </a:t>
            </a:r>
            <a:r>
              <a:rPr lang="en-US" dirty="0" err="1"/>
              <a:t>cụ</a:t>
            </a:r>
            <a:r>
              <a:rPr lang="en-US" dirty="0"/>
              <a:t> </a:t>
            </a:r>
            <a:r>
              <a:rPr lang="en-US" dirty="0" err="1"/>
              <a:t>ngoại</a:t>
            </a:r>
            <a:r>
              <a:rPr lang="en-US" dirty="0"/>
              <a:t> </a:t>
            </a:r>
            <a:r>
              <a:rPr lang="en-US" dirty="0" err="1"/>
              <a:t>của</a:t>
            </a:r>
            <a:r>
              <a:rPr lang="en-US" dirty="0"/>
              <a:t> </a:t>
            </a:r>
            <a:r>
              <a:rPr lang="en-US" dirty="0" err="1"/>
              <a:t>người</a:t>
            </a:r>
            <a:r>
              <a:rPr lang="en-US" dirty="0"/>
              <a:t> </a:t>
            </a:r>
            <a:r>
              <a:rPr lang="en-US" dirty="0" err="1"/>
              <a:t>chết</a:t>
            </a:r>
            <a:r>
              <a:rPr lang="en-US" dirty="0"/>
              <a:t>, </a:t>
            </a:r>
            <a:r>
              <a:rPr lang="en-US" dirty="0" err="1"/>
              <a:t>bác</a:t>
            </a:r>
            <a:r>
              <a:rPr lang="en-US" dirty="0"/>
              <a:t>, </a:t>
            </a:r>
            <a:r>
              <a:rPr lang="en-US" dirty="0" err="1"/>
              <a:t>chú</a:t>
            </a:r>
            <a:r>
              <a:rPr lang="en-US" dirty="0"/>
              <a:t>, </a:t>
            </a:r>
            <a:r>
              <a:rPr lang="en-US" dirty="0" err="1"/>
              <a:t>cậu</a:t>
            </a:r>
            <a:r>
              <a:rPr lang="en-US" dirty="0"/>
              <a:t>, </a:t>
            </a:r>
            <a:r>
              <a:rPr lang="en-US" dirty="0" err="1"/>
              <a:t>dì</a:t>
            </a:r>
            <a:r>
              <a:rPr lang="en-US" dirty="0"/>
              <a:t> </a:t>
            </a:r>
            <a:r>
              <a:rPr lang="en-US" dirty="0" err="1"/>
              <a:t>ruột</a:t>
            </a:r>
            <a:r>
              <a:rPr lang="en-US" dirty="0"/>
              <a:t> </a:t>
            </a:r>
            <a:r>
              <a:rPr lang="en-US" dirty="0" err="1"/>
              <a:t>của</a:t>
            </a:r>
            <a:r>
              <a:rPr lang="en-US" dirty="0"/>
              <a:t> </a:t>
            </a:r>
            <a:r>
              <a:rPr lang="en-US" dirty="0" err="1"/>
              <a:t>người</a:t>
            </a:r>
            <a:r>
              <a:rPr lang="en-US" dirty="0"/>
              <a:t> </a:t>
            </a:r>
            <a:r>
              <a:rPr lang="en-US" dirty="0" err="1"/>
              <a:t>chết</a:t>
            </a:r>
            <a:r>
              <a:rPr lang="en-US" dirty="0"/>
              <a:t>; </a:t>
            </a:r>
            <a:r>
              <a:rPr lang="en-US" dirty="0" err="1"/>
              <a:t>cháu</a:t>
            </a:r>
            <a:r>
              <a:rPr lang="en-US" dirty="0"/>
              <a:t> </a:t>
            </a:r>
            <a:r>
              <a:rPr lang="en-US" dirty="0" err="1"/>
              <a:t>ruột</a:t>
            </a:r>
            <a:r>
              <a:rPr lang="en-US" dirty="0"/>
              <a:t> </a:t>
            </a:r>
            <a:r>
              <a:rPr lang="en-US" dirty="0" err="1"/>
              <a:t>của</a:t>
            </a:r>
            <a:r>
              <a:rPr lang="en-US" dirty="0"/>
              <a:t> </a:t>
            </a:r>
            <a:r>
              <a:rPr lang="en-US" dirty="0" err="1"/>
              <a:t>người</a:t>
            </a:r>
            <a:r>
              <a:rPr lang="en-US" dirty="0"/>
              <a:t> </a:t>
            </a:r>
            <a:r>
              <a:rPr lang="en-US" dirty="0" err="1"/>
              <a:t>chết</a:t>
            </a:r>
            <a:r>
              <a:rPr lang="en-US" dirty="0"/>
              <a:t> </a:t>
            </a:r>
            <a:r>
              <a:rPr lang="en-US" dirty="0" err="1"/>
              <a:t>mà</a:t>
            </a:r>
            <a:r>
              <a:rPr lang="en-US" dirty="0"/>
              <a:t> </a:t>
            </a:r>
            <a:r>
              <a:rPr lang="en-US" dirty="0" err="1"/>
              <a:t>người</a:t>
            </a:r>
            <a:r>
              <a:rPr lang="en-US" dirty="0"/>
              <a:t> </a:t>
            </a:r>
            <a:r>
              <a:rPr lang="en-US" dirty="0" err="1"/>
              <a:t>chết</a:t>
            </a:r>
            <a:r>
              <a:rPr lang="en-US" dirty="0"/>
              <a:t> </a:t>
            </a:r>
            <a:r>
              <a:rPr lang="en-US" dirty="0" err="1"/>
              <a:t>là</a:t>
            </a:r>
            <a:r>
              <a:rPr lang="en-US" dirty="0"/>
              <a:t> </a:t>
            </a:r>
            <a:r>
              <a:rPr lang="en-US" dirty="0" err="1"/>
              <a:t>bác</a:t>
            </a:r>
            <a:r>
              <a:rPr lang="en-US" dirty="0"/>
              <a:t>, </a:t>
            </a:r>
            <a:r>
              <a:rPr lang="en-US" dirty="0" err="1"/>
              <a:t>chú</a:t>
            </a:r>
            <a:r>
              <a:rPr lang="en-US" dirty="0"/>
              <a:t>, </a:t>
            </a:r>
            <a:r>
              <a:rPr lang="en-US" dirty="0" err="1"/>
              <a:t>dì</a:t>
            </a:r>
            <a:r>
              <a:rPr lang="en-US" dirty="0"/>
              <a:t>, </a:t>
            </a:r>
            <a:r>
              <a:rPr lang="en-US" dirty="0" err="1"/>
              <a:t>cô</a:t>
            </a:r>
            <a:r>
              <a:rPr lang="en-US" dirty="0"/>
              <a:t>, </a:t>
            </a:r>
            <a:r>
              <a:rPr lang="en-US" dirty="0" err="1"/>
              <a:t>cậu</a:t>
            </a:r>
            <a:r>
              <a:rPr lang="en-US" dirty="0"/>
              <a:t> </a:t>
            </a:r>
            <a:r>
              <a:rPr lang="en-US" dirty="0" err="1"/>
              <a:t>ruột</a:t>
            </a:r>
            <a:r>
              <a:rPr lang="en-US" dirty="0"/>
              <a:t>; </a:t>
            </a:r>
            <a:r>
              <a:rPr lang="en-US" dirty="0" err="1"/>
              <a:t>chắt</a:t>
            </a:r>
            <a:r>
              <a:rPr lang="en-US" dirty="0"/>
              <a:t> </a:t>
            </a:r>
            <a:r>
              <a:rPr lang="en-US" dirty="0" err="1"/>
              <a:t>ruột</a:t>
            </a:r>
            <a:r>
              <a:rPr lang="en-US" dirty="0"/>
              <a:t> </a:t>
            </a:r>
            <a:r>
              <a:rPr lang="en-US" dirty="0" err="1"/>
              <a:t>của</a:t>
            </a:r>
            <a:r>
              <a:rPr lang="en-US" dirty="0"/>
              <a:t> </a:t>
            </a:r>
            <a:r>
              <a:rPr lang="en-US" dirty="0" err="1"/>
              <a:t>người</a:t>
            </a:r>
            <a:r>
              <a:rPr lang="en-US" dirty="0"/>
              <a:t> </a:t>
            </a:r>
            <a:r>
              <a:rPr lang="en-US" dirty="0" err="1"/>
              <a:t>chết</a:t>
            </a:r>
            <a:r>
              <a:rPr lang="en-US" dirty="0"/>
              <a:t> </a:t>
            </a:r>
            <a:r>
              <a:rPr lang="en-US" dirty="0" err="1"/>
              <a:t>mà</a:t>
            </a:r>
            <a:r>
              <a:rPr lang="en-US" dirty="0"/>
              <a:t> </a:t>
            </a:r>
            <a:r>
              <a:rPr lang="en-US" dirty="0" err="1"/>
              <a:t>người</a:t>
            </a:r>
            <a:r>
              <a:rPr lang="en-US" dirty="0"/>
              <a:t> </a:t>
            </a:r>
            <a:r>
              <a:rPr lang="en-US" dirty="0" err="1"/>
              <a:t>chết</a:t>
            </a:r>
            <a:r>
              <a:rPr lang="en-US" dirty="0"/>
              <a:t> </a:t>
            </a:r>
            <a:r>
              <a:rPr lang="en-US" dirty="0" err="1"/>
              <a:t>là</a:t>
            </a:r>
            <a:r>
              <a:rPr lang="en-US" dirty="0"/>
              <a:t> </a:t>
            </a:r>
            <a:r>
              <a:rPr lang="en-US" dirty="0" err="1"/>
              <a:t>cụ</a:t>
            </a:r>
            <a:r>
              <a:rPr lang="en-US" dirty="0"/>
              <a:t> </a:t>
            </a:r>
            <a:r>
              <a:rPr lang="en-US" dirty="0" err="1"/>
              <a:t>nội</a:t>
            </a:r>
            <a:r>
              <a:rPr lang="en-US" dirty="0"/>
              <a:t>, </a:t>
            </a:r>
            <a:r>
              <a:rPr lang="en-US" dirty="0" err="1"/>
              <a:t>ngoại</a:t>
            </a:r>
            <a:r>
              <a:rPr lang="en-US" dirty="0"/>
              <a:t> </a:t>
            </a:r>
          </a:p>
          <a:p>
            <a:endParaRPr lang="en-US" dirty="0"/>
          </a:p>
        </p:txBody>
      </p:sp>
      <p:sp>
        <p:nvSpPr>
          <p:cNvPr id="4" name="Footer Placeholder 3">
            <a:extLst>
              <a:ext uri="{FF2B5EF4-FFF2-40B4-BE49-F238E27FC236}">
                <a16:creationId xmlns="" xmlns:a16="http://schemas.microsoft.com/office/drawing/2014/main" id="{328AA3CA-7087-4C98-8409-9044D2685AD4}"/>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9B2E97D3-C483-444F-822D-5AB02C1CE46F}"/>
              </a:ext>
            </a:extLst>
          </p:cNvPr>
          <p:cNvSpPr>
            <a:spLocks noGrp="1"/>
          </p:cNvSpPr>
          <p:nvPr>
            <p:ph type="sldNum" sz="quarter" idx="12"/>
          </p:nvPr>
        </p:nvSpPr>
        <p:spPr/>
        <p:txBody>
          <a:bodyPr/>
          <a:lstStyle/>
          <a:p>
            <a:fld id="{F6AE7EA5-B71B-4031-9678-D796BB0CCF77}" type="slidenum">
              <a:rPr lang="en-US" smtClean="0"/>
              <a:pPr/>
              <a:t>24</a:t>
            </a:fld>
            <a:endParaRPr lang="en-US"/>
          </a:p>
        </p:txBody>
      </p:sp>
    </p:spTree>
    <p:extLst>
      <p:ext uri="{BB962C8B-B14F-4D97-AF65-F5344CB8AC3E}">
        <p14:creationId xmlns="" xmlns:p14="http://schemas.microsoft.com/office/powerpoint/2010/main" val="19169951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DA086E-53E0-4A23-A345-A9F322FA6E21}"/>
              </a:ext>
            </a:extLst>
          </p:cNvPr>
          <p:cNvSpPr>
            <a:spLocks noGrp="1"/>
          </p:cNvSpPr>
          <p:nvPr>
            <p:ph type="title"/>
          </p:nvPr>
        </p:nvSpPr>
        <p:spPr/>
        <p:txBody>
          <a:bodyPr>
            <a:noAutofit/>
          </a:bodyPr>
          <a:lstStyle/>
          <a:p>
            <a:r>
              <a:rPr lang="en-US" dirty="0" err="1"/>
              <a:t>Nguyên</a:t>
            </a:r>
            <a:r>
              <a:rPr lang="en-US" dirty="0"/>
              <a:t> </a:t>
            </a:r>
            <a:r>
              <a:rPr lang="en-US" dirty="0" err="1"/>
              <a:t>tắc</a:t>
            </a:r>
            <a:r>
              <a:rPr lang="en-US" dirty="0"/>
              <a:t> chia </a:t>
            </a:r>
            <a:r>
              <a:rPr lang="en-US" dirty="0" err="1"/>
              <a:t>thừa</a:t>
            </a:r>
            <a:r>
              <a:rPr lang="en-US" dirty="0"/>
              <a:t> </a:t>
            </a:r>
            <a:r>
              <a:rPr lang="en-US" dirty="0" err="1"/>
              <a:t>kế</a:t>
            </a:r>
            <a:r>
              <a:rPr lang="en-US" dirty="0"/>
              <a:t> </a:t>
            </a:r>
            <a:br>
              <a:rPr lang="en-US" dirty="0"/>
            </a:br>
            <a:r>
              <a:rPr lang="en-US" dirty="0" err="1"/>
              <a:t>theo</a:t>
            </a:r>
            <a:r>
              <a:rPr lang="en-US" dirty="0"/>
              <a:t> </a:t>
            </a:r>
            <a:r>
              <a:rPr lang="en-US" dirty="0" err="1"/>
              <a:t>pháp</a:t>
            </a:r>
            <a:r>
              <a:rPr lang="en-US" dirty="0"/>
              <a:t> </a:t>
            </a:r>
            <a:r>
              <a:rPr lang="en-US" dirty="0" err="1"/>
              <a:t>luật</a:t>
            </a:r>
            <a:endParaRPr lang="en-US" dirty="0"/>
          </a:p>
        </p:txBody>
      </p:sp>
      <p:sp>
        <p:nvSpPr>
          <p:cNvPr id="3" name="Content Placeholder 2">
            <a:extLst>
              <a:ext uri="{FF2B5EF4-FFF2-40B4-BE49-F238E27FC236}">
                <a16:creationId xmlns="" xmlns:a16="http://schemas.microsoft.com/office/drawing/2014/main" id="{F840F3B6-95A5-4506-9970-A5581A1E0DDD}"/>
              </a:ext>
            </a:extLst>
          </p:cNvPr>
          <p:cNvSpPr>
            <a:spLocks noGrp="1"/>
          </p:cNvSpPr>
          <p:nvPr>
            <p:ph idx="1"/>
          </p:nvPr>
        </p:nvSpPr>
        <p:spPr/>
        <p:txBody>
          <a:bodyPr/>
          <a:lstStyle/>
          <a:p>
            <a:r>
              <a:rPr lang="en-US" dirty="0" err="1"/>
              <a:t>Tài</a:t>
            </a:r>
            <a:r>
              <a:rPr lang="en-US" dirty="0"/>
              <a:t> </a:t>
            </a:r>
            <a:r>
              <a:rPr lang="en-US" dirty="0" err="1"/>
              <a:t>sản</a:t>
            </a:r>
            <a:r>
              <a:rPr lang="en-US" dirty="0"/>
              <a:t> </a:t>
            </a:r>
            <a:r>
              <a:rPr lang="en-US" dirty="0" err="1"/>
              <a:t>thừa</a:t>
            </a:r>
            <a:r>
              <a:rPr lang="en-US" dirty="0"/>
              <a:t> </a:t>
            </a:r>
            <a:r>
              <a:rPr lang="en-US" dirty="0" err="1"/>
              <a:t>kế</a:t>
            </a:r>
            <a:r>
              <a:rPr lang="en-US" dirty="0"/>
              <a:t> </a:t>
            </a:r>
            <a:r>
              <a:rPr lang="en-US" dirty="0" err="1"/>
              <a:t>được</a:t>
            </a:r>
            <a:r>
              <a:rPr lang="en-US" dirty="0"/>
              <a:t> chia </a:t>
            </a:r>
            <a:r>
              <a:rPr lang="en-US" dirty="0" err="1"/>
              <a:t>hết</a:t>
            </a:r>
            <a:r>
              <a:rPr lang="en-US" dirty="0"/>
              <a:t> </a:t>
            </a:r>
            <a:r>
              <a:rPr lang="en-US" dirty="0" err="1"/>
              <a:t>cho</a:t>
            </a:r>
            <a:r>
              <a:rPr lang="en-US" dirty="0"/>
              <a:t> </a:t>
            </a:r>
            <a:r>
              <a:rPr lang="en-US" dirty="0" err="1"/>
              <a:t>một</a:t>
            </a:r>
            <a:r>
              <a:rPr lang="en-US" dirty="0"/>
              <a:t> </a:t>
            </a:r>
            <a:r>
              <a:rPr lang="en-US" dirty="0" err="1"/>
              <a:t>hàng</a:t>
            </a:r>
            <a:r>
              <a:rPr lang="en-US" dirty="0"/>
              <a:t> </a:t>
            </a:r>
            <a:r>
              <a:rPr lang="en-US" dirty="0" err="1"/>
              <a:t>thừa</a:t>
            </a:r>
            <a:r>
              <a:rPr lang="en-US" dirty="0"/>
              <a:t> </a:t>
            </a:r>
            <a:r>
              <a:rPr lang="en-US" dirty="0" err="1"/>
              <a:t>kế</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ưu</a:t>
            </a:r>
            <a:r>
              <a:rPr lang="en-US" dirty="0"/>
              <a:t> </a:t>
            </a:r>
            <a:r>
              <a:rPr lang="en-US" dirty="0" err="1"/>
              <a:t>tiên</a:t>
            </a:r>
            <a:r>
              <a:rPr lang="en-US" dirty="0"/>
              <a:t> </a:t>
            </a:r>
            <a:r>
              <a:rPr lang="en-US" dirty="0" err="1"/>
              <a:t>Hàng</a:t>
            </a:r>
            <a:r>
              <a:rPr lang="en-US" dirty="0"/>
              <a:t> 1; </a:t>
            </a:r>
            <a:r>
              <a:rPr lang="en-US" dirty="0" err="1" smtClean="0"/>
              <a:t>hàng</a:t>
            </a:r>
            <a:r>
              <a:rPr lang="en-US" dirty="0" smtClean="0"/>
              <a:t> </a:t>
            </a:r>
            <a:r>
              <a:rPr lang="en-US" dirty="0"/>
              <a:t>2; </a:t>
            </a:r>
            <a:r>
              <a:rPr lang="en-US" dirty="0" err="1" smtClean="0"/>
              <a:t>hàng</a:t>
            </a:r>
            <a:r>
              <a:rPr lang="en-US" dirty="0" smtClean="0"/>
              <a:t> </a:t>
            </a:r>
            <a:r>
              <a:rPr lang="en-US" dirty="0"/>
              <a:t>3.</a:t>
            </a:r>
          </a:p>
          <a:p>
            <a:r>
              <a:rPr lang="en-US" dirty="0" err="1"/>
              <a:t>Những</a:t>
            </a:r>
            <a:r>
              <a:rPr lang="en-US" dirty="0"/>
              <a:t> </a:t>
            </a:r>
            <a:r>
              <a:rPr lang="en-US" dirty="0" err="1"/>
              <a:t>người</a:t>
            </a:r>
            <a:r>
              <a:rPr lang="en-US" dirty="0"/>
              <a:t> </a:t>
            </a:r>
            <a:r>
              <a:rPr lang="en-US" dirty="0" err="1"/>
              <a:t>thừa</a:t>
            </a:r>
            <a:r>
              <a:rPr lang="en-US" dirty="0"/>
              <a:t> </a:t>
            </a:r>
            <a:r>
              <a:rPr lang="en-US" dirty="0" err="1"/>
              <a:t>kế</a:t>
            </a:r>
            <a:r>
              <a:rPr lang="en-US" dirty="0"/>
              <a:t> </a:t>
            </a:r>
            <a:r>
              <a:rPr lang="en-US" dirty="0" err="1"/>
              <a:t>cùng</a:t>
            </a:r>
            <a:r>
              <a:rPr lang="en-US" dirty="0"/>
              <a:t> </a:t>
            </a:r>
            <a:r>
              <a:rPr lang="en-US" dirty="0" err="1" smtClean="0"/>
              <a:t>hàng</a:t>
            </a:r>
            <a:r>
              <a:rPr lang="en-US" dirty="0" smtClean="0"/>
              <a:t> </a:t>
            </a:r>
            <a:r>
              <a:rPr lang="en-US" dirty="0" err="1"/>
              <a:t>được</a:t>
            </a:r>
            <a:r>
              <a:rPr lang="en-US" dirty="0"/>
              <a:t> </a:t>
            </a:r>
            <a:r>
              <a:rPr lang="en-US" dirty="0" err="1"/>
              <a:t>hưởng</a:t>
            </a:r>
            <a:r>
              <a:rPr lang="en-US" dirty="0"/>
              <a:t> </a:t>
            </a:r>
            <a:r>
              <a:rPr lang="en-US" dirty="0" err="1"/>
              <a:t>phần</a:t>
            </a:r>
            <a:r>
              <a:rPr lang="en-US" dirty="0"/>
              <a:t> di </a:t>
            </a:r>
            <a:r>
              <a:rPr lang="en-US" dirty="0" err="1"/>
              <a:t>sản</a:t>
            </a:r>
            <a:r>
              <a:rPr lang="en-US" dirty="0"/>
              <a:t> </a:t>
            </a:r>
            <a:r>
              <a:rPr lang="en-US" dirty="0" err="1"/>
              <a:t>bằng</a:t>
            </a:r>
            <a:r>
              <a:rPr lang="en-US" dirty="0"/>
              <a:t> </a:t>
            </a:r>
            <a:r>
              <a:rPr lang="en-US" dirty="0" err="1"/>
              <a:t>nhau</a:t>
            </a:r>
            <a:r>
              <a:rPr lang="en-US" dirty="0"/>
              <a:t>;</a:t>
            </a:r>
          </a:p>
          <a:p>
            <a:r>
              <a:rPr lang="en-US" dirty="0" err="1"/>
              <a:t>Người</a:t>
            </a:r>
            <a:r>
              <a:rPr lang="en-US" dirty="0"/>
              <a:t> ở </a:t>
            </a:r>
            <a:r>
              <a:rPr lang="en-US" dirty="0" err="1"/>
              <a:t>hàng</a:t>
            </a:r>
            <a:r>
              <a:rPr lang="en-US" dirty="0"/>
              <a:t> </a:t>
            </a:r>
            <a:r>
              <a:rPr lang="en-US" dirty="0" err="1"/>
              <a:t>thừa</a:t>
            </a:r>
            <a:r>
              <a:rPr lang="en-US" dirty="0"/>
              <a:t> </a:t>
            </a:r>
            <a:r>
              <a:rPr lang="en-US" dirty="0" err="1"/>
              <a:t>kế</a:t>
            </a:r>
            <a:r>
              <a:rPr lang="en-US" dirty="0"/>
              <a:t> </a:t>
            </a:r>
            <a:r>
              <a:rPr lang="en-US" dirty="0" err="1"/>
              <a:t>sau</a:t>
            </a:r>
            <a:r>
              <a:rPr lang="en-US" dirty="0"/>
              <a:t> </a:t>
            </a:r>
            <a:r>
              <a:rPr lang="en-US" dirty="0" err="1"/>
              <a:t>chỉ</a:t>
            </a:r>
            <a:r>
              <a:rPr lang="en-US" dirty="0"/>
              <a:t> </a:t>
            </a:r>
            <a:r>
              <a:rPr lang="en-US" dirty="0" err="1"/>
              <a:t>được</a:t>
            </a:r>
            <a:r>
              <a:rPr lang="en-US" dirty="0"/>
              <a:t> </a:t>
            </a:r>
            <a:r>
              <a:rPr lang="en-US" dirty="0" err="1"/>
              <a:t>hưởng</a:t>
            </a:r>
            <a:r>
              <a:rPr lang="en-US" dirty="0"/>
              <a:t> </a:t>
            </a:r>
            <a:r>
              <a:rPr lang="en-US" dirty="0" err="1"/>
              <a:t>thừa</a:t>
            </a:r>
            <a:r>
              <a:rPr lang="en-US" dirty="0"/>
              <a:t> </a:t>
            </a:r>
            <a:r>
              <a:rPr lang="en-US" dirty="0" err="1"/>
              <a:t>kế</a:t>
            </a:r>
            <a:r>
              <a:rPr lang="en-US" dirty="0"/>
              <a:t> </a:t>
            </a:r>
            <a:r>
              <a:rPr lang="en-US" dirty="0" err="1"/>
              <a:t>nếu</a:t>
            </a:r>
            <a:r>
              <a:rPr lang="en-US" dirty="0"/>
              <a:t> </a:t>
            </a:r>
            <a:r>
              <a:rPr lang="en-US" dirty="0" err="1"/>
              <a:t>không</a:t>
            </a:r>
            <a:r>
              <a:rPr lang="en-US" dirty="0"/>
              <a:t> </a:t>
            </a:r>
            <a:r>
              <a:rPr lang="en-US" dirty="0" err="1"/>
              <a:t>còn</a:t>
            </a:r>
            <a:r>
              <a:rPr lang="en-US" dirty="0"/>
              <a:t> ai ở </a:t>
            </a:r>
            <a:r>
              <a:rPr lang="en-US" dirty="0" err="1" smtClean="0"/>
              <a:t>hàng</a:t>
            </a:r>
            <a:r>
              <a:rPr lang="en-US" dirty="0" smtClean="0"/>
              <a:t> </a:t>
            </a:r>
            <a:r>
              <a:rPr lang="en-US" dirty="0" err="1"/>
              <a:t>thừa</a:t>
            </a:r>
            <a:r>
              <a:rPr lang="en-US" dirty="0"/>
              <a:t> </a:t>
            </a:r>
            <a:r>
              <a:rPr lang="en-US" dirty="0" err="1"/>
              <a:t>kế</a:t>
            </a:r>
            <a:r>
              <a:rPr lang="en-US" dirty="0"/>
              <a:t> </a:t>
            </a:r>
            <a:r>
              <a:rPr lang="en-US" dirty="0" err="1"/>
              <a:t>trước</a:t>
            </a:r>
            <a:r>
              <a:rPr lang="en-US" dirty="0"/>
              <a:t>.</a:t>
            </a:r>
          </a:p>
        </p:txBody>
      </p:sp>
      <p:sp>
        <p:nvSpPr>
          <p:cNvPr id="4" name="Footer Placeholder 3">
            <a:extLst>
              <a:ext uri="{FF2B5EF4-FFF2-40B4-BE49-F238E27FC236}">
                <a16:creationId xmlns="" xmlns:a16="http://schemas.microsoft.com/office/drawing/2014/main" id="{267384DB-7186-406B-8C70-2932F11C1E6C}"/>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 xmlns:a16="http://schemas.microsoft.com/office/drawing/2014/main" id="{CACABB8D-5B8D-44CF-BF69-FAEE3230BB0D}"/>
              </a:ext>
            </a:extLst>
          </p:cNvPr>
          <p:cNvSpPr>
            <a:spLocks noGrp="1"/>
          </p:cNvSpPr>
          <p:nvPr>
            <p:ph type="sldNum" sz="quarter" idx="12"/>
          </p:nvPr>
        </p:nvSpPr>
        <p:spPr/>
        <p:txBody>
          <a:bodyPr/>
          <a:lstStyle/>
          <a:p>
            <a:fld id="{F6AE7EA5-B71B-4031-9678-D796BB0CCF77}" type="slidenum">
              <a:rPr lang="en-US" smtClean="0"/>
              <a:pPr/>
              <a:t>25</a:t>
            </a:fld>
            <a:endParaRPr lang="en-US"/>
          </a:p>
        </p:txBody>
      </p:sp>
    </p:spTree>
    <p:extLst>
      <p:ext uri="{BB962C8B-B14F-4D97-AF65-F5344CB8AC3E}">
        <p14:creationId xmlns="" xmlns:p14="http://schemas.microsoft.com/office/powerpoint/2010/main" val="30360239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 Thừa kế thế vị (Đ 677 BLDS)</a:t>
            </a:r>
          </a:p>
        </p:txBody>
      </p:sp>
      <p:sp>
        <p:nvSpPr>
          <p:cNvPr id="3" name="Content Placeholder 2"/>
          <p:cNvSpPr>
            <a:spLocks noGrp="1"/>
          </p:cNvSpPr>
          <p:nvPr>
            <p:ph idx="1"/>
          </p:nvPr>
        </p:nvSpPr>
        <p:spPr/>
        <p:txBody>
          <a:bodyPr/>
          <a:lstStyle/>
          <a:p>
            <a:r>
              <a:rPr lang="en-US"/>
              <a:t>Khi con của người để lại thừa kế chết trước hoặc cùng thời điểm với người để lại di sản thì cháu được hưởng phần di sản mà cha mẹ của cháu được hưởng nếu còn sống. Nếu cháu cũng đã chết trước hoặc cùng lúc với người để lại di sản thì chắt được hưởng phần di sản mà cha mẹ của chắt được hưởng nếu còn sống.</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F6AE7EA5-B71B-4031-9678-D796BB0CCF77}" type="slidenum">
              <a:rPr lang="en-US" smtClean="0"/>
              <a:pPr/>
              <a:t>26</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0" ma:contentTypeDescription="Create a new document." ma:contentTypeScope="" ma:versionID="6ba08424837f76056ad5f704f2e399f0">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4538970-F293-4F86-B267-AEA88EE3A446}"/>
</file>

<file path=customXml/itemProps2.xml><?xml version="1.0" encoding="utf-8"?>
<ds:datastoreItem xmlns:ds="http://schemas.openxmlformats.org/officeDocument/2006/customXml" ds:itemID="{744645AD-47D4-4C2C-8937-C79E040D21EB}"/>
</file>

<file path=customXml/itemProps3.xml><?xml version="1.0" encoding="utf-8"?>
<ds:datastoreItem xmlns:ds="http://schemas.openxmlformats.org/officeDocument/2006/customXml" ds:itemID="{C36A2C1E-1C64-4B00-B831-0E7C86765C28}"/>
</file>

<file path=docProps/app.xml><?xml version="1.0" encoding="utf-8"?>
<Properties xmlns="http://schemas.openxmlformats.org/officeDocument/2006/extended-properties" xmlns:vt="http://schemas.openxmlformats.org/officeDocument/2006/docPropsVTypes">
  <TotalTime>335</TotalTime>
  <Words>2788</Words>
  <Application>Microsoft Office PowerPoint</Application>
  <PresentationFormat>Custom</PresentationFormat>
  <Paragraphs>194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Chương 6. ngành luật dân sự (chi tiết).</vt:lpstr>
      <vt:lpstr>6.6 LuËt d©n sù</vt:lpstr>
      <vt:lpstr>Khái niệm; Đối tượng điều chỉnh, chủ thể của quan hệ pháp luật dân sự</vt:lpstr>
      <vt:lpstr>Chủ thể của quan hệ pháp luật dân sự</vt:lpstr>
      <vt:lpstr>Các quyền dân sự cơ bản</vt:lpstr>
      <vt:lpstr>Quyền sở hữu: Quyền sở hữu bao gồm quyền chiếm hữu, quyền sử dụng và quyền định đoạt tài sản của chủ sở hữu theo quy định của luật.</vt:lpstr>
      <vt:lpstr>Quyền chiếm hữu </vt:lpstr>
      <vt:lpstr>Quyền sử dụng </vt:lpstr>
      <vt:lpstr>Quyền định đoạt</vt:lpstr>
      <vt:lpstr>Quyền giao kết hợp đồng dân sự</vt:lpstr>
      <vt:lpstr>Nguyên tắc giao kết hợp đồng dân sự</vt:lpstr>
      <vt:lpstr>Hình thức của hợp đồng</vt:lpstr>
      <vt:lpstr>MỘT SỐ HỢP ĐỒNG THÔNG DỤNG</vt:lpstr>
      <vt:lpstr>MỘT SỐ HỢP ĐỒNG THÔNG DỤNG</vt:lpstr>
      <vt:lpstr>Quyền thừa kế</vt:lpstr>
      <vt:lpstr>Một số khái niệm chung</vt:lpstr>
      <vt:lpstr>A. Thừa kế theo di chúc:  Di chúc:Di chúc là sự thể hiện ý chí của cá nhân nhằm chuyển tài sản của mình cho người khác sau khi chết. </vt:lpstr>
      <vt:lpstr>Người lập di chúc</vt:lpstr>
      <vt:lpstr>Hình thức của di chúc Di chúc phải được lập thành văn bản; nếu không thể lập được di chúc bằng văn bản thì có thể di chúc miệng.</vt:lpstr>
      <vt:lpstr>Điều kiện di chúc hợp pháp</vt:lpstr>
      <vt:lpstr>Nội dung của di chúc</vt:lpstr>
      <vt:lpstr>Người thừa kế không phụ thuộc  vào di chúc</vt:lpstr>
      <vt:lpstr>B. Thừa kế theo pháp luật</vt:lpstr>
      <vt:lpstr>Người thừa kế theo pháp luật.</vt:lpstr>
      <vt:lpstr>Nguyên tắc chia thừa kế  theo pháp luật</vt:lpstr>
      <vt:lpstr>C. Thừa kế thế vị (Đ 677 BLDS)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6. ngành luật dân sự (chi tiết).</dc:title>
  <dc:creator>Nguyen Thi Yen</dc:creator>
  <cp:lastModifiedBy>ASUS</cp:lastModifiedBy>
  <cp:revision>5</cp:revision>
  <dcterms:created xsi:type="dcterms:W3CDTF">2021-07-31T09:31:44Z</dcterms:created>
  <dcterms:modified xsi:type="dcterms:W3CDTF">2022-02-09T10:04:21Z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