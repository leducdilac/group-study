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diagrams/data1.xml" ContentType="application/vnd.openxmlformats-officedocument.drawingml.diagramData+xml"/>
  <Override PartName="/ppt/diagrams/data3.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2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diagrams/layout1.xml" ContentType="application/vnd.openxmlformats-officedocument.drawingml.diagramLayout+xml"/>
  <Override PartName="/ppt/diagrams/quickStyle3.xml" ContentType="application/vnd.openxmlformats-officedocument.drawingml.diagramStyle+xml"/>
  <Override PartName="/ppt/diagrams/layout3.xml" ContentType="application/vnd.openxmlformats-officedocument.drawingml.diagramLayout+xml"/>
  <Override PartName="/ppt/diagrams/quickStyle1.xml" ContentType="application/vnd.openxmlformats-officedocument.drawingml.diagramStyle+xml"/>
  <Override PartName="/ppt/diagrams/colors3.xml" ContentType="application/vnd.openxmlformats-officedocument.drawingml.diagramColors+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colors1.xml" ContentType="application/vnd.openxmlformats-officedocument.drawingml.diagramColors+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diagrams/drawing2.xml" ContentType="application/vnd.ms-office.drawingml.diagramDrawing+xml"/>
  <Override PartName="/ppt/diagrams/drawing3.xml" ContentType="application/vnd.ms-office.drawingml.diagramDrawing+xml"/>
  <Override PartName="/ppt/diagrams/drawing1.xml" ContentType="application/vnd.ms-office.drawingml.diagramDrawing+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305" r:id="rId4"/>
    <p:sldId id="262" r:id="rId5"/>
    <p:sldId id="329" r:id="rId6"/>
    <p:sldId id="306" r:id="rId7"/>
    <p:sldId id="307" r:id="rId8"/>
    <p:sldId id="308" r:id="rId9"/>
    <p:sldId id="309" r:id="rId10"/>
    <p:sldId id="310" r:id="rId11"/>
    <p:sldId id="328" r:id="rId12"/>
    <p:sldId id="330" r:id="rId13"/>
    <p:sldId id="331" r:id="rId14"/>
    <p:sldId id="332" r:id="rId15"/>
    <p:sldId id="333" r:id="rId16"/>
    <p:sldId id="334" r:id="rId17"/>
    <p:sldId id="339" r:id="rId18"/>
    <p:sldId id="335" r:id="rId19"/>
    <p:sldId id="336" r:id="rId20"/>
    <p:sldId id="337" r:id="rId21"/>
    <p:sldId id="33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68" d="100"/>
          <a:sy n="68" d="100"/>
        </p:scale>
        <p:origin x="-588" y="-6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ustomXml" Target="../customXml/item1.xml"/></Relationships>
</file>

<file path=ppt/diagrams/colors1.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A25776-25BE-41DC-972E-F0AB38B377AE}" type="doc">
      <dgm:prSet loTypeId="urn:microsoft.com/office/officeart/2005/8/layout/hList9" loCatId="list" qsTypeId="urn:microsoft.com/office/officeart/2005/8/quickstyle/3d1" qsCatId="3D" csTypeId="urn:microsoft.com/office/officeart/2005/8/colors/colorful1#3" csCatId="colorful" phldr="1"/>
      <dgm:spPr/>
      <dgm:t>
        <a:bodyPr/>
        <a:lstStyle/>
        <a:p>
          <a:endParaRPr lang="en-US"/>
        </a:p>
      </dgm:t>
    </dgm:pt>
    <dgm:pt modelId="{BF01257A-0585-4B89-9D7C-C3B5E28823ED}">
      <dgm:prSet phldrT="[Text]"/>
      <dgm:spPr/>
      <dgm:t>
        <a:bodyPr/>
        <a:lstStyle/>
        <a:p>
          <a:r>
            <a:rPr lang="en-US">
              <a:solidFill>
                <a:schemeClr val="tx1"/>
              </a:solidFill>
            </a:rPr>
            <a:t>Đối tượng điều chỉnh </a:t>
          </a:r>
        </a:p>
      </dgm:t>
    </dgm:pt>
    <dgm:pt modelId="{AC5D9D78-0993-4458-92C8-E198CD5B64A2}" type="parTrans" cxnId="{0771388F-9096-4F7D-832C-2BA80D123F1C}">
      <dgm:prSet/>
      <dgm:spPr/>
      <dgm:t>
        <a:bodyPr/>
        <a:lstStyle/>
        <a:p>
          <a:endParaRPr lang="en-US"/>
        </a:p>
      </dgm:t>
    </dgm:pt>
    <dgm:pt modelId="{38D95106-CB76-4D1E-B0A5-C85F4FAC0A4B}" type="sibTrans" cxnId="{0771388F-9096-4F7D-832C-2BA80D123F1C}">
      <dgm:prSet/>
      <dgm:spPr/>
      <dgm:t>
        <a:bodyPr/>
        <a:lstStyle/>
        <a:p>
          <a:endParaRPr lang="en-US"/>
        </a:p>
      </dgm:t>
    </dgm:pt>
    <dgm:pt modelId="{3DCBBD7B-8DFF-4887-914D-C54A9CEF1480}">
      <dgm:prSet phldrT="[Text]"/>
      <dgm:spPr/>
      <dgm:t>
        <a:bodyPr/>
        <a:lstStyle/>
        <a:p>
          <a:r>
            <a:rPr lang="en-US" dirty="0"/>
            <a:t>Quan </a:t>
          </a:r>
          <a:r>
            <a:rPr lang="en-US" dirty="0" err="1"/>
            <a:t>hệ</a:t>
          </a:r>
          <a:r>
            <a:rPr lang="en-US" dirty="0"/>
            <a:t> </a:t>
          </a:r>
          <a:r>
            <a:rPr lang="en-US" dirty="0" err="1"/>
            <a:t>xã</a:t>
          </a:r>
          <a:r>
            <a:rPr lang="en-US" dirty="0"/>
            <a:t> </a:t>
          </a:r>
          <a:r>
            <a:rPr lang="en-US" dirty="0" err="1"/>
            <a:t>hội</a:t>
          </a:r>
          <a:r>
            <a:rPr lang="en-US" dirty="0"/>
            <a:t> </a:t>
          </a:r>
          <a:r>
            <a:rPr lang="en-US" dirty="0" err="1"/>
            <a:t>phát</a:t>
          </a:r>
          <a:r>
            <a:rPr lang="en-US" dirty="0"/>
            <a:t> </a:t>
          </a:r>
          <a:r>
            <a:rPr lang="en-US" dirty="0" err="1"/>
            <a:t>sinh</a:t>
          </a:r>
          <a:r>
            <a:rPr lang="en-US" dirty="0"/>
            <a:t> </a:t>
          </a:r>
          <a:r>
            <a:rPr lang="en-US" dirty="0" err="1"/>
            <a:t>trong</a:t>
          </a:r>
          <a:r>
            <a:rPr lang="en-US" dirty="0"/>
            <a:t> </a:t>
          </a:r>
          <a:r>
            <a:rPr lang="en-US" dirty="0" err="1"/>
            <a:t>hoạt</a:t>
          </a:r>
          <a:r>
            <a:rPr lang="en-US" dirty="0"/>
            <a:t> </a:t>
          </a:r>
          <a:r>
            <a:rPr lang="en-US" dirty="0" err="1"/>
            <a:t>động</a:t>
          </a:r>
          <a:r>
            <a:rPr lang="en-US" dirty="0"/>
            <a:t> </a:t>
          </a:r>
          <a:r>
            <a:rPr lang="en-US" dirty="0" err="1"/>
            <a:t>kinh</a:t>
          </a:r>
          <a:r>
            <a:rPr lang="en-US" dirty="0"/>
            <a:t> </a:t>
          </a:r>
          <a:r>
            <a:rPr lang="en-US" dirty="0" err="1"/>
            <a:t>doanh</a:t>
          </a:r>
          <a:r>
            <a:rPr lang="en-US" dirty="0"/>
            <a:t>:</a:t>
          </a:r>
        </a:p>
        <a:p>
          <a:r>
            <a:rPr lang="en-US" dirty="0"/>
            <a:t>DN- DN</a:t>
          </a:r>
        </a:p>
        <a:p>
          <a:r>
            <a:rPr lang="en-US" dirty="0"/>
            <a:t>DN- </a:t>
          </a:r>
          <a:r>
            <a:rPr lang="en-US" dirty="0" err="1"/>
            <a:t>Cơ</a:t>
          </a:r>
          <a:r>
            <a:rPr lang="en-US" dirty="0"/>
            <a:t> </a:t>
          </a:r>
          <a:r>
            <a:rPr lang="en-US" dirty="0" err="1"/>
            <a:t>quan</a:t>
          </a:r>
          <a:r>
            <a:rPr lang="en-US" dirty="0"/>
            <a:t> </a:t>
          </a:r>
          <a:r>
            <a:rPr lang="en-US" dirty="0" err="1"/>
            <a:t>quản</a:t>
          </a:r>
          <a:r>
            <a:rPr lang="en-US" dirty="0"/>
            <a:t> </a:t>
          </a:r>
          <a:r>
            <a:rPr lang="en-US" dirty="0" err="1"/>
            <a:t>lý</a:t>
          </a:r>
          <a:r>
            <a:rPr lang="en-US" dirty="0"/>
            <a:t> NN </a:t>
          </a:r>
          <a:r>
            <a:rPr lang="en-US" dirty="0" err="1"/>
            <a:t>về</a:t>
          </a:r>
          <a:r>
            <a:rPr lang="en-US" dirty="0"/>
            <a:t> DN</a:t>
          </a:r>
        </a:p>
      </dgm:t>
    </dgm:pt>
    <dgm:pt modelId="{4067FAD5-CA85-4DE7-9B9C-5CCADC9150AB}" type="parTrans" cxnId="{EF22B1C6-B167-4AE4-A524-40AD884566CE}">
      <dgm:prSet/>
      <dgm:spPr/>
      <dgm:t>
        <a:bodyPr/>
        <a:lstStyle/>
        <a:p>
          <a:endParaRPr lang="en-US"/>
        </a:p>
      </dgm:t>
    </dgm:pt>
    <dgm:pt modelId="{373647A9-34D9-4C5E-8E69-88B936704D51}" type="sibTrans" cxnId="{EF22B1C6-B167-4AE4-A524-40AD884566CE}">
      <dgm:prSet/>
      <dgm:spPr/>
      <dgm:t>
        <a:bodyPr/>
        <a:lstStyle/>
        <a:p>
          <a:endParaRPr lang="en-US"/>
        </a:p>
      </dgm:t>
    </dgm:pt>
    <dgm:pt modelId="{EA4A7DFC-43E4-4320-A5FA-EDAA589335E5}">
      <dgm:prSet phldrT="[Text]"/>
      <dgm:spPr/>
      <dgm:t>
        <a:bodyPr/>
        <a:lstStyle/>
        <a:p>
          <a:r>
            <a:rPr lang="en-US">
              <a:solidFill>
                <a:schemeClr val="tx1"/>
              </a:solidFill>
            </a:rPr>
            <a:t>Phương pháp điều chỉnh </a:t>
          </a:r>
        </a:p>
      </dgm:t>
    </dgm:pt>
    <dgm:pt modelId="{190D76F5-E17A-47E3-BC58-0F5812B72675}" type="parTrans" cxnId="{239D98E3-414A-43E3-8DE0-9A0638BB7CDA}">
      <dgm:prSet/>
      <dgm:spPr/>
      <dgm:t>
        <a:bodyPr/>
        <a:lstStyle/>
        <a:p>
          <a:endParaRPr lang="en-US"/>
        </a:p>
      </dgm:t>
    </dgm:pt>
    <dgm:pt modelId="{3B0C97E2-B250-471D-917C-D0EBA10CC8AE}" type="sibTrans" cxnId="{239D98E3-414A-43E3-8DE0-9A0638BB7CDA}">
      <dgm:prSet/>
      <dgm:spPr/>
      <dgm:t>
        <a:bodyPr/>
        <a:lstStyle/>
        <a:p>
          <a:endParaRPr lang="en-US"/>
        </a:p>
      </dgm:t>
    </dgm:pt>
    <dgm:pt modelId="{DFA98F0C-02A1-405B-B76A-D4A01F913A10}">
      <dgm:prSet phldrT="[Text]"/>
      <dgm:spPr/>
      <dgm:t>
        <a:bodyPr/>
        <a:lstStyle/>
        <a:p>
          <a:r>
            <a:rPr lang="en-US" dirty="0" err="1"/>
            <a:t>Phương</a:t>
          </a:r>
          <a:r>
            <a:rPr lang="en-US" dirty="0"/>
            <a:t> </a:t>
          </a:r>
          <a:r>
            <a:rPr lang="en-US" dirty="0" err="1"/>
            <a:t>pháp</a:t>
          </a:r>
          <a:r>
            <a:rPr lang="en-US" dirty="0"/>
            <a:t> </a:t>
          </a:r>
          <a:r>
            <a:rPr lang="en-US" dirty="0" err="1"/>
            <a:t>tự</a:t>
          </a:r>
          <a:r>
            <a:rPr lang="en-US" dirty="0"/>
            <a:t> </a:t>
          </a:r>
          <a:r>
            <a:rPr lang="en-US" dirty="0" err="1"/>
            <a:t>nguyện</a:t>
          </a:r>
          <a:r>
            <a:rPr lang="en-US" dirty="0"/>
            <a:t> </a:t>
          </a:r>
          <a:r>
            <a:rPr lang="en-US" dirty="0" err="1"/>
            <a:t>thỏa</a:t>
          </a:r>
          <a:r>
            <a:rPr lang="en-US" dirty="0"/>
            <a:t> </a:t>
          </a:r>
          <a:r>
            <a:rPr lang="en-US" dirty="0" err="1"/>
            <a:t>thuận</a:t>
          </a:r>
          <a:endParaRPr lang="en-US" dirty="0"/>
        </a:p>
        <a:p>
          <a:r>
            <a:rPr lang="en-US" dirty="0" err="1"/>
            <a:t>Phương</a:t>
          </a:r>
          <a:r>
            <a:rPr lang="en-US" dirty="0"/>
            <a:t> </a:t>
          </a:r>
          <a:r>
            <a:rPr lang="en-US" dirty="0" err="1"/>
            <a:t>pháp</a:t>
          </a:r>
          <a:r>
            <a:rPr lang="en-US" dirty="0"/>
            <a:t> </a:t>
          </a:r>
          <a:r>
            <a:rPr lang="en-US" dirty="0" err="1"/>
            <a:t>mệnh</a:t>
          </a:r>
          <a:r>
            <a:rPr lang="en-US" dirty="0"/>
            <a:t> </a:t>
          </a:r>
          <a:r>
            <a:rPr lang="en-US" dirty="0" err="1"/>
            <a:t>lênh</a:t>
          </a:r>
          <a:endParaRPr lang="en-US" dirty="0"/>
        </a:p>
      </dgm:t>
    </dgm:pt>
    <dgm:pt modelId="{4710D533-BA35-416A-BEF5-5DD767562342}" type="parTrans" cxnId="{3C6663B7-BA6D-4963-A6EF-242B40D3D6B2}">
      <dgm:prSet/>
      <dgm:spPr/>
      <dgm:t>
        <a:bodyPr/>
        <a:lstStyle/>
        <a:p>
          <a:endParaRPr lang="en-US"/>
        </a:p>
      </dgm:t>
    </dgm:pt>
    <dgm:pt modelId="{74746D75-F98E-4BA1-A203-3254E8F8DFD4}" type="sibTrans" cxnId="{3C6663B7-BA6D-4963-A6EF-242B40D3D6B2}">
      <dgm:prSet/>
      <dgm:spPr/>
      <dgm:t>
        <a:bodyPr/>
        <a:lstStyle/>
        <a:p>
          <a:endParaRPr lang="en-US"/>
        </a:p>
      </dgm:t>
    </dgm:pt>
    <dgm:pt modelId="{39C7B533-5265-47DC-8C7A-6C71F29B7588}" type="pres">
      <dgm:prSet presAssocID="{B7A25776-25BE-41DC-972E-F0AB38B377AE}" presName="list" presStyleCnt="0">
        <dgm:presLayoutVars>
          <dgm:dir/>
          <dgm:animLvl val="lvl"/>
        </dgm:presLayoutVars>
      </dgm:prSet>
      <dgm:spPr/>
      <dgm:t>
        <a:bodyPr/>
        <a:lstStyle/>
        <a:p>
          <a:endParaRPr lang="en-US"/>
        </a:p>
      </dgm:t>
    </dgm:pt>
    <dgm:pt modelId="{11A2675F-BCD7-456D-BB61-448478B22840}" type="pres">
      <dgm:prSet presAssocID="{BF01257A-0585-4B89-9D7C-C3B5E28823ED}" presName="posSpace" presStyleCnt="0"/>
      <dgm:spPr/>
    </dgm:pt>
    <dgm:pt modelId="{4D5B19C7-BDA1-4FBF-9C43-AC0F4C4BCCCE}" type="pres">
      <dgm:prSet presAssocID="{BF01257A-0585-4B89-9D7C-C3B5E28823ED}" presName="vertFlow" presStyleCnt="0"/>
      <dgm:spPr/>
    </dgm:pt>
    <dgm:pt modelId="{0B3DBBE8-D15B-4A32-8B3A-20F93D81FEFE}" type="pres">
      <dgm:prSet presAssocID="{BF01257A-0585-4B89-9D7C-C3B5E28823ED}" presName="topSpace" presStyleCnt="0"/>
      <dgm:spPr/>
    </dgm:pt>
    <dgm:pt modelId="{7F8889E7-4D86-439D-B35E-A4869149DE5E}" type="pres">
      <dgm:prSet presAssocID="{BF01257A-0585-4B89-9D7C-C3B5E28823ED}" presName="firstComp" presStyleCnt="0"/>
      <dgm:spPr/>
    </dgm:pt>
    <dgm:pt modelId="{F809A675-CA52-4735-953B-4154EC740ADD}" type="pres">
      <dgm:prSet presAssocID="{BF01257A-0585-4B89-9D7C-C3B5E28823ED}" presName="firstChild" presStyleLbl="bgAccFollowNode1" presStyleIdx="0" presStyleCnt="2" custScaleY="130058"/>
      <dgm:spPr/>
      <dgm:t>
        <a:bodyPr/>
        <a:lstStyle/>
        <a:p>
          <a:endParaRPr lang="en-US"/>
        </a:p>
      </dgm:t>
    </dgm:pt>
    <dgm:pt modelId="{6DE57942-EA01-45CB-B802-859D1204EC44}" type="pres">
      <dgm:prSet presAssocID="{BF01257A-0585-4B89-9D7C-C3B5E28823ED}" presName="firstChildTx" presStyleLbl="bgAccFollowNode1" presStyleIdx="0" presStyleCnt="2">
        <dgm:presLayoutVars>
          <dgm:bulletEnabled val="1"/>
        </dgm:presLayoutVars>
      </dgm:prSet>
      <dgm:spPr/>
      <dgm:t>
        <a:bodyPr/>
        <a:lstStyle/>
        <a:p>
          <a:endParaRPr lang="en-US"/>
        </a:p>
      </dgm:t>
    </dgm:pt>
    <dgm:pt modelId="{172EB1FD-145F-4C0C-B6EB-3666F34214FA}" type="pres">
      <dgm:prSet presAssocID="{BF01257A-0585-4B89-9D7C-C3B5E28823ED}" presName="negSpace" presStyleCnt="0"/>
      <dgm:spPr/>
    </dgm:pt>
    <dgm:pt modelId="{3838BEE7-BAFC-48B0-9BD8-2F10B078C76C}" type="pres">
      <dgm:prSet presAssocID="{BF01257A-0585-4B89-9D7C-C3B5E28823ED}" presName="circle" presStyleLbl="node1" presStyleIdx="0" presStyleCnt="2"/>
      <dgm:spPr/>
      <dgm:t>
        <a:bodyPr/>
        <a:lstStyle/>
        <a:p>
          <a:endParaRPr lang="en-US"/>
        </a:p>
      </dgm:t>
    </dgm:pt>
    <dgm:pt modelId="{4C67EBED-32E6-499B-BF38-36294469F58A}" type="pres">
      <dgm:prSet presAssocID="{38D95106-CB76-4D1E-B0A5-C85F4FAC0A4B}" presName="transSpace" presStyleCnt="0"/>
      <dgm:spPr/>
    </dgm:pt>
    <dgm:pt modelId="{D251A0BC-4A23-4B94-BF82-1E92786B8056}" type="pres">
      <dgm:prSet presAssocID="{EA4A7DFC-43E4-4320-A5FA-EDAA589335E5}" presName="posSpace" presStyleCnt="0"/>
      <dgm:spPr/>
    </dgm:pt>
    <dgm:pt modelId="{58B4343E-BA9D-483C-9EB3-F8C6F90EA7D8}" type="pres">
      <dgm:prSet presAssocID="{EA4A7DFC-43E4-4320-A5FA-EDAA589335E5}" presName="vertFlow" presStyleCnt="0"/>
      <dgm:spPr/>
    </dgm:pt>
    <dgm:pt modelId="{54D7B150-39CE-4972-9601-22489D0F8035}" type="pres">
      <dgm:prSet presAssocID="{EA4A7DFC-43E4-4320-A5FA-EDAA589335E5}" presName="topSpace" presStyleCnt="0"/>
      <dgm:spPr/>
    </dgm:pt>
    <dgm:pt modelId="{0553964F-6726-4677-85AB-05A193702CC7}" type="pres">
      <dgm:prSet presAssocID="{EA4A7DFC-43E4-4320-A5FA-EDAA589335E5}" presName="firstComp" presStyleCnt="0"/>
      <dgm:spPr/>
    </dgm:pt>
    <dgm:pt modelId="{751E216B-05BE-46EF-9956-F942AE101227}" type="pres">
      <dgm:prSet presAssocID="{EA4A7DFC-43E4-4320-A5FA-EDAA589335E5}" presName="firstChild" presStyleLbl="bgAccFollowNode1" presStyleIdx="1" presStyleCnt="2" custScaleY="122967"/>
      <dgm:spPr/>
      <dgm:t>
        <a:bodyPr/>
        <a:lstStyle/>
        <a:p>
          <a:endParaRPr lang="en-US"/>
        </a:p>
      </dgm:t>
    </dgm:pt>
    <dgm:pt modelId="{993729FC-76D1-4606-82EF-CDA5AA3DB733}" type="pres">
      <dgm:prSet presAssocID="{EA4A7DFC-43E4-4320-A5FA-EDAA589335E5}" presName="firstChildTx" presStyleLbl="bgAccFollowNode1" presStyleIdx="1" presStyleCnt="2">
        <dgm:presLayoutVars>
          <dgm:bulletEnabled val="1"/>
        </dgm:presLayoutVars>
      </dgm:prSet>
      <dgm:spPr/>
      <dgm:t>
        <a:bodyPr/>
        <a:lstStyle/>
        <a:p>
          <a:endParaRPr lang="en-US"/>
        </a:p>
      </dgm:t>
    </dgm:pt>
    <dgm:pt modelId="{C8099F36-9951-4AD7-8FD1-F7BD4561BF78}" type="pres">
      <dgm:prSet presAssocID="{EA4A7DFC-43E4-4320-A5FA-EDAA589335E5}" presName="negSpace" presStyleCnt="0"/>
      <dgm:spPr/>
    </dgm:pt>
    <dgm:pt modelId="{565C6FB2-5FC1-4081-9A1E-F43CE7F3E053}" type="pres">
      <dgm:prSet presAssocID="{EA4A7DFC-43E4-4320-A5FA-EDAA589335E5}" presName="circle" presStyleLbl="node1" presStyleIdx="1" presStyleCnt="2"/>
      <dgm:spPr/>
      <dgm:t>
        <a:bodyPr/>
        <a:lstStyle/>
        <a:p>
          <a:endParaRPr lang="en-US"/>
        </a:p>
      </dgm:t>
    </dgm:pt>
  </dgm:ptLst>
  <dgm:cxnLst>
    <dgm:cxn modelId="{A671B514-7FBF-4403-A482-C2AEC8998C7C}" type="presOf" srcId="{3DCBBD7B-8DFF-4887-914D-C54A9CEF1480}" destId="{F809A675-CA52-4735-953B-4154EC740ADD}" srcOrd="0" destOrd="0" presId="urn:microsoft.com/office/officeart/2005/8/layout/hList9"/>
    <dgm:cxn modelId="{0B517A67-467F-4E87-8293-1F8FD187AA04}" type="presOf" srcId="{DFA98F0C-02A1-405B-B76A-D4A01F913A10}" destId="{993729FC-76D1-4606-82EF-CDA5AA3DB733}" srcOrd="1" destOrd="0" presId="urn:microsoft.com/office/officeart/2005/8/layout/hList9"/>
    <dgm:cxn modelId="{239D98E3-414A-43E3-8DE0-9A0638BB7CDA}" srcId="{B7A25776-25BE-41DC-972E-F0AB38B377AE}" destId="{EA4A7DFC-43E4-4320-A5FA-EDAA589335E5}" srcOrd="1" destOrd="0" parTransId="{190D76F5-E17A-47E3-BC58-0F5812B72675}" sibTransId="{3B0C97E2-B250-471D-917C-D0EBA10CC8AE}"/>
    <dgm:cxn modelId="{EF22B1C6-B167-4AE4-A524-40AD884566CE}" srcId="{BF01257A-0585-4B89-9D7C-C3B5E28823ED}" destId="{3DCBBD7B-8DFF-4887-914D-C54A9CEF1480}" srcOrd="0" destOrd="0" parTransId="{4067FAD5-CA85-4DE7-9B9C-5CCADC9150AB}" sibTransId="{373647A9-34D9-4C5E-8E69-88B936704D51}"/>
    <dgm:cxn modelId="{C290604F-AB03-4C34-9008-909227993283}" type="presOf" srcId="{B7A25776-25BE-41DC-972E-F0AB38B377AE}" destId="{39C7B533-5265-47DC-8C7A-6C71F29B7588}" srcOrd="0" destOrd="0" presId="urn:microsoft.com/office/officeart/2005/8/layout/hList9"/>
    <dgm:cxn modelId="{30D72131-A02E-4B54-9085-203A31BCEC3E}" type="presOf" srcId="{BF01257A-0585-4B89-9D7C-C3B5E28823ED}" destId="{3838BEE7-BAFC-48B0-9BD8-2F10B078C76C}" srcOrd="0" destOrd="0" presId="urn:microsoft.com/office/officeart/2005/8/layout/hList9"/>
    <dgm:cxn modelId="{0771388F-9096-4F7D-832C-2BA80D123F1C}" srcId="{B7A25776-25BE-41DC-972E-F0AB38B377AE}" destId="{BF01257A-0585-4B89-9D7C-C3B5E28823ED}" srcOrd="0" destOrd="0" parTransId="{AC5D9D78-0993-4458-92C8-E198CD5B64A2}" sibTransId="{38D95106-CB76-4D1E-B0A5-C85F4FAC0A4B}"/>
    <dgm:cxn modelId="{7BCA78BF-F4F8-46CE-85B0-651FA6F663B1}" type="presOf" srcId="{3DCBBD7B-8DFF-4887-914D-C54A9CEF1480}" destId="{6DE57942-EA01-45CB-B802-859D1204EC44}" srcOrd="1" destOrd="0" presId="urn:microsoft.com/office/officeart/2005/8/layout/hList9"/>
    <dgm:cxn modelId="{3C6663B7-BA6D-4963-A6EF-242B40D3D6B2}" srcId="{EA4A7DFC-43E4-4320-A5FA-EDAA589335E5}" destId="{DFA98F0C-02A1-405B-B76A-D4A01F913A10}" srcOrd="0" destOrd="0" parTransId="{4710D533-BA35-416A-BEF5-5DD767562342}" sibTransId="{74746D75-F98E-4BA1-A203-3254E8F8DFD4}"/>
    <dgm:cxn modelId="{3E8216D5-DEE2-4782-AC73-B4F1CB2F8F53}" type="presOf" srcId="{DFA98F0C-02A1-405B-B76A-D4A01F913A10}" destId="{751E216B-05BE-46EF-9956-F942AE101227}" srcOrd="0" destOrd="0" presId="urn:microsoft.com/office/officeart/2005/8/layout/hList9"/>
    <dgm:cxn modelId="{CD825D5B-33A8-4F15-86A7-7E8F418EB87C}" type="presOf" srcId="{EA4A7DFC-43E4-4320-A5FA-EDAA589335E5}" destId="{565C6FB2-5FC1-4081-9A1E-F43CE7F3E053}" srcOrd="0" destOrd="0" presId="urn:microsoft.com/office/officeart/2005/8/layout/hList9"/>
    <dgm:cxn modelId="{1D06266E-D3A0-402A-9EDF-6EC3EDF69E62}" type="presParOf" srcId="{39C7B533-5265-47DC-8C7A-6C71F29B7588}" destId="{11A2675F-BCD7-456D-BB61-448478B22840}" srcOrd="0" destOrd="0" presId="urn:microsoft.com/office/officeart/2005/8/layout/hList9"/>
    <dgm:cxn modelId="{0C4298B1-8395-4160-A1CC-4A06B605BF1C}" type="presParOf" srcId="{39C7B533-5265-47DC-8C7A-6C71F29B7588}" destId="{4D5B19C7-BDA1-4FBF-9C43-AC0F4C4BCCCE}" srcOrd="1" destOrd="0" presId="urn:microsoft.com/office/officeart/2005/8/layout/hList9"/>
    <dgm:cxn modelId="{DA9A69A7-1BF7-4486-A880-89F29A8BECF1}" type="presParOf" srcId="{4D5B19C7-BDA1-4FBF-9C43-AC0F4C4BCCCE}" destId="{0B3DBBE8-D15B-4A32-8B3A-20F93D81FEFE}" srcOrd="0" destOrd="0" presId="urn:microsoft.com/office/officeart/2005/8/layout/hList9"/>
    <dgm:cxn modelId="{9BC1BF33-C317-446D-872D-4BF6C18C6271}" type="presParOf" srcId="{4D5B19C7-BDA1-4FBF-9C43-AC0F4C4BCCCE}" destId="{7F8889E7-4D86-439D-B35E-A4869149DE5E}" srcOrd="1" destOrd="0" presId="urn:microsoft.com/office/officeart/2005/8/layout/hList9"/>
    <dgm:cxn modelId="{83D99D91-40AA-4B79-956C-7CC95EDE1D24}" type="presParOf" srcId="{7F8889E7-4D86-439D-B35E-A4869149DE5E}" destId="{F809A675-CA52-4735-953B-4154EC740ADD}" srcOrd="0" destOrd="0" presId="urn:microsoft.com/office/officeart/2005/8/layout/hList9"/>
    <dgm:cxn modelId="{4FC6FF91-7998-45B4-958F-64ADD8EE68BF}" type="presParOf" srcId="{7F8889E7-4D86-439D-B35E-A4869149DE5E}" destId="{6DE57942-EA01-45CB-B802-859D1204EC44}" srcOrd="1" destOrd="0" presId="urn:microsoft.com/office/officeart/2005/8/layout/hList9"/>
    <dgm:cxn modelId="{1EFFE5F9-F753-47AA-9E09-E9DA297E657B}" type="presParOf" srcId="{39C7B533-5265-47DC-8C7A-6C71F29B7588}" destId="{172EB1FD-145F-4C0C-B6EB-3666F34214FA}" srcOrd="2" destOrd="0" presId="urn:microsoft.com/office/officeart/2005/8/layout/hList9"/>
    <dgm:cxn modelId="{34D4A0B7-F104-443D-9E5A-6D39C89EC871}" type="presParOf" srcId="{39C7B533-5265-47DC-8C7A-6C71F29B7588}" destId="{3838BEE7-BAFC-48B0-9BD8-2F10B078C76C}" srcOrd="3" destOrd="0" presId="urn:microsoft.com/office/officeart/2005/8/layout/hList9"/>
    <dgm:cxn modelId="{AE51A1BB-E844-4F51-BDE1-88BE37C311CD}" type="presParOf" srcId="{39C7B533-5265-47DC-8C7A-6C71F29B7588}" destId="{4C67EBED-32E6-499B-BF38-36294469F58A}" srcOrd="4" destOrd="0" presId="urn:microsoft.com/office/officeart/2005/8/layout/hList9"/>
    <dgm:cxn modelId="{FF4CA7C6-3AA0-4F73-B81C-F720D9F19580}" type="presParOf" srcId="{39C7B533-5265-47DC-8C7A-6C71F29B7588}" destId="{D251A0BC-4A23-4B94-BF82-1E92786B8056}" srcOrd="5" destOrd="0" presId="urn:microsoft.com/office/officeart/2005/8/layout/hList9"/>
    <dgm:cxn modelId="{E9400D88-E1C4-44D6-9538-01799412FBE9}" type="presParOf" srcId="{39C7B533-5265-47DC-8C7A-6C71F29B7588}" destId="{58B4343E-BA9D-483C-9EB3-F8C6F90EA7D8}" srcOrd="6" destOrd="0" presId="urn:microsoft.com/office/officeart/2005/8/layout/hList9"/>
    <dgm:cxn modelId="{1CE5CB76-85E0-405B-A0F9-6103201A6385}" type="presParOf" srcId="{58B4343E-BA9D-483C-9EB3-F8C6F90EA7D8}" destId="{54D7B150-39CE-4972-9601-22489D0F8035}" srcOrd="0" destOrd="0" presId="urn:microsoft.com/office/officeart/2005/8/layout/hList9"/>
    <dgm:cxn modelId="{3E4B8519-A1E1-4D63-843D-A567F33EF2DF}" type="presParOf" srcId="{58B4343E-BA9D-483C-9EB3-F8C6F90EA7D8}" destId="{0553964F-6726-4677-85AB-05A193702CC7}" srcOrd="1" destOrd="0" presId="urn:microsoft.com/office/officeart/2005/8/layout/hList9"/>
    <dgm:cxn modelId="{EA04EF16-F6F6-4506-822B-B13F188AB279}" type="presParOf" srcId="{0553964F-6726-4677-85AB-05A193702CC7}" destId="{751E216B-05BE-46EF-9956-F942AE101227}" srcOrd="0" destOrd="0" presId="urn:microsoft.com/office/officeart/2005/8/layout/hList9"/>
    <dgm:cxn modelId="{CD1107C1-A7A5-4C15-A7B9-D0CF47C40724}" type="presParOf" srcId="{0553964F-6726-4677-85AB-05A193702CC7}" destId="{993729FC-76D1-4606-82EF-CDA5AA3DB733}" srcOrd="1" destOrd="0" presId="urn:microsoft.com/office/officeart/2005/8/layout/hList9"/>
    <dgm:cxn modelId="{080FECC1-6A46-4D3E-A3DC-8ECB373507F1}" type="presParOf" srcId="{39C7B533-5265-47DC-8C7A-6C71F29B7588}" destId="{C8099F36-9951-4AD7-8FD1-F7BD4561BF78}" srcOrd="7" destOrd="0" presId="urn:microsoft.com/office/officeart/2005/8/layout/hList9"/>
    <dgm:cxn modelId="{C07E0DE6-7995-47D4-B4A5-BA0E848F6DC4}" type="presParOf" srcId="{39C7B533-5265-47DC-8C7A-6C71F29B7588}" destId="{565C6FB2-5FC1-4081-9A1E-F43CE7F3E053}" srcOrd="8" destOrd="0" presId="urn:microsoft.com/office/officeart/2005/8/layout/hList9"/>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D28961-7CDB-43F7-8E05-379D119254FC}" type="doc">
      <dgm:prSet loTypeId="urn:microsoft.com/office/officeart/2005/8/layout/default#4" loCatId="list" qsTypeId="urn:microsoft.com/office/officeart/2005/8/quickstyle/3d3" qsCatId="3D" csTypeId="urn:microsoft.com/office/officeart/2005/8/colors/accent2_5" csCatId="accent2" phldr="1"/>
      <dgm:spPr/>
      <dgm:t>
        <a:bodyPr/>
        <a:lstStyle/>
        <a:p>
          <a:endParaRPr lang="en-US"/>
        </a:p>
      </dgm:t>
    </dgm:pt>
    <dgm:pt modelId="{EA8A30CE-6D36-4BA1-8FF5-75B6317F38E5}">
      <dgm:prSet phldrT="[Text]"/>
      <dgm:spPr/>
      <dgm:t>
        <a:bodyPr/>
        <a:lstStyle/>
        <a:p>
          <a:r>
            <a:rPr lang="en-US">
              <a:solidFill>
                <a:schemeClr val="tx1"/>
              </a:solidFill>
            </a:rPr>
            <a:t>Thực hiện hành vi kinh doanh</a:t>
          </a:r>
        </a:p>
      </dgm:t>
    </dgm:pt>
    <dgm:pt modelId="{D4C6D887-F594-4402-A7C1-169E897E85A4}" type="parTrans" cxnId="{9C031F5D-C798-4D21-B121-363F4142C235}">
      <dgm:prSet/>
      <dgm:spPr/>
      <dgm:t>
        <a:bodyPr/>
        <a:lstStyle/>
        <a:p>
          <a:endParaRPr lang="en-US"/>
        </a:p>
      </dgm:t>
    </dgm:pt>
    <dgm:pt modelId="{765DBD84-3B9E-4DE2-8428-861CC17B95DF}" type="sibTrans" cxnId="{9C031F5D-C798-4D21-B121-363F4142C235}">
      <dgm:prSet/>
      <dgm:spPr/>
      <dgm:t>
        <a:bodyPr/>
        <a:lstStyle/>
        <a:p>
          <a:endParaRPr lang="en-US"/>
        </a:p>
      </dgm:t>
    </dgm:pt>
    <dgm:pt modelId="{1987183B-4FE9-4B94-95E3-A89EE1DD694C}">
      <dgm:prSet phldrT="[Text]"/>
      <dgm:spPr/>
      <dgm:t>
        <a:bodyPr/>
        <a:lstStyle/>
        <a:p>
          <a:r>
            <a:rPr lang="en-US">
              <a:solidFill>
                <a:schemeClr val="tx1"/>
              </a:solidFill>
            </a:rPr>
            <a:t>KD độc lập, mang danh nghĩa của mình và vì lợi ích của bản thân</a:t>
          </a:r>
        </a:p>
      </dgm:t>
    </dgm:pt>
    <dgm:pt modelId="{9D31E6BC-F089-427B-9048-056CF6FCF667}" type="parTrans" cxnId="{4667F373-2003-4847-92B5-919C22EC3AFB}">
      <dgm:prSet/>
      <dgm:spPr/>
      <dgm:t>
        <a:bodyPr/>
        <a:lstStyle/>
        <a:p>
          <a:endParaRPr lang="en-US"/>
        </a:p>
      </dgm:t>
    </dgm:pt>
    <dgm:pt modelId="{FCAA545B-186C-4D2D-B66D-1DA2217CF397}" type="sibTrans" cxnId="{4667F373-2003-4847-92B5-919C22EC3AFB}">
      <dgm:prSet/>
      <dgm:spPr/>
      <dgm:t>
        <a:bodyPr/>
        <a:lstStyle/>
        <a:p>
          <a:endParaRPr lang="en-US"/>
        </a:p>
      </dgm:t>
    </dgm:pt>
    <dgm:pt modelId="{9E370A91-5282-4CB3-8E56-EF1B4F3E2E0A}">
      <dgm:prSet phldrT="[Text]"/>
      <dgm:spPr/>
      <dgm:t>
        <a:bodyPr/>
        <a:lstStyle/>
        <a:p>
          <a:r>
            <a:rPr lang="en-US">
              <a:solidFill>
                <a:schemeClr val="tx1"/>
              </a:solidFill>
            </a:rPr>
            <a:t>KD mang tính nghề nghiệp thường xuyên</a:t>
          </a:r>
        </a:p>
      </dgm:t>
    </dgm:pt>
    <dgm:pt modelId="{FE39B5BE-D375-4F7F-8DDD-AEF96DA4BA13}" type="parTrans" cxnId="{17BDC215-0FF8-4B75-8625-7581177BE922}">
      <dgm:prSet/>
      <dgm:spPr/>
      <dgm:t>
        <a:bodyPr/>
        <a:lstStyle/>
        <a:p>
          <a:endParaRPr lang="en-US"/>
        </a:p>
      </dgm:t>
    </dgm:pt>
    <dgm:pt modelId="{208B9963-F40B-440C-B43C-F7056D07A8B5}" type="sibTrans" cxnId="{17BDC215-0FF8-4B75-8625-7581177BE922}">
      <dgm:prSet/>
      <dgm:spPr/>
      <dgm:t>
        <a:bodyPr/>
        <a:lstStyle/>
        <a:p>
          <a:endParaRPr lang="en-US"/>
        </a:p>
      </dgm:t>
    </dgm:pt>
    <dgm:pt modelId="{4C61DB1A-684D-4869-A0BF-437E24866DA6}">
      <dgm:prSet phldrT="[Text]"/>
      <dgm:spPr/>
      <dgm:t>
        <a:bodyPr/>
        <a:lstStyle/>
        <a:p>
          <a:r>
            <a:rPr lang="en-US">
              <a:solidFill>
                <a:schemeClr val="tx1"/>
              </a:solidFill>
            </a:rPr>
            <a:t>Có năng lực hành vi thương mại</a:t>
          </a:r>
        </a:p>
      </dgm:t>
    </dgm:pt>
    <dgm:pt modelId="{A2D424C0-3552-4C07-AC94-63211A5C013B}" type="parTrans" cxnId="{002B56A1-F7F7-4FC2-AD83-59E1D1B884E2}">
      <dgm:prSet/>
      <dgm:spPr/>
      <dgm:t>
        <a:bodyPr/>
        <a:lstStyle/>
        <a:p>
          <a:endParaRPr lang="en-US"/>
        </a:p>
      </dgm:t>
    </dgm:pt>
    <dgm:pt modelId="{47D9DDBF-A73F-451C-B5A2-511E60113B84}" type="sibTrans" cxnId="{002B56A1-F7F7-4FC2-AD83-59E1D1B884E2}">
      <dgm:prSet/>
      <dgm:spPr/>
      <dgm:t>
        <a:bodyPr/>
        <a:lstStyle/>
        <a:p>
          <a:endParaRPr lang="en-US"/>
        </a:p>
      </dgm:t>
    </dgm:pt>
    <dgm:pt modelId="{D752B91D-1BB3-42C0-84EF-B0B29A1426E9}">
      <dgm:prSet phldrT="[Text]"/>
      <dgm:spPr/>
      <dgm:t>
        <a:bodyPr/>
        <a:lstStyle/>
        <a:p>
          <a:r>
            <a:rPr lang="en-US">
              <a:solidFill>
                <a:schemeClr val="tx1"/>
              </a:solidFill>
            </a:rPr>
            <a:t>Phải có đăng kí kinh doanh</a:t>
          </a:r>
        </a:p>
      </dgm:t>
    </dgm:pt>
    <dgm:pt modelId="{FF67C446-0106-4135-AC02-5D9D187F38B5}" type="parTrans" cxnId="{76DE8458-0FEF-46B5-9A04-DC5E4576956B}">
      <dgm:prSet/>
      <dgm:spPr/>
      <dgm:t>
        <a:bodyPr/>
        <a:lstStyle/>
        <a:p>
          <a:endParaRPr lang="en-US"/>
        </a:p>
      </dgm:t>
    </dgm:pt>
    <dgm:pt modelId="{10339549-7861-4FE5-BED7-299538DB062C}" type="sibTrans" cxnId="{76DE8458-0FEF-46B5-9A04-DC5E4576956B}">
      <dgm:prSet/>
      <dgm:spPr/>
      <dgm:t>
        <a:bodyPr/>
        <a:lstStyle/>
        <a:p>
          <a:endParaRPr lang="en-US"/>
        </a:p>
      </dgm:t>
    </dgm:pt>
    <dgm:pt modelId="{06C8CEBD-84B8-4288-8510-96751848EE7A}" type="pres">
      <dgm:prSet presAssocID="{25D28961-7CDB-43F7-8E05-379D119254FC}" presName="diagram" presStyleCnt="0">
        <dgm:presLayoutVars>
          <dgm:dir/>
          <dgm:resizeHandles val="exact"/>
        </dgm:presLayoutVars>
      </dgm:prSet>
      <dgm:spPr/>
      <dgm:t>
        <a:bodyPr/>
        <a:lstStyle/>
        <a:p>
          <a:endParaRPr lang="en-US"/>
        </a:p>
      </dgm:t>
    </dgm:pt>
    <dgm:pt modelId="{02FF5A6D-0C47-4C18-9AAD-39AAC78670F1}" type="pres">
      <dgm:prSet presAssocID="{EA8A30CE-6D36-4BA1-8FF5-75B6317F38E5}" presName="node" presStyleLbl="node1" presStyleIdx="0" presStyleCnt="5">
        <dgm:presLayoutVars>
          <dgm:bulletEnabled val="1"/>
        </dgm:presLayoutVars>
      </dgm:prSet>
      <dgm:spPr/>
      <dgm:t>
        <a:bodyPr/>
        <a:lstStyle/>
        <a:p>
          <a:endParaRPr lang="en-US"/>
        </a:p>
      </dgm:t>
    </dgm:pt>
    <dgm:pt modelId="{644B0887-D09C-4701-BA30-D98B1D9839C1}" type="pres">
      <dgm:prSet presAssocID="{765DBD84-3B9E-4DE2-8428-861CC17B95DF}" presName="sibTrans" presStyleCnt="0"/>
      <dgm:spPr/>
    </dgm:pt>
    <dgm:pt modelId="{F5DE2ADB-EDD7-42FB-87DE-9679FACE5243}" type="pres">
      <dgm:prSet presAssocID="{1987183B-4FE9-4B94-95E3-A89EE1DD694C}" presName="node" presStyleLbl="node1" presStyleIdx="1" presStyleCnt="5">
        <dgm:presLayoutVars>
          <dgm:bulletEnabled val="1"/>
        </dgm:presLayoutVars>
      </dgm:prSet>
      <dgm:spPr/>
      <dgm:t>
        <a:bodyPr/>
        <a:lstStyle/>
        <a:p>
          <a:endParaRPr lang="en-US"/>
        </a:p>
      </dgm:t>
    </dgm:pt>
    <dgm:pt modelId="{9BC75B08-B9E5-42B0-94FE-0A311B23074D}" type="pres">
      <dgm:prSet presAssocID="{FCAA545B-186C-4D2D-B66D-1DA2217CF397}" presName="sibTrans" presStyleCnt="0"/>
      <dgm:spPr/>
    </dgm:pt>
    <dgm:pt modelId="{9B62F79D-BEBA-4104-9E53-C4228E4DB710}" type="pres">
      <dgm:prSet presAssocID="{9E370A91-5282-4CB3-8E56-EF1B4F3E2E0A}" presName="node" presStyleLbl="node1" presStyleIdx="2" presStyleCnt="5">
        <dgm:presLayoutVars>
          <dgm:bulletEnabled val="1"/>
        </dgm:presLayoutVars>
      </dgm:prSet>
      <dgm:spPr/>
      <dgm:t>
        <a:bodyPr/>
        <a:lstStyle/>
        <a:p>
          <a:endParaRPr lang="en-US"/>
        </a:p>
      </dgm:t>
    </dgm:pt>
    <dgm:pt modelId="{FCFE1A95-6595-410D-986C-422534B93401}" type="pres">
      <dgm:prSet presAssocID="{208B9963-F40B-440C-B43C-F7056D07A8B5}" presName="sibTrans" presStyleCnt="0"/>
      <dgm:spPr/>
    </dgm:pt>
    <dgm:pt modelId="{17A1076F-56E7-4E6D-B803-07BDCD9452AF}" type="pres">
      <dgm:prSet presAssocID="{4C61DB1A-684D-4869-A0BF-437E24866DA6}" presName="node" presStyleLbl="node1" presStyleIdx="3" presStyleCnt="5">
        <dgm:presLayoutVars>
          <dgm:bulletEnabled val="1"/>
        </dgm:presLayoutVars>
      </dgm:prSet>
      <dgm:spPr/>
      <dgm:t>
        <a:bodyPr/>
        <a:lstStyle/>
        <a:p>
          <a:endParaRPr lang="en-US"/>
        </a:p>
      </dgm:t>
    </dgm:pt>
    <dgm:pt modelId="{640D71BA-8FDA-4C9C-99D0-A6247B54B99D}" type="pres">
      <dgm:prSet presAssocID="{47D9DDBF-A73F-451C-B5A2-511E60113B84}" presName="sibTrans" presStyleCnt="0"/>
      <dgm:spPr/>
    </dgm:pt>
    <dgm:pt modelId="{70439584-5197-4642-9603-67C390685905}" type="pres">
      <dgm:prSet presAssocID="{D752B91D-1BB3-42C0-84EF-B0B29A1426E9}" presName="node" presStyleLbl="node1" presStyleIdx="4" presStyleCnt="5">
        <dgm:presLayoutVars>
          <dgm:bulletEnabled val="1"/>
        </dgm:presLayoutVars>
      </dgm:prSet>
      <dgm:spPr/>
      <dgm:t>
        <a:bodyPr/>
        <a:lstStyle/>
        <a:p>
          <a:endParaRPr lang="en-US"/>
        </a:p>
      </dgm:t>
    </dgm:pt>
  </dgm:ptLst>
  <dgm:cxnLst>
    <dgm:cxn modelId="{002B56A1-F7F7-4FC2-AD83-59E1D1B884E2}" srcId="{25D28961-7CDB-43F7-8E05-379D119254FC}" destId="{4C61DB1A-684D-4869-A0BF-437E24866DA6}" srcOrd="3" destOrd="0" parTransId="{A2D424C0-3552-4C07-AC94-63211A5C013B}" sibTransId="{47D9DDBF-A73F-451C-B5A2-511E60113B84}"/>
    <dgm:cxn modelId="{4E072D9F-D9ED-419D-8C45-514576C2A2AA}" type="presOf" srcId="{9E370A91-5282-4CB3-8E56-EF1B4F3E2E0A}" destId="{9B62F79D-BEBA-4104-9E53-C4228E4DB710}" srcOrd="0" destOrd="0" presId="urn:microsoft.com/office/officeart/2005/8/layout/default#4"/>
    <dgm:cxn modelId="{D0C1DB42-7B53-4EF8-9277-32B01BD85E09}" type="presOf" srcId="{4C61DB1A-684D-4869-A0BF-437E24866DA6}" destId="{17A1076F-56E7-4E6D-B803-07BDCD9452AF}" srcOrd="0" destOrd="0" presId="urn:microsoft.com/office/officeart/2005/8/layout/default#4"/>
    <dgm:cxn modelId="{17BDC215-0FF8-4B75-8625-7581177BE922}" srcId="{25D28961-7CDB-43F7-8E05-379D119254FC}" destId="{9E370A91-5282-4CB3-8E56-EF1B4F3E2E0A}" srcOrd="2" destOrd="0" parTransId="{FE39B5BE-D375-4F7F-8DDD-AEF96DA4BA13}" sibTransId="{208B9963-F40B-440C-B43C-F7056D07A8B5}"/>
    <dgm:cxn modelId="{4667F373-2003-4847-92B5-919C22EC3AFB}" srcId="{25D28961-7CDB-43F7-8E05-379D119254FC}" destId="{1987183B-4FE9-4B94-95E3-A89EE1DD694C}" srcOrd="1" destOrd="0" parTransId="{9D31E6BC-F089-427B-9048-056CF6FCF667}" sibTransId="{FCAA545B-186C-4D2D-B66D-1DA2217CF397}"/>
    <dgm:cxn modelId="{3D821714-D05E-4A27-83E4-CE1EB32E798B}" type="presOf" srcId="{25D28961-7CDB-43F7-8E05-379D119254FC}" destId="{06C8CEBD-84B8-4288-8510-96751848EE7A}" srcOrd="0" destOrd="0" presId="urn:microsoft.com/office/officeart/2005/8/layout/default#4"/>
    <dgm:cxn modelId="{9C031F5D-C798-4D21-B121-363F4142C235}" srcId="{25D28961-7CDB-43F7-8E05-379D119254FC}" destId="{EA8A30CE-6D36-4BA1-8FF5-75B6317F38E5}" srcOrd="0" destOrd="0" parTransId="{D4C6D887-F594-4402-A7C1-169E897E85A4}" sibTransId="{765DBD84-3B9E-4DE2-8428-861CC17B95DF}"/>
    <dgm:cxn modelId="{76DE8458-0FEF-46B5-9A04-DC5E4576956B}" srcId="{25D28961-7CDB-43F7-8E05-379D119254FC}" destId="{D752B91D-1BB3-42C0-84EF-B0B29A1426E9}" srcOrd="4" destOrd="0" parTransId="{FF67C446-0106-4135-AC02-5D9D187F38B5}" sibTransId="{10339549-7861-4FE5-BED7-299538DB062C}"/>
    <dgm:cxn modelId="{D5296607-6B65-4258-B859-60CD771E105C}" type="presOf" srcId="{1987183B-4FE9-4B94-95E3-A89EE1DD694C}" destId="{F5DE2ADB-EDD7-42FB-87DE-9679FACE5243}" srcOrd="0" destOrd="0" presId="urn:microsoft.com/office/officeart/2005/8/layout/default#4"/>
    <dgm:cxn modelId="{2498F55D-2B89-4D8E-BA2E-A5AFC90B35B5}" type="presOf" srcId="{D752B91D-1BB3-42C0-84EF-B0B29A1426E9}" destId="{70439584-5197-4642-9603-67C390685905}" srcOrd="0" destOrd="0" presId="urn:microsoft.com/office/officeart/2005/8/layout/default#4"/>
    <dgm:cxn modelId="{308394CE-1770-4BFF-8370-59C818601F0C}" type="presOf" srcId="{EA8A30CE-6D36-4BA1-8FF5-75B6317F38E5}" destId="{02FF5A6D-0C47-4C18-9AAD-39AAC78670F1}" srcOrd="0" destOrd="0" presId="urn:microsoft.com/office/officeart/2005/8/layout/default#4"/>
    <dgm:cxn modelId="{51C03061-C401-480D-B2D2-FB610121E00B}" type="presParOf" srcId="{06C8CEBD-84B8-4288-8510-96751848EE7A}" destId="{02FF5A6D-0C47-4C18-9AAD-39AAC78670F1}" srcOrd="0" destOrd="0" presId="urn:microsoft.com/office/officeart/2005/8/layout/default#4"/>
    <dgm:cxn modelId="{5AEB4446-796E-4739-8BD2-72683DBD9BE0}" type="presParOf" srcId="{06C8CEBD-84B8-4288-8510-96751848EE7A}" destId="{644B0887-D09C-4701-BA30-D98B1D9839C1}" srcOrd="1" destOrd="0" presId="urn:microsoft.com/office/officeart/2005/8/layout/default#4"/>
    <dgm:cxn modelId="{73F29068-1215-4A60-A2D5-0102AACE7978}" type="presParOf" srcId="{06C8CEBD-84B8-4288-8510-96751848EE7A}" destId="{F5DE2ADB-EDD7-42FB-87DE-9679FACE5243}" srcOrd="2" destOrd="0" presId="urn:microsoft.com/office/officeart/2005/8/layout/default#4"/>
    <dgm:cxn modelId="{7E1986BC-2F84-4C30-A769-3C5DA47E3345}" type="presParOf" srcId="{06C8CEBD-84B8-4288-8510-96751848EE7A}" destId="{9BC75B08-B9E5-42B0-94FE-0A311B23074D}" srcOrd="3" destOrd="0" presId="urn:microsoft.com/office/officeart/2005/8/layout/default#4"/>
    <dgm:cxn modelId="{C4E70F9A-BF64-4715-AAF9-6ED1F2E8E2F5}" type="presParOf" srcId="{06C8CEBD-84B8-4288-8510-96751848EE7A}" destId="{9B62F79D-BEBA-4104-9E53-C4228E4DB710}" srcOrd="4" destOrd="0" presId="urn:microsoft.com/office/officeart/2005/8/layout/default#4"/>
    <dgm:cxn modelId="{86E7CD61-02F1-45F0-A68E-5316A6C88F1F}" type="presParOf" srcId="{06C8CEBD-84B8-4288-8510-96751848EE7A}" destId="{FCFE1A95-6595-410D-986C-422534B93401}" srcOrd="5" destOrd="0" presId="urn:microsoft.com/office/officeart/2005/8/layout/default#4"/>
    <dgm:cxn modelId="{642AE2D8-4CD4-47A0-A333-C21306B1344B}" type="presParOf" srcId="{06C8CEBD-84B8-4288-8510-96751848EE7A}" destId="{17A1076F-56E7-4E6D-B803-07BDCD9452AF}" srcOrd="6" destOrd="0" presId="urn:microsoft.com/office/officeart/2005/8/layout/default#4"/>
    <dgm:cxn modelId="{1B72116B-8355-4A45-85FF-A1B7AF81DBEE}" type="presParOf" srcId="{06C8CEBD-84B8-4288-8510-96751848EE7A}" destId="{640D71BA-8FDA-4C9C-99D0-A6247B54B99D}" srcOrd="7" destOrd="0" presId="urn:microsoft.com/office/officeart/2005/8/layout/default#4"/>
    <dgm:cxn modelId="{564F8F1E-D03F-40DF-948C-DC9BFCD53A8A}" type="presParOf" srcId="{06C8CEBD-84B8-4288-8510-96751848EE7A}" destId="{70439584-5197-4642-9603-67C390685905}" srcOrd="8" destOrd="0" presId="urn:microsoft.com/office/officeart/2005/8/layout/default#4"/>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59E27E-D1D0-4D95-B70F-C832E9470522}" type="doc">
      <dgm:prSet loTypeId="urn:microsoft.com/office/officeart/2005/8/layout/hierarchy4" loCatId="list" qsTypeId="urn:microsoft.com/office/officeart/2005/8/quickstyle/3d3" qsCatId="3D" csTypeId="urn:microsoft.com/office/officeart/2005/8/colors/colorful3" csCatId="colorful" phldr="1"/>
      <dgm:spPr/>
      <dgm:t>
        <a:bodyPr/>
        <a:lstStyle/>
        <a:p>
          <a:endParaRPr lang="en-US"/>
        </a:p>
      </dgm:t>
    </dgm:pt>
    <dgm:pt modelId="{3796ED72-3536-48E4-9B8F-F40696386813}">
      <dgm:prSet phldrT="[Text]"/>
      <dgm:spPr/>
      <dgm:t>
        <a:bodyPr/>
        <a:lstStyle/>
        <a:p>
          <a:pPr algn="just"/>
          <a:r>
            <a:rPr lang="en-US">
              <a:solidFill>
                <a:schemeClr val="tx1"/>
              </a:solidFill>
            </a:rPr>
            <a:t>Doanh nghiệp là tổ chức có tên riêng, có tài sản, có trụ sở giao dịch, được đăng ký thành lập theo quy định của pháp luật nhằm mục đích kinh doanh </a:t>
          </a:r>
        </a:p>
      </dgm:t>
    </dgm:pt>
    <dgm:pt modelId="{F6DF805C-5656-44B8-90FB-701D4EC90079}" type="parTrans" cxnId="{46C5B958-C8D4-4873-BC5D-8DF0A32BB133}">
      <dgm:prSet/>
      <dgm:spPr/>
      <dgm:t>
        <a:bodyPr/>
        <a:lstStyle/>
        <a:p>
          <a:endParaRPr lang="en-US"/>
        </a:p>
      </dgm:t>
    </dgm:pt>
    <dgm:pt modelId="{24D1732A-F123-43AF-BC79-A12F3813348C}" type="sibTrans" cxnId="{46C5B958-C8D4-4873-BC5D-8DF0A32BB133}">
      <dgm:prSet/>
      <dgm:spPr/>
      <dgm:t>
        <a:bodyPr/>
        <a:lstStyle/>
        <a:p>
          <a:endParaRPr lang="en-US"/>
        </a:p>
      </dgm:t>
    </dgm:pt>
    <dgm:pt modelId="{AFEF1C88-C046-4B5D-A956-CDFE932AC71A}">
      <dgm:prSet phldrT="[Text]"/>
      <dgm:spPr/>
      <dgm:t>
        <a:bodyPr/>
        <a:lstStyle/>
        <a:p>
          <a:r>
            <a:rPr lang="en-US">
              <a:solidFill>
                <a:schemeClr val="tx1"/>
              </a:solidFill>
            </a:rPr>
            <a:t>Doanh nghiệp là một tổ chức kinh tế</a:t>
          </a:r>
        </a:p>
      </dgm:t>
    </dgm:pt>
    <dgm:pt modelId="{52D26A4B-A1DC-4B1A-A313-7DBA2D0CC7FA}" type="parTrans" cxnId="{0B409C70-C341-44E1-9D97-50AC364B668A}">
      <dgm:prSet/>
      <dgm:spPr/>
      <dgm:t>
        <a:bodyPr/>
        <a:lstStyle/>
        <a:p>
          <a:endParaRPr lang="en-US"/>
        </a:p>
      </dgm:t>
    </dgm:pt>
    <dgm:pt modelId="{F5885157-5C08-4E60-BA07-413E924DE039}" type="sibTrans" cxnId="{0B409C70-C341-44E1-9D97-50AC364B668A}">
      <dgm:prSet/>
      <dgm:spPr/>
      <dgm:t>
        <a:bodyPr/>
        <a:lstStyle/>
        <a:p>
          <a:endParaRPr lang="en-US"/>
        </a:p>
      </dgm:t>
    </dgm:pt>
    <dgm:pt modelId="{49606E21-6F12-4BBA-8EDF-30D6106B407F}">
      <dgm:prSet phldrT="[Text]"/>
      <dgm:spPr/>
      <dgm:t>
        <a:bodyPr/>
        <a:lstStyle/>
        <a:p>
          <a:r>
            <a:rPr lang="en-US">
              <a:solidFill>
                <a:schemeClr val="tx1"/>
              </a:solidFill>
            </a:rPr>
            <a:t>Chức năng của doanh nghiệp là thực hiện hoạt động kinh doanh</a:t>
          </a:r>
        </a:p>
      </dgm:t>
    </dgm:pt>
    <dgm:pt modelId="{8A83C134-CC55-48E7-B508-19DAC2A8C512}" type="parTrans" cxnId="{6C6388B6-FBEF-4549-8687-D8466D0DD255}">
      <dgm:prSet/>
      <dgm:spPr/>
      <dgm:t>
        <a:bodyPr/>
        <a:lstStyle/>
        <a:p>
          <a:endParaRPr lang="en-US"/>
        </a:p>
      </dgm:t>
    </dgm:pt>
    <dgm:pt modelId="{DBE78FBF-CD87-4056-B689-5519F60FAE5C}" type="sibTrans" cxnId="{6C6388B6-FBEF-4549-8687-D8466D0DD255}">
      <dgm:prSet/>
      <dgm:spPr/>
      <dgm:t>
        <a:bodyPr/>
        <a:lstStyle/>
        <a:p>
          <a:endParaRPr lang="en-US"/>
        </a:p>
      </dgm:t>
    </dgm:pt>
    <dgm:pt modelId="{C22A42D4-0FB9-43DC-A1DE-8F07A3BB497E}">
      <dgm:prSet phldrT="[Text]"/>
      <dgm:spPr/>
      <dgm:t>
        <a:bodyPr/>
        <a:lstStyle/>
        <a:p>
          <a:r>
            <a:rPr lang="en-US">
              <a:solidFill>
                <a:schemeClr val="tx1"/>
              </a:solidFill>
            </a:rPr>
            <a:t>Doanh nghiệp là một chủ thể pháp lý độc lập</a:t>
          </a:r>
        </a:p>
      </dgm:t>
    </dgm:pt>
    <dgm:pt modelId="{B31A223A-A79B-4BB1-894D-E25E21F59F2B}" type="parTrans" cxnId="{A62EB0C5-064E-45CC-BF92-4926204A3737}">
      <dgm:prSet/>
      <dgm:spPr/>
      <dgm:t>
        <a:bodyPr/>
        <a:lstStyle/>
        <a:p>
          <a:endParaRPr lang="en-US"/>
        </a:p>
      </dgm:t>
    </dgm:pt>
    <dgm:pt modelId="{2C7D247B-1756-4153-9042-70266DBE4FAB}" type="sibTrans" cxnId="{A62EB0C5-064E-45CC-BF92-4926204A3737}">
      <dgm:prSet/>
      <dgm:spPr/>
      <dgm:t>
        <a:bodyPr/>
        <a:lstStyle/>
        <a:p>
          <a:endParaRPr lang="en-US"/>
        </a:p>
      </dgm:t>
    </dgm:pt>
    <dgm:pt modelId="{3C2478DC-F234-416E-8A24-BBABC122E53A}" type="pres">
      <dgm:prSet presAssocID="{EB59E27E-D1D0-4D95-B70F-C832E9470522}" presName="Name0" presStyleCnt="0">
        <dgm:presLayoutVars>
          <dgm:chPref val="1"/>
          <dgm:dir/>
          <dgm:animOne val="branch"/>
          <dgm:animLvl val="lvl"/>
          <dgm:resizeHandles/>
        </dgm:presLayoutVars>
      </dgm:prSet>
      <dgm:spPr/>
      <dgm:t>
        <a:bodyPr/>
        <a:lstStyle/>
        <a:p>
          <a:endParaRPr lang="en-US"/>
        </a:p>
      </dgm:t>
    </dgm:pt>
    <dgm:pt modelId="{4723081E-6BED-4B9C-9A67-D60986F0EEDE}" type="pres">
      <dgm:prSet presAssocID="{3796ED72-3536-48E4-9B8F-F40696386813}" presName="vertOne" presStyleCnt="0"/>
      <dgm:spPr/>
    </dgm:pt>
    <dgm:pt modelId="{A01F4155-9BAF-4B73-ADB1-4703906306BF}" type="pres">
      <dgm:prSet presAssocID="{3796ED72-3536-48E4-9B8F-F40696386813}" presName="txOne" presStyleLbl="node0" presStyleIdx="0" presStyleCnt="1" custLinFactNeighborX="-11" custLinFactNeighborY="-2607">
        <dgm:presLayoutVars>
          <dgm:chPref val="3"/>
        </dgm:presLayoutVars>
      </dgm:prSet>
      <dgm:spPr/>
      <dgm:t>
        <a:bodyPr/>
        <a:lstStyle/>
        <a:p>
          <a:endParaRPr lang="en-US"/>
        </a:p>
      </dgm:t>
    </dgm:pt>
    <dgm:pt modelId="{451886C2-C874-42A8-A5A7-7CB695B4C312}" type="pres">
      <dgm:prSet presAssocID="{3796ED72-3536-48E4-9B8F-F40696386813}" presName="parTransOne" presStyleCnt="0"/>
      <dgm:spPr/>
    </dgm:pt>
    <dgm:pt modelId="{CB9F0C4F-A1C6-48CE-AF37-217065FB1359}" type="pres">
      <dgm:prSet presAssocID="{3796ED72-3536-48E4-9B8F-F40696386813}" presName="horzOne" presStyleCnt="0"/>
      <dgm:spPr/>
    </dgm:pt>
    <dgm:pt modelId="{E57E014D-BF1A-4791-A30F-83F62001D9AF}" type="pres">
      <dgm:prSet presAssocID="{AFEF1C88-C046-4B5D-A956-CDFE932AC71A}" presName="vertTwo" presStyleCnt="0"/>
      <dgm:spPr/>
    </dgm:pt>
    <dgm:pt modelId="{1CD21668-6FD1-4267-AF91-FDF0BA13D65F}" type="pres">
      <dgm:prSet presAssocID="{AFEF1C88-C046-4B5D-A956-CDFE932AC71A}" presName="txTwo" presStyleLbl="node2" presStyleIdx="0" presStyleCnt="2">
        <dgm:presLayoutVars>
          <dgm:chPref val="3"/>
        </dgm:presLayoutVars>
      </dgm:prSet>
      <dgm:spPr/>
      <dgm:t>
        <a:bodyPr/>
        <a:lstStyle/>
        <a:p>
          <a:endParaRPr lang="en-US"/>
        </a:p>
      </dgm:t>
    </dgm:pt>
    <dgm:pt modelId="{81C7DD12-A975-4C16-948D-18B2AF34EF2E}" type="pres">
      <dgm:prSet presAssocID="{AFEF1C88-C046-4B5D-A956-CDFE932AC71A}" presName="parTransTwo" presStyleCnt="0"/>
      <dgm:spPr/>
    </dgm:pt>
    <dgm:pt modelId="{1087C0CE-4C75-4A1D-9382-A253D645BA93}" type="pres">
      <dgm:prSet presAssocID="{AFEF1C88-C046-4B5D-A956-CDFE932AC71A}" presName="horzTwo" presStyleCnt="0"/>
      <dgm:spPr/>
    </dgm:pt>
    <dgm:pt modelId="{E0AAAEC9-FFF2-4743-8EE9-AC521D7F1984}" type="pres">
      <dgm:prSet presAssocID="{49606E21-6F12-4BBA-8EDF-30D6106B407F}" presName="vertThree" presStyleCnt="0"/>
      <dgm:spPr/>
    </dgm:pt>
    <dgm:pt modelId="{2CBAFC54-B60D-427C-9ACD-9E84B8212340}" type="pres">
      <dgm:prSet presAssocID="{49606E21-6F12-4BBA-8EDF-30D6106B407F}" presName="txThree" presStyleLbl="node3" presStyleIdx="0" presStyleCnt="1">
        <dgm:presLayoutVars>
          <dgm:chPref val="3"/>
        </dgm:presLayoutVars>
      </dgm:prSet>
      <dgm:spPr/>
      <dgm:t>
        <a:bodyPr/>
        <a:lstStyle/>
        <a:p>
          <a:endParaRPr lang="en-US"/>
        </a:p>
      </dgm:t>
    </dgm:pt>
    <dgm:pt modelId="{43471674-3ACD-4EA9-94C5-442F172A493B}" type="pres">
      <dgm:prSet presAssocID="{49606E21-6F12-4BBA-8EDF-30D6106B407F}" presName="horzThree" presStyleCnt="0"/>
      <dgm:spPr/>
    </dgm:pt>
    <dgm:pt modelId="{203070F9-59BF-4C82-B2CC-2A1341987E4B}" type="pres">
      <dgm:prSet presAssocID="{F5885157-5C08-4E60-BA07-413E924DE039}" presName="sibSpaceTwo" presStyleCnt="0"/>
      <dgm:spPr/>
    </dgm:pt>
    <dgm:pt modelId="{FC2AEBD3-AD3A-4F50-987C-EF6B121268DC}" type="pres">
      <dgm:prSet presAssocID="{C22A42D4-0FB9-43DC-A1DE-8F07A3BB497E}" presName="vertTwo" presStyleCnt="0"/>
      <dgm:spPr/>
    </dgm:pt>
    <dgm:pt modelId="{8A948812-4EAA-43E5-B898-947ABDA393F0}" type="pres">
      <dgm:prSet presAssocID="{C22A42D4-0FB9-43DC-A1DE-8F07A3BB497E}" presName="txTwo" presStyleLbl="node2" presStyleIdx="1" presStyleCnt="2">
        <dgm:presLayoutVars>
          <dgm:chPref val="3"/>
        </dgm:presLayoutVars>
      </dgm:prSet>
      <dgm:spPr/>
      <dgm:t>
        <a:bodyPr/>
        <a:lstStyle/>
        <a:p>
          <a:endParaRPr lang="en-US"/>
        </a:p>
      </dgm:t>
    </dgm:pt>
    <dgm:pt modelId="{1D9C4117-B0F1-4BB1-9143-0A30A7ED1929}" type="pres">
      <dgm:prSet presAssocID="{C22A42D4-0FB9-43DC-A1DE-8F07A3BB497E}" presName="horzTwo" presStyleCnt="0"/>
      <dgm:spPr/>
    </dgm:pt>
  </dgm:ptLst>
  <dgm:cxnLst>
    <dgm:cxn modelId="{0A529C5B-802B-415C-93D4-5E67605D9E1C}" type="presOf" srcId="{EB59E27E-D1D0-4D95-B70F-C832E9470522}" destId="{3C2478DC-F234-416E-8A24-BBABC122E53A}" srcOrd="0" destOrd="0" presId="urn:microsoft.com/office/officeart/2005/8/layout/hierarchy4"/>
    <dgm:cxn modelId="{969B36D7-CEA8-4F53-BE2F-2EA0862056B4}" type="presOf" srcId="{AFEF1C88-C046-4B5D-A956-CDFE932AC71A}" destId="{1CD21668-6FD1-4267-AF91-FDF0BA13D65F}" srcOrd="0" destOrd="0" presId="urn:microsoft.com/office/officeart/2005/8/layout/hierarchy4"/>
    <dgm:cxn modelId="{0B409C70-C341-44E1-9D97-50AC364B668A}" srcId="{3796ED72-3536-48E4-9B8F-F40696386813}" destId="{AFEF1C88-C046-4B5D-A956-CDFE932AC71A}" srcOrd="0" destOrd="0" parTransId="{52D26A4B-A1DC-4B1A-A313-7DBA2D0CC7FA}" sibTransId="{F5885157-5C08-4E60-BA07-413E924DE039}"/>
    <dgm:cxn modelId="{6C6388B6-FBEF-4549-8687-D8466D0DD255}" srcId="{AFEF1C88-C046-4B5D-A956-CDFE932AC71A}" destId="{49606E21-6F12-4BBA-8EDF-30D6106B407F}" srcOrd="0" destOrd="0" parTransId="{8A83C134-CC55-48E7-B508-19DAC2A8C512}" sibTransId="{DBE78FBF-CD87-4056-B689-5519F60FAE5C}"/>
    <dgm:cxn modelId="{46C5B958-C8D4-4873-BC5D-8DF0A32BB133}" srcId="{EB59E27E-D1D0-4D95-B70F-C832E9470522}" destId="{3796ED72-3536-48E4-9B8F-F40696386813}" srcOrd="0" destOrd="0" parTransId="{F6DF805C-5656-44B8-90FB-701D4EC90079}" sibTransId="{24D1732A-F123-43AF-BC79-A12F3813348C}"/>
    <dgm:cxn modelId="{D1862414-E8B1-4EE7-8A96-56DB846E712F}" type="presOf" srcId="{3796ED72-3536-48E4-9B8F-F40696386813}" destId="{A01F4155-9BAF-4B73-ADB1-4703906306BF}" srcOrd="0" destOrd="0" presId="urn:microsoft.com/office/officeart/2005/8/layout/hierarchy4"/>
    <dgm:cxn modelId="{A62EB0C5-064E-45CC-BF92-4926204A3737}" srcId="{3796ED72-3536-48E4-9B8F-F40696386813}" destId="{C22A42D4-0FB9-43DC-A1DE-8F07A3BB497E}" srcOrd="1" destOrd="0" parTransId="{B31A223A-A79B-4BB1-894D-E25E21F59F2B}" sibTransId="{2C7D247B-1756-4153-9042-70266DBE4FAB}"/>
    <dgm:cxn modelId="{A7DBD380-246F-40CB-BD15-9C8F3F33EDDD}" type="presOf" srcId="{49606E21-6F12-4BBA-8EDF-30D6106B407F}" destId="{2CBAFC54-B60D-427C-9ACD-9E84B8212340}" srcOrd="0" destOrd="0" presId="urn:microsoft.com/office/officeart/2005/8/layout/hierarchy4"/>
    <dgm:cxn modelId="{7CD871D2-589C-4CAD-B7E9-579CD2FA0544}" type="presOf" srcId="{C22A42D4-0FB9-43DC-A1DE-8F07A3BB497E}" destId="{8A948812-4EAA-43E5-B898-947ABDA393F0}" srcOrd="0" destOrd="0" presId="urn:microsoft.com/office/officeart/2005/8/layout/hierarchy4"/>
    <dgm:cxn modelId="{1743BA6C-A3C7-4EDB-AAC5-0022F8076AC8}" type="presParOf" srcId="{3C2478DC-F234-416E-8A24-BBABC122E53A}" destId="{4723081E-6BED-4B9C-9A67-D60986F0EEDE}" srcOrd="0" destOrd="0" presId="urn:microsoft.com/office/officeart/2005/8/layout/hierarchy4"/>
    <dgm:cxn modelId="{24D7950D-F8E2-4839-AD81-062E98C12CDB}" type="presParOf" srcId="{4723081E-6BED-4B9C-9A67-D60986F0EEDE}" destId="{A01F4155-9BAF-4B73-ADB1-4703906306BF}" srcOrd="0" destOrd="0" presId="urn:microsoft.com/office/officeart/2005/8/layout/hierarchy4"/>
    <dgm:cxn modelId="{CD8CA371-4FF0-430C-953E-BE04C6870FEF}" type="presParOf" srcId="{4723081E-6BED-4B9C-9A67-D60986F0EEDE}" destId="{451886C2-C874-42A8-A5A7-7CB695B4C312}" srcOrd="1" destOrd="0" presId="urn:microsoft.com/office/officeart/2005/8/layout/hierarchy4"/>
    <dgm:cxn modelId="{13574D7E-DAB8-4DA1-AADC-C6C6132D67B8}" type="presParOf" srcId="{4723081E-6BED-4B9C-9A67-D60986F0EEDE}" destId="{CB9F0C4F-A1C6-48CE-AF37-217065FB1359}" srcOrd="2" destOrd="0" presId="urn:microsoft.com/office/officeart/2005/8/layout/hierarchy4"/>
    <dgm:cxn modelId="{DB09A4D1-0C58-4395-BA5C-7FAE956DA0E6}" type="presParOf" srcId="{CB9F0C4F-A1C6-48CE-AF37-217065FB1359}" destId="{E57E014D-BF1A-4791-A30F-83F62001D9AF}" srcOrd="0" destOrd="0" presId="urn:microsoft.com/office/officeart/2005/8/layout/hierarchy4"/>
    <dgm:cxn modelId="{F35C1EC1-E64C-4509-99A6-38CBEDC97CE4}" type="presParOf" srcId="{E57E014D-BF1A-4791-A30F-83F62001D9AF}" destId="{1CD21668-6FD1-4267-AF91-FDF0BA13D65F}" srcOrd="0" destOrd="0" presId="urn:microsoft.com/office/officeart/2005/8/layout/hierarchy4"/>
    <dgm:cxn modelId="{B634AD04-CAE1-4E93-9C39-BE7A6D3E4633}" type="presParOf" srcId="{E57E014D-BF1A-4791-A30F-83F62001D9AF}" destId="{81C7DD12-A975-4C16-948D-18B2AF34EF2E}" srcOrd="1" destOrd="0" presId="urn:microsoft.com/office/officeart/2005/8/layout/hierarchy4"/>
    <dgm:cxn modelId="{A0E56394-7D0E-4B1A-A0F9-DBCE418C406A}" type="presParOf" srcId="{E57E014D-BF1A-4791-A30F-83F62001D9AF}" destId="{1087C0CE-4C75-4A1D-9382-A253D645BA93}" srcOrd="2" destOrd="0" presId="urn:microsoft.com/office/officeart/2005/8/layout/hierarchy4"/>
    <dgm:cxn modelId="{AD6FA934-C561-4BD4-BD38-268273983106}" type="presParOf" srcId="{1087C0CE-4C75-4A1D-9382-A253D645BA93}" destId="{E0AAAEC9-FFF2-4743-8EE9-AC521D7F1984}" srcOrd="0" destOrd="0" presId="urn:microsoft.com/office/officeart/2005/8/layout/hierarchy4"/>
    <dgm:cxn modelId="{6835BCEE-AFF8-4CB9-A1D3-226455E31AF1}" type="presParOf" srcId="{E0AAAEC9-FFF2-4743-8EE9-AC521D7F1984}" destId="{2CBAFC54-B60D-427C-9ACD-9E84B8212340}" srcOrd="0" destOrd="0" presId="urn:microsoft.com/office/officeart/2005/8/layout/hierarchy4"/>
    <dgm:cxn modelId="{80AC40B0-BA10-4AE0-B3D8-5175BD47380A}" type="presParOf" srcId="{E0AAAEC9-FFF2-4743-8EE9-AC521D7F1984}" destId="{43471674-3ACD-4EA9-94C5-442F172A493B}" srcOrd="1" destOrd="0" presId="urn:microsoft.com/office/officeart/2005/8/layout/hierarchy4"/>
    <dgm:cxn modelId="{92388A18-F547-4547-8E2C-833CE0AAF97F}" type="presParOf" srcId="{CB9F0C4F-A1C6-48CE-AF37-217065FB1359}" destId="{203070F9-59BF-4C82-B2CC-2A1341987E4B}" srcOrd="1" destOrd="0" presId="urn:microsoft.com/office/officeart/2005/8/layout/hierarchy4"/>
    <dgm:cxn modelId="{3B8ECAEA-657D-40C2-8EB0-1B0E7A9A5D12}" type="presParOf" srcId="{CB9F0C4F-A1C6-48CE-AF37-217065FB1359}" destId="{FC2AEBD3-AD3A-4F50-987C-EF6B121268DC}" srcOrd="2" destOrd="0" presId="urn:microsoft.com/office/officeart/2005/8/layout/hierarchy4"/>
    <dgm:cxn modelId="{C82157D0-E355-4C5F-BBC6-EFE5294DD0C6}" type="presParOf" srcId="{FC2AEBD3-AD3A-4F50-987C-EF6B121268DC}" destId="{8A948812-4EAA-43E5-B898-947ABDA393F0}" srcOrd="0" destOrd="0" presId="urn:microsoft.com/office/officeart/2005/8/layout/hierarchy4"/>
    <dgm:cxn modelId="{8DAF816C-A1EB-4A20-BEAB-3715EAAD33DB}" type="presParOf" srcId="{FC2AEBD3-AD3A-4F50-987C-EF6B121268DC}" destId="{1D9C4117-B0F1-4BB1-9143-0A30A7ED1929}" srcOrd="1" destOrd="0" presId="urn:microsoft.com/office/officeart/2005/8/layout/hierarchy4"/>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09A675-CA52-4735-953B-4154EC740ADD}">
      <dsp:nvSpPr>
        <dsp:cNvPr id="0" name=""/>
        <dsp:cNvSpPr/>
      </dsp:nvSpPr>
      <dsp:spPr>
        <a:xfrm>
          <a:off x="1720393" y="655889"/>
          <a:ext cx="2459068" cy="2133209"/>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0"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kern="1200" dirty="0"/>
            <a:t>Quan </a:t>
          </a:r>
          <a:r>
            <a:rPr lang="en-US" sz="1800" kern="1200" dirty="0" err="1"/>
            <a:t>hệ</a:t>
          </a:r>
          <a:r>
            <a:rPr lang="en-US" sz="1800" kern="1200" dirty="0"/>
            <a:t> </a:t>
          </a:r>
          <a:r>
            <a:rPr lang="en-US" sz="1800" kern="1200" dirty="0" err="1"/>
            <a:t>xã</a:t>
          </a:r>
          <a:r>
            <a:rPr lang="en-US" sz="1800" kern="1200" dirty="0"/>
            <a:t> </a:t>
          </a:r>
          <a:r>
            <a:rPr lang="en-US" sz="1800" kern="1200" dirty="0" err="1"/>
            <a:t>hội</a:t>
          </a:r>
          <a:r>
            <a:rPr lang="en-US" sz="1800" kern="1200" dirty="0"/>
            <a:t> </a:t>
          </a:r>
          <a:r>
            <a:rPr lang="en-US" sz="1800" kern="1200" dirty="0" err="1"/>
            <a:t>phát</a:t>
          </a:r>
          <a:r>
            <a:rPr lang="en-US" sz="1800" kern="1200" dirty="0"/>
            <a:t> </a:t>
          </a:r>
          <a:r>
            <a:rPr lang="en-US" sz="1800" kern="1200" dirty="0" err="1"/>
            <a:t>sinh</a:t>
          </a:r>
          <a:r>
            <a:rPr lang="en-US" sz="1800" kern="1200" dirty="0"/>
            <a:t> </a:t>
          </a:r>
          <a:r>
            <a:rPr lang="en-US" sz="1800" kern="1200" dirty="0" err="1"/>
            <a:t>trong</a:t>
          </a:r>
          <a:r>
            <a:rPr lang="en-US" sz="1800" kern="1200" dirty="0"/>
            <a:t> </a:t>
          </a:r>
          <a:r>
            <a:rPr lang="en-US" sz="1800" kern="1200" dirty="0" err="1"/>
            <a:t>hoạt</a:t>
          </a:r>
          <a:r>
            <a:rPr lang="en-US" sz="1800" kern="1200" dirty="0"/>
            <a:t> </a:t>
          </a:r>
          <a:r>
            <a:rPr lang="en-US" sz="1800" kern="1200" dirty="0" err="1"/>
            <a:t>động</a:t>
          </a:r>
          <a:r>
            <a:rPr lang="en-US" sz="1800" kern="1200" dirty="0"/>
            <a:t> </a:t>
          </a:r>
          <a:r>
            <a:rPr lang="en-US" sz="1800" kern="1200" dirty="0" err="1"/>
            <a:t>kinh</a:t>
          </a:r>
          <a:r>
            <a:rPr lang="en-US" sz="1800" kern="1200" dirty="0"/>
            <a:t> </a:t>
          </a:r>
          <a:r>
            <a:rPr lang="en-US" sz="1800" kern="1200" dirty="0" err="1"/>
            <a:t>doanh</a:t>
          </a:r>
          <a:r>
            <a:rPr lang="en-US" sz="1800" kern="1200" dirty="0"/>
            <a:t>:</a:t>
          </a:r>
        </a:p>
        <a:p>
          <a:pPr marL="0" lvl="0" indent="0" algn="l" defTabSz="800100">
            <a:lnSpc>
              <a:spcPct val="90000"/>
            </a:lnSpc>
            <a:spcBef>
              <a:spcPct val="0"/>
            </a:spcBef>
            <a:spcAft>
              <a:spcPct val="35000"/>
            </a:spcAft>
            <a:buNone/>
          </a:pPr>
          <a:r>
            <a:rPr lang="en-US" sz="1800" kern="1200" dirty="0"/>
            <a:t>DN- DN</a:t>
          </a:r>
        </a:p>
        <a:p>
          <a:pPr marL="0" lvl="0" indent="0" algn="l" defTabSz="800100">
            <a:lnSpc>
              <a:spcPct val="90000"/>
            </a:lnSpc>
            <a:spcBef>
              <a:spcPct val="0"/>
            </a:spcBef>
            <a:spcAft>
              <a:spcPct val="35000"/>
            </a:spcAft>
            <a:buNone/>
          </a:pPr>
          <a:r>
            <a:rPr lang="en-US" sz="1800" kern="1200" dirty="0"/>
            <a:t>DN- </a:t>
          </a:r>
          <a:r>
            <a:rPr lang="en-US" sz="1800" kern="1200" dirty="0" err="1"/>
            <a:t>Cơ</a:t>
          </a:r>
          <a:r>
            <a:rPr lang="en-US" sz="1800" kern="1200" dirty="0"/>
            <a:t> </a:t>
          </a:r>
          <a:r>
            <a:rPr lang="en-US" sz="1800" kern="1200" dirty="0" err="1"/>
            <a:t>quan</a:t>
          </a:r>
          <a:r>
            <a:rPr lang="en-US" sz="1800" kern="1200" dirty="0"/>
            <a:t> </a:t>
          </a:r>
          <a:r>
            <a:rPr lang="en-US" sz="1800" kern="1200" dirty="0" err="1"/>
            <a:t>quản</a:t>
          </a:r>
          <a:r>
            <a:rPr lang="en-US" sz="1800" kern="1200" dirty="0"/>
            <a:t> </a:t>
          </a:r>
          <a:r>
            <a:rPr lang="en-US" sz="1800" kern="1200" dirty="0" err="1"/>
            <a:t>lý</a:t>
          </a:r>
          <a:r>
            <a:rPr lang="en-US" sz="1800" kern="1200" dirty="0"/>
            <a:t> NN </a:t>
          </a:r>
          <a:r>
            <a:rPr lang="en-US" sz="1800" kern="1200" dirty="0" err="1"/>
            <a:t>về</a:t>
          </a:r>
          <a:r>
            <a:rPr lang="en-US" sz="1800" kern="1200" dirty="0"/>
            <a:t> DN</a:t>
          </a:r>
        </a:p>
      </dsp:txBody>
      <dsp:txXfrm>
        <a:off x="2113844" y="655889"/>
        <a:ext cx="2065617" cy="2133209"/>
      </dsp:txXfrm>
    </dsp:sp>
    <dsp:sp modelId="{3838BEE7-BAFC-48B0-9BD8-2F10B078C76C}">
      <dsp:nvSpPr>
        <dsp:cNvPr id="0" name=""/>
        <dsp:cNvSpPr/>
      </dsp:nvSpPr>
      <dsp:spPr>
        <a:xfrm>
          <a:off x="408890" y="137"/>
          <a:ext cx="1639379" cy="1639379"/>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Đối tượng điều chỉnh </a:t>
          </a:r>
        </a:p>
      </dsp:txBody>
      <dsp:txXfrm>
        <a:off x="648971" y="240218"/>
        <a:ext cx="1159217" cy="1159217"/>
      </dsp:txXfrm>
    </dsp:sp>
    <dsp:sp modelId="{751E216B-05BE-46EF-9956-F942AE101227}">
      <dsp:nvSpPr>
        <dsp:cNvPr id="0" name=""/>
        <dsp:cNvSpPr/>
      </dsp:nvSpPr>
      <dsp:spPr>
        <a:xfrm>
          <a:off x="5818841" y="655889"/>
          <a:ext cx="2459068" cy="2016903"/>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0"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kern="1200" dirty="0" err="1"/>
            <a:t>Phương</a:t>
          </a:r>
          <a:r>
            <a:rPr lang="en-US" sz="1800" kern="1200" dirty="0"/>
            <a:t> </a:t>
          </a:r>
          <a:r>
            <a:rPr lang="en-US" sz="1800" kern="1200" dirty="0" err="1"/>
            <a:t>pháp</a:t>
          </a:r>
          <a:r>
            <a:rPr lang="en-US" sz="1800" kern="1200" dirty="0"/>
            <a:t> </a:t>
          </a:r>
          <a:r>
            <a:rPr lang="en-US" sz="1800" kern="1200" dirty="0" err="1"/>
            <a:t>tự</a:t>
          </a:r>
          <a:r>
            <a:rPr lang="en-US" sz="1800" kern="1200" dirty="0"/>
            <a:t> </a:t>
          </a:r>
          <a:r>
            <a:rPr lang="en-US" sz="1800" kern="1200" dirty="0" err="1"/>
            <a:t>nguyện</a:t>
          </a:r>
          <a:r>
            <a:rPr lang="en-US" sz="1800" kern="1200" dirty="0"/>
            <a:t> </a:t>
          </a:r>
          <a:r>
            <a:rPr lang="en-US" sz="1800" kern="1200" dirty="0" err="1"/>
            <a:t>thỏa</a:t>
          </a:r>
          <a:r>
            <a:rPr lang="en-US" sz="1800" kern="1200" dirty="0"/>
            <a:t> </a:t>
          </a:r>
          <a:r>
            <a:rPr lang="en-US" sz="1800" kern="1200" dirty="0" err="1"/>
            <a:t>thuận</a:t>
          </a:r>
          <a:endParaRPr lang="en-US" sz="1800" kern="1200" dirty="0"/>
        </a:p>
        <a:p>
          <a:pPr marL="0" lvl="0" indent="0" algn="l" defTabSz="800100">
            <a:lnSpc>
              <a:spcPct val="90000"/>
            </a:lnSpc>
            <a:spcBef>
              <a:spcPct val="0"/>
            </a:spcBef>
            <a:spcAft>
              <a:spcPct val="35000"/>
            </a:spcAft>
            <a:buNone/>
          </a:pPr>
          <a:r>
            <a:rPr lang="en-US" sz="1800" kern="1200" dirty="0" err="1"/>
            <a:t>Phương</a:t>
          </a:r>
          <a:r>
            <a:rPr lang="en-US" sz="1800" kern="1200" dirty="0"/>
            <a:t> </a:t>
          </a:r>
          <a:r>
            <a:rPr lang="en-US" sz="1800" kern="1200" dirty="0" err="1"/>
            <a:t>pháp</a:t>
          </a:r>
          <a:r>
            <a:rPr lang="en-US" sz="1800" kern="1200" dirty="0"/>
            <a:t> </a:t>
          </a:r>
          <a:r>
            <a:rPr lang="en-US" sz="1800" kern="1200" dirty="0" err="1"/>
            <a:t>mệnh</a:t>
          </a:r>
          <a:r>
            <a:rPr lang="en-US" sz="1800" kern="1200" dirty="0"/>
            <a:t> </a:t>
          </a:r>
          <a:r>
            <a:rPr lang="en-US" sz="1800" kern="1200" dirty="0" err="1"/>
            <a:t>lênh</a:t>
          </a:r>
          <a:endParaRPr lang="en-US" sz="1800" kern="1200" dirty="0"/>
        </a:p>
      </dsp:txBody>
      <dsp:txXfrm>
        <a:off x="6212292" y="655889"/>
        <a:ext cx="2065617" cy="2016903"/>
      </dsp:txXfrm>
    </dsp:sp>
    <dsp:sp modelId="{565C6FB2-5FC1-4081-9A1E-F43CE7F3E053}">
      <dsp:nvSpPr>
        <dsp:cNvPr id="0" name=""/>
        <dsp:cNvSpPr/>
      </dsp:nvSpPr>
      <dsp:spPr>
        <a:xfrm>
          <a:off x="4507337" y="137"/>
          <a:ext cx="1639379" cy="1639379"/>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Phương pháp điều chỉnh </a:t>
          </a:r>
        </a:p>
      </dsp:txBody>
      <dsp:txXfrm>
        <a:off x="4747418" y="240218"/>
        <a:ext cx="1159217" cy="11592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F5A6D-0C47-4C18-9AAD-39AAC78670F1}">
      <dsp:nvSpPr>
        <dsp:cNvPr id="0" name=""/>
        <dsp:cNvSpPr/>
      </dsp:nvSpPr>
      <dsp:spPr>
        <a:xfrm>
          <a:off x="151240" y="1314"/>
          <a:ext cx="2398985" cy="1439391"/>
        </a:xfrm>
        <a:prstGeom prst="rect">
          <a:avLst/>
        </a:prstGeom>
        <a:solidFill>
          <a:schemeClr val="accent2">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Thực hiện hành vi kinh doanh</a:t>
          </a:r>
        </a:p>
      </dsp:txBody>
      <dsp:txXfrm>
        <a:off x="151240" y="1314"/>
        <a:ext cx="2398985" cy="1439391"/>
      </dsp:txXfrm>
    </dsp:sp>
    <dsp:sp modelId="{F5DE2ADB-EDD7-42FB-87DE-9679FACE5243}">
      <dsp:nvSpPr>
        <dsp:cNvPr id="0" name=""/>
        <dsp:cNvSpPr/>
      </dsp:nvSpPr>
      <dsp:spPr>
        <a:xfrm>
          <a:off x="2790124" y="1314"/>
          <a:ext cx="2398985" cy="1439391"/>
        </a:xfrm>
        <a:prstGeom prst="rect">
          <a:avLst/>
        </a:prstGeom>
        <a:solidFill>
          <a:schemeClr val="accent2">
            <a:alpha val="90000"/>
            <a:hueOff val="0"/>
            <a:satOff val="0"/>
            <a:lumOff val="0"/>
            <a:alphaOff val="-1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KD độc lập, mang danh nghĩa của mình và vì lợi ích của bản thân</a:t>
          </a:r>
        </a:p>
      </dsp:txBody>
      <dsp:txXfrm>
        <a:off x="2790124" y="1314"/>
        <a:ext cx="2398985" cy="1439391"/>
      </dsp:txXfrm>
    </dsp:sp>
    <dsp:sp modelId="{9B62F79D-BEBA-4104-9E53-C4228E4DB710}">
      <dsp:nvSpPr>
        <dsp:cNvPr id="0" name=""/>
        <dsp:cNvSpPr/>
      </dsp:nvSpPr>
      <dsp:spPr>
        <a:xfrm>
          <a:off x="151240" y="1680604"/>
          <a:ext cx="2398985" cy="1439391"/>
        </a:xfrm>
        <a:prstGeom prst="rect">
          <a:avLst/>
        </a:prstGeom>
        <a:solidFill>
          <a:schemeClr val="accent2">
            <a:alpha val="90000"/>
            <a:hueOff val="0"/>
            <a:satOff val="0"/>
            <a:lumOff val="0"/>
            <a:alphaOff val="-2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KD mang tính nghề nghiệp thường xuyên</a:t>
          </a:r>
        </a:p>
      </dsp:txBody>
      <dsp:txXfrm>
        <a:off x="151240" y="1680604"/>
        <a:ext cx="2398985" cy="1439391"/>
      </dsp:txXfrm>
    </dsp:sp>
    <dsp:sp modelId="{17A1076F-56E7-4E6D-B803-07BDCD9452AF}">
      <dsp:nvSpPr>
        <dsp:cNvPr id="0" name=""/>
        <dsp:cNvSpPr/>
      </dsp:nvSpPr>
      <dsp:spPr>
        <a:xfrm>
          <a:off x="2790124" y="1680604"/>
          <a:ext cx="2398985" cy="1439391"/>
        </a:xfrm>
        <a:prstGeom prst="rect">
          <a:avLst/>
        </a:prstGeom>
        <a:solidFill>
          <a:schemeClr val="accent2">
            <a:alpha val="90000"/>
            <a:hueOff val="0"/>
            <a:satOff val="0"/>
            <a:lumOff val="0"/>
            <a:alphaOff val="-3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Có năng lực hành vi thương mại</a:t>
          </a:r>
        </a:p>
      </dsp:txBody>
      <dsp:txXfrm>
        <a:off x="2790124" y="1680604"/>
        <a:ext cx="2398985" cy="1439391"/>
      </dsp:txXfrm>
    </dsp:sp>
    <dsp:sp modelId="{70439584-5197-4642-9603-67C390685905}">
      <dsp:nvSpPr>
        <dsp:cNvPr id="0" name=""/>
        <dsp:cNvSpPr/>
      </dsp:nvSpPr>
      <dsp:spPr>
        <a:xfrm>
          <a:off x="1470682" y="3359894"/>
          <a:ext cx="2398985" cy="1439391"/>
        </a:xfrm>
        <a:prstGeom prst="rect">
          <a:avLst/>
        </a:prstGeom>
        <a:solidFill>
          <a:schemeClr val="accent2">
            <a:alpha val="90000"/>
            <a:hueOff val="0"/>
            <a:satOff val="0"/>
            <a:lumOff val="0"/>
            <a:alphaOff val="-4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Phải có đăng kí kinh doanh</a:t>
          </a:r>
        </a:p>
      </dsp:txBody>
      <dsp:txXfrm>
        <a:off x="1470682" y="3359894"/>
        <a:ext cx="2398985" cy="14393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1F4155-9BAF-4B73-ADB1-4703906306BF}">
      <dsp:nvSpPr>
        <dsp:cNvPr id="0" name=""/>
        <dsp:cNvSpPr/>
      </dsp:nvSpPr>
      <dsp:spPr>
        <a:xfrm>
          <a:off x="2034" y="0"/>
          <a:ext cx="7842805" cy="1530146"/>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a:solidFill>
                <a:schemeClr val="tx1"/>
              </a:solidFill>
            </a:rPr>
            <a:t>Doanh nghiệp là tổ chức có tên riêng, có tài sản, có trụ sở giao dịch, được đăng ký thành lập theo quy định của pháp luật nhằm mục đích kinh doanh </a:t>
          </a:r>
        </a:p>
      </dsp:txBody>
      <dsp:txXfrm>
        <a:off x="46850" y="44816"/>
        <a:ext cx="7753173" cy="1440514"/>
      </dsp:txXfrm>
    </dsp:sp>
    <dsp:sp modelId="{1CD21668-6FD1-4267-AF91-FDF0BA13D65F}">
      <dsp:nvSpPr>
        <dsp:cNvPr id="0" name=""/>
        <dsp:cNvSpPr/>
      </dsp:nvSpPr>
      <dsp:spPr>
        <a:xfrm>
          <a:off x="2897" y="1671739"/>
          <a:ext cx="3763342" cy="1530146"/>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Doanh nghiệp là một tổ chức kinh tế</a:t>
          </a:r>
        </a:p>
      </dsp:txBody>
      <dsp:txXfrm>
        <a:off x="47713" y="1716555"/>
        <a:ext cx="3673710" cy="1440514"/>
      </dsp:txXfrm>
    </dsp:sp>
    <dsp:sp modelId="{2CBAFC54-B60D-427C-9ACD-9E84B8212340}">
      <dsp:nvSpPr>
        <dsp:cNvPr id="0" name=""/>
        <dsp:cNvSpPr/>
      </dsp:nvSpPr>
      <dsp:spPr>
        <a:xfrm>
          <a:off x="2897" y="3339880"/>
          <a:ext cx="3763342" cy="1530146"/>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Chức năng của doanh nghiệp là thực hiện hoạt động kinh doanh</a:t>
          </a:r>
        </a:p>
      </dsp:txBody>
      <dsp:txXfrm>
        <a:off x="47713" y="3384696"/>
        <a:ext cx="3673710" cy="1440514"/>
      </dsp:txXfrm>
    </dsp:sp>
    <dsp:sp modelId="{8A948812-4EAA-43E5-B898-947ABDA393F0}">
      <dsp:nvSpPr>
        <dsp:cNvPr id="0" name=""/>
        <dsp:cNvSpPr/>
      </dsp:nvSpPr>
      <dsp:spPr>
        <a:xfrm>
          <a:off x="4082360" y="1671739"/>
          <a:ext cx="3763342" cy="1530146"/>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Doanh nghiệp là một chủ thể pháp lý độc lập</a:t>
          </a:r>
        </a:p>
      </dsp:txBody>
      <dsp:txXfrm>
        <a:off x="4127176" y="1716555"/>
        <a:ext cx="3673710" cy="1440514"/>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4">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F3B994-3105-4C95-8816-5E9422B337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0C60B82F-7E68-43DA-93A6-2AC8F9DD6B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DE9C9CEB-8A53-4777-9189-7DDD6024F16B}"/>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5" name="Footer Placeholder 4">
            <a:extLst>
              <a:ext uri="{FF2B5EF4-FFF2-40B4-BE49-F238E27FC236}">
                <a16:creationId xmlns="" xmlns:a16="http://schemas.microsoft.com/office/drawing/2014/main" id="{C4D0A945-2289-457D-9EE0-AEEA581BCB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A904897-60E1-46BB-84A8-38581D8719F9}"/>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1523476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F625A4-5A07-4E33-A6CF-1252A425E1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32B5D848-8CAC-43ED-AAE5-C9E823D79D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E0DBEB4-1F0E-4274-8413-FAC12C8CBA7C}"/>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5" name="Footer Placeholder 4">
            <a:extLst>
              <a:ext uri="{FF2B5EF4-FFF2-40B4-BE49-F238E27FC236}">
                <a16:creationId xmlns="" xmlns:a16="http://schemas.microsoft.com/office/drawing/2014/main" id="{FE644341-8373-435C-B3A4-2CE091C2E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BEABC87-35C3-42E3-A991-50F3E9E8684B}"/>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2159242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9FCD31-1C71-4520-BA72-9E7B4A1D4E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37326B71-321E-4605-AFC2-8B442A545C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F9E1FFB4-4D8D-4A13-8004-1F88845F6541}"/>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5" name="Footer Placeholder 4">
            <a:extLst>
              <a:ext uri="{FF2B5EF4-FFF2-40B4-BE49-F238E27FC236}">
                <a16:creationId xmlns="" xmlns:a16="http://schemas.microsoft.com/office/drawing/2014/main" id="{DA0AD63B-9954-4E39-A17A-8E2A5F25F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65E0DEC-0067-4A1B-824C-E606143296AE}"/>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351242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4629DB-C224-45A4-835D-E58230904F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65A04E94-DB9C-4697-A47A-C4444834E1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87E3E098-BDA2-4131-96B5-D5C1DB9EC1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5E3A54E7-4E84-4577-A8FE-B9A56FAB62CB}"/>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6" name="Footer Placeholder 5">
            <a:extLst>
              <a:ext uri="{FF2B5EF4-FFF2-40B4-BE49-F238E27FC236}">
                <a16:creationId xmlns="" xmlns:a16="http://schemas.microsoft.com/office/drawing/2014/main" id="{C8671651-99B7-4BCA-A8C3-AC0397E981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B29BB22-B1EA-4C4F-ABEE-7DC1E58021A0}"/>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3674627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E4DB77-69E0-4041-8006-F41CA05711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D5A2475A-7DE8-4B72-A6BA-69A6A8E507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8F25B03C-98FC-4532-A6EC-7F7310AEAE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ABBC3AC0-E67E-460F-9936-017802ACC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41C20019-3764-4C61-987D-48AE5A71C4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21BF1881-02DE-4749-8D5B-8FC4A32BE06D}"/>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8" name="Footer Placeholder 7">
            <a:extLst>
              <a:ext uri="{FF2B5EF4-FFF2-40B4-BE49-F238E27FC236}">
                <a16:creationId xmlns="" xmlns:a16="http://schemas.microsoft.com/office/drawing/2014/main" id="{EA1391FC-9965-42CF-908C-AB26337415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EFEDBCF0-D05F-49BD-A2DC-3CDB0FECBB15}"/>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386742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168F1B-AD80-4E73-AC78-32AB9D57E6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73A6B6AF-9DFD-406E-B5F0-08929EA1E423}"/>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4" name="Footer Placeholder 3">
            <a:extLst>
              <a:ext uri="{FF2B5EF4-FFF2-40B4-BE49-F238E27FC236}">
                <a16:creationId xmlns="" xmlns:a16="http://schemas.microsoft.com/office/drawing/2014/main" id="{3CA3D1FA-3CBD-410E-A6DC-69C5BEECAE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0DF3BB23-5874-4965-9A34-EE627D54B699}"/>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3735641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B9984FD-8A3A-44E7-B527-6328D0A11121}"/>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3" name="Footer Placeholder 2">
            <a:extLst>
              <a:ext uri="{FF2B5EF4-FFF2-40B4-BE49-F238E27FC236}">
                <a16:creationId xmlns="" xmlns:a16="http://schemas.microsoft.com/office/drawing/2014/main" id="{248DC4AF-5C07-4304-A42D-2082911609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509465D6-36E8-4311-86AC-070F37EFAC66}"/>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2465539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46EDA8-F21D-46C1-82D9-95083CCCD2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F9F3B3FB-1835-419B-B127-13DB367880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4660DF6F-16D3-4BC8-B24B-2040DBA82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90CBF88-DE5D-4F93-A81D-B50EF5EE2B5B}"/>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6" name="Footer Placeholder 5">
            <a:extLst>
              <a:ext uri="{FF2B5EF4-FFF2-40B4-BE49-F238E27FC236}">
                <a16:creationId xmlns="" xmlns:a16="http://schemas.microsoft.com/office/drawing/2014/main" id="{8F8A9C5D-7911-418C-BA35-6459B3AAB0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78F5F13C-1FFD-42A8-ACE5-63FEFEB36D69}"/>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1726917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90B018-91CA-4C3A-B8BE-8969573B31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5AAB9A6C-DA32-4CB7-85CF-D2D309F90B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6F1EE990-8A7A-4005-A5A4-9FB0AB186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F692EC9-7E0B-4D64-8768-9E40B440361C}"/>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6" name="Footer Placeholder 5">
            <a:extLst>
              <a:ext uri="{FF2B5EF4-FFF2-40B4-BE49-F238E27FC236}">
                <a16:creationId xmlns="" xmlns:a16="http://schemas.microsoft.com/office/drawing/2014/main" id="{B5EA3495-3C80-4B83-872C-F5E17B1B4E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C3C08B45-D13B-4D9A-81F4-B08893E0F0B8}"/>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316972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A524AE-84D3-4D60-891B-1062710008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25AAD870-545B-4706-8341-2DBFCAC5B6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752D4E0-7996-4936-9EF1-AE0BD0DAE054}"/>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5" name="Footer Placeholder 4">
            <a:extLst>
              <a:ext uri="{FF2B5EF4-FFF2-40B4-BE49-F238E27FC236}">
                <a16:creationId xmlns="" xmlns:a16="http://schemas.microsoft.com/office/drawing/2014/main" id="{1CAA79F4-5C74-411B-ADCC-B27DFE5EB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E5C8E06-57A3-4CA7-841F-1DAD95D978ED}"/>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1153438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2416E793-9531-4D04-B661-F81AE5419F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A3154F7E-7E10-463B-8AC9-3D1DE04963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C53A4D0-865E-45AB-97DB-D986F59F373C}"/>
              </a:ext>
            </a:extLst>
          </p:cNvPr>
          <p:cNvSpPr>
            <a:spLocks noGrp="1"/>
          </p:cNvSpPr>
          <p:nvPr>
            <p:ph type="dt" sz="half" idx="10"/>
          </p:nvPr>
        </p:nvSpPr>
        <p:spPr/>
        <p:txBody>
          <a:bodyPr/>
          <a:lstStyle/>
          <a:p>
            <a:fld id="{8F2A7E62-1353-400D-9ED6-B7AF46BDE92A}" type="datetimeFigureOut">
              <a:rPr lang="en-US" smtClean="0"/>
              <a:pPr/>
              <a:t>12/21/2024</a:t>
            </a:fld>
            <a:endParaRPr lang="en-US"/>
          </a:p>
        </p:txBody>
      </p:sp>
      <p:sp>
        <p:nvSpPr>
          <p:cNvPr id="5" name="Footer Placeholder 4">
            <a:extLst>
              <a:ext uri="{FF2B5EF4-FFF2-40B4-BE49-F238E27FC236}">
                <a16:creationId xmlns="" xmlns:a16="http://schemas.microsoft.com/office/drawing/2014/main" id="{BC7595CC-F40D-4825-93ED-F36529C39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08D6062-CD3E-4A42-A9A0-EFBCD9387F7E}"/>
              </a:ext>
            </a:extLst>
          </p:cNvPr>
          <p:cNvSpPr>
            <a:spLocks noGrp="1"/>
          </p:cNvSpPr>
          <p:nvPr>
            <p:ph type="sldNum" sz="quarter" idx="12"/>
          </p:nvPr>
        </p:nvSpPr>
        <p:spPr/>
        <p:txBody>
          <a:body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1147649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87EE2691-4CB7-44BD-BF92-9B9782A124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135E484E-D791-46CD-8D1D-A153F2259C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D5C5733-6B4C-4E2E-A156-97EE293696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A7E62-1353-400D-9ED6-B7AF46BDE92A}" type="datetimeFigureOut">
              <a:rPr lang="en-US" smtClean="0"/>
              <a:pPr/>
              <a:t>12/21/2024</a:t>
            </a:fld>
            <a:endParaRPr lang="en-US"/>
          </a:p>
        </p:txBody>
      </p:sp>
      <p:sp>
        <p:nvSpPr>
          <p:cNvPr id="5" name="Footer Placeholder 4">
            <a:extLst>
              <a:ext uri="{FF2B5EF4-FFF2-40B4-BE49-F238E27FC236}">
                <a16:creationId xmlns="" xmlns:a16="http://schemas.microsoft.com/office/drawing/2014/main" id="{59B49CEA-A98E-46B7-A900-B664A4CBFE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1DEC7E32-5916-421A-9FD7-091DD4C21F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E17CF2-A394-4921-85D9-500BFEEE84C6}" type="slidenum">
              <a:rPr lang="en-US" smtClean="0"/>
              <a:pPr/>
              <a:t>‹#›</a:t>
            </a:fld>
            <a:endParaRPr lang="en-US"/>
          </a:p>
        </p:txBody>
      </p:sp>
    </p:spTree>
    <p:extLst>
      <p:ext uri="{BB962C8B-B14F-4D97-AF65-F5344CB8AC3E}">
        <p14:creationId xmlns="" xmlns:p14="http://schemas.microsoft.com/office/powerpoint/2010/main" val="76982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70CBAE-106D-4670-B5D7-A09E3388AF77}"/>
              </a:ext>
            </a:extLst>
          </p:cNvPr>
          <p:cNvSpPr>
            <a:spLocks noGrp="1"/>
          </p:cNvSpPr>
          <p:nvPr>
            <p:ph type="ctrTitle"/>
          </p:nvPr>
        </p:nvSpPr>
        <p:spPr>
          <a:xfrm>
            <a:off x="1019175" y="1122363"/>
            <a:ext cx="10296525" cy="1773237"/>
          </a:xfrm>
        </p:spPr>
        <p:txBody>
          <a:bodyPr/>
          <a:lstStyle/>
          <a:p>
            <a:r>
              <a:rPr lang="en-US" b="1" dirty="0" err="1"/>
              <a:t>Chương</a:t>
            </a:r>
            <a:r>
              <a:rPr lang="en-US" b="1" dirty="0"/>
              <a:t> 6-  </a:t>
            </a:r>
            <a:r>
              <a:rPr lang="en-US" b="1" dirty="0" err="1"/>
              <a:t>Ngành</a:t>
            </a:r>
            <a:r>
              <a:rPr lang="en-US" b="1" dirty="0"/>
              <a:t> </a:t>
            </a:r>
            <a:r>
              <a:rPr lang="en-US" b="1" dirty="0" err="1"/>
              <a:t>luật</a:t>
            </a:r>
            <a:r>
              <a:rPr lang="en-US" b="1" dirty="0"/>
              <a:t> (</a:t>
            </a:r>
            <a:r>
              <a:rPr lang="en-US" b="1" dirty="0" err="1"/>
              <a:t>Bổ</a:t>
            </a:r>
            <a:r>
              <a:rPr lang="en-US" b="1" dirty="0"/>
              <a:t> sung)</a:t>
            </a:r>
          </a:p>
        </p:txBody>
      </p:sp>
      <p:sp>
        <p:nvSpPr>
          <p:cNvPr id="3" name="Subtitle 2">
            <a:extLst>
              <a:ext uri="{FF2B5EF4-FFF2-40B4-BE49-F238E27FC236}">
                <a16:creationId xmlns="" xmlns:a16="http://schemas.microsoft.com/office/drawing/2014/main" id="{EE415BB8-B626-4B9B-A6D5-6886006CA631}"/>
              </a:ext>
            </a:extLst>
          </p:cNvPr>
          <p:cNvSpPr>
            <a:spLocks noGrp="1"/>
          </p:cNvSpPr>
          <p:nvPr>
            <p:ph type="subTitle" idx="1"/>
          </p:nvPr>
        </p:nvSpPr>
        <p:spPr>
          <a:xfrm>
            <a:off x="361950" y="3429000"/>
            <a:ext cx="10544175" cy="1655762"/>
          </a:xfrm>
        </p:spPr>
        <p:txBody>
          <a:bodyPr>
            <a:noAutofit/>
          </a:bodyPr>
          <a:lstStyle/>
          <a:p>
            <a:r>
              <a:rPr lang="en-US" sz="3600" b="1" dirty="0"/>
              <a:t>6.4 </a:t>
            </a:r>
            <a:r>
              <a:rPr lang="en-US" sz="3600" b="1" dirty="0" err="1"/>
              <a:t>Ngành</a:t>
            </a:r>
            <a:r>
              <a:rPr lang="en-US" sz="3600" b="1" dirty="0"/>
              <a:t> </a:t>
            </a:r>
            <a:r>
              <a:rPr lang="en-US" sz="3600" b="1" dirty="0" err="1"/>
              <a:t>luật</a:t>
            </a:r>
            <a:r>
              <a:rPr lang="en-US" sz="3600" b="1" dirty="0"/>
              <a:t> </a:t>
            </a:r>
            <a:r>
              <a:rPr lang="en-US" sz="3600" b="1" dirty="0" err="1"/>
              <a:t>kinh</a:t>
            </a:r>
            <a:r>
              <a:rPr lang="en-US" sz="3600" b="1" dirty="0"/>
              <a:t> </a:t>
            </a:r>
            <a:r>
              <a:rPr lang="en-US" sz="3600" b="1" dirty="0" err="1"/>
              <a:t>tế</a:t>
            </a:r>
            <a:r>
              <a:rPr lang="en-US" sz="3600" b="1" dirty="0"/>
              <a:t>- </a:t>
            </a:r>
            <a:r>
              <a:rPr lang="en-US" sz="3600" b="1" dirty="0" err="1"/>
              <a:t>thương</a:t>
            </a:r>
            <a:r>
              <a:rPr lang="en-US" sz="3600" b="1" dirty="0"/>
              <a:t> </a:t>
            </a:r>
            <a:r>
              <a:rPr lang="en-US" sz="3600" b="1" dirty="0" err="1"/>
              <a:t>mại</a:t>
            </a:r>
            <a:endParaRPr lang="en-US" sz="3600" b="1" dirty="0"/>
          </a:p>
          <a:p>
            <a:r>
              <a:rPr lang="en-US" sz="3600" b="1" dirty="0"/>
              <a:t>6. 5 </a:t>
            </a:r>
            <a:r>
              <a:rPr lang="en-US" sz="3600" b="1" dirty="0" err="1"/>
              <a:t>Ngành</a:t>
            </a:r>
            <a:r>
              <a:rPr lang="en-US" sz="3600" b="1" dirty="0"/>
              <a:t> </a:t>
            </a:r>
            <a:r>
              <a:rPr lang="en-US" sz="3600" b="1" dirty="0" err="1"/>
              <a:t>luật</a:t>
            </a:r>
            <a:r>
              <a:rPr lang="en-US" sz="3600" b="1" dirty="0"/>
              <a:t> </a:t>
            </a:r>
            <a:r>
              <a:rPr lang="en-US" sz="3600" b="1" dirty="0" err="1"/>
              <a:t>lao</a:t>
            </a:r>
            <a:r>
              <a:rPr lang="en-US" sz="3600" b="1" dirty="0"/>
              <a:t> </a:t>
            </a:r>
            <a:r>
              <a:rPr lang="en-US" sz="3600" b="1" dirty="0" err="1"/>
              <a:t>động</a:t>
            </a:r>
            <a:endParaRPr lang="en-US" sz="3600" b="1" dirty="0"/>
          </a:p>
        </p:txBody>
      </p:sp>
    </p:spTree>
    <p:extLst>
      <p:ext uri="{BB962C8B-B14F-4D97-AF65-F5344CB8AC3E}">
        <p14:creationId xmlns="" xmlns:p14="http://schemas.microsoft.com/office/powerpoint/2010/main" val="1350034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74638"/>
            <a:ext cx="9620250" cy="1858962"/>
          </a:xfrm>
        </p:spPr>
        <p:txBody>
          <a:bodyPr>
            <a:noAutofit/>
          </a:bodyPr>
          <a:lstStyle/>
          <a:p>
            <a:r>
              <a:rPr lang="en-US" b="1" dirty="0"/>
              <a:t>6.3  </a:t>
            </a:r>
            <a:r>
              <a:rPr lang="en-US" b="1" dirty="0" err="1"/>
              <a:t>Khái</a:t>
            </a:r>
            <a:r>
              <a:rPr lang="en-US" b="1" dirty="0"/>
              <a:t> </a:t>
            </a:r>
            <a:r>
              <a:rPr lang="en-US" b="1" dirty="0" err="1"/>
              <a:t>quát</a:t>
            </a:r>
            <a:r>
              <a:rPr lang="en-US" b="1" dirty="0"/>
              <a:t> </a:t>
            </a:r>
            <a:r>
              <a:rPr lang="en-US" b="1" dirty="0" err="1"/>
              <a:t>về</a:t>
            </a:r>
            <a:r>
              <a:rPr lang="en-US" b="1" dirty="0"/>
              <a:t> </a:t>
            </a:r>
            <a:r>
              <a:rPr lang="en-US" b="1" dirty="0" err="1"/>
              <a:t>pháp</a:t>
            </a:r>
            <a:r>
              <a:rPr lang="en-US" b="1" dirty="0"/>
              <a:t> </a:t>
            </a:r>
            <a:r>
              <a:rPr lang="en-US" b="1" dirty="0" err="1"/>
              <a:t>luật</a:t>
            </a:r>
            <a:r>
              <a:rPr lang="en-US" b="1" dirty="0"/>
              <a:t> </a:t>
            </a:r>
            <a:r>
              <a:rPr lang="en-US" b="1" dirty="0" err="1"/>
              <a:t>điều</a:t>
            </a:r>
            <a:r>
              <a:rPr lang="en-US" b="1" dirty="0"/>
              <a:t> </a:t>
            </a:r>
            <a:r>
              <a:rPr lang="en-US" b="1" dirty="0" err="1"/>
              <a:t>chỉnh</a:t>
            </a:r>
            <a:r>
              <a:rPr lang="en-US" b="1" dirty="0"/>
              <a:t> </a:t>
            </a:r>
            <a:r>
              <a:rPr lang="en-US" b="1" dirty="0" err="1"/>
              <a:t>hoạt</a:t>
            </a:r>
            <a:r>
              <a:rPr lang="en-US" b="1" dirty="0"/>
              <a:t> </a:t>
            </a:r>
            <a:r>
              <a:rPr lang="en-US" b="1" dirty="0" err="1"/>
              <a:t>động</a:t>
            </a:r>
            <a:r>
              <a:rPr lang="en-US" b="1" dirty="0"/>
              <a:t> </a:t>
            </a:r>
            <a:r>
              <a:rPr lang="en-US" b="1" dirty="0" err="1"/>
              <a:t>kinh</a:t>
            </a:r>
            <a:r>
              <a:rPr lang="en-US" b="1" dirty="0"/>
              <a:t> </a:t>
            </a:r>
            <a:r>
              <a:rPr lang="en-US" b="1" dirty="0" err="1"/>
              <a:t>doanh</a:t>
            </a:r>
            <a:r>
              <a:rPr lang="en-US" b="1" dirty="0"/>
              <a:t> – </a:t>
            </a:r>
            <a:r>
              <a:rPr lang="en-US" b="1" dirty="0" err="1"/>
              <a:t>thương</a:t>
            </a:r>
            <a:r>
              <a:rPr lang="en-US" b="1" dirty="0"/>
              <a:t> </a:t>
            </a:r>
            <a:r>
              <a:rPr lang="en-US" b="1" dirty="0" err="1"/>
              <a:t>mại</a:t>
            </a:r>
            <a:endParaRPr lang="en-US" b="1" dirty="0"/>
          </a:p>
        </p:txBody>
      </p:sp>
      <p:sp>
        <p:nvSpPr>
          <p:cNvPr id="3" name="Content Placeholder 2"/>
          <p:cNvSpPr>
            <a:spLocks noGrp="1"/>
          </p:cNvSpPr>
          <p:nvPr>
            <p:ph idx="1"/>
          </p:nvPr>
        </p:nvSpPr>
        <p:spPr>
          <a:xfrm>
            <a:off x="1981200" y="2209801"/>
            <a:ext cx="8229600" cy="3916363"/>
          </a:xfrm>
        </p:spPr>
        <p:txBody>
          <a:bodyPr/>
          <a:lstStyle/>
          <a:p>
            <a:pPr>
              <a:buFont typeface="Wingdings" pitchFamily="2" charset="2"/>
              <a:buChar char="v"/>
            </a:pPr>
            <a:r>
              <a:rPr lang="en-US" dirty="0"/>
              <a:t>1. </a:t>
            </a:r>
            <a:r>
              <a:rPr lang="en-US" dirty="0" err="1"/>
              <a:t>Khái</a:t>
            </a:r>
            <a:r>
              <a:rPr lang="en-US" dirty="0"/>
              <a:t> </a:t>
            </a:r>
            <a:r>
              <a:rPr lang="en-US" dirty="0" err="1"/>
              <a:t>niệm</a:t>
            </a:r>
            <a:r>
              <a:rPr lang="en-US" dirty="0"/>
              <a:t>, </a:t>
            </a:r>
            <a:r>
              <a:rPr lang="en-US" dirty="0" err="1"/>
              <a:t>đối</a:t>
            </a:r>
            <a:r>
              <a:rPr lang="en-US" dirty="0"/>
              <a:t> </a:t>
            </a:r>
            <a:r>
              <a:rPr lang="en-US" dirty="0" err="1"/>
              <a:t>tượng</a:t>
            </a:r>
            <a:r>
              <a:rPr lang="en-US" dirty="0"/>
              <a:t> </a:t>
            </a:r>
            <a:r>
              <a:rPr lang="en-US" dirty="0" err="1"/>
              <a:t>điều</a:t>
            </a:r>
            <a:r>
              <a:rPr lang="en-US" dirty="0"/>
              <a:t> </a:t>
            </a:r>
            <a:r>
              <a:rPr lang="en-US" dirty="0" err="1"/>
              <a:t>chỉnh</a:t>
            </a:r>
            <a:r>
              <a:rPr lang="en-US" dirty="0"/>
              <a:t>, </a:t>
            </a:r>
            <a:r>
              <a:rPr lang="en-US" dirty="0" err="1"/>
              <a:t>phương</a:t>
            </a:r>
            <a:r>
              <a:rPr lang="en-US" dirty="0"/>
              <a:t> </a:t>
            </a:r>
            <a:r>
              <a:rPr lang="en-US" dirty="0" err="1"/>
              <a:t>pháp</a:t>
            </a:r>
            <a:r>
              <a:rPr lang="en-US" dirty="0"/>
              <a:t> </a:t>
            </a:r>
            <a:r>
              <a:rPr lang="en-US" dirty="0" err="1"/>
              <a:t>điều</a:t>
            </a:r>
            <a:r>
              <a:rPr lang="en-US" dirty="0"/>
              <a:t> </a:t>
            </a:r>
            <a:r>
              <a:rPr lang="en-US" dirty="0" err="1"/>
              <a:t>chỉnh</a:t>
            </a:r>
            <a:endParaRPr lang="en-US" dirty="0"/>
          </a:p>
          <a:p>
            <a:pPr>
              <a:buFont typeface="Wingdings" pitchFamily="2" charset="2"/>
              <a:buChar char="v"/>
            </a:pPr>
            <a:r>
              <a:rPr lang="en-US" dirty="0"/>
              <a:t>2. </a:t>
            </a:r>
            <a:r>
              <a:rPr lang="en-US" dirty="0" err="1"/>
              <a:t>Nguồn</a:t>
            </a:r>
            <a:r>
              <a:rPr lang="en-US" dirty="0"/>
              <a:t> </a:t>
            </a:r>
            <a:r>
              <a:rPr lang="en-US" dirty="0" err="1"/>
              <a:t>luật</a:t>
            </a:r>
            <a:r>
              <a:rPr lang="en-US" dirty="0"/>
              <a:t> </a:t>
            </a:r>
            <a:r>
              <a:rPr lang="en-US" dirty="0" err="1"/>
              <a:t>điều</a:t>
            </a:r>
            <a:r>
              <a:rPr lang="en-US" dirty="0"/>
              <a:t> </a:t>
            </a:r>
            <a:r>
              <a:rPr lang="en-US" dirty="0" err="1"/>
              <a:t>chỉnh</a:t>
            </a:r>
            <a:r>
              <a:rPr lang="en-US" dirty="0"/>
              <a:t> </a:t>
            </a:r>
            <a:r>
              <a:rPr lang="en-US" dirty="0" err="1"/>
              <a:t>hoạt</a:t>
            </a:r>
            <a:r>
              <a:rPr lang="en-US" dirty="0"/>
              <a:t> </a:t>
            </a:r>
            <a:r>
              <a:rPr lang="en-US" dirty="0" err="1"/>
              <a:t>động</a:t>
            </a:r>
            <a:r>
              <a:rPr lang="en-US" dirty="0"/>
              <a:t> </a:t>
            </a:r>
            <a:r>
              <a:rPr lang="en-US" dirty="0" err="1"/>
              <a:t>kinh</a:t>
            </a:r>
            <a:r>
              <a:rPr lang="en-US" dirty="0"/>
              <a:t> </a:t>
            </a:r>
            <a:r>
              <a:rPr lang="en-US" dirty="0" err="1"/>
              <a:t>doanh</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t>1.2.1 khái niệm, đối tượng điều chỉnh, phương pháp điều chỉnh của luật kinh doanh</a:t>
            </a:r>
          </a:p>
        </p:txBody>
      </p:sp>
      <p:graphicFrame>
        <p:nvGraphicFramePr>
          <p:cNvPr id="4" name="Content Placeholder 3"/>
          <p:cNvGraphicFramePr>
            <a:graphicFrameLocks noGrp="1"/>
          </p:cNvGraphicFramePr>
          <p:nvPr>
            <p:ph idx="1"/>
          </p:nvPr>
        </p:nvGraphicFramePr>
        <p:xfrm>
          <a:off x="1828800" y="1554164"/>
          <a:ext cx="8686800" cy="2789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p:cNvSpPr/>
          <p:nvPr/>
        </p:nvSpPr>
        <p:spPr>
          <a:xfrm>
            <a:off x="1905000" y="4724400"/>
            <a:ext cx="8305800" cy="1905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just"/>
            <a:r>
              <a:rPr lang="en-US" dirty="0" err="1"/>
              <a:t>Luật</a:t>
            </a:r>
            <a:r>
              <a:rPr lang="en-US" dirty="0"/>
              <a:t> </a:t>
            </a:r>
            <a:r>
              <a:rPr lang="en-US" dirty="0" err="1"/>
              <a:t>kinh</a:t>
            </a:r>
            <a:r>
              <a:rPr lang="en-US" dirty="0"/>
              <a:t> </a:t>
            </a:r>
            <a:r>
              <a:rPr lang="en-US" dirty="0" err="1"/>
              <a:t>doanh</a:t>
            </a:r>
            <a:r>
              <a:rPr lang="en-US" dirty="0"/>
              <a:t> – </a:t>
            </a:r>
            <a:r>
              <a:rPr lang="en-US" dirty="0" err="1"/>
              <a:t>thương</a:t>
            </a:r>
            <a:r>
              <a:rPr lang="en-US" dirty="0"/>
              <a:t> </a:t>
            </a:r>
            <a:r>
              <a:rPr lang="en-US" dirty="0" err="1"/>
              <a:t>mại</a:t>
            </a:r>
            <a:r>
              <a:rPr lang="en-US" dirty="0"/>
              <a:t> </a:t>
            </a:r>
            <a:r>
              <a:rPr lang="en-US" dirty="0" err="1"/>
              <a:t>là</a:t>
            </a:r>
            <a:r>
              <a:rPr lang="en-US" dirty="0"/>
              <a:t> </a:t>
            </a:r>
            <a:r>
              <a:rPr lang="en-US" dirty="0" err="1"/>
              <a:t>tổng</a:t>
            </a:r>
            <a:r>
              <a:rPr lang="en-US" dirty="0"/>
              <a:t> </a:t>
            </a:r>
            <a:r>
              <a:rPr lang="en-US" dirty="0" err="1"/>
              <a:t>thể</a:t>
            </a:r>
            <a:r>
              <a:rPr lang="en-US" dirty="0"/>
              <a:t> </a:t>
            </a:r>
            <a:r>
              <a:rPr lang="en-US" dirty="0" err="1"/>
              <a:t>các</a:t>
            </a:r>
            <a:r>
              <a:rPr lang="en-US" dirty="0"/>
              <a:t> </a:t>
            </a:r>
            <a:r>
              <a:rPr lang="en-US" dirty="0" err="1"/>
              <a:t>quy</a:t>
            </a:r>
            <a:r>
              <a:rPr lang="en-US" dirty="0"/>
              <a:t> </a:t>
            </a:r>
            <a:r>
              <a:rPr lang="en-US" dirty="0" err="1"/>
              <a:t>phạm</a:t>
            </a:r>
            <a:r>
              <a:rPr lang="en-US" dirty="0"/>
              <a:t> </a:t>
            </a:r>
            <a:r>
              <a:rPr lang="en-US" dirty="0" err="1"/>
              <a:t>pháp</a:t>
            </a:r>
            <a:r>
              <a:rPr lang="en-US" dirty="0"/>
              <a:t> </a:t>
            </a:r>
            <a:r>
              <a:rPr lang="en-US" dirty="0" err="1"/>
              <a:t>luật</a:t>
            </a:r>
            <a:r>
              <a:rPr lang="en-US" dirty="0"/>
              <a:t> do </a:t>
            </a:r>
            <a:r>
              <a:rPr lang="en-US" dirty="0" err="1"/>
              <a:t>Nhà</a:t>
            </a:r>
            <a:r>
              <a:rPr lang="en-US" dirty="0"/>
              <a:t> </a:t>
            </a:r>
            <a:r>
              <a:rPr lang="en-US" dirty="0" err="1"/>
              <a:t>nước</a:t>
            </a:r>
            <a:r>
              <a:rPr lang="en-US" dirty="0"/>
              <a:t> ban </a:t>
            </a:r>
            <a:r>
              <a:rPr lang="en-US" dirty="0" err="1"/>
              <a:t>hành</a:t>
            </a:r>
            <a:r>
              <a:rPr lang="en-US" dirty="0"/>
              <a:t> </a:t>
            </a:r>
            <a:r>
              <a:rPr lang="en-US" dirty="0" err="1"/>
              <a:t>hoặc</a:t>
            </a:r>
            <a:r>
              <a:rPr lang="en-US" dirty="0"/>
              <a:t> </a:t>
            </a:r>
            <a:r>
              <a:rPr lang="en-US" dirty="0" err="1"/>
              <a:t>thừa</a:t>
            </a:r>
            <a:r>
              <a:rPr lang="en-US" dirty="0"/>
              <a:t> </a:t>
            </a:r>
            <a:r>
              <a:rPr lang="en-US" dirty="0" err="1"/>
              <a:t>nhận</a:t>
            </a:r>
            <a:r>
              <a:rPr lang="en-US" dirty="0"/>
              <a:t> </a:t>
            </a:r>
            <a:r>
              <a:rPr lang="en-US" dirty="0" err="1"/>
              <a:t>nhằm</a:t>
            </a:r>
            <a:r>
              <a:rPr lang="en-US" dirty="0"/>
              <a:t> </a:t>
            </a:r>
            <a:r>
              <a:rPr lang="en-US" dirty="0" err="1"/>
              <a:t>điều</a:t>
            </a:r>
            <a:r>
              <a:rPr lang="en-US" dirty="0"/>
              <a:t> </a:t>
            </a:r>
            <a:r>
              <a:rPr lang="en-US" dirty="0" err="1"/>
              <a:t>chỉnh</a:t>
            </a:r>
            <a:r>
              <a:rPr lang="en-US" dirty="0"/>
              <a:t> </a:t>
            </a:r>
            <a:r>
              <a:rPr lang="en-US" dirty="0" err="1"/>
              <a:t>các</a:t>
            </a:r>
            <a:r>
              <a:rPr lang="en-US" dirty="0"/>
              <a:t> </a:t>
            </a:r>
            <a:r>
              <a:rPr lang="en-US" dirty="0" err="1"/>
              <a:t>quan</a:t>
            </a:r>
            <a:r>
              <a:rPr lang="en-US" dirty="0"/>
              <a:t> </a:t>
            </a:r>
            <a:r>
              <a:rPr lang="en-US" dirty="0" err="1"/>
              <a:t>hệ</a:t>
            </a:r>
            <a:r>
              <a:rPr lang="en-US" dirty="0"/>
              <a:t> </a:t>
            </a:r>
            <a:r>
              <a:rPr lang="en-US" dirty="0" err="1"/>
              <a:t>xã</a:t>
            </a:r>
            <a:r>
              <a:rPr lang="en-US" dirty="0"/>
              <a:t> </a:t>
            </a:r>
            <a:r>
              <a:rPr lang="en-US" dirty="0" err="1"/>
              <a:t>hội</a:t>
            </a:r>
            <a:r>
              <a:rPr lang="en-US" dirty="0"/>
              <a:t> </a:t>
            </a:r>
            <a:r>
              <a:rPr lang="en-US" dirty="0" err="1"/>
              <a:t>phát</a:t>
            </a:r>
            <a:r>
              <a:rPr lang="en-US" dirty="0"/>
              <a:t> </a:t>
            </a:r>
            <a:r>
              <a:rPr lang="en-US" dirty="0" err="1"/>
              <a:t>sinh</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hoatj</a:t>
            </a:r>
            <a:r>
              <a:rPr lang="en-US" dirty="0"/>
              <a:t> </a:t>
            </a:r>
            <a:r>
              <a:rPr lang="en-US" dirty="0" err="1"/>
              <a:t>động</a:t>
            </a:r>
            <a:r>
              <a:rPr lang="en-US" dirty="0"/>
              <a:t> </a:t>
            </a:r>
            <a:r>
              <a:rPr lang="en-US" dirty="0" err="1"/>
              <a:t>kinh</a:t>
            </a:r>
            <a:r>
              <a:rPr lang="en-US" dirty="0"/>
              <a:t> </a:t>
            </a:r>
            <a:r>
              <a:rPr lang="en-US" dirty="0" err="1"/>
              <a:t>doanh</a:t>
            </a:r>
            <a:r>
              <a:rPr lang="en-US" dirty="0"/>
              <a:t> </a:t>
            </a:r>
            <a:r>
              <a:rPr lang="en-US" dirty="0" err="1"/>
              <a:t>giữa</a:t>
            </a:r>
            <a:r>
              <a:rPr lang="en-US" dirty="0"/>
              <a:t> </a:t>
            </a:r>
            <a:r>
              <a:rPr lang="en-US" dirty="0" err="1"/>
              <a:t>các</a:t>
            </a:r>
            <a:r>
              <a:rPr lang="en-US" dirty="0"/>
              <a:t> </a:t>
            </a:r>
            <a:r>
              <a:rPr lang="en-US" dirty="0" err="1"/>
              <a:t>chủ</a:t>
            </a:r>
            <a:r>
              <a:rPr lang="en-US" dirty="0"/>
              <a:t> </a:t>
            </a:r>
            <a:r>
              <a:rPr lang="en-US" dirty="0" err="1"/>
              <a:t>thể</a:t>
            </a:r>
            <a:r>
              <a:rPr lang="en-US" dirty="0"/>
              <a:t> </a:t>
            </a:r>
            <a:r>
              <a:rPr lang="en-US" dirty="0" err="1"/>
              <a:t>kinh</a:t>
            </a:r>
            <a:r>
              <a:rPr lang="en-US" dirty="0"/>
              <a:t> </a:t>
            </a:r>
            <a:r>
              <a:rPr lang="en-US" dirty="0" err="1"/>
              <a:t>doanh</a:t>
            </a:r>
            <a:r>
              <a:rPr lang="en-US" dirty="0"/>
              <a:t> </a:t>
            </a:r>
            <a:r>
              <a:rPr lang="en-US" dirty="0" err="1"/>
              <a:t>với</a:t>
            </a:r>
            <a:r>
              <a:rPr lang="en-US" dirty="0"/>
              <a:t> </a:t>
            </a:r>
            <a:r>
              <a:rPr lang="en-US" dirty="0" err="1"/>
              <a:t>nhau</a:t>
            </a:r>
            <a:r>
              <a:rPr lang="en-US" dirty="0"/>
              <a:t> </a:t>
            </a:r>
            <a:r>
              <a:rPr lang="en-US" dirty="0" err="1"/>
              <a:t>và</a:t>
            </a:r>
            <a:r>
              <a:rPr lang="en-US" dirty="0"/>
              <a:t> </a:t>
            </a:r>
            <a:r>
              <a:rPr lang="en-US" dirty="0" err="1"/>
              <a:t>gữa</a:t>
            </a:r>
            <a:r>
              <a:rPr lang="en-US" dirty="0"/>
              <a:t> </a:t>
            </a:r>
            <a:r>
              <a:rPr lang="en-US" dirty="0" err="1"/>
              <a:t>các</a:t>
            </a:r>
            <a:r>
              <a:rPr lang="en-US" dirty="0"/>
              <a:t> </a:t>
            </a:r>
            <a:r>
              <a:rPr lang="en-US" dirty="0" err="1"/>
              <a:t>chủ</a:t>
            </a:r>
            <a:r>
              <a:rPr lang="en-US" dirty="0"/>
              <a:t> </a:t>
            </a:r>
            <a:r>
              <a:rPr lang="en-US" dirty="0" err="1"/>
              <a:t>thể</a:t>
            </a:r>
            <a:r>
              <a:rPr lang="en-US" dirty="0"/>
              <a:t> </a:t>
            </a:r>
            <a:r>
              <a:rPr lang="en-US" dirty="0" err="1"/>
              <a:t>kinh</a:t>
            </a:r>
            <a:r>
              <a:rPr lang="en-US" dirty="0"/>
              <a:t> </a:t>
            </a:r>
            <a:r>
              <a:rPr lang="en-US" dirty="0" err="1"/>
              <a:t>doanh</a:t>
            </a:r>
            <a:r>
              <a:rPr lang="en-US" dirty="0"/>
              <a:t> </a:t>
            </a:r>
            <a:r>
              <a:rPr lang="en-US" dirty="0" err="1"/>
              <a:t>với</a:t>
            </a:r>
            <a:r>
              <a:rPr lang="en-US" dirty="0"/>
              <a:t> </a:t>
            </a:r>
            <a:r>
              <a:rPr lang="en-US" dirty="0" err="1"/>
              <a:t>cơ</a:t>
            </a:r>
            <a:r>
              <a:rPr lang="en-US" dirty="0"/>
              <a:t> </a:t>
            </a:r>
            <a:r>
              <a:rPr lang="en-US" dirty="0" err="1"/>
              <a:t>quan</a:t>
            </a:r>
            <a:r>
              <a:rPr lang="en-US" dirty="0"/>
              <a:t> </a:t>
            </a:r>
            <a:r>
              <a:rPr lang="en-US" dirty="0" err="1"/>
              <a:t>quản</a:t>
            </a:r>
            <a:r>
              <a:rPr lang="en-US" dirty="0"/>
              <a:t> </a:t>
            </a:r>
            <a:r>
              <a:rPr lang="en-US" dirty="0" err="1"/>
              <a:t>lý</a:t>
            </a:r>
            <a:r>
              <a:rPr lang="en-US" dirty="0"/>
              <a:t> </a:t>
            </a:r>
            <a:r>
              <a:rPr lang="en-US" dirty="0" err="1"/>
              <a:t>nhà</a:t>
            </a:r>
            <a:r>
              <a:rPr lang="en-US" dirty="0"/>
              <a:t> </a:t>
            </a:r>
            <a:r>
              <a:rPr lang="en-US" dirty="0" err="1"/>
              <a:t>nước</a:t>
            </a:r>
            <a:r>
              <a:rPr lang="en-US" dirty="0"/>
              <a:t> </a:t>
            </a:r>
            <a:r>
              <a:rPr lang="en-US" dirty="0" err="1"/>
              <a:t>về</a:t>
            </a:r>
            <a:r>
              <a:rPr lang="en-US" dirty="0"/>
              <a:t> </a:t>
            </a:r>
            <a:r>
              <a:rPr lang="en-US" dirty="0" err="1"/>
              <a:t>kinh</a:t>
            </a:r>
            <a:r>
              <a:rPr lang="en-US" dirty="0"/>
              <a:t> </a:t>
            </a:r>
            <a:r>
              <a:rPr lang="en-US" dirty="0" err="1"/>
              <a:t>doanh</a:t>
            </a:r>
            <a:r>
              <a:rPr lang="en-US" dirty="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a:t>1.2.2. Nguồn luật kinh doanh</a:t>
            </a:r>
          </a:p>
        </p:txBody>
      </p:sp>
      <p:sp>
        <p:nvSpPr>
          <p:cNvPr id="3" name="Content Placeholder 2"/>
          <p:cNvSpPr>
            <a:spLocks noGrp="1"/>
          </p:cNvSpPr>
          <p:nvPr>
            <p:ph idx="1"/>
          </p:nvPr>
        </p:nvSpPr>
        <p:spPr/>
        <p:txBody>
          <a:bodyPr/>
          <a:lstStyle/>
          <a:p>
            <a:pPr>
              <a:buFont typeface="Wingdings" pitchFamily="2" charset="2"/>
              <a:buChar char="v"/>
            </a:pPr>
            <a:r>
              <a:rPr lang="en-US"/>
              <a:t>Văn bản pháp luật do Nhà nước ban hành</a:t>
            </a:r>
          </a:p>
          <a:p>
            <a:pPr>
              <a:buFont typeface="Wingdings" pitchFamily="2" charset="2"/>
              <a:buChar char="ü"/>
            </a:pPr>
            <a:r>
              <a:rPr lang="en-US"/>
              <a:t>Hiến pháp; Luật (bộ luật); Pháp lệnh; Nghị định; Thông tư;</a:t>
            </a:r>
          </a:p>
          <a:p>
            <a:pPr>
              <a:buFont typeface="Wingdings" pitchFamily="2" charset="2"/>
              <a:buChar char="v"/>
            </a:pPr>
            <a:r>
              <a:rPr lang="en-US"/>
              <a:t>Tập quán thương mại;</a:t>
            </a:r>
          </a:p>
          <a:p>
            <a:pPr>
              <a:buFont typeface="Wingdings" pitchFamily="2" charset="2"/>
              <a:buChar char="v"/>
            </a:pPr>
            <a:r>
              <a:rPr lang="en-US"/>
              <a:t>Án lệ (Tiền lệ pháp);</a:t>
            </a:r>
          </a:p>
          <a:p>
            <a:pPr>
              <a:buFont typeface="Wingdings" pitchFamily="2" charset="2"/>
              <a:buChar char="v"/>
            </a:pPr>
            <a:r>
              <a:rPr lang="en-US"/>
              <a:t>Điều lệ của thương nhân.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714F8D-F4FB-489F-936E-F47D334F6F17}"/>
              </a:ext>
            </a:extLst>
          </p:cNvPr>
          <p:cNvSpPr>
            <a:spLocks noGrp="1"/>
          </p:cNvSpPr>
          <p:nvPr>
            <p:ph type="title"/>
          </p:nvPr>
        </p:nvSpPr>
        <p:spPr/>
        <p:txBody>
          <a:bodyPr>
            <a:normAutofit/>
          </a:bodyPr>
          <a:lstStyle/>
          <a:p>
            <a:r>
              <a:rPr lang="en-US" dirty="0" err="1"/>
              <a:t>Các</a:t>
            </a:r>
            <a:r>
              <a:rPr lang="en-US" dirty="0"/>
              <a:t> </a:t>
            </a:r>
            <a:r>
              <a:rPr lang="en-US" dirty="0" err="1"/>
              <a:t>chế</a:t>
            </a:r>
            <a:r>
              <a:rPr lang="en-US" dirty="0"/>
              <a:t> </a:t>
            </a:r>
            <a:r>
              <a:rPr lang="en-US" dirty="0" err="1"/>
              <a:t>định</a:t>
            </a:r>
            <a:r>
              <a:rPr lang="en-US" dirty="0"/>
              <a:t> </a:t>
            </a:r>
            <a:r>
              <a:rPr lang="en-US" dirty="0" err="1"/>
              <a:t>cơ</a:t>
            </a:r>
            <a:r>
              <a:rPr lang="en-US" dirty="0"/>
              <a:t> </a:t>
            </a:r>
            <a:r>
              <a:rPr lang="en-US" dirty="0" err="1"/>
              <a:t>bản</a:t>
            </a:r>
            <a:r>
              <a:rPr lang="en-US" dirty="0"/>
              <a:t> </a:t>
            </a:r>
            <a:r>
              <a:rPr lang="en-US" dirty="0" err="1"/>
              <a:t>của</a:t>
            </a:r>
            <a:r>
              <a:rPr lang="en-US" dirty="0"/>
              <a:t> </a:t>
            </a:r>
            <a:r>
              <a:rPr lang="en-US" dirty="0" err="1"/>
              <a:t>luật</a:t>
            </a:r>
            <a:r>
              <a:rPr lang="en-US" dirty="0"/>
              <a:t> </a:t>
            </a:r>
            <a:r>
              <a:rPr lang="en-US" dirty="0" err="1"/>
              <a:t>kinh</a:t>
            </a:r>
            <a:r>
              <a:rPr lang="en-US" dirty="0"/>
              <a:t> </a:t>
            </a:r>
            <a:r>
              <a:rPr lang="en-US" dirty="0" err="1"/>
              <a:t>tế</a:t>
            </a:r>
            <a:r>
              <a:rPr lang="en-US" dirty="0"/>
              <a:t>- </a:t>
            </a:r>
            <a:r>
              <a:rPr lang="en-US" dirty="0" err="1"/>
              <a:t>thương</a:t>
            </a:r>
            <a:r>
              <a:rPr lang="en-US" dirty="0"/>
              <a:t> </a:t>
            </a:r>
            <a:r>
              <a:rPr lang="en-US" dirty="0" err="1"/>
              <a:t>mại</a:t>
            </a:r>
            <a:endParaRPr lang="en-US" dirty="0"/>
          </a:p>
        </p:txBody>
      </p:sp>
      <p:sp>
        <p:nvSpPr>
          <p:cNvPr id="3" name="Content Placeholder 2">
            <a:extLst>
              <a:ext uri="{FF2B5EF4-FFF2-40B4-BE49-F238E27FC236}">
                <a16:creationId xmlns="" xmlns:a16="http://schemas.microsoft.com/office/drawing/2014/main" id="{C384CC41-BB49-4797-ACC1-CC531CB13C34}"/>
              </a:ext>
            </a:extLst>
          </p:cNvPr>
          <p:cNvSpPr>
            <a:spLocks noGrp="1"/>
          </p:cNvSpPr>
          <p:nvPr>
            <p:ph idx="1"/>
          </p:nvPr>
        </p:nvSpPr>
        <p:spPr/>
        <p:txBody>
          <a:bodyPr/>
          <a:lstStyle/>
          <a:p>
            <a:r>
              <a:rPr lang="en-US" dirty="0" err="1"/>
              <a:t>Thương</a:t>
            </a:r>
            <a:r>
              <a:rPr lang="en-US" dirty="0"/>
              <a:t> </a:t>
            </a:r>
            <a:r>
              <a:rPr lang="en-US" dirty="0" err="1"/>
              <a:t>nhân</a:t>
            </a:r>
            <a:endParaRPr lang="en-US" dirty="0"/>
          </a:p>
          <a:p>
            <a:r>
              <a:rPr lang="en-US" dirty="0" err="1"/>
              <a:t>Địa</a:t>
            </a:r>
            <a:r>
              <a:rPr lang="en-US" dirty="0"/>
              <a:t> </a:t>
            </a:r>
            <a:r>
              <a:rPr lang="en-US" dirty="0" err="1"/>
              <a:t>vị</a:t>
            </a:r>
            <a:r>
              <a:rPr lang="en-US" dirty="0"/>
              <a:t> </a:t>
            </a:r>
            <a:r>
              <a:rPr lang="en-US" dirty="0" err="1"/>
              <a:t>pháp</a:t>
            </a:r>
            <a:r>
              <a:rPr lang="en-US" dirty="0"/>
              <a:t> </a:t>
            </a:r>
            <a:r>
              <a:rPr lang="en-US" dirty="0" err="1"/>
              <a:t>lý</a:t>
            </a:r>
            <a:r>
              <a:rPr lang="en-US" dirty="0"/>
              <a:t> </a:t>
            </a:r>
            <a:r>
              <a:rPr lang="en-US" dirty="0" err="1"/>
              <a:t>của</a:t>
            </a:r>
            <a:r>
              <a:rPr lang="en-US" dirty="0"/>
              <a:t> </a:t>
            </a:r>
            <a:r>
              <a:rPr lang="en-US" dirty="0" err="1"/>
              <a:t>doanh</a:t>
            </a:r>
            <a:r>
              <a:rPr lang="en-US" dirty="0"/>
              <a:t> </a:t>
            </a:r>
            <a:r>
              <a:rPr lang="en-US" dirty="0" err="1"/>
              <a:t>nghiệp</a:t>
            </a:r>
            <a:endParaRPr lang="en-US" dirty="0"/>
          </a:p>
          <a:p>
            <a:r>
              <a:rPr lang="en-US" dirty="0" err="1"/>
              <a:t>Hợp</a:t>
            </a:r>
            <a:r>
              <a:rPr lang="en-US" dirty="0"/>
              <a:t> </a:t>
            </a:r>
            <a:r>
              <a:rPr lang="en-US" dirty="0" err="1"/>
              <a:t>đồng</a:t>
            </a:r>
            <a:r>
              <a:rPr lang="en-US" dirty="0"/>
              <a:t> </a:t>
            </a:r>
            <a:r>
              <a:rPr lang="en-US" dirty="0" err="1"/>
              <a:t>kinh</a:t>
            </a:r>
            <a:r>
              <a:rPr lang="en-US" dirty="0"/>
              <a:t> </a:t>
            </a:r>
            <a:r>
              <a:rPr lang="en-US" dirty="0" err="1"/>
              <a:t>doanh</a:t>
            </a:r>
            <a:r>
              <a:rPr lang="en-US" dirty="0"/>
              <a:t>- </a:t>
            </a:r>
            <a:r>
              <a:rPr lang="en-US" dirty="0" err="1"/>
              <a:t>thương</a:t>
            </a:r>
            <a:r>
              <a:rPr lang="en-US" dirty="0"/>
              <a:t> </a:t>
            </a:r>
            <a:r>
              <a:rPr lang="en-US" dirty="0" err="1"/>
              <a:t>mại</a:t>
            </a:r>
            <a:endParaRPr lang="en-US" dirty="0"/>
          </a:p>
          <a:p>
            <a:r>
              <a:rPr lang="en-US" dirty="0" err="1"/>
              <a:t>Pháp</a:t>
            </a:r>
            <a:r>
              <a:rPr lang="en-US" dirty="0"/>
              <a:t> </a:t>
            </a:r>
            <a:r>
              <a:rPr lang="en-US" dirty="0" err="1"/>
              <a:t>luật</a:t>
            </a:r>
            <a:r>
              <a:rPr lang="en-US" dirty="0"/>
              <a:t> </a:t>
            </a:r>
            <a:r>
              <a:rPr lang="en-US" dirty="0" err="1"/>
              <a:t>về</a:t>
            </a:r>
            <a:r>
              <a:rPr lang="en-US" dirty="0"/>
              <a:t> </a:t>
            </a:r>
            <a:r>
              <a:rPr lang="en-US" dirty="0" err="1"/>
              <a:t>cạnh</a:t>
            </a:r>
            <a:r>
              <a:rPr lang="en-US" dirty="0"/>
              <a:t> </a:t>
            </a:r>
            <a:r>
              <a:rPr lang="en-US" dirty="0" err="1"/>
              <a:t>tranh</a:t>
            </a:r>
            <a:endParaRPr lang="en-US" dirty="0"/>
          </a:p>
          <a:p>
            <a:r>
              <a:rPr lang="en-US" dirty="0" err="1"/>
              <a:t>Giải</a:t>
            </a:r>
            <a:r>
              <a:rPr lang="en-US" dirty="0"/>
              <a:t> </a:t>
            </a:r>
            <a:r>
              <a:rPr lang="en-US" dirty="0" err="1"/>
              <a:t>quyết</a:t>
            </a:r>
            <a:r>
              <a:rPr lang="en-US" dirty="0"/>
              <a:t> </a:t>
            </a:r>
            <a:r>
              <a:rPr lang="en-US" dirty="0" err="1"/>
              <a:t>tranh</a:t>
            </a:r>
            <a:r>
              <a:rPr lang="en-US" dirty="0"/>
              <a:t> </a:t>
            </a:r>
            <a:r>
              <a:rPr lang="en-US" dirty="0" err="1"/>
              <a:t>chấp</a:t>
            </a:r>
            <a:r>
              <a:rPr lang="en-US" dirty="0"/>
              <a:t> </a:t>
            </a:r>
            <a:r>
              <a:rPr lang="en-US" dirty="0" err="1"/>
              <a:t>trong</a:t>
            </a:r>
            <a:r>
              <a:rPr lang="en-US" dirty="0"/>
              <a:t> </a:t>
            </a:r>
            <a:r>
              <a:rPr lang="en-US" dirty="0" err="1"/>
              <a:t>kinh</a:t>
            </a:r>
            <a:r>
              <a:rPr lang="en-US" dirty="0"/>
              <a:t> </a:t>
            </a:r>
            <a:r>
              <a:rPr lang="en-US" dirty="0" err="1"/>
              <a:t>doanh</a:t>
            </a:r>
            <a:endParaRPr lang="en-US" dirty="0"/>
          </a:p>
          <a:p>
            <a:r>
              <a:rPr lang="en-US" dirty="0" err="1"/>
              <a:t>Phá</a:t>
            </a:r>
            <a:r>
              <a:rPr lang="en-US" dirty="0"/>
              <a:t> </a:t>
            </a:r>
            <a:r>
              <a:rPr lang="en-US" dirty="0" err="1"/>
              <a:t>sản</a:t>
            </a:r>
            <a:r>
              <a:rPr lang="en-US" dirty="0"/>
              <a:t>- </a:t>
            </a:r>
            <a:r>
              <a:rPr lang="en-US" dirty="0" err="1"/>
              <a:t>giải</a:t>
            </a:r>
            <a:r>
              <a:rPr lang="en-US" dirty="0"/>
              <a:t> </a:t>
            </a:r>
            <a:r>
              <a:rPr lang="en-US" dirty="0" err="1"/>
              <a:t>thể</a:t>
            </a:r>
            <a:r>
              <a:rPr lang="en-US" dirty="0"/>
              <a:t> </a:t>
            </a:r>
            <a:r>
              <a:rPr lang="en-US" dirty="0" err="1"/>
              <a:t>doanh</a:t>
            </a:r>
            <a:r>
              <a:rPr lang="en-US" dirty="0"/>
              <a:t> </a:t>
            </a:r>
            <a:r>
              <a:rPr lang="en-US" dirty="0" err="1"/>
              <a:t>nghiệp</a:t>
            </a:r>
            <a:r>
              <a:rPr lang="en-US" dirty="0"/>
              <a:t> – </a:t>
            </a:r>
            <a:r>
              <a:rPr lang="en-US" dirty="0" err="1"/>
              <a:t>hợp</a:t>
            </a:r>
            <a:r>
              <a:rPr lang="en-US" dirty="0"/>
              <a:t> </a:t>
            </a:r>
            <a:r>
              <a:rPr lang="en-US" dirty="0" err="1"/>
              <a:t>tác</a:t>
            </a:r>
            <a:r>
              <a:rPr lang="en-US" dirty="0"/>
              <a:t> </a:t>
            </a:r>
            <a:r>
              <a:rPr lang="en-US" dirty="0" err="1"/>
              <a:t>xã</a:t>
            </a:r>
            <a:endParaRPr lang="en-US" dirty="0"/>
          </a:p>
        </p:txBody>
      </p:sp>
      <p:sp>
        <p:nvSpPr>
          <p:cNvPr id="4" name="Footer Placeholder 3">
            <a:extLst>
              <a:ext uri="{FF2B5EF4-FFF2-40B4-BE49-F238E27FC236}">
                <a16:creationId xmlns="" xmlns:a16="http://schemas.microsoft.com/office/drawing/2014/main" id="{FAAC402D-4C68-4BBA-9327-D0640DA94C48}"/>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23F21F9A-84BE-483B-B713-C7535395F8EC}"/>
              </a:ext>
            </a:extLst>
          </p:cNvPr>
          <p:cNvSpPr>
            <a:spLocks noGrp="1"/>
          </p:cNvSpPr>
          <p:nvPr>
            <p:ph type="sldNum" sz="quarter" idx="12"/>
          </p:nvPr>
        </p:nvSpPr>
        <p:spPr/>
        <p:txBody>
          <a:bodyPr/>
          <a:lstStyle/>
          <a:p>
            <a:fld id="{F6AE7EA5-B71B-4031-9678-D796BB0CCF77}" type="slidenum">
              <a:rPr lang="en-US" smtClean="0"/>
              <a:pPr/>
              <a:t>5</a:t>
            </a:fld>
            <a:endParaRPr lang="en-US"/>
          </a:p>
        </p:txBody>
      </p:sp>
    </p:spTree>
    <p:extLst>
      <p:ext uri="{BB962C8B-B14F-4D97-AF65-F5344CB8AC3E}">
        <p14:creationId xmlns="" xmlns:p14="http://schemas.microsoft.com/office/powerpoint/2010/main" val="31647570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err="1"/>
              <a:t>Thương</a:t>
            </a:r>
            <a:r>
              <a:rPr lang="en-US" sz="2800" dirty="0"/>
              <a:t> </a:t>
            </a:r>
            <a:r>
              <a:rPr lang="en-US" sz="2800" dirty="0" err="1"/>
              <a:t>nhân</a:t>
            </a:r>
            <a:r>
              <a:rPr lang="en-US" sz="2800" dirty="0"/>
              <a:t> bao </a:t>
            </a:r>
            <a:r>
              <a:rPr lang="en-US" sz="2800" dirty="0" err="1"/>
              <a:t>gồm</a:t>
            </a:r>
            <a:r>
              <a:rPr lang="en-US" sz="2800" dirty="0"/>
              <a:t>: </a:t>
            </a:r>
            <a:r>
              <a:rPr lang="en-US" sz="2800" dirty="0" err="1"/>
              <a:t>tổ</a:t>
            </a:r>
            <a:r>
              <a:rPr lang="en-US" sz="2800" dirty="0"/>
              <a:t> </a:t>
            </a:r>
            <a:r>
              <a:rPr lang="en-US" sz="2800" dirty="0" err="1"/>
              <a:t>chức</a:t>
            </a:r>
            <a:r>
              <a:rPr lang="en-US" sz="2800" dirty="0"/>
              <a:t>; </a:t>
            </a:r>
            <a:r>
              <a:rPr lang="en-US" sz="2800" dirty="0" err="1"/>
              <a:t>cá</a:t>
            </a:r>
            <a:r>
              <a:rPr lang="en-US" sz="2800" dirty="0"/>
              <a:t> </a:t>
            </a:r>
            <a:r>
              <a:rPr lang="en-US" sz="2800" dirty="0" err="1"/>
              <a:t>nhân</a:t>
            </a:r>
            <a:endParaRPr lang="en-US" sz="2800" dirty="0"/>
          </a:p>
        </p:txBody>
      </p:sp>
      <p:sp>
        <p:nvSpPr>
          <p:cNvPr id="3" name="Text Placeholder 2"/>
          <p:cNvSpPr>
            <a:spLocks noGrp="1"/>
          </p:cNvSpPr>
          <p:nvPr>
            <p:ph type="body" idx="2"/>
          </p:nvPr>
        </p:nvSpPr>
        <p:spPr/>
        <p:txBody>
          <a:bodyPr>
            <a:normAutofit/>
          </a:bodyPr>
          <a:lstStyle/>
          <a:p>
            <a:endParaRPr lang="en-US" sz="2400"/>
          </a:p>
          <a:p>
            <a:endParaRPr lang="en-US" sz="2400"/>
          </a:p>
          <a:p>
            <a:pPr algn="just"/>
            <a:r>
              <a:rPr lang="en-US" sz="2600"/>
              <a:t>Thương nhân bao gồm tổ chức kinh tế, cá nhân hoạt động kinh doanh- thương mại một cách độc lập, thường xuyên và có đăng kí kinh doanh</a:t>
            </a:r>
          </a:p>
        </p:txBody>
      </p:sp>
      <p:graphicFrame>
        <p:nvGraphicFramePr>
          <p:cNvPr id="5" name="Content Placeholder 4"/>
          <p:cNvGraphicFramePr>
            <a:graphicFrameLocks noGrp="1"/>
          </p:cNvGraphicFramePr>
          <p:nvPr>
            <p:ph sz="half" idx="1"/>
          </p:nvPr>
        </p:nvGraphicFramePr>
        <p:xfrm>
          <a:off x="5099050" y="609600"/>
          <a:ext cx="534035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7848600" cy="1143000"/>
          </a:xfrm>
        </p:spPr>
        <p:txBody>
          <a:bodyPr>
            <a:normAutofit/>
          </a:bodyPr>
          <a:lstStyle/>
          <a:p>
            <a:pPr algn="ctr"/>
            <a:r>
              <a:rPr lang="en-US" sz="2800"/>
              <a:t>2.1.1 khái niệm, đặc điểm, </a:t>
            </a:r>
            <a:br>
              <a:rPr lang="en-US" sz="2800"/>
            </a:br>
            <a:r>
              <a:rPr lang="en-US" sz="2800"/>
              <a:t>phân loại doanh nghiệp</a:t>
            </a:r>
          </a:p>
        </p:txBody>
      </p:sp>
      <p:graphicFrame>
        <p:nvGraphicFramePr>
          <p:cNvPr id="4" name="Content Placeholder 3"/>
          <p:cNvGraphicFramePr>
            <a:graphicFrameLocks noGrp="1"/>
          </p:cNvGraphicFramePr>
          <p:nvPr>
            <p:ph sz="quarter" idx="1"/>
          </p:nvPr>
        </p:nvGraphicFramePr>
        <p:xfrm>
          <a:off x="1981200" y="1600201"/>
          <a:ext cx="78486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loud 7"/>
          <p:cNvSpPr/>
          <p:nvPr/>
        </p:nvSpPr>
        <p:spPr>
          <a:xfrm>
            <a:off x="6248400" y="5181600"/>
            <a:ext cx="3505200" cy="1447800"/>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t>Doanh nghiệp có các quyền và nghĩa vụ được PL quy định</a:t>
            </a:r>
          </a:p>
        </p:txBody>
      </p:sp>
      <p:sp>
        <p:nvSpPr>
          <p:cNvPr id="9" name="Down Arrow 8"/>
          <p:cNvSpPr/>
          <p:nvPr/>
        </p:nvSpPr>
        <p:spPr>
          <a:xfrm>
            <a:off x="8001000" y="4800600"/>
            <a:ext cx="304800" cy="381000"/>
          </a:xfrm>
          <a:prstGeom prst="down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Slide Number Placeholder 5"/>
          <p:cNvSpPr>
            <a:spLocks noGrp="1"/>
          </p:cNvSpPr>
          <p:nvPr>
            <p:ph type="sldNum" sz="quarter" idx="15"/>
          </p:nvPr>
        </p:nvSpPr>
        <p:spPr>
          <a:xfrm>
            <a:off x="9653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F67C99B-5567-4EC6-918B-7C01F0C9CC60}"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Phân loại doanh nghiệp </a:t>
            </a:r>
          </a:p>
        </p:txBody>
      </p:sp>
      <p:sp>
        <p:nvSpPr>
          <p:cNvPr id="3" name="Content Placeholder 2"/>
          <p:cNvSpPr>
            <a:spLocks noGrp="1"/>
          </p:cNvSpPr>
          <p:nvPr>
            <p:ph sz="quarter" idx="1"/>
          </p:nvPr>
        </p:nvSpPr>
        <p:spPr/>
        <p:txBody>
          <a:bodyPr>
            <a:normAutofit fontScale="70000" lnSpcReduction="20000"/>
          </a:bodyPr>
          <a:lstStyle/>
          <a:p>
            <a:r>
              <a:rPr lang="en-US" dirty="0"/>
              <a:t>Theo </a:t>
            </a:r>
            <a:r>
              <a:rPr lang="en-US" dirty="0" err="1"/>
              <a:t>tiêu</a:t>
            </a:r>
            <a:r>
              <a:rPr lang="en-US" dirty="0"/>
              <a:t> </a:t>
            </a:r>
            <a:r>
              <a:rPr lang="en-US" dirty="0" err="1"/>
              <a:t>chí</a:t>
            </a:r>
            <a:r>
              <a:rPr lang="en-US" dirty="0"/>
              <a:t> </a:t>
            </a:r>
            <a:r>
              <a:rPr lang="en-US" dirty="0" err="1"/>
              <a:t>số</a:t>
            </a:r>
            <a:r>
              <a:rPr lang="en-US" dirty="0"/>
              <a:t> </a:t>
            </a:r>
            <a:r>
              <a:rPr lang="en-US" dirty="0" err="1"/>
              <a:t>lượng</a:t>
            </a:r>
            <a:r>
              <a:rPr lang="en-US" dirty="0"/>
              <a:t> </a:t>
            </a:r>
            <a:r>
              <a:rPr lang="en-US" dirty="0" err="1"/>
              <a:t>chủ</a:t>
            </a:r>
            <a:r>
              <a:rPr lang="en-US" dirty="0"/>
              <a:t> </a:t>
            </a:r>
            <a:r>
              <a:rPr lang="en-US" dirty="0" err="1"/>
              <a:t>sở</a:t>
            </a:r>
            <a:r>
              <a:rPr lang="en-US" dirty="0"/>
              <a:t> </a:t>
            </a:r>
            <a:r>
              <a:rPr lang="en-US" dirty="0" err="1"/>
              <a:t>hữu</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một</a:t>
            </a:r>
            <a:r>
              <a:rPr lang="en-US" dirty="0"/>
              <a:t> </a:t>
            </a:r>
            <a:r>
              <a:rPr lang="en-US" dirty="0" err="1"/>
              <a:t>chủ</a:t>
            </a:r>
            <a:r>
              <a:rPr lang="en-US" dirty="0"/>
              <a:t> (</a:t>
            </a:r>
            <a:r>
              <a:rPr lang="en-US" dirty="0" err="1"/>
              <a:t>Doanh</a:t>
            </a:r>
            <a:r>
              <a:rPr lang="en-US" dirty="0"/>
              <a:t> </a:t>
            </a:r>
            <a:r>
              <a:rPr lang="en-US" dirty="0" err="1"/>
              <a:t>nghiệp</a:t>
            </a:r>
            <a:r>
              <a:rPr lang="en-US" dirty="0"/>
              <a:t> </a:t>
            </a:r>
            <a:r>
              <a:rPr lang="en-US" dirty="0" err="1"/>
              <a:t>tư</a:t>
            </a:r>
            <a:r>
              <a:rPr lang="en-US" dirty="0"/>
              <a:t> </a:t>
            </a:r>
            <a:r>
              <a:rPr lang="en-US" dirty="0" err="1"/>
              <a:t>nhân</a:t>
            </a:r>
            <a:r>
              <a:rPr lang="en-US" dirty="0"/>
              <a:t>, </a:t>
            </a:r>
            <a:r>
              <a:rPr lang="en-US" dirty="0" err="1"/>
              <a:t>công</a:t>
            </a:r>
            <a:r>
              <a:rPr lang="en-US" dirty="0"/>
              <a:t> ty TNHH </a:t>
            </a:r>
            <a:r>
              <a:rPr lang="en-US" dirty="0" err="1"/>
              <a:t>một</a:t>
            </a:r>
            <a:r>
              <a:rPr lang="en-US" dirty="0"/>
              <a:t> </a:t>
            </a:r>
            <a:r>
              <a:rPr lang="en-US" dirty="0" err="1"/>
              <a:t>thành</a:t>
            </a:r>
            <a:r>
              <a:rPr lang="en-US" dirty="0"/>
              <a:t> </a:t>
            </a:r>
            <a:r>
              <a:rPr lang="en-US" dirty="0" err="1"/>
              <a:t>viên</a:t>
            </a:r>
            <a:r>
              <a:rPr lang="en-US" dirty="0"/>
              <a:t>)</a:t>
            </a:r>
          </a:p>
          <a:p>
            <a:pPr>
              <a:buFont typeface="Wingdings" pitchFamily="2" charset="2"/>
              <a:buChar char="Ø"/>
            </a:pPr>
            <a:r>
              <a:rPr lang="en-US" dirty="0" err="1"/>
              <a:t>Doanh</a:t>
            </a:r>
            <a:r>
              <a:rPr lang="en-US" dirty="0"/>
              <a:t> </a:t>
            </a:r>
            <a:r>
              <a:rPr lang="en-US" dirty="0" err="1"/>
              <a:t>nghiệp</a:t>
            </a:r>
            <a:r>
              <a:rPr lang="en-US" dirty="0"/>
              <a:t> </a:t>
            </a:r>
            <a:r>
              <a:rPr lang="en-US" dirty="0" err="1"/>
              <a:t>nhiều</a:t>
            </a:r>
            <a:r>
              <a:rPr lang="en-US" dirty="0"/>
              <a:t> </a:t>
            </a:r>
            <a:r>
              <a:rPr lang="en-US" dirty="0" err="1"/>
              <a:t>chủ</a:t>
            </a:r>
            <a:r>
              <a:rPr lang="en-US" dirty="0"/>
              <a:t> (</a:t>
            </a:r>
            <a:r>
              <a:rPr lang="en-US" dirty="0" err="1"/>
              <a:t>Công</a:t>
            </a:r>
            <a:r>
              <a:rPr lang="en-US" dirty="0"/>
              <a:t> ty </a:t>
            </a:r>
            <a:r>
              <a:rPr lang="en-US" dirty="0" err="1"/>
              <a:t>Hợp</a:t>
            </a:r>
            <a:r>
              <a:rPr lang="en-US" dirty="0"/>
              <a:t> </a:t>
            </a:r>
            <a:r>
              <a:rPr lang="en-US" dirty="0" err="1"/>
              <a:t>danh</a:t>
            </a:r>
            <a:r>
              <a:rPr lang="en-US" dirty="0"/>
              <a:t>, </a:t>
            </a:r>
            <a:r>
              <a:rPr lang="en-US" dirty="0" err="1"/>
              <a:t>Công</a:t>
            </a:r>
            <a:r>
              <a:rPr lang="en-US" dirty="0"/>
              <a:t> ty TNHH 2 </a:t>
            </a:r>
            <a:r>
              <a:rPr lang="en-US" dirty="0" err="1"/>
              <a:t>thành</a:t>
            </a:r>
            <a:r>
              <a:rPr lang="en-US" dirty="0"/>
              <a:t> </a:t>
            </a:r>
            <a:r>
              <a:rPr lang="en-US" dirty="0" err="1"/>
              <a:t>viên</a:t>
            </a:r>
            <a:r>
              <a:rPr lang="en-US" dirty="0"/>
              <a:t> </a:t>
            </a:r>
            <a:r>
              <a:rPr lang="en-US" dirty="0" err="1"/>
              <a:t>trở</a:t>
            </a:r>
            <a:r>
              <a:rPr lang="en-US" dirty="0"/>
              <a:t> </a:t>
            </a:r>
            <a:r>
              <a:rPr lang="en-US" dirty="0" err="1"/>
              <a:t>lên</a:t>
            </a:r>
            <a:r>
              <a:rPr lang="en-US" dirty="0"/>
              <a:t>; </a:t>
            </a:r>
            <a:r>
              <a:rPr lang="en-US" dirty="0" err="1"/>
              <a:t>Công</a:t>
            </a:r>
            <a:r>
              <a:rPr lang="en-US" dirty="0"/>
              <a:t> ty </a:t>
            </a:r>
            <a:r>
              <a:rPr lang="en-US" dirty="0" err="1"/>
              <a:t>Cổ</a:t>
            </a:r>
            <a:r>
              <a:rPr lang="en-US" dirty="0"/>
              <a:t> </a:t>
            </a:r>
            <a:r>
              <a:rPr lang="en-US" dirty="0" err="1"/>
              <a:t>phần</a:t>
            </a:r>
            <a:r>
              <a:rPr lang="en-US" dirty="0"/>
              <a:t>)</a:t>
            </a:r>
          </a:p>
          <a:p>
            <a:r>
              <a:rPr lang="en-US" dirty="0"/>
              <a:t>Theo </a:t>
            </a:r>
            <a:r>
              <a:rPr lang="en-US" dirty="0" err="1"/>
              <a:t>tiêu</a:t>
            </a:r>
            <a:r>
              <a:rPr lang="en-US" dirty="0"/>
              <a:t> </a:t>
            </a:r>
            <a:r>
              <a:rPr lang="en-US" dirty="0" err="1"/>
              <a:t>chí</a:t>
            </a:r>
            <a:r>
              <a:rPr lang="en-US" dirty="0"/>
              <a:t> </a:t>
            </a:r>
            <a:r>
              <a:rPr lang="en-US" dirty="0" err="1"/>
              <a:t>thành</a:t>
            </a:r>
            <a:r>
              <a:rPr lang="en-US" dirty="0"/>
              <a:t> </a:t>
            </a:r>
            <a:r>
              <a:rPr lang="en-US" dirty="0" err="1"/>
              <a:t>phần</a:t>
            </a:r>
            <a:r>
              <a:rPr lang="en-US" dirty="0"/>
              <a:t> </a:t>
            </a:r>
            <a:r>
              <a:rPr lang="en-US" dirty="0" err="1"/>
              <a:t>sở</a:t>
            </a:r>
            <a:r>
              <a:rPr lang="en-US" dirty="0"/>
              <a:t> </a:t>
            </a:r>
            <a:r>
              <a:rPr lang="en-US" dirty="0" err="1"/>
              <a:t>hữu</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nhà</a:t>
            </a:r>
            <a:r>
              <a:rPr lang="en-US" dirty="0"/>
              <a:t> </a:t>
            </a:r>
            <a:r>
              <a:rPr lang="en-US" dirty="0" err="1"/>
              <a:t>nước</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ngoài</a:t>
            </a:r>
            <a:r>
              <a:rPr lang="en-US" dirty="0"/>
              <a:t> </a:t>
            </a:r>
            <a:r>
              <a:rPr lang="en-US" dirty="0" err="1"/>
              <a:t>nhà</a:t>
            </a:r>
            <a:r>
              <a:rPr lang="en-US" dirty="0"/>
              <a:t> </a:t>
            </a:r>
            <a:r>
              <a:rPr lang="en-US" dirty="0" err="1"/>
              <a:t>nước</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có</a:t>
            </a:r>
            <a:r>
              <a:rPr lang="en-US" dirty="0"/>
              <a:t> </a:t>
            </a:r>
            <a:r>
              <a:rPr lang="en-US" dirty="0" err="1"/>
              <a:t>vốn</a:t>
            </a:r>
            <a:r>
              <a:rPr lang="en-US" dirty="0"/>
              <a:t> </a:t>
            </a:r>
            <a:r>
              <a:rPr lang="en-US" dirty="0" err="1"/>
              <a:t>đâu</a:t>
            </a:r>
            <a:r>
              <a:rPr lang="en-US" dirty="0"/>
              <a:t> </a:t>
            </a:r>
            <a:r>
              <a:rPr lang="en-US" dirty="0" err="1"/>
              <a:t>tư</a:t>
            </a:r>
            <a:r>
              <a:rPr lang="en-US" dirty="0"/>
              <a:t> </a:t>
            </a:r>
            <a:r>
              <a:rPr lang="en-US" dirty="0" err="1"/>
              <a:t>nước</a:t>
            </a:r>
            <a:r>
              <a:rPr lang="en-US" dirty="0"/>
              <a:t> </a:t>
            </a:r>
            <a:r>
              <a:rPr lang="en-US" dirty="0" err="1"/>
              <a:t>ngoài</a:t>
            </a:r>
            <a:endParaRPr lang="en-US" dirty="0"/>
          </a:p>
          <a:p>
            <a:r>
              <a:rPr lang="en-US" dirty="0"/>
              <a:t>Theo </a:t>
            </a:r>
            <a:r>
              <a:rPr lang="en-US" dirty="0" err="1"/>
              <a:t>tiêu</a:t>
            </a:r>
            <a:r>
              <a:rPr lang="en-US" dirty="0"/>
              <a:t> </a:t>
            </a:r>
            <a:r>
              <a:rPr lang="en-US" dirty="0" err="1"/>
              <a:t>chí</a:t>
            </a:r>
            <a:r>
              <a:rPr lang="en-US" dirty="0"/>
              <a:t> </a:t>
            </a:r>
            <a:r>
              <a:rPr lang="en-US" dirty="0" err="1"/>
              <a:t>quy</a:t>
            </a:r>
            <a:r>
              <a:rPr lang="en-US" dirty="0"/>
              <a:t> </a:t>
            </a:r>
            <a:r>
              <a:rPr lang="en-US" dirty="0" err="1"/>
              <a:t>mô</a:t>
            </a:r>
            <a:r>
              <a:rPr lang="en-US" dirty="0"/>
              <a:t> </a:t>
            </a:r>
            <a:r>
              <a:rPr lang="en-US" dirty="0" err="1"/>
              <a:t>doanh</a:t>
            </a:r>
            <a:r>
              <a:rPr lang="en-US" dirty="0"/>
              <a:t> </a:t>
            </a:r>
            <a:r>
              <a:rPr lang="en-US" dirty="0" err="1"/>
              <a:t>nghiệp</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có</a:t>
            </a:r>
            <a:r>
              <a:rPr lang="en-US" dirty="0"/>
              <a:t> </a:t>
            </a:r>
            <a:r>
              <a:rPr lang="en-US" dirty="0" err="1"/>
              <a:t>quy</a:t>
            </a:r>
            <a:r>
              <a:rPr lang="en-US" dirty="0"/>
              <a:t> </a:t>
            </a:r>
            <a:r>
              <a:rPr lang="en-US" dirty="0" err="1"/>
              <a:t>mô</a:t>
            </a:r>
            <a:r>
              <a:rPr lang="en-US" dirty="0"/>
              <a:t> </a:t>
            </a:r>
            <a:r>
              <a:rPr lang="en-US" dirty="0" err="1"/>
              <a:t>siêu</a:t>
            </a:r>
            <a:r>
              <a:rPr lang="en-US" dirty="0"/>
              <a:t> </a:t>
            </a:r>
            <a:r>
              <a:rPr lang="en-US" dirty="0" err="1"/>
              <a:t>nhỏ</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có</a:t>
            </a:r>
            <a:r>
              <a:rPr lang="en-US" dirty="0"/>
              <a:t> </a:t>
            </a:r>
            <a:r>
              <a:rPr lang="en-US" dirty="0" err="1"/>
              <a:t>quy</a:t>
            </a:r>
            <a:r>
              <a:rPr lang="en-US" dirty="0"/>
              <a:t> </a:t>
            </a:r>
            <a:r>
              <a:rPr lang="en-US" dirty="0" err="1"/>
              <a:t>mô</a:t>
            </a:r>
            <a:r>
              <a:rPr lang="en-US" dirty="0"/>
              <a:t> </a:t>
            </a:r>
            <a:r>
              <a:rPr lang="en-US" dirty="0" err="1"/>
              <a:t>nhỏ</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có</a:t>
            </a:r>
            <a:r>
              <a:rPr lang="en-US" dirty="0"/>
              <a:t> </a:t>
            </a:r>
            <a:r>
              <a:rPr lang="en-US" dirty="0" err="1"/>
              <a:t>quy</a:t>
            </a:r>
            <a:r>
              <a:rPr lang="en-US" dirty="0"/>
              <a:t> </a:t>
            </a:r>
            <a:r>
              <a:rPr lang="en-US" dirty="0" err="1"/>
              <a:t>mô</a:t>
            </a:r>
            <a:r>
              <a:rPr lang="en-US" dirty="0"/>
              <a:t> </a:t>
            </a:r>
            <a:r>
              <a:rPr lang="en-US" dirty="0" err="1"/>
              <a:t>vừa</a:t>
            </a:r>
            <a:endParaRPr lang="en-US" dirty="0"/>
          </a:p>
          <a:p>
            <a:pPr>
              <a:buFont typeface="Wingdings" pitchFamily="2" charset="2"/>
              <a:buChar char="Ø"/>
            </a:pPr>
            <a:r>
              <a:rPr lang="en-US" dirty="0" err="1"/>
              <a:t>Doanh</a:t>
            </a:r>
            <a:r>
              <a:rPr lang="en-US" dirty="0"/>
              <a:t> </a:t>
            </a:r>
            <a:r>
              <a:rPr lang="en-US" dirty="0" err="1"/>
              <a:t>nghiệp</a:t>
            </a:r>
            <a:r>
              <a:rPr lang="en-US" dirty="0"/>
              <a:t> </a:t>
            </a:r>
            <a:r>
              <a:rPr lang="en-US" dirty="0" err="1"/>
              <a:t>có</a:t>
            </a:r>
            <a:r>
              <a:rPr lang="en-US" dirty="0"/>
              <a:t> </a:t>
            </a:r>
            <a:r>
              <a:rPr lang="en-US" dirty="0" err="1"/>
              <a:t>quy</a:t>
            </a:r>
            <a:r>
              <a:rPr lang="en-US" dirty="0"/>
              <a:t> </a:t>
            </a:r>
            <a:r>
              <a:rPr lang="en-US" dirty="0" err="1"/>
              <a:t>mô</a:t>
            </a:r>
            <a:r>
              <a:rPr lang="en-US" dirty="0"/>
              <a:t> </a:t>
            </a:r>
            <a:r>
              <a:rPr lang="en-US" dirty="0" err="1"/>
              <a:t>lớn</a:t>
            </a:r>
            <a:endParaRPr lang="en-US" dirty="0"/>
          </a:p>
        </p:txBody>
      </p:sp>
      <p:sp>
        <p:nvSpPr>
          <p:cNvPr id="4" name="Slide Number Placeholder 3"/>
          <p:cNvSpPr>
            <a:spLocks noGrp="1"/>
          </p:cNvSpPr>
          <p:nvPr>
            <p:ph type="sldNum" sz="quarter" idx="15"/>
          </p:nvPr>
        </p:nvSpPr>
        <p:spPr>
          <a:xfrm>
            <a:off x="9653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F67C99B-5567-4EC6-918B-7C01F0C9CC60}"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B25BA81-0A9A-4C4E-A363-5B2865D6AE82}"/>
              </a:ext>
            </a:extLst>
          </p:cNvPr>
          <p:cNvSpPr>
            <a:spLocks noGrp="1"/>
          </p:cNvSpPr>
          <p:nvPr>
            <p:ph type="title"/>
          </p:nvPr>
        </p:nvSpPr>
        <p:spPr/>
        <p:txBody>
          <a:bodyPr>
            <a:normAutofit/>
          </a:bodyPr>
          <a:lstStyle/>
          <a:p>
            <a:r>
              <a:rPr lang="en-US" dirty="0" err="1"/>
              <a:t>Các</a:t>
            </a:r>
            <a:r>
              <a:rPr lang="en-US" dirty="0"/>
              <a:t> </a:t>
            </a:r>
            <a:r>
              <a:rPr lang="en-US" dirty="0" err="1"/>
              <a:t>loại</a:t>
            </a:r>
            <a:r>
              <a:rPr lang="en-US" dirty="0"/>
              <a:t> </a:t>
            </a:r>
            <a:r>
              <a:rPr lang="en-US" dirty="0" err="1"/>
              <a:t>hình</a:t>
            </a:r>
            <a:r>
              <a:rPr lang="en-US" dirty="0"/>
              <a:t> </a:t>
            </a:r>
            <a:r>
              <a:rPr lang="en-US" dirty="0" err="1"/>
              <a:t>doanh</a:t>
            </a:r>
            <a:r>
              <a:rPr lang="en-US" dirty="0"/>
              <a:t> </a:t>
            </a:r>
            <a:r>
              <a:rPr lang="en-US" dirty="0" err="1"/>
              <a:t>nghiệp</a:t>
            </a:r>
            <a:r>
              <a:rPr lang="en-US" dirty="0"/>
              <a:t> </a:t>
            </a:r>
            <a:r>
              <a:rPr lang="en-US" dirty="0" err="1"/>
              <a:t>hiện</a:t>
            </a:r>
            <a:r>
              <a:rPr lang="en-US" dirty="0"/>
              <a:t> nay ở </a:t>
            </a:r>
            <a:r>
              <a:rPr lang="en-US" dirty="0" err="1"/>
              <a:t>Việt</a:t>
            </a:r>
            <a:r>
              <a:rPr lang="en-US" dirty="0"/>
              <a:t> Nam</a:t>
            </a:r>
          </a:p>
        </p:txBody>
      </p:sp>
      <p:sp>
        <p:nvSpPr>
          <p:cNvPr id="3" name="Content Placeholder 2">
            <a:extLst>
              <a:ext uri="{FF2B5EF4-FFF2-40B4-BE49-F238E27FC236}">
                <a16:creationId xmlns="" xmlns:a16="http://schemas.microsoft.com/office/drawing/2014/main" id="{4D49E979-6893-4F97-B5DF-665CD086CF7B}"/>
              </a:ext>
            </a:extLst>
          </p:cNvPr>
          <p:cNvSpPr>
            <a:spLocks noGrp="1"/>
          </p:cNvSpPr>
          <p:nvPr>
            <p:ph idx="1"/>
          </p:nvPr>
        </p:nvSpPr>
        <p:spPr/>
        <p:txBody>
          <a:bodyPr>
            <a:normAutofit/>
          </a:bodyPr>
          <a:lstStyle/>
          <a:p>
            <a:r>
              <a:rPr lang="en-US" dirty="0" err="1"/>
              <a:t>Doanh</a:t>
            </a:r>
            <a:r>
              <a:rPr lang="en-US" dirty="0"/>
              <a:t> </a:t>
            </a:r>
            <a:r>
              <a:rPr lang="en-US" dirty="0" err="1"/>
              <a:t>nghiệp</a:t>
            </a:r>
            <a:r>
              <a:rPr lang="en-US" dirty="0"/>
              <a:t> </a:t>
            </a:r>
            <a:r>
              <a:rPr lang="en-US" dirty="0" err="1"/>
              <a:t>tư</a:t>
            </a:r>
            <a:r>
              <a:rPr lang="en-US" dirty="0"/>
              <a:t> </a:t>
            </a:r>
            <a:r>
              <a:rPr lang="en-US" dirty="0" err="1"/>
              <a:t>nhân</a:t>
            </a:r>
            <a:r>
              <a:rPr lang="en-US" dirty="0"/>
              <a:t>: </a:t>
            </a:r>
            <a:r>
              <a:rPr lang="vi-VN" sz="18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Doanh nghiệp tư nhân là doanh nghiệp do một cá nhân làm chủ và tự chịu trách nhiệm bằng toàn bộ tài sản của mình về mọi hoạt động của doanh nghiệp.</a:t>
            </a:r>
            <a:endParaRPr lang="en-US" dirty="0"/>
          </a:p>
          <a:p>
            <a:r>
              <a:rPr lang="en-US" sz="2400" dirty="0" err="1"/>
              <a:t>Công</a:t>
            </a:r>
            <a:r>
              <a:rPr lang="en-US" sz="2400" dirty="0"/>
              <a:t> ty TNHH 2 </a:t>
            </a:r>
            <a:r>
              <a:rPr lang="en-US" sz="2400" dirty="0" err="1"/>
              <a:t>thành</a:t>
            </a:r>
            <a:r>
              <a:rPr lang="en-US" sz="2400" dirty="0"/>
              <a:t> </a:t>
            </a:r>
            <a:r>
              <a:rPr lang="en-US" sz="2400" dirty="0" err="1"/>
              <a:t>viên</a:t>
            </a:r>
            <a:r>
              <a:rPr lang="en-US" sz="2400" dirty="0"/>
              <a:t> </a:t>
            </a:r>
            <a:r>
              <a:rPr lang="en-US" sz="2400" dirty="0" err="1"/>
              <a:t>trở</a:t>
            </a:r>
            <a:r>
              <a:rPr lang="en-US" sz="2400" dirty="0"/>
              <a:t> </a:t>
            </a:r>
            <a:r>
              <a:rPr lang="en-US" sz="2400" dirty="0" err="1"/>
              <a:t>lên</a:t>
            </a:r>
            <a:r>
              <a:rPr lang="en-US" sz="2400" dirty="0"/>
              <a:t>: </a:t>
            </a:r>
            <a:r>
              <a:rPr lang="vi-VN" sz="18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Công ty trách nhiệm hữu hạn hai thành viên trở lên là doanh nghiệp có từ 02 đến 50 thành viên là tổ chức, cá nhân. Thành viên chịu trách nhiệm về các khoản nợ và nghĩa vụ tài sản khác của doanh nghiệp trong phạm vi số vốn đã góp vào doanh nghiệp</a:t>
            </a:r>
            <a:r>
              <a:rPr lang="en-US" sz="18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a:t>
            </a:r>
          </a:p>
          <a:p>
            <a:r>
              <a:rPr lang="en-US" sz="2400" dirty="0" err="1">
                <a:solidFill>
                  <a:srgbClr val="000000"/>
                </a:solidFill>
                <a:latin typeface="Arial" panose="020B0604020202020204" pitchFamily="34" charset="0"/>
                <a:cs typeface="Times New Roman" panose="02020603050405020304" pitchFamily="18" charset="0"/>
              </a:rPr>
              <a:t>Công</a:t>
            </a:r>
            <a:r>
              <a:rPr lang="en-US" sz="2400" dirty="0">
                <a:solidFill>
                  <a:srgbClr val="000000"/>
                </a:solidFill>
                <a:latin typeface="Arial" panose="020B0604020202020204" pitchFamily="34" charset="0"/>
                <a:cs typeface="Times New Roman" panose="02020603050405020304" pitchFamily="18" charset="0"/>
              </a:rPr>
              <a:t> ty TNHH 1 </a:t>
            </a:r>
            <a:r>
              <a:rPr lang="en-US" sz="2400" dirty="0" err="1">
                <a:solidFill>
                  <a:srgbClr val="000000"/>
                </a:solidFill>
                <a:latin typeface="Arial" panose="020B0604020202020204" pitchFamily="34" charset="0"/>
                <a:cs typeface="Times New Roman" panose="02020603050405020304" pitchFamily="18" charset="0"/>
              </a:rPr>
              <a:t>thành</a:t>
            </a:r>
            <a:r>
              <a:rPr lang="en-US" sz="2400" dirty="0">
                <a:solidFill>
                  <a:srgbClr val="000000"/>
                </a:solidFill>
                <a:latin typeface="Arial" panose="020B0604020202020204" pitchFamily="34" charset="0"/>
                <a:cs typeface="Times New Roman" panose="02020603050405020304" pitchFamily="18" charset="0"/>
              </a:rPr>
              <a:t> </a:t>
            </a:r>
            <a:r>
              <a:rPr lang="en-US" sz="2400" dirty="0" err="1">
                <a:solidFill>
                  <a:srgbClr val="000000"/>
                </a:solidFill>
                <a:latin typeface="Arial" panose="020B0604020202020204" pitchFamily="34" charset="0"/>
                <a:cs typeface="Times New Roman" panose="02020603050405020304" pitchFamily="18" charset="0"/>
              </a:rPr>
              <a:t>viên</a:t>
            </a:r>
            <a:r>
              <a:rPr lang="en-US" sz="2400" dirty="0">
                <a:solidFill>
                  <a:srgbClr val="000000"/>
                </a:solidFill>
                <a:latin typeface="Arial" panose="020B0604020202020204" pitchFamily="34" charset="0"/>
                <a:cs typeface="Times New Roman" panose="02020603050405020304" pitchFamily="18" charset="0"/>
              </a:rPr>
              <a:t>: </a:t>
            </a:r>
            <a:r>
              <a:rPr lang="vi-VN" sz="18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Công ty trách nhiệm hữu hạn một thành viên là doanh nghiệp do một tổ chức hoặc một cá nhân làm chủ sở hữu (sau đây gọi là chủ sở hữu công ty). Chủ sở hữu công ty chịu trách nhiệm về các khoản nợ và nghĩa vụ tài sản khác của công ty trong phạm vi số vốn điều lệ của công ty.</a:t>
            </a:r>
            <a:endParaRPr lang="en-US" dirty="0"/>
          </a:p>
        </p:txBody>
      </p:sp>
      <p:sp>
        <p:nvSpPr>
          <p:cNvPr id="4" name="Footer Placeholder 3">
            <a:extLst>
              <a:ext uri="{FF2B5EF4-FFF2-40B4-BE49-F238E27FC236}">
                <a16:creationId xmlns="" xmlns:a16="http://schemas.microsoft.com/office/drawing/2014/main" id="{E26DDD5F-E94C-44C4-929C-438BEE9D3235}"/>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6E818150-44E4-433D-AF95-F2E6D15085C0}"/>
              </a:ext>
            </a:extLst>
          </p:cNvPr>
          <p:cNvSpPr>
            <a:spLocks noGrp="1"/>
          </p:cNvSpPr>
          <p:nvPr>
            <p:ph type="sldNum" sz="quarter" idx="12"/>
          </p:nvPr>
        </p:nvSpPr>
        <p:spPr/>
        <p:txBody>
          <a:bodyPr/>
          <a:lstStyle/>
          <a:p>
            <a:fld id="{F6AE7EA5-B71B-4031-9678-D796BB0CCF77}" type="slidenum">
              <a:rPr lang="en-US" smtClean="0"/>
              <a:pPr/>
              <a:t>9</a:t>
            </a:fld>
            <a:endParaRPr lang="en-US"/>
          </a:p>
        </p:txBody>
      </p:sp>
    </p:spTree>
    <p:extLst>
      <p:ext uri="{BB962C8B-B14F-4D97-AF65-F5344CB8AC3E}">
        <p14:creationId xmlns="" xmlns:p14="http://schemas.microsoft.com/office/powerpoint/2010/main" val="19169430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C2FFBC-7369-4FD9-8186-36C2298363B0}"/>
              </a:ext>
            </a:extLst>
          </p:cNvPr>
          <p:cNvSpPr>
            <a:spLocks noGrp="1"/>
          </p:cNvSpPr>
          <p:nvPr>
            <p:ph type="title"/>
          </p:nvPr>
        </p:nvSpPr>
        <p:spPr>
          <a:xfrm>
            <a:off x="1981200" y="136525"/>
            <a:ext cx="8229600" cy="776288"/>
          </a:xfrm>
        </p:spPr>
        <p:txBody>
          <a:bodyPr>
            <a:normAutofit/>
          </a:bodyPr>
          <a:lstStyle/>
          <a:p>
            <a:r>
              <a:rPr lang="en-US" sz="3200" dirty="0" err="1"/>
              <a:t>Các</a:t>
            </a:r>
            <a:r>
              <a:rPr lang="en-US" sz="3200" dirty="0"/>
              <a:t> </a:t>
            </a:r>
            <a:r>
              <a:rPr lang="en-US" sz="3200" dirty="0" err="1"/>
              <a:t>loại</a:t>
            </a:r>
            <a:r>
              <a:rPr lang="en-US" sz="3200" dirty="0"/>
              <a:t> </a:t>
            </a:r>
            <a:r>
              <a:rPr lang="en-US" sz="3200" dirty="0" err="1"/>
              <a:t>hình</a:t>
            </a:r>
            <a:r>
              <a:rPr lang="en-US" sz="3200" dirty="0"/>
              <a:t> </a:t>
            </a:r>
            <a:r>
              <a:rPr lang="en-US" sz="3200" dirty="0" err="1"/>
              <a:t>doanh</a:t>
            </a:r>
            <a:r>
              <a:rPr lang="en-US" sz="3200" dirty="0"/>
              <a:t> </a:t>
            </a:r>
            <a:r>
              <a:rPr lang="en-US" sz="3200" dirty="0" err="1"/>
              <a:t>nghiệp</a:t>
            </a:r>
            <a:r>
              <a:rPr lang="en-US" sz="3200" dirty="0"/>
              <a:t> </a:t>
            </a:r>
            <a:r>
              <a:rPr lang="en-US" sz="3200" dirty="0" err="1"/>
              <a:t>hiện</a:t>
            </a:r>
            <a:r>
              <a:rPr lang="en-US" sz="3200" dirty="0"/>
              <a:t> nay ở </a:t>
            </a:r>
            <a:r>
              <a:rPr lang="en-US" sz="3200" dirty="0" err="1"/>
              <a:t>Việt</a:t>
            </a:r>
            <a:r>
              <a:rPr lang="en-US" sz="3200" dirty="0"/>
              <a:t> Nam</a:t>
            </a:r>
          </a:p>
        </p:txBody>
      </p:sp>
      <p:sp>
        <p:nvSpPr>
          <p:cNvPr id="3" name="Content Placeholder 2">
            <a:extLst>
              <a:ext uri="{FF2B5EF4-FFF2-40B4-BE49-F238E27FC236}">
                <a16:creationId xmlns="" xmlns:a16="http://schemas.microsoft.com/office/drawing/2014/main" id="{478872DE-A849-4831-BBC8-4B833FB5B7EC}"/>
              </a:ext>
            </a:extLst>
          </p:cNvPr>
          <p:cNvSpPr>
            <a:spLocks noGrp="1"/>
          </p:cNvSpPr>
          <p:nvPr>
            <p:ph idx="1"/>
          </p:nvPr>
        </p:nvSpPr>
        <p:spPr>
          <a:xfrm>
            <a:off x="1981200" y="838201"/>
            <a:ext cx="8229600" cy="5287963"/>
          </a:xfrm>
        </p:spPr>
        <p:txBody>
          <a:bodyPr>
            <a:normAutofit fontScale="77500" lnSpcReduction="20000"/>
          </a:bodyPr>
          <a:lstStyle/>
          <a:p>
            <a:pPr marL="0" indent="457200" algn="just">
              <a:lnSpc>
                <a:spcPct val="115000"/>
              </a:lnSpc>
              <a:spcBef>
                <a:spcPts val="0"/>
              </a:spcBef>
              <a:spcAft>
                <a:spcPts val="600"/>
              </a:spcAft>
              <a:tabLst>
                <a:tab pos="717550" algn="l"/>
              </a:tabLst>
            </a:pPr>
            <a:r>
              <a:rPr lang="en-US" dirty="0" err="1"/>
              <a:t>Công</a:t>
            </a:r>
            <a:r>
              <a:rPr lang="en-US" dirty="0"/>
              <a:t> ty </a:t>
            </a:r>
            <a:r>
              <a:rPr lang="en-US" dirty="0" err="1"/>
              <a:t>cổ</a:t>
            </a:r>
            <a:r>
              <a:rPr lang="en-US" dirty="0"/>
              <a:t> </a:t>
            </a:r>
            <a:r>
              <a:rPr lang="en-US" dirty="0" err="1"/>
              <a:t>phần</a:t>
            </a:r>
            <a:r>
              <a:rPr lang="en-US" dirty="0"/>
              <a:t>: </a:t>
            </a:r>
            <a:r>
              <a:rPr lang="en-US" sz="2400" dirty="0" err="1">
                <a:latin typeface="Arial" panose="020B0604020202020204" pitchFamily="34" charset="0"/>
                <a:ea typeface="Calibri" panose="020F0502020204030204" pitchFamily="34" charset="0"/>
                <a:cs typeface="Times New Roman" panose="02020603050405020304" pitchFamily="18" charset="0"/>
              </a:rPr>
              <a:t>Vốn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điều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lệ</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được</a:t>
            </a:r>
            <a:r>
              <a:rPr lang="en-US" sz="2400" dirty="0">
                <a:latin typeface="Arial" panose="020B0604020202020204" pitchFamily="34" charset="0"/>
                <a:ea typeface="Calibri" panose="020F0502020204030204" pitchFamily="34" charset="0"/>
                <a:cs typeface="Times New Roman" panose="02020603050405020304" pitchFamily="18" charset="0"/>
              </a:rPr>
              <a:t> chia </a:t>
            </a:r>
            <a:r>
              <a:rPr lang="en-US" sz="2400" dirty="0" err="1">
                <a:latin typeface="Arial" panose="020B0604020202020204" pitchFamily="34" charset="0"/>
                <a:ea typeface="Calibri" panose="020F0502020204030204" pitchFamily="34" charset="0"/>
                <a:cs typeface="Times New Roman" panose="02020603050405020304" pitchFamily="18" charset="0"/>
              </a:rPr>
              <a:t>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nhiều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phần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bằng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nhau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gọi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cổ</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phần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Cổ</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đông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có</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thể</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tổ</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chức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nhân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số</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lượng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cổ</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đông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tối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thiểu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là</a:t>
            </a:r>
            <a:r>
              <a:rPr lang="en-US" sz="2400" dirty="0">
                <a:latin typeface="Arial" panose="020B0604020202020204" pitchFamily="34" charset="0"/>
                <a:ea typeface="Calibri" panose="020F0502020204030204" pitchFamily="34" charset="0"/>
                <a:cs typeface="Times New Roman" panose="02020603050405020304" pitchFamily="18" charset="0"/>
              </a:rPr>
              <a:t> 03 </a:t>
            </a:r>
            <a:r>
              <a:rPr lang="en-US" sz="2400" dirty="0" err="1">
                <a:latin typeface="Arial" panose="020B0604020202020204" pitchFamily="34" charset="0"/>
                <a:ea typeface="Calibri" panose="020F0502020204030204" pitchFamily="34" charset="0"/>
                <a:cs typeface="Times New Roman" panose="02020603050405020304" pitchFamily="18" charset="0"/>
              </a:rPr>
              <a:t>và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không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hạn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chế</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số</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lượng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tối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Cổ</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đông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chỉ</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chịu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trách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nhiệm</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về</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khoản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nợ</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nghĩa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vụ</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tài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sản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khác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của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doanh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nghiệp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trong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phạm</a:t>
            </a:r>
            <a:r>
              <a:rPr lang="en-US" sz="2400" dirty="0">
                <a:latin typeface="Arial" panose="020B0604020202020204" pitchFamily="34" charset="0"/>
                <a:ea typeface="Calibri" panose="020F0502020204030204" pitchFamily="34" charset="0"/>
                <a:cs typeface="Times New Roman" panose="02020603050405020304" pitchFamily="18" charset="0"/>
              </a:rPr>
              <a:t> vi </a:t>
            </a:r>
            <a:r>
              <a:rPr lang="en-US" sz="2400" dirty="0" err="1">
                <a:latin typeface="Arial" panose="020B0604020202020204" pitchFamily="34" charset="0"/>
                <a:ea typeface="Calibri" panose="020F0502020204030204" pitchFamily="34" charset="0"/>
                <a:cs typeface="Times New Roman" panose="02020603050405020304" pitchFamily="18" charset="0"/>
              </a:rPr>
              <a:t>số</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vốn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đã</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góp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vào</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doanh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nghiệp</a:t>
            </a:r>
            <a:r>
              <a:rPr lang="en-US" sz="2400" dirty="0">
                <a:latin typeface="Arial" panose="020B0604020202020204" pitchFamily="34" charset="0"/>
                <a:ea typeface="Calibri" panose="020F0502020204030204" pitchFamily="34" charset="0"/>
                <a:cs typeface="Times New Roman" panose="02020603050405020304" pitchFamily="18" charset="0"/>
              </a:rPr>
              <a:t>.</a:t>
            </a:r>
            <a:r>
              <a:rPr lang="vi-VN" sz="24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Cổ đông có quyền tự do chuyển nhượng cổ phần của mình cho người khác</a:t>
            </a:r>
            <a:r>
              <a:rPr lang="en-US" sz="24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a:t>
            </a:r>
          </a:p>
          <a:p>
            <a:pPr marL="0" indent="457200" algn="just">
              <a:lnSpc>
                <a:spcPct val="115000"/>
              </a:lnSpc>
              <a:spcBef>
                <a:spcPts val="0"/>
              </a:spcBef>
              <a:spcAft>
                <a:spcPts val="600"/>
              </a:spcAft>
              <a:tabLst>
                <a:tab pos="615950" algn="l"/>
              </a:tabLst>
            </a:pPr>
            <a:r>
              <a:rPr lang="en-US" dirty="0" err="1">
                <a:solidFill>
                  <a:srgbClr val="000000"/>
                </a:solidFill>
                <a:latin typeface="Arial" panose="020B0604020202020204" pitchFamily="34" charset="0"/>
                <a:ea typeface="Times New Roman" panose="02020603050405020304" pitchFamily="18" charset="0"/>
                <a:cs typeface="Times New Roman" panose="02020603050405020304" pitchFamily="18" charset="0"/>
              </a:rPr>
              <a:t>Công</a:t>
            </a:r>
            <a:r>
              <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ty </a:t>
            </a:r>
            <a:r>
              <a:rPr lang="en-US" dirty="0" err="1">
                <a:solidFill>
                  <a:srgbClr val="000000"/>
                </a:solidFill>
                <a:latin typeface="Arial" panose="020B0604020202020204" pitchFamily="34" charset="0"/>
                <a:ea typeface="Times New Roman" panose="02020603050405020304" pitchFamily="18" charset="0"/>
                <a:cs typeface="Times New Roman" panose="02020603050405020304" pitchFamily="18" charset="0"/>
              </a:rPr>
              <a:t>hợp</a:t>
            </a:r>
            <a:r>
              <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r>
              <a:rPr lang="en-US" dirty="0" err="1">
                <a:solidFill>
                  <a:srgbClr val="000000"/>
                </a:solidFill>
                <a:latin typeface="Arial" panose="020B0604020202020204" pitchFamily="34" charset="0"/>
                <a:ea typeface="Times New Roman" panose="02020603050405020304" pitchFamily="18" charset="0"/>
                <a:cs typeface="Times New Roman" panose="02020603050405020304" pitchFamily="18" charset="0"/>
              </a:rPr>
              <a:t>danh</a:t>
            </a:r>
            <a:r>
              <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Phải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có</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ít</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nhất</a:t>
            </a:r>
            <a:r>
              <a:rPr lang="en-US" sz="2400" dirty="0">
                <a:latin typeface="Arial" panose="020B0604020202020204" pitchFamily="34" charset="0"/>
                <a:ea typeface="Calibri" panose="020F0502020204030204" pitchFamily="34" charset="0"/>
                <a:cs typeface="Times New Roman" panose="02020603050405020304" pitchFamily="18" charset="0"/>
              </a:rPr>
              <a:t> 02 </a:t>
            </a:r>
            <a:r>
              <a:rPr lang="en-US" sz="2400" dirty="0" err="1">
                <a:latin typeface="Arial" panose="020B0604020202020204" pitchFamily="34" charset="0"/>
                <a:ea typeface="Calibri" panose="020F0502020204030204" pitchFamily="34" charset="0"/>
                <a:cs typeface="Times New Roman" panose="02020603050405020304" pitchFamily="18" charset="0"/>
              </a:rPr>
              <a:t>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viên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chủ</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sở</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hữu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chung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của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công</a:t>
            </a:r>
            <a:r>
              <a:rPr lang="en-US" sz="2400" dirty="0">
                <a:latin typeface="Arial" panose="020B0604020202020204" pitchFamily="34" charset="0"/>
                <a:ea typeface="Calibri" panose="020F0502020204030204" pitchFamily="34" charset="0"/>
                <a:cs typeface="Times New Roman" panose="02020603050405020304" pitchFamily="18" charset="0"/>
              </a:rPr>
              <a:t> ty, </a:t>
            </a:r>
            <a:r>
              <a:rPr lang="en-US" sz="2400" dirty="0" err="1">
                <a:latin typeface="Arial" panose="020B0604020202020204" pitchFamily="34" charset="0"/>
                <a:ea typeface="Calibri" panose="020F0502020204030204" pitchFamily="34" charset="0"/>
                <a:cs typeface="Times New Roman" panose="02020603050405020304" pitchFamily="18" charset="0"/>
              </a:rPr>
              <a:t>cùng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nhau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kinh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doanh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dưới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một</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tên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chung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sau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đây</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gọi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viên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hợp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Ngoài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viên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hợp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công</a:t>
            </a:r>
            <a:r>
              <a:rPr lang="en-US" sz="2400" dirty="0">
                <a:latin typeface="Arial" panose="020B0604020202020204" pitchFamily="34" charset="0"/>
                <a:ea typeface="Calibri" panose="020F0502020204030204" pitchFamily="34" charset="0"/>
                <a:cs typeface="Times New Roman" panose="02020603050405020304" pitchFamily="18" charset="0"/>
              </a:rPr>
              <a:t> ty </a:t>
            </a:r>
            <a:r>
              <a:rPr lang="en-US" sz="2400" dirty="0" err="1">
                <a:latin typeface="Arial" panose="020B0604020202020204" pitchFamily="34" charset="0"/>
                <a:ea typeface="Calibri" panose="020F0502020204030204" pitchFamily="34" charset="0"/>
                <a:cs typeface="Times New Roman" panose="02020603050405020304" pitchFamily="18" charset="0"/>
              </a:rPr>
              <a:t>có</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thể</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có</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thêm</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viên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góp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vốn</a:t>
            </a:r>
            <a:r>
              <a:rPr lang="en-US" sz="2400" dirty="0">
                <a:latin typeface="Arial" panose="020B0604020202020204" pitchFamily="34" charset="0"/>
                <a:ea typeface="Calibri" panose="020F0502020204030204" pitchFamily="34" charset="0"/>
                <a:cs typeface="Times New Roman" panose="02020603050405020304" pitchFamily="18" charset="0"/>
              </a:rPr>
              <a:t>.</a:t>
            </a:r>
            <a:endParaRPr lang="en-US" sz="2400" dirty="0">
              <a:latin typeface="Times New Roman" panose="02020603050405020304" pitchFamily="18" charset="0"/>
              <a:ea typeface="Calibri" panose="020F0502020204030204" pitchFamily="34" charset="0"/>
            </a:endParaRPr>
          </a:p>
          <a:p>
            <a:pPr marL="0" indent="457200" algn="just">
              <a:lnSpc>
                <a:spcPct val="115000"/>
              </a:lnSpc>
              <a:spcBef>
                <a:spcPts val="0"/>
              </a:spcBef>
              <a:spcAft>
                <a:spcPts val="600"/>
              </a:spcAft>
              <a:tabLst>
                <a:tab pos="622935" algn="l"/>
              </a:tabLst>
            </a:pP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viên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hợp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phải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nhân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chịu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trách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nhiệm</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bằng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toàn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bộ</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tài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sản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của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mình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về</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nghĩa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vụ</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của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công</a:t>
            </a:r>
            <a:r>
              <a:rPr lang="en-US" sz="2400" dirty="0">
                <a:latin typeface="Arial" panose="020B0604020202020204" pitchFamily="34" charset="0"/>
                <a:ea typeface="Calibri" panose="020F0502020204030204" pitchFamily="34" charset="0"/>
                <a:cs typeface="Times New Roman" panose="02020603050405020304" pitchFamily="18" charset="0"/>
              </a:rPr>
              <a:t> ty;</a:t>
            </a:r>
            <a:endParaRPr lang="en-US" sz="2400" dirty="0">
              <a:latin typeface="Times New Roman" panose="02020603050405020304" pitchFamily="18" charset="0"/>
              <a:ea typeface="Calibri" panose="020F0502020204030204" pitchFamily="34" charset="0"/>
            </a:endParaRPr>
          </a:p>
          <a:p>
            <a:pPr marL="0" indent="457200" algn="just">
              <a:lnSpc>
                <a:spcPct val="115000"/>
              </a:lnSpc>
              <a:spcBef>
                <a:spcPts val="0"/>
              </a:spcBef>
              <a:spcAft>
                <a:spcPts val="600"/>
              </a:spcAft>
              <a:tabLst>
                <a:tab pos="636905" algn="l"/>
              </a:tabLst>
            </a:pPr>
            <a:r>
              <a:rPr lang="en-US" sz="2400" dirty="0" err="1">
                <a:latin typeface="Arial" panose="020B0604020202020204" pitchFamily="34" charset="0"/>
                <a:ea typeface="Calibri" panose="020F0502020204030204" pitchFamily="34" charset="0"/>
                <a:cs typeface="Times New Roman" panose="02020603050405020304" pitchFamily="18" charset="0"/>
              </a:rPr>
              <a:t>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viên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góp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vốn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tổ</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chức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nhân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và</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chỉ</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chịu</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trách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nhiệm</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về</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khoản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nợ</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của</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công</a:t>
            </a:r>
            <a:r>
              <a:rPr lang="en-US" sz="2400" dirty="0">
                <a:latin typeface="Arial" panose="020B0604020202020204" pitchFamily="34" charset="0"/>
                <a:ea typeface="Calibri" panose="020F0502020204030204" pitchFamily="34" charset="0"/>
                <a:cs typeface="Times New Roman" panose="02020603050405020304" pitchFamily="18" charset="0"/>
              </a:rPr>
              <a:t> ty </a:t>
            </a:r>
            <a:r>
              <a:rPr lang="en-US" sz="2400" dirty="0" err="1">
                <a:latin typeface="Arial" panose="020B0604020202020204" pitchFamily="34" charset="0"/>
                <a:ea typeface="Calibri" panose="020F0502020204030204" pitchFamily="34" charset="0"/>
                <a:cs typeface="Times New Roman" panose="02020603050405020304" pitchFamily="18" charset="0"/>
              </a:rPr>
              <a:t>trong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phạm</a:t>
            </a:r>
            <a:r>
              <a:rPr lang="en-US" sz="2400" dirty="0">
                <a:latin typeface="Arial" panose="020B0604020202020204" pitchFamily="34" charset="0"/>
                <a:ea typeface="Calibri" panose="020F0502020204030204" pitchFamily="34" charset="0"/>
                <a:cs typeface="Times New Roman" panose="02020603050405020304" pitchFamily="18" charset="0"/>
              </a:rPr>
              <a:t> vi </a:t>
            </a:r>
            <a:r>
              <a:rPr lang="en-US" sz="2400" dirty="0" err="1">
                <a:latin typeface="Arial" panose="020B0604020202020204" pitchFamily="34" charset="0"/>
                <a:ea typeface="Calibri" panose="020F0502020204030204" pitchFamily="34" charset="0"/>
                <a:cs typeface="Times New Roman" panose="02020603050405020304" pitchFamily="18" charset="0"/>
              </a:rPr>
              <a:t>số</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vốn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đã</a:t>
            </a:r>
            <a:r>
              <a:rPr lang="en-US" sz="2400" dirty="0">
                <a:latin typeface="Arial" panose="020B0604020202020204" pitchFamily="34" charset="0"/>
                <a:ea typeface="Calibri" panose="020F0502020204030204" pitchFamily="34" charset="0"/>
                <a:cs typeface="Times New Roman" panose="02020603050405020304" pitchFamily="18" charset="0"/>
              </a:rPr>
              <a:t> cam </a:t>
            </a:r>
            <a:r>
              <a:rPr lang="en-US" sz="2400" dirty="0" err="1">
                <a:latin typeface="Arial" panose="020B0604020202020204" pitchFamily="34" charset="0"/>
                <a:ea typeface="Calibri" panose="020F0502020204030204" pitchFamily="34" charset="0"/>
                <a:cs typeface="Times New Roman" panose="02020603050405020304" pitchFamily="18" charset="0"/>
              </a:rPr>
              <a:t>kết</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góp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vào</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công</a:t>
            </a:r>
            <a:r>
              <a:rPr lang="en-US" sz="2400" dirty="0">
                <a:latin typeface="Arial" panose="020B0604020202020204" pitchFamily="34" charset="0"/>
                <a:ea typeface="Calibri" panose="020F0502020204030204" pitchFamily="34" charset="0"/>
                <a:cs typeface="Times New Roman" panose="02020603050405020304" pitchFamily="18" charset="0"/>
              </a:rPr>
              <a:t> ty.</a:t>
            </a:r>
            <a:endParaRPr lang="en-US" sz="2400" dirty="0">
              <a:latin typeface="Times New Roman" panose="02020603050405020304" pitchFamily="18" charset="0"/>
              <a:ea typeface="Calibri" panose="020F0502020204030204" pitchFamily="34" charset="0"/>
            </a:endParaRPr>
          </a:p>
          <a:p>
            <a:pPr marL="0" indent="457200" algn="just">
              <a:lnSpc>
                <a:spcPct val="115000"/>
              </a:lnSpc>
              <a:spcBef>
                <a:spcPts val="0"/>
              </a:spcBef>
              <a:spcAft>
                <a:spcPts val="600"/>
              </a:spcAft>
              <a:tabLst>
                <a:tab pos="612140" algn="l"/>
              </a:tabLst>
            </a:pPr>
            <a:r>
              <a:rPr lang="en-US" sz="2400" dirty="0" err="1">
                <a:latin typeface="Arial" panose="020B0604020202020204" pitchFamily="34" charset="0"/>
                <a:ea typeface="Calibri" panose="020F0502020204030204" pitchFamily="34" charset="0"/>
                <a:cs typeface="Times New Roman" panose="02020603050405020304" pitchFamily="18" charset="0"/>
              </a:rPr>
              <a:t>Công</a:t>
            </a:r>
            <a:r>
              <a:rPr lang="en-US" sz="2400" dirty="0">
                <a:latin typeface="Arial" panose="020B0604020202020204" pitchFamily="34" charset="0"/>
                <a:ea typeface="Calibri" panose="020F0502020204030204" pitchFamily="34" charset="0"/>
                <a:cs typeface="Times New Roman" panose="02020603050405020304" pitchFamily="18" charset="0"/>
              </a:rPr>
              <a:t> ty </a:t>
            </a:r>
            <a:r>
              <a:rPr lang="en-US" sz="2400" dirty="0" err="1">
                <a:latin typeface="Arial" panose="020B0604020202020204" pitchFamily="34" charset="0"/>
                <a:ea typeface="Calibri" panose="020F0502020204030204" pitchFamily="34" charset="0"/>
                <a:cs typeface="Times New Roman" panose="02020603050405020304" pitchFamily="18" charset="0"/>
              </a:rPr>
              <a:t>hợp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có</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tư</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cách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pháp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nhân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kể</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từ</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ngày</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được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cấp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Giấy</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chứng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nhận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đăng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ký</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doanh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nghiệp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Công</a:t>
            </a:r>
            <a:r>
              <a:rPr lang="en-US" sz="2400" dirty="0">
                <a:latin typeface="Arial" panose="020B0604020202020204" pitchFamily="34" charset="0"/>
                <a:ea typeface="Calibri" panose="020F0502020204030204" pitchFamily="34" charset="0"/>
                <a:cs typeface="Times New Roman" panose="02020603050405020304" pitchFamily="18" charset="0"/>
              </a:rPr>
              <a:t> ty </a:t>
            </a:r>
            <a:r>
              <a:rPr lang="en-US" sz="2400" dirty="0" err="1">
                <a:latin typeface="Arial" panose="020B0604020202020204" pitchFamily="34" charset="0"/>
                <a:ea typeface="Calibri" panose="020F0502020204030204" pitchFamily="34" charset="0"/>
                <a:cs typeface="Times New Roman" panose="02020603050405020304" pitchFamily="18" charset="0"/>
              </a:rPr>
              <a:t>hợp</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danh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không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được</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phát</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hành</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bất</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kỳ</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loại</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chứng</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khoán</a:t>
            </a:r>
            <a:r>
              <a:rPr lang="en-US" sz="2400" dirty="0">
                <a:latin typeface="Arial" panose="020B0604020202020204" pitchFamily="34" charset="0"/>
                <a:ea typeface="Calibri" panose="020F0502020204030204" pitchFamily="34" charset="0"/>
                <a:cs typeface="Times New Roman" panose="02020603050405020304" pitchFamily="18" charset="0"/>
              </a:rPr>
              <a:t> </a:t>
            </a:r>
            <a:r>
              <a:rPr lang="en-US" sz="2400" dirty="0" err="1">
                <a:latin typeface="Arial" panose="020B0604020202020204" pitchFamily="34" charset="0"/>
                <a:ea typeface="Calibri" panose="020F0502020204030204" pitchFamily="34" charset="0"/>
                <a:cs typeface="Times New Roman" panose="02020603050405020304" pitchFamily="18" charset="0"/>
              </a:rPr>
              <a:t>nào</a:t>
            </a:r>
            <a:r>
              <a:rPr lang="en-US" sz="2400" dirty="0">
                <a:latin typeface="Arial" panose="020B0604020202020204" pitchFamily="34" charset="0"/>
                <a:ea typeface="Calibri" panose="020F0502020204030204" pitchFamily="34" charset="0"/>
                <a:cs typeface="Times New Roman" panose="02020603050405020304" pitchFamily="18" charset="0"/>
              </a:rPr>
              <a:t>.</a:t>
            </a:r>
            <a:endParaRPr lang="en-US" sz="2400" dirty="0">
              <a:latin typeface="Times New Roman" panose="02020603050405020304" pitchFamily="18" charset="0"/>
              <a:ea typeface="Calibri" panose="020F0502020204030204" pitchFamily="34" charset="0"/>
            </a:endParaRPr>
          </a:p>
          <a:p>
            <a:pPr marL="0" indent="457200" algn="just">
              <a:lnSpc>
                <a:spcPct val="115000"/>
              </a:lnSpc>
              <a:spcBef>
                <a:spcPts val="0"/>
              </a:spcBef>
              <a:spcAft>
                <a:spcPts val="600"/>
              </a:spcAft>
              <a:tabLst>
                <a:tab pos="717550" algn="l"/>
              </a:tabLst>
            </a:pPr>
            <a:endParaRPr lang="en-US" sz="180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 xmlns:a16="http://schemas.microsoft.com/office/drawing/2014/main" id="{AFCC4E51-AC37-420F-BBF9-742A5DE22B2B}"/>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444EEC7D-DDC0-496F-B299-91CBB6E91A8B}"/>
              </a:ext>
            </a:extLst>
          </p:cNvPr>
          <p:cNvSpPr>
            <a:spLocks noGrp="1"/>
          </p:cNvSpPr>
          <p:nvPr>
            <p:ph type="sldNum" sz="quarter" idx="12"/>
          </p:nvPr>
        </p:nvSpPr>
        <p:spPr/>
        <p:txBody>
          <a:bodyPr/>
          <a:lstStyle/>
          <a:p>
            <a:fld id="{F6AE7EA5-B71B-4031-9678-D796BB0CCF77}" type="slidenum">
              <a:rPr lang="en-US" smtClean="0"/>
              <a:pPr/>
              <a:t>10</a:t>
            </a:fld>
            <a:endParaRPr lang="en-US"/>
          </a:p>
        </p:txBody>
      </p:sp>
    </p:spTree>
    <p:extLst>
      <p:ext uri="{BB962C8B-B14F-4D97-AF65-F5344CB8AC3E}">
        <p14:creationId xmlns="" xmlns:p14="http://schemas.microsoft.com/office/powerpoint/2010/main" val="34709642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59EF10-CA20-472E-81C8-F19B03755B11}"/>
              </a:ext>
            </a:extLst>
          </p:cNvPr>
          <p:cNvSpPr>
            <a:spLocks noGrp="1"/>
          </p:cNvSpPr>
          <p:nvPr>
            <p:ph type="title"/>
          </p:nvPr>
        </p:nvSpPr>
        <p:spPr/>
        <p:txBody>
          <a:bodyPr>
            <a:normAutofit/>
          </a:bodyPr>
          <a:lstStyle/>
          <a:p>
            <a:pPr algn="ctr"/>
            <a:r>
              <a:rPr lang="en-US" sz="4800" b="1" dirty="0"/>
              <a:t>6. 5 </a:t>
            </a:r>
            <a:r>
              <a:rPr lang="en-US" sz="4800" b="1" dirty="0" err="1"/>
              <a:t>Ngành</a:t>
            </a:r>
            <a:r>
              <a:rPr lang="en-US" sz="4800" b="1" dirty="0"/>
              <a:t> </a:t>
            </a:r>
            <a:r>
              <a:rPr lang="en-US" sz="4800" b="1" dirty="0" err="1"/>
              <a:t>luật</a:t>
            </a:r>
            <a:r>
              <a:rPr lang="en-US" sz="4800" b="1" dirty="0"/>
              <a:t> </a:t>
            </a:r>
            <a:r>
              <a:rPr lang="en-US" sz="4800" b="1" dirty="0" err="1"/>
              <a:t>lao</a:t>
            </a:r>
            <a:r>
              <a:rPr lang="en-US" sz="4800" b="1" dirty="0"/>
              <a:t> </a:t>
            </a:r>
            <a:r>
              <a:rPr lang="en-US" sz="4800" b="1" dirty="0" err="1"/>
              <a:t>động</a:t>
            </a:r>
            <a:endParaRPr lang="en-US" sz="4800" b="1" dirty="0"/>
          </a:p>
        </p:txBody>
      </p:sp>
      <p:sp>
        <p:nvSpPr>
          <p:cNvPr id="3" name="Content Placeholder 2">
            <a:extLst>
              <a:ext uri="{FF2B5EF4-FFF2-40B4-BE49-F238E27FC236}">
                <a16:creationId xmlns="" xmlns:a16="http://schemas.microsoft.com/office/drawing/2014/main" id="{DA443660-9B18-4654-9CEF-93AA86F33E3D}"/>
              </a:ext>
            </a:extLst>
          </p:cNvPr>
          <p:cNvSpPr>
            <a:spLocks noGrp="1"/>
          </p:cNvSpPr>
          <p:nvPr>
            <p:ph idx="1"/>
          </p:nvPr>
        </p:nvSpPr>
        <p:spPr>
          <a:xfrm>
            <a:off x="1323975" y="2162175"/>
            <a:ext cx="8886825" cy="3963989"/>
          </a:xfrm>
        </p:spPr>
        <p:txBody>
          <a:bodyPr/>
          <a:lstStyle/>
          <a:p>
            <a:r>
              <a:rPr lang="en-US" sz="3200" b="1" dirty="0"/>
              <a:t>1. </a:t>
            </a:r>
            <a:r>
              <a:rPr lang="en-US" sz="3200" b="1" dirty="0" err="1"/>
              <a:t>Nguồn</a:t>
            </a:r>
            <a:r>
              <a:rPr lang="en-US" sz="3200" b="1" dirty="0"/>
              <a:t> </a:t>
            </a:r>
            <a:r>
              <a:rPr lang="en-US" sz="3200" b="1" dirty="0" err="1"/>
              <a:t>luật</a:t>
            </a:r>
            <a:r>
              <a:rPr lang="en-US" sz="3200" b="1" dirty="0"/>
              <a:t> </a:t>
            </a:r>
            <a:r>
              <a:rPr lang="en-US" sz="3200" b="1" dirty="0" err="1"/>
              <a:t>lao</a:t>
            </a:r>
            <a:r>
              <a:rPr lang="en-US" sz="3200" b="1" dirty="0"/>
              <a:t> </a:t>
            </a:r>
            <a:r>
              <a:rPr lang="en-US" sz="3200" b="1" dirty="0" err="1"/>
              <a:t>động</a:t>
            </a:r>
            <a:endParaRPr lang="en-US" sz="3200" b="1" dirty="0"/>
          </a:p>
          <a:p>
            <a:r>
              <a:rPr lang="en-US" sz="3200" b="1" dirty="0"/>
              <a:t>2. </a:t>
            </a:r>
            <a:r>
              <a:rPr lang="en-US" sz="3200" b="1" dirty="0" err="1"/>
              <a:t>Khái</a:t>
            </a:r>
            <a:r>
              <a:rPr lang="en-US" sz="3200" b="1" dirty="0"/>
              <a:t> </a:t>
            </a:r>
            <a:r>
              <a:rPr lang="en-US" sz="3200" b="1" dirty="0" err="1"/>
              <a:t>niệm</a:t>
            </a:r>
            <a:r>
              <a:rPr lang="en-US" sz="3200" b="1" dirty="0"/>
              <a:t>, </a:t>
            </a:r>
            <a:r>
              <a:rPr lang="en-US" sz="3200" b="1" dirty="0" err="1"/>
              <a:t>Đối</a:t>
            </a:r>
            <a:r>
              <a:rPr lang="en-US" sz="3200" b="1" dirty="0"/>
              <a:t> </a:t>
            </a:r>
            <a:r>
              <a:rPr lang="en-US" sz="3200" b="1" dirty="0" err="1"/>
              <a:t>tượng</a:t>
            </a:r>
            <a:r>
              <a:rPr lang="en-US" sz="3200" b="1" dirty="0"/>
              <a:t> </a:t>
            </a:r>
            <a:r>
              <a:rPr lang="en-US" sz="3200" b="1" dirty="0" err="1"/>
              <a:t>điều</a:t>
            </a:r>
            <a:r>
              <a:rPr lang="en-US" sz="3200" b="1" dirty="0"/>
              <a:t> </a:t>
            </a:r>
            <a:r>
              <a:rPr lang="en-US" sz="3200" b="1" dirty="0" err="1"/>
              <a:t>chỉnh</a:t>
            </a:r>
            <a:r>
              <a:rPr lang="en-US" sz="3200" b="1" dirty="0"/>
              <a:t> </a:t>
            </a:r>
            <a:r>
              <a:rPr lang="en-US" sz="3200" b="1" dirty="0" err="1"/>
              <a:t>của</a:t>
            </a:r>
            <a:r>
              <a:rPr lang="en-US" sz="3200" b="1" dirty="0"/>
              <a:t> </a:t>
            </a:r>
            <a:r>
              <a:rPr lang="en-US" sz="3200" b="1" dirty="0" err="1"/>
              <a:t>luật</a:t>
            </a:r>
            <a:r>
              <a:rPr lang="en-US" sz="3200" b="1" dirty="0"/>
              <a:t> </a:t>
            </a:r>
            <a:r>
              <a:rPr lang="en-US" sz="3200" b="1" dirty="0" err="1"/>
              <a:t>lao</a:t>
            </a:r>
            <a:r>
              <a:rPr lang="en-US" sz="3200" b="1" dirty="0"/>
              <a:t> </a:t>
            </a:r>
            <a:r>
              <a:rPr lang="en-US" sz="3200" b="1" dirty="0" err="1"/>
              <a:t>động</a:t>
            </a:r>
            <a:r>
              <a:rPr lang="en-US" sz="3200" b="1" dirty="0"/>
              <a:t>, </a:t>
            </a:r>
            <a:r>
              <a:rPr lang="en-US" sz="3200" b="1" dirty="0" err="1"/>
              <a:t>phương</a:t>
            </a:r>
            <a:r>
              <a:rPr lang="en-US" sz="3200" b="1" dirty="0"/>
              <a:t> </a:t>
            </a:r>
            <a:r>
              <a:rPr lang="en-US" sz="3200" b="1" dirty="0" err="1"/>
              <a:t>pháp</a:t>
            </a:r>
            <a:r>
              <a:rPr lang="en-US" sz="3200" b="1" dirty="0"/>
              <a:t> </a:t>
            </a:r>
            <a:r>
              <a:rPr lang="en-US" sz="3200" b="1" dirty="0" err="1"/>
              <a:t>điều</a:t>
            </a:r>
            <a:r>
              <a:rPr lang="en-US" sz="3200" b="1" dirty="0"/>
              <a:t> </a:t>
            </a:r>
            <a:r>
              <a:rPr lang="en-US" sz="3200" b="1" dirty="0" err="1"/>
              <a:t>chỉnh</a:t>
            </a:r>
            <a:endParaRPr lang="en-US" sz="3200" b="1" dirty="0"/>
          </a:p>
          <a:p>
            <a:r>
              <a:rPr lang="en-US" sz="3200" b="1" dirty="0"/>
              <a:t>3. </a:t>
            </a:r>
            <a:r>
              <a:rPr lang="en-US" sz="3200" b="1" dirty="0" err="1"/>
              <a:t>Các</a:t>
            </a:r>
            <a:r>
              <a:rPr lang="en-US" sz="3200" b="1" dirty="0"/>
              <a:t> </a:t>
            </a:r>
            <a:r>
              <a:rPr lang="en-US" sz="3200" b="1" dirty="0" err="1"/>
              <a:t>nguyên</a:t>
            </a:r>
            <a:r>
              <a:rPr lang="en-US" sz="3200" b="1" dirty="0"/>
              <a:t> </a:t>
            </a:r>
            <a:r>
              <a:rPr lang="en-US" sz="3200" b="1" dirty="0" err="1"/>
              <a:t>tắc</a:t>
            </a:r>
            <a:r>
              <a:rPr lang="en-US" sz="3200" b="1" dirty="0"/>
              <a:t> </a:t>
            </a:r>
            <a:r>
              <a:rPr lang="en-US" sz="3200" b="1" dirty="0" err="1"/>
              <a:t>của</a:t>
            </a:r>
            <a:r>
              <a:rPr lang="en-US" sz="3200" b="1" dirty="0"/>
              <a:t> </a:t>
            </a:r>
            <a:r>
              <a:rPr lang="en-US" sz="3200" b="1" dirty="0" err="1"/>
              <a:t>luật</a:t>
            </a:r>
            <a:r>
              <a:rPr lang="en-US" sz="3200" b="1" dirty="0"/>
              <a:t> </a:t>
            </a:r>
            <a:r>
              <a:rPr lang="en-US" sz="3200" b="1" dirty="0" err="1"/>
              <a:t>lao</a:t>
            </a:r>
            <a:r>
              <a:rPr lang="en-US" sz="3200" b="1" dirty="0"/>
              <a:t> </a:t>
            </a:r>
            <a:r>
              <a:rPr lang="en-US" sz="3200" b="1" dirty="0" err="1"/>
              <a:t>động</a:t>
            </a:r>
            <a:endParaRPr lang="en-US" sz="3200" b="1" dirty="0"/>
          </a:p>
          <a:p>
            <a:r>
              <a:rPr lang="en-US" sz="3200" b="1" dirty="0"/>
              <a:t>4. </a:t>
            </a:r>
            <a:r>
              <a:rPr lang="en-US" sz="3200" b="1" dirty="0" err="1"/>
              <a:t>Những</a:t>
            </a:r>
            <a:r>
              <a:rPr lang="en-US" sz="3200" b="1" dirty="0"/>
              <a:t> </a:t>
            </a:r>
            <a:r>
              <a:rPr lang="en-US" sz="3200" b="1" dirty="0" err="1"/>
              <a:t>nội</a:t>
            </a:r>
            <a:r>
              <a:rPr lang="en-US" sz="3200" b="1" dirty="0"/>
              <a:t> dung </a:t>
            </a:r>
            <a:r>
              <a:rPr lang="en-US" sz="3200" b="1" dirty="0" err="1"/>
              <a:t>cơ</a:t>
            </a:r>
            <a:r>
              <a:rPr lang="en-US" sz="3200" b="1" dirty="0"/>
              <a:t> </a:t>
            </a:r>
            <a:r>
              <a:rPr lang="en-US" sz="3200" b="1" dirty="0" err="1"/>
              <a:t>bản</a:t>
            </a:r>
            <a:r>
              <a:rPr lang="en-US" sz="3200" b="1" dirty="0"/>
              <a:t> </a:t>
            </a:r>
            <a:r>
              <a:rPr lang="en-US" sz="3200" b="1" dirty="0" err="1"/>
              <a:t>của</a:t>
            </a:r>
            <a:r>
              <a:rPr lang="en-US" sz="3200" b="1" dirty="0"/>
              <a:t> </a:t>
            </a:r>
            <a:r>
              <a:rPr lang="en-US" sz="3200" b="1" dirty="0" err="1"/>
              <a:t>luật</a:t>
            </a:r>
            <a:r>
              <a:rPr lang="en-US" sz="3200" b="1" dirty="0"/>
              <a:t> </a:t>
            </a:r>
            <a:r>
              <a:rPr lang="en-US" sz="3200" b="1" dirty="0" err="1"/>
              <a:t>lao</a:t>
            </a:r>
            <a:r>
              <a:rPr lang="en-US" sz="3200" b="1" dirty="0"/>
              <a:t> </a:t>
            </a:r>
            <a:r>
              <a:rPr lang="en-US" sz="3200" b="1" dirty="0" err="1"/>
              <a:t>động</a:t>
            </a:r>
            <a:endParaRPr lang="en-US" sz="3200" b="1" dirty="0"/>
          </a:p>
          <a:p>
            <a:pPr marL="0" indent="0">
              <a:buNone/>
            </a:pPr>
            <a:endParaRPr lang="en-US" dirty="0"/>
          </a:p>
        </p:txBody>
      </p:sp>
      <p:sp>
        <p:nvSpPr>
          <p:cNvPr id="4" name="Footer Placeholder 3">
            <a:extLst>
              <a:ext uri="{FF2B5EF4-FFF2-40B4-BE49-F238E27FC236}">
                <a16:creationId xmlns="" xmlns:a16="http://schemas.microsoft.com/office/drawing/2014/main" id="{62B7F899-7EC5-4930-A5D3-47F182D6D16F}"/>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E1AFD99E-60DA-4C55-B61D-EDEFA1EF6A01}"/>
              </a:ext>
            </a:extLst>
          </p:cNvPr>
          <p:cNvSpPr>
            <a:spLocks noGrp="1"/>
          </p:cNvSpPr>
          <p:nvPr>
            <p:ph type="sldNum" sz="quarter" idx="12"/>
          </p:nvPr>
        </p:nvSpPr>
        <p:spPr/>
        <p:txBody>
          <a:bodyPr/>
          <a:lstStyle/>
          <a:p>
            <a:fld id="{F6AE7EA5-B71B-4031-9678-D796BB0CCF77}" type="slidenum">
              <a:rPr lang="en-US" smtClean="0"/>
              <a:pPr/>
              <a:t>11</a:t>
            </a:fld>
            <a:endParaRPr lang="en-US"/>
          </a:p>
        </p:txBody>
      </p:sp>
    </p:spTree>
    <p:extLst>
      <p:ext uri="{BB962C8B-B14F-4D97-AF65-F5344CB8AC3E}">
        <p14:creationId xmlns="" xmlns:p14="http://schemas.microsoft.com/office/powerpoint/2010/main" val="32542069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9CF306-9AC8-4C8A-9DA6-E5F632004689}"/>
              </a:ext>
            </a:extLst>
          </p:cNvPr>
          <p:cNvSpPr>
            <a:spLocks noGrp="1"/>
          </p:cNvSpPr>
          <p:nvPr>
            <p:ph type="title"/>
          </p:nvPr>
        </p:nvSpPr>
        <p:spPr>
          <a:xfrm>
            <a:off x="1981200" y="274638"/>
            <a:ext cx="8991600" cy="547397"/>
          </a:xfrm>
        </p:spPr>
        <p:txBody>
          <a:bodyPr>
            <a:normAutofit fontScale="90000"/>
          </a:bodyPr>
          <a:lstStyle/>
          <a:p>
            <a:r>
              <a:rPr lang="en-US" dirty="0" err="1"/>
              <a:t>Nguồn</a:t>
            </a:r>
            <a:r>
              <a:rPr lang="en-US" dirty="0"/>
              <a:t> </a:t>
            </a:r>
            <a:r>
              <a:rPr lang="en-US" dirty="0" err="1"/>
              <a:t>luật</a:t>
            </a:r>
            <a:r>
              <a:rPr lang="en-US" dirty="0"/>
              <a:t> </a:t>
            </a:r>
            <a:r>
              <a:rPr lang="en-US" dirty="0" err="1"/>
              <a:t>điều</a:t>
            </a:r>
            <a:r>
              <a:rPr lang="en-US" dirty="0"/>
              <a:t> </a:t>
            </a:r>
            <a:r>
              <a:rPr lang="en-US" dirty="0" err="1"/>
              <a:t>chỉnh</a:t>
            </a:r>
            <a:r>
              <a:rPr lang="en-US" dirty="0"/>
              <a:t> </a:t>
            </a:r>
            <a:r>
              <a:rPr lang="en-US" dirty="0" err="1"/>
              <a:t>Luật</a:t>
            </a:r>
            <a:r>
              <a:rPr lang="en-US" dirty="0"/>
              <a:t> </a:t>
            </a:r>
            <a:r>
              <a:rPr lang="en-US" dirty="0" err="1"/>
              <a:t>lao</a:t>
            </a:r>
            <a:r>
              <a:rPr lang="en-US" dirty="0"/>
              <a:t> </a:t>
            </a:r>
            <a:r>
              <a:rPr lang="en-US" dirty="0" err="1" smtClean="0"/>
              <a:t>động</a:t>
            </a:r>
            <a:r>
              <a:rPr lang="en-US" dirty="0" smtClean="0"/>
              <a:t>: </a:t>
            </a:r>
            <a:r>
              <a:rPr lang="en-US" sz="3100" b="1" dirty="0" err="1" smtClean="0"/>
              <a:t>Bộ</a:t>
            </a:r>
            <a:r>
              <a:rPr lang="en-US" sz="3100" b="1" dirty="0" smtClean="0"/>
              <a:t> </a:t>
            </a:r>
            <a:r>
              <a:rPr lang="en-US" sz="3100" b="1" dirty="0" err="1" smtClean="0"/>
              <a:t>luật</a:t>
            </a:r>
            <a:r>
              <a:rPr lang="en-US" sz="3100" b="1" dirty="0" smtClean="0"/>
              <a:t> </a:t>
            </a:r>
            <a:r>
              <a:rPr lang="en-US" sz="3100" b="1" dirty="0" err="1" smtClean="0"/>
              <a:t>lao</a:t>
            </a:r>
            <a:r>
              <a:rPr lang="en-US" sz="3100" b="1" dirty="0" smtClean="0"/>
              <a:t> </a:t>
            </a:r>
            <a:r>
              <a:rPr lang="en-US" sz="3100" b="1" dirty="0" err="1" smtClean="0"/>
              <a:t>động</a:t>
            </a:r>
            <a:r>
              <a:rPr lang="en-US" sz="3100" b="1" dirty="0" smtClean="0"/>
              <a:t> 2019 </a:t>
            </a:r>
            <a:r>
              <a:rPr lang="en-US" sz="3100" b="1" dirty="0" err="1" smtClean="0"/>
              <a:t>với</a:t>
            </a:r>
            <a:r>
              <a:rPr lang="en-US" sz="3100" b="1" dirty="0" smtClean="0"/>
              <a:t> 220 </a:t>
            </a:r>
            <a:r>
              <a:rPr lang="en-US" sz="3100" b="1" dirty="0" err="1" smtClean="0"/>
              <a:t>điều</a:t>
            </a:r>
            <a:r>
              <a:rPr lang="en-US" sz="3100" b="1" dirty="0" smtClean="0"/>
              <a:t>.</a:t>
            </a:r>
            <a:r>
              <a:rPr lang="en-US" dirty="0" smtClean="0"/>
              <a:t/>
            </a:r>
            <a:br>
              <a:rPr lang="en-US" dirty="0" smtClean="0"/>
            </a:br>
            <a:endParaRPr lang="en-US" dirty="0"/>
          </a:p>
        </p:txBody>
      </p:sp>
      <p:sp>
        <p:nvSpPr>
          <p:cNvPr id="3" name="Content Placeholder 2">
            <a:extLst>
              <a:ext uri="{FF2B5EF4-FFF2-40B4-BE49-F238E27FC236}">
                <a16:creationId xmlns="" xmlns:a16="http://schemas.microsoft.com/office/drawing/2014/main" id="{7197266B-D685-4677-91ED-9402246988AE}"/>
              </a:ext>
            </a:extLst>
          </p:cNvPr>
          <p:cNvSpPr>
            <a:spLocks noGrp="1"/>
          </p:cNvSpPr>
          <p:nvPr>
            <p:ph idx="1"/>
          </p:nvPr>
        </p:nvSpPr>
        <p:spPr>
          <a:xfrm>
            <a:off x="1981200" y="762000"/>
            <a:ext cx="8229600" cy="5594350"/>
          </a:xfrm>
        </p:spPr>
        <p:txBody>
          <a:bodyPr>
            <a:normAutofit fontScale="62500" lnSpcReduction="20000"/>
          </a:bodyPr>
          <a:lstStyle/>
          <a:p>
            <a:r>
              <a:rPr lang="en-US" dirty="0" err="1" smtClean="0"/>
              <a:t>Chương</a:t>
            </a:r>
            <a:r>
              <a:rPr lang="en-US" dirty="0" smtClean="0"/>
              <a:t> </a:t>
            </a:r>
            <a:r>
              <a:rPr lang="en-US" dirty="0"/>
              <a:t>1. </a:t>
            </a:r>
            <a:r>
              <a:rPr lang="en-US" dirty="0" err="1"/>
              <a:t>Những</a:t>
            </a:r>
            <a:r>
              <a:rPr lang="en-US" dirty="0"/>
              <a:t> </a:t>
            </a:r>
            <a:r>
              <a:rPr lang="en-US" dirty="0" err="1"/>
              <a:t>quy</a:t>
            </a:r>
            <a:r>
              <a:rPr lang="en-US" dirty="0"/>
              <a:t> </a:t>
            </a:r>
            <a:r>
              <a:rPr lang="en-US" dirty="0" err="1"/>
              <a:t>định</a:t>
            </a:r>
            <a:r>
              <a:rPr lang="en-US" dirty="0"/>
              <a:t> </a:t>
            </a:r>
            <a:r>
              <a:rPr lang="en-US" dirty="0" err="1"/>
              <a:t>chung</a:t>
            </a:r>
            <a:endParaRPr lang="en-US" dirty="0"/>
          </a:p>
          <a:p>
            <a:r>
              <a:rPr lang="en-US" dirty="0" err="1"/>
              <a:t>Chương</a:t>
            </a:r>
            <a:r>
              <a:rPr lang="en-US" dirty="0"/>
              <a:t> 2.Việc </a:t>
            </a:r>
            <a:r>
              <a:rPr lang="en-US" dirty="0" err="1"/>
              <a:t>làm</a:t>
            </a:r>
            <a:r>
              <a:rPr lang="en-US" dirty="0"/>
              <a:t>, </a:t>
            </a:r>
            <a:r>
              <a:rPr lang="en-US" dirty="0" err="1"/>
              <a:t>tuyển</a:t>
            </a:r>
            <a:r>
              <a:rPr lang="en-US" dirty="0"/>
              <a:t> </a:t>
            </a:r>
            <a:r>
              <a:rPr lang="en-US" dirty="0" err="1"/>
              <a:t>dụng</a:t>
            </a:r>
            <a:r>
              <a:rPr lang="en-US" dirty="0"/>
              <a:t> </a:t>
            </a:r>
            <a:r>
              <a:rPr lang="en-US" dirty="0" err="1"/>
              <a:t>và</a:t>
            </a:r>
            <a:r>
              <a:rPr lang="en-US" dirty="0"/>
              <a:t> </a:t>
            </a:r>
            <a:r>
              <a:rPr lang="en-US" dirty="0" err="1"/>
              <a:t>quản</a:t>
            </a:r>
            <a:r>
              <a:rPr lang="en-US" dirty="0"/>
              <a:t> </a:t>
            </a:r>
            <a:r>
              <a:rPr lang="en-US" dirty="0" err="1"/>
              <a:t>lý</a:t>
            </a:r>
            <a:r>
              <a:rPr lang="en-US" dirty="0"/>
              <a:t> </a:t>
            </a:r>
            <a:r>
              <a:rPr lang="en-US" dirty="0" err="1"/>
              <a:t>lao</a:t>
            </a:r>
            <a:r>
              <a:rPr lang="en-US" dirty="0"/>
              <a:t> </a:t>
            </a:r>
            <a:r>
              <a:rPr lang="en-US" dirty="0" err="1"/>
              <a:t>động</a:t>
            </a:r>
            <a:endParaRPr lang="en-US" dirty="0"/>
          </a:p>
          <a:p>
            <a:r>
              <a:rPr lang="en-US" dirty="0" err="1"/>
              <a:t>Chương</a:t>
            </a:r>
            <a:r>
              <a:rPr lang="en-US" dirty="0"/>
              <a:t> 3.Hợp </a:t>
            </a:r>
            <a:r>
              <a:rPr lang="en-US" dirty="0" err="1"/>
              <a:t>đồng</a:t>
            </a:r>
            <a:r>
              <a:rPr lang="en-US" dirty="0"/>
              <a:t> </a:t>
            </a:r>
            <a:r>
              <a:rPr lang="en-US" dirty="0" err="1"/>
              <a:t>lao</a:t>
            </a:r>
            <a:r>
              <a:rPr lang="en-US" dirty="0"/>
              <a:t> </a:t>
            </a:r>
            <a:r>
              <a:rPr lang="en-US" dirty="0" err="1"/>
              <a:t>động</a:t>
            </a:r>
            <a:endParaRPr lang="en-US" dirty="0"/>
          </a:p>
          <a:p>
            <a:r>
              <a:rPr lang="en-US" dirty="0" err="1"/>
              <a:t>Chương</a:t>
            </a:r>
            <a:r>
              <a:rPr lang="en-US" dirty="0"/>
              <a:t> 4. </a:t>
            </a:r>
            <a:r>
              <a:rPr lang="en-US" dirty="0" err="1"/>
              <a:t>Giáo</a:t>
            </a:r>
            <a:r>
              <a:rPr lang="en-US" dirty="0"/>
              <a:t> </a:t>
            </a:r>
            <a:r>
              <a:rPr lang="en-US" dirty="0" err="1"/>
              <a:t>dục</a:t>
            </a:r>
            <a:r>
              <a:rPr lang="en-US" dirty="0"/>
              <a:t> </a:t>
            </a:r>
            <a:r>
              <a:rPr lang="en-US" dirty="0" err="1"/>
              <a:t>nghề</a:t>
            </a:r>
            <a:r>
              <a:rPr lang="en-US" dirty="0"/>
              <a:t> </a:t>
            </a:r>
            <a:r>
              <a:rPr lang="en-US" dirty="0" err="1"/>
              <a:t>nghiệp</a:t>
            </a:r>
            <a:r>
              <a:rPr lang="en-US" dirty="0"/>
              <a:t> </a:t>
            </a:r>
            <a:r>
              <a:rPr lang="en-US" dirty="0" err="1"/>
              <a:t>và</a:t>
            </a:r>
            <a:r>
              <a:rPr lang="en-US" dirty="0"/>
              <a:t> </a:t>
            </a:r>
            <a:r>
              <a:rPr lang="en-US" dirty="0" err="1"/>
              <a:t>phát</a:t>
            </a:r>
            <a:r>
              <a:rPr lang="en-US" dirty="0"/>
              <a:t> </a:t>
            </a:r>
            <a:r>
              <a:rPr lang="en-US" dirty="0" err="1"/>
              <a:t>triển</a:t>
            </a:r>
            <a:r>
              <a:rPr lang="en-US" dirty="0"/>
              <a:t> </a:t>
            </a:r>
            <a:r>
              <a:rPr lang="en-US" dirty="0" err="1"/>
              <a:t>kỹ</a:t>
            </a:r>
            <a:r>
              <a:rPr lang="en-US" dirty="0"/>
              <a:t> </a:t>
            </a:r>
            <a:r>
              <a:rPr lang="en-US" dirty="0" err="1"/>
              <a:t>năng</a:t>
            </a:r>
            <a:r>
              <a:rPr lang="en-US" dirty="0"/>
              <a:t> </a:t>
            </a:r>
            <a:r>
              <a:rPr lang="en-US" dirty="0" err="1"/>
              <a:t>nghề</a:t>
            </a:r>
            <a:endParaRPr lang="en-US" dirty="0"/>
          </a:p>
          <a:p>
            <a:r>
              <a:rPr lang="en-US" dirty="0" err="1"/>
              <a:t>Chương</a:t>
            </a:r>
            <a:r>
              <a:rPr lang="en-US" dirty="0"/>
              <a:t> 5. </a:t>
            </a:r>
            <a:r>
              <a:rPr lang="en-US" dirty="0" err="1"/>
              <a:t>Đối</a:t>
            </a:r>
            <a:r>
              <a:rPr lang="en-US" dirty="0"/>
              <a:t> </a:t>
            </a:r>
            <a:r>
              <a:rPr lang="en-US" dirty="0" err="1"/>
              <a:t>thoại</a:t>
            </a:r>
            <a:r>
              <a:rPr lang="en-US" dirty="0"/>
              <a:t> </a:t>
            </a:r>
            <a:r>
              <a:rPr lang="en-US" dirty="0" err="1"/>
              <a:t>nơi</a:t>
            </a:r>
            <a:r>
              <a:rPr lang="en-US" dirty="0"/>
              <a:t> </a:t>
            </a:r>
            <a:r>
              <a:rPr lang="en-US" dirty="0" err="1"/>
              <a:t>làm</a:t>
            </a:r>
            <a:r>
              <a:rPr lang="en-US" dirty="0"/>
              <a:t> </a:t>
            </a:r>
            <a:r>
              <a:rPr lang="en-US" dirty="0" err="1"/>
              <a:t>việc</a:t>
            </a:r>
            <a:r>
              <a:rPr lang="en-US" dirty="0"/>
              <a:t>, </a:t>
            </a:r>
            <a:r>
              <a:rPr lang="en-US" dirty="0" err="1"/>
              <a:t>thương</a:t>
            </a:r>
            <a:r>
              <a:rPr lang="en-US" dirty="0"/>
              <a:t> </a:t>
            </a:r>
            <a:r>
              <a:rPr lang="en-US" dirty="0" err="1"/>
              <a:t>lượng</a:t>
            </a:r>
            <a:r>
              <a:rPr lang="en-US" dirty="0"/>
              <a:t> </a:t>
            </a:r>
            <a:r>
              <a:rPr lang="en-US" dirty="0" err="1"/>
              <a:t>tập</a:t>
            </a:r>
            <a:r>
              <a:rPr lang="en-US" dirty="0"/>
              <a:t> </a:t>
            </a:r>
            <a:r>
              <a:rPr lang="en-US" dirty="0" err="1"/>
              <a:t>thể</a:t>
            </a:r>
            <a:r>
              <a:rPr lang="en-US" dirty="0"/>
              <a:t>, </a:t>
            </a:r>
            <a:r>
              <a:rPr lang="en-US" dirty="0" err="1"/>
              <a:t>thỏa</a:t>
            </a:r>
            <a:r>
              <a:rPr lang="en-US" dirty="0"/>
              <a:t> </a:t>
            </a:r>
            <a:r>
              <a:rPr lang="en-US" dirty="0" err="1"/>
              <a:t>ước</a:t>
            </a:r>
            <a:r>
              <a:rPr lang="en-US" dirty="0"/>
              <a:t> </a:t>
            </a:r>
            <a:r>
              <a:rPr lang="en-US" dirty="0" err="1"/>
              <a:t>lao</a:t>
            </a:r>
            <a:r>
              <a:rPr lang="en-US" dirty="0"/>
              <a:t> </a:t>
            </a:r>
            <a:r>
              <a:rPr lang="en-US" dirty="0" err="1"/>
              <a:t>động</a:t>
            </a:r>
            <a:r>
              <a:rPr lang="en-US" dirty="0"/>
              <a:t> </a:t>
            </a:r>
            <a:r>
              <a:rPr lang="en-US" dirty="0" err="1"/>
              <a:t>tập</a:t>
            </a:r>
            <a:r>
              <a:rPr lang="en-US" dirty="0"/>
              <a:t> </a:t>
            </a:r>
            <a:r>
              <a:rPr lang="en-US" dirty="0" err="1"/>
              <a:t>thể</a:t>
            </a:r>
            <a:endParaRPr lang="en-US" dirty="0"/>
          </a:p>
          <a:p>
            <a:r>
              <a:rPr lang="en-US" dirty="0" err="1"/>
              <a:t>Chương</a:t>
            </a:r>
            <a:r>
              <a:rPr lang="en-US" dirty="0"/>
              <a:t> 6. </a:t>
            </a:r>
            <a:r>
              <a:rPr lang="en-US" dirty="0" err="1"/>
              <a:t>Tiền</a:t>
            </a:r>
            <a:r>
              <a:rPr lang="en-US" dirty="0"/>
              <a:t> </a:t>
            </a:r>
            <a:r>
              <a:rPr lang="en-US" dirty="0" err="1"/>
              <a:t>lương</a:t>
            </a:r>
            <a:endParaRPr lang="en-US" dirty="0"/>
          </a:p>
          <a:p>
            <a:r>
              <a:rPr lang="en-US" dirty="0" err="1"/>
              <a:t>Chương</a:t>
            </a:r>
            <a:r>
              <a:rPr lang="en-US" dirty="0"/>
              <a:t> 7. </a:t>
            </a:r>
            <a:r>
              <a:rPr lang="en-US" dirty="0" err="1"/>
              <a:t>Thời</a:t>
            </a:r>
            <a:r>
              <a:rPr lang="en-US" dirty="0"/>
              <a:t> </a:t>
            </a:r>
            <a:r>
              <a:rPr lang="en-US" dirty="0" err="1"/>
              <a:t>giờ</a:t>
            </a:r>
            <a:r>
              <a:rPr lang="en-US" dirty="0"/>
              <a:t> </a:t>
            </a:r>
            <a:r>
              <a:rPr lang="en-US" dirty="0" err="1"/>
              <a:t>làm</a:t>
            </a:r>
            <a:r>
              <a:rPr lang="en-US" dirty="0"/>
              <a:t> </a:t>
            </a:r>
            <a:r>
              <a:rPr lang="en-US" dirty="0" err="1"/>
              <a:t>việc</a:t>
            </a:r>
            <a:r>
              <a:rPr lang="en-US" dirty="0"/>
              <a:t>, </a:t>
            </a:r>
            <a:r>
              <a:rPr lang="en-US" dirty="0" err="1"/>
              <a:t>thời</a:t>
            </a:r>
            <a:r>
              <a:rPr lang="en-US" dirty="0"/>
              <a:t> </a:t>
            </a:r>
            <a:r>
              <a:rPr lang="en-US" dirty="0" err="1"/>
              <a:t>giờ</a:t>
            </a:r>
            <a:r>
              <a:rPr lang="en-US" dirty="0"/>
              <a:t> </a:t>
            </a:r>
            <a:r>
              <a:rPr lang="en-US" dirty="0" err="1"/>
              <a:t>nghỉ</a:t>
            </a:r>
            <a:r>
              <a:rPr lang="en-US" dirty="0"/>
              <a:t> </a:t>
            </a:r>
            <a:r>
              <a:rPr lang="en-US" dirty="0" err="1"/>
              <a:t>ngơi</a:t>
            </a:r>
            <a:endParaRPr lang="en-US" dirty="0"/>
          </a:p>
          <a:p>
            <a:r>
              <a:rPr lang="en-US" dirty="0" err="1"/>
              <a:t>Chương</a:t>
            </a:r>
            <a:r>
              <a:rPr lang="en-US" dirty="0"/>
              <a:t> 8. </a:t>
            </a:r>
            <a:r>
              <a:rPr lang="en-US" dirty="0" err="1"/>
              <a:t>Kỷ</a:t>
            </a:r>
            <a:r>
              <a:rPr lang="en-US" dirty="0"/>
              <a:t> </a:t>
            </a:r>
            <a:r>
              <a:rPr lang="en-US" dirty="0" err="1"/>
              <a:t>luật</a:t>
            </a:r>
            <a:r>
              <a:rPr lang="en-US" dirty="0"/>
              <a:t> </a:t>
            </a:r>
            <a:r>
              <a:rPr lang="en-US" dirty="0" err="1"/>
              <a:t>lao</a:t>
            </a:r>
            <a:r>
              <a:rPr lang="en-US" dirty="0"/>
              <a:t> </a:t>
            </a:r>
            <a:r>
              <a:rPr lang="en-US" dirty="0" err="1"/>
              <a:t>động</a:t>
            </a:r>
            <a:r>
              <a:rPr lang="en-US" dirty="0"/>
              <a:t>, </a:t>
            </a:r>
            <a:r>
              <a:rPr lang="en-US" dirty="0" err="1"/>
              <a:t>trách</a:t>
            </a:r>
            <a:r>
              <a:rPr lang="en-US" dirty="0"/>
              <a:t> </a:t>
            </a:r>
            <a:r>
              <a:rPr lang="en-US" dirty="0" err="1"/>
              <a:t>nhiệm</a:t>
            </a:r>
            <a:r>
              <a:rPr lang="en-US" dirty="0"/>
              <a:t> </a:t>
            </a:r>
            <a:r>
              <a:rPr lang="en-US" dirty="0" err="1"/>
              <a:t>vật</a:t>
            </a:r>
            <a:r>
              <a:rPr lang="en-US" dirty="0"/>
              <a:t> </a:t>
            </a:r>
            <a:r>
              <a:rPr lang="en-US" dirty="0" err="1"/>
              <a:t>chất</a:t>
            </a:r>
            <a:endParaRPr lang="en-US" dirty="0"/>
          </a:p>
          <a:p>
            <a:r>
              <a:rPr lang="en-US" dirty="0" err="1"/>
              <a:t>Chương</a:t>
            </a:r>
            <a:r>
              <a:rPr lang="en-US" dirty="0"/>
              <a:t> 9. An </a:t>
            </a:r>
            <a:r>
              <a:rPr lang="en-US" dirty="0" err="1"/>
              <a:t>toàn</a:t>
            </a:r>
            <a:r>
              <a:rPr lang="en-US" dirty="0"/>
              <a:t>, </a:t>
            </a:r>
            <a:r>
              <a:rPr lang="en-US" dirty="0" err="1"/>
              <a:t>vệ</a:t>
            </a:r>
            <a:r>
              <a:rPr lang="en-US" dirty="0"/>
              <a:t> </a:t>
            </a:r>
            <a:r>
              <a:rPr lang="en-US" dirty="0" err="1"/>
              <a:t>sinh</a:t>
            </a:r>
            <a:r>
              <a:rPr lang="en-US" dirty="0"/>
              <a:t> </a:t>
            </a:r>
            <a:r>
              <a:rPr lang="en-US" dirty="0" err="1"/>
              <a:t>lao</a:t>
            </a:r>
            <a:r>
              <a:rPr lang="en-US" dirty="0"/>
              <a:t> </a:t>
            </a:r>
            <a:r>
              <a:rPr lang="en-US" dirty="0" err="1"/>
              <a:t>động</a:t>
            </a:r>
            <a:endParaRPr lang="en-US" dirty="0"/>
          </a:p>
          <a:p>
            <a:r>
              <a:rPr lang="en-US" dirty="0" err="1"/>
              <a:t>Chương</a:t>
            </a:r>
            <a:r>
              <a:rPr lang="en-US" dirty="0"/>
              <a:t> 10. </a:t>
            </a:r>
            <a:r>
              <a:rPr lang="en-US" dirty="0" err="1"/>
              <a:t>Những</a:t>
            </a:r>
            <a:r>
              <a:rPr lang="en-US" dirty="0"/>
              <a:t> </a:t>
            </a:r>
            <a:r>
              <a:rPr lang="en-US" dirty="0" err="1"/>
              <a:t>quy</a:t>
            </a:r>
            <a:r>
              <a:rPr lang="en-US" dirty="0"/>
              <a:t> </a:t>
            </a:r>
            <a:r>
              <a:rPr lang="en-US" dirty="0" err="1"/>
              <a:t>định</a:t>
            </a:r>
            <a:r>
              <a:rPr lang="en-US" dirty="0"/>
              <a:t> </a:t>
            </a:r>
            <a:r>
              <a:rPr lang="en-US" dirty="0" err="1"/>
              <a:t>riêng</a:t>
            </a:r>
            <a:r>
              <a:rPr lang="en-US" dirty="0"/>
              <a:t> </a:t>
            </a:r>
            <a:r>
              <a:rPr lang="en-US" dirty="0" err="1"/>
              <a:t>với</a:t>
            </a:r>
            <a:r>
              <a:rPr lang="en-US" dirty="0"/>
              <a:t> </a:t>
            </a:r>
            <a:r>
              <a:rPr lang="en-US" dirty="0" err="1"/>
              <a:t>lao</a:t>
            </a:r>
            <a:r>
              <a:rPr lang="en-US" dirty="0"/>
              <a:t> </a:t>
            </a:r>
            <a:r>
              <a:rPr lang="en-US" dirty="0" err="1"/>
              <a:t>động</a:t>
            </a:r>
            <a:r>
              <a:rPr lang="en-US" dirty="0"/>
              <a:t> </a:t>
            </a:r>
            <a:r>
              <a:rPr lang="en-US" dirty="0" err="1"/>
              <a:t>nữ</a:t>
            </a:r>
            <a:r>
              <a:rPr lang="en-US" dirty="0"/>
              <a:t> </a:t>
            </a:r>
            <a:r>
              <a:rPr lang="en-US" dirty="0" err="1"/>
              <a:t>và</a:t>
            </a:r>
            <a:r>
              <a:rPr lang="en-US" dirty="0"/>
              <a:t> </a:t>
            </a:r>
            <a:r>
              <a:rPr lang="en-US" dirty="0" err="1"/>
              <a:t>đảm</a:t>
            </a:r>
            <a:r>
              <a:rPr lang="en-US" dirty="0"/>
              <a:t> </a:t>
            </a:r>
            <a:r>
              <a:rPr lang="en-US" dirty="0" err="1"/>
              <a:t>bảo</a:t>
            </a:r>
            <a:r>
              <a:rPr lang="en-US" dirty="0"/>
              <a:t> </a:t>
            </a:r>
            <a:r>
              <a:rPr lang="en-US" dirty="0" err="1"/>
              <a:t>bình</a:t>
            </a:r>
            <a:r>
              <a:rPr lang="en-US" dirty="0"/>
              <a:t> </a:t>
            </a:r>
            <a:r>
              <a:rPr lang="en-US" dirty="0" err="1"/>
              <a:t>đẳng</a:t>
            </a:r>
            <a:r>
              <a:rPr lang="en-US" dirty="0"/>
              <a:t> </a:t>
            </a:r>
            <a:r>
              <a:rPr lang="en-US" dirty="0" err="1"/>
              <a:t>giới</a:t>
            </a:r>
            <a:endParaRPr lang="en-US" dirty="0"/>
          </a:p>
          <a:p>
            <a:r>
              <a:rPr lang="en-US" dirty="0" err="1"/>
              <a:t>Chương</a:t>
            </a:r>
            <a:r>
              <a:rPr lang="en-US" dirty="0"/>
              <a:t> 11. </a:t>
            </a:r>
            <a:r>
              <a:rPr lang="en-US" dirty="0" err="1"/>
              <a:t>Những</a:t>
            </a:r>
            <a:r>
              <a:rPr lang="en-US" dirty="0"/>
              <a:t> </a:t>
            </a:r>
            <a:r>
              <a:rPr lang="en-US" dirty="0" err="1"/>
              <a:t>quy</a:t>
            </a:r>
            <a:r>
              <a:rPr lang="en-US" dirty="0"/>
              <a:t> </a:t>
            </a:r>
            <a:r>
              <a:rPr lang="en-US" dirty="0" err="1"/>
              <a:t>định</a:t>
            </a:r>
            <a:r>
              <a:rPr lang="en-US" dirty="0"/>
              <a:t> </a:t>
            </a:r>
            <a:r>
              <a:rPr lang="en-US" dirty="0" err="1"/>
              <a:t>về</a:t>
            </a:r>
            <a:r>
              <a:rPr lang="en-US" dirty="0"/>
              <a:t> </a:t>
            </a:r>
            <a:r>
              <a:rPr lang="en-US" dirty="0" err="1"/>
              <a:t>lao</a:t>
            </a:r>
            <a:r>
              <a:rPr lang="en-US" dirty="0"/>
              <a:t> </a:t>
            </a:r>
            <a:r>
              <a:rPr lang="en-US" dirty="0" err="1"/>
              <a:t>động</a:t>
            </a:r>
            <a:r>
              <a:rPr lang="en-US" dirty="0"/>
              <a:t> </a:t>
            </a:r>
            <a:r>
              <a:rPr lang="en-US" dirty="0" err="1"/>
              <a:t>chưa</a:t>
            </a:r>
            <a:r>
              <a:rPr lang="en-US" dirty="0"/>
              <a:t> </a:t>
            </a:r>
            <a:r>
              <a:rPr lang="en-US" dirty="0" err="1"/>
              <a:t>thành</a:t>
            </a:r>
            <a:r>
              <a:rPr lang="en-US" dirty="0"/>
              <a:t> </a:t>
            </a:r>
            <a:r>
              <a:rPr lang="en-US" dirty="0" err="1"/>
              <a:t>niên</a:t>
            </a:r>
            <a:r>
              <a:rPr lang="en-US" dirty="0"/>
              <a:t> </a:t>
            </a:r>
            <a:r>
              <a:rPr lang="en-US" dirty="0" err="1"/>
              <a:t>và</a:t>
            </a:r>
            <a:r>
              <a:rPr lang="en-US" dirty="0"/>
              <a:t> </a:t>
            </a:r>
            <a:r>
              <a:rPr lang="en-US" dirty="0" err="1"/>
              <a:t>những</a:t>
            </a:r>
            <a:r>
              <a:rPr lang="en-US" dirty="0"/>
              <a:t> </a:t>
            </a:r>
            <a:r>
              <a:rPr lang="en-US" dirty="0" err="1"/>
              <a:t>lao</a:t>
            </a:r>
            <a:r>
              <a:rPr lang="en-US" dirty="0"/>
              <a:t> </a:t>
            </a:r>
            <a:r>
              <a:rPr lang="en-US" dirty="0" err="1"/>
              <a:t>động</a:t>
            </a:r>
            <a:r>
              <a:rPr lang="en-US" dirty="0"/>
              <a:t> </a:t>
            </a:r>
            <a:r>
              <a:rPr lang="en-US" dirty="0" err="1"/>
              <a:t>khác</a:t>
            </a:r>
            <a:endParaRPr lang="en-US" dirty="0"/>
          </a:p>
          <a:p>
            <a:r>
              <a:rPr lang="en-US" dirty="0" err="1"/>
              <a:t>Chương</a:t>
            </a:r>
            <a:r>
              <a:rPr lang="en-US" dirty="0"/>
              <a:t> 12. </a:t>
            </a:r>
            <a:r>
              <a:rPr lang="en-US" dirty="0" err="1"/>
              <a:t>Bảo</a:t>
            </a:r>
            <a:r>
              <a:rPr lang="en-US" dirty="0"/>
              <a:t> </a:t>
            </a:r>
            <a:r>
              <a:rPr lang="en-US" dirty="0" err="1"/>
              <a:t>hiểm</a:t>
            </a:r>
            <a:r>
              <a:rPr lang="en-US" dirty="0"/>
              <a:t> </a:t>
            </a:r>
            <a:r>
              <a:rPr lang="en-US" dirty="0" err="1"/>
              <a:t>xã</a:t>
            </a:r>
            <a:r>
              <a:rPr lang="en-US" dirty="0"/>
              <a:t> </a:t>
            </a:r>
            <a:r>
              <a:rPr lang="en-US" dirty="0" err="1"/>
              <a:t>hội</a:t>
            </a:r>
            <a:r>
              <a:rPr lang="en-US" dirty="0"/>
              <a:t>, </a:t>
            </a:r>
            <a:r>
              <a:rPr lang="en-US" dirty="0" err="1"/>
              <a:t>bảo</a:t>
            </a:r>
            <a:r>
              <a:rPr lang="en-US" dirty="0"/>
              <a:t> </a:t>
            </a:r>
            <a:r>
              <a:rPr lang="en-US" dirty="0" err="1"/>
              <a:t>hiểm</a:t>
            </a:r>
            <a:r>
              <a:rPr lang="en-US" dirty="0"/>
              <a:t> y </a:t>
            </a:r>
            <a:r>
              <a:rPr lang="en-US" dirty="0" err="1"/>
              <a:t>tế</a:t>
            </a:r>
            <a:r>
              <a:rPr lang="en-US" dirty="0"/>
              <a:t>, </a:t>
            </a:r>
            <a:r>
              <a:rPr lang="en-US" dirty="0" err="1"/>
              <a:t>bảo</a:t>
            </a:r>
            <a:r>
              <a:rPr lang="en-US" dirty="0"/>
              <a:t> </a:t>
            </a:r>
            <a:r>
              <a:rPr lang="en-US" dirty="0" err="1"/>
              <a:t>hiểm</a:t>
            </a:r>
            <a:r>
              <a:rPr lang="en-US" dirty="0"/>
              <a:t> </a:t>
            </a:r>
            <a:r>
              <a:rPr lang="en-US" dirty="0" err="1"/>
              <a:t>thất</a:t>
            </a:r>
            <a:r>
              <a:rPr lang="en-US" dirty="0"/>
              <a:t> </a:t>
            </a:r>
            <a:r>
              <a:rPr lang="en-US" dirty="0" err="1"/>
              <a:t>nghiệp</a:t>
            </a:r>
            <a:endParaRPr lang="en-US" dirty="0"/>
          </a:p>
          <a:p>
            <a:r>
              <a:rPr lang="en-US" dirty="0" err="1"/>
              <a:t>Chương</a:t>
            </a:r>
            <a:r>
              <a:rPr lang="en-US" dirty="0"/>
              <a:t> 13. </a:t>
            </a:r>
            <a:r>
              <a:rPr lang="en-US" dirty="0" err="1"/>
              <a:t>Tổ</a:t>
            </a:r>
            <a:r>
              <a:rPr lang="en-US" dirty="0"/>
              <a:t> </a:t>
            </a:r>
            <a:r>
              <a:rPr lang="en-US" dirty="0" err="1"/>
              <a:t>chức</a:t>
            </a:r>
            <a:r>
              <a:rPr lang="en-US" dirty="0"/>
              <a:t> </a:t>
            </a:r>
            <a:r>
              <a:rPr lang="en-US" dirty="0" err="1"/>
              <a:t>đại</a:t>
            </a:r>
            <a:r>
              <a:rPr lang="en-US" dirty="0"/>
              <a:t> </a:t>
            </a:r>
            <a:r>
              <a:rPr lang="en-US" dirty="0" err="1"/>
              <a:t>diện</a:t>
            </a:r>
            <a:r>
              <a:rPr lang="en-US" dirty="0"/>
              <a:t> </a:t>
            </a:r>
            <a:r>
              <a:rPr lang="en-US" dirty="0" err="1"/>
              <a:t>lao</a:t>
            </a:r>
            <a:r>
              <a:rPr lang="en-US" dirty="0"/>
              <a:t> </a:t>
            </a:r>
            <a:r>
              <a:rPr lang="en-US" dirty="0" err="1"/>
              <a:t>động</a:t>
            </a:r>
            <a:r>
              <a:rPr lang="en-US" dirty="0"/>
              <a:t> </a:t>
            </a:r>
            <a:r>
              <a:rPr lang="en-US" dirty="0" err="1"/>
              <a:t>tại</a:t>
            </a:r>
            <a:r>
              <a:rPr lang="en-US" dirty="0"/>
              <a:t> </a:t>
            </a:r>
            <a:r>
              <a:rPr lang="en-US" dirty="0" err="1"/>
              <a:t>cơ</a:t>
            </a:r>
            <a:r>
              <a:rPr lang="en-US" dirty="0"/>
              <a:t> </a:t>
            </a:r>
            <a:r>
              <a:rPr lang="en-US" dirty="0" err="1"/>
              <a:t>sở</a:t>
            </a:r>
            <a:endParaRPr lang="en-US" dirty="0"/>
          </a:p>
          <a:p>
            <a:r>
              <a:rPr lang="en-US" dirty="0" err="1"/>
              <a:t>Chương</a:t>
            </a:r>
            <a:r>
              <a:rPr lang="en-US" dirty="0"/>
              <a:t> 14. </a:t>
            </a:r>
            <a:r>
              <a:rPr lang="en-US" dirty="0" err="1"/>
              <a:t>Giải</a:t>
            </a:r>
            <a:r>
              <a:rPr lang="en-US" dirty="0"/>
              <a:t> </a:t>
            </a:r>
            <a:r>
              <a:rPr lang="en-US" dirty="0" err="1"/>
              <a:t>quyết</a:t>
            </a:r>
            <a:r>
              <a:rPr lang="en-US" dirty="0"/>
              <a:t> </a:t>
            </a:r>
            <a:r>
              <a:rPr lang="en-US" dirty="0" err="1"/>
              <a:t>tranh</a:t>
            </a:r>
            <a:r>
              <a:rPr lang="en-US" dirty="0"/>
              <a:t> </a:t>
            </a:r>
            <a:r>
              <a:rPr lang="en-US" dirty="0" err="1"/>
              <a:t>chấp</a:t>
            </a:r>
            <a:r>
              <a:rPr lang="en-US" dirty="0"/>
              <a:t> </a:t>
            </a:r>
            <a:r>
              <a:rPr lang="en-US" dirty="0" err="1"/>
              <a:t>lao</a:t>
            </a:r>
            <a:r>
              <a:rPr lang="en-US" dirty="0"/>
              <a:t> </a:t>
            </a:r>
            <a:r>
              <a:rPr lang="en-US" dirty="0" err="1"/>
              <a:t>động</a:t>
            </a:r>
            <a:endParaRPr lang="en-US" dirty="0"/>
          </a:p>
          <a:p>
            <a:r>
              <a:rPr lang="en-US" dirty="0" err="1"/>
              <a:t>Chương</a:t>
            </a:r>
            <a:r>
              <a:rPr lang="en-US" dirty="0"/>
              <a:t> 15. </a:t>
            </a:r>
            <a:r>
              <a:rPr lang="en-US" dirty="0" err="1"/>
              <a:t>Quản</a:t>
            </a:r>
            <a:r>
              <a:rPr lang="en-US" dirty="0"/>
              <a:t> </a:t>
            </a:r>
            <a:r>
              <a:rPr lang="en-US" dirty="0" err="1"/>
              <a:t>lý</a:t>
            </a:r>
            <a:r>
              <a:rPr lang="en-US" dirty="0"/>
              <a:t> </a:t>
            </a:r>
            <a:r>
              <a:rPr lang="en-US" dirty="0" err="1"/>
              <a:t>nhà</a:t>
            </a:r>
            <a:r>
              <a:rPr lang="en-US" dirty="0"/>
              <a:t> </a:t>
            </a:r>
            <a:r>
              <a:rPr lang="en-US" dirty="0" err="1"/>
              <a:t>nước</a:t>
            </a:r>
            <a:r>
              <a:rPr lang="en-US" dirty="0"/>
              <a:t> </a:t>
            </a:r>
            <a:r>
              <a:rPr lang="en-US" dirty="0" err="1"/>
              <a:t>về</a:t>
            </a:r>
            <a:r>
              <a:rPr lang="en-US" dirty="0"/>
              <a:t> </a:t>
            </a:r>
            <a:r>
              <a:rPr lang="en-US" dirty="0" err="1"/>
              <a:t>lao</a:t>
            </a:r>
            <a:r>
              <a:rPr lang="en-US" dirty="0"/>
              <a:t> </a:t>
            </a:r>
            <a:r>
              <a:rPr lang="en-US" dirty="0" err="1"/>
              <a:t>động</a:t>
            </a:r>
            <a:endParaRPr lang="en-US" dirty="0"/>
          </a:p>
          <a:p>
            <a:r>
              <a:rPr lang="en-US" dirty="0" err="1"/>
              <a:t>Chương</a:t>
            </a:r>
            <a:r>
              <a:rPr lang="en-US" dirty="0"/>
              <a:t> 16. Thanh </a:t>
            </a:r>
            <a:r>
              <a:rPr lang="en-US" dirty="0" err="1"/>
              <a:t>tra</a:t>
            </a:r>
            <a:r>
              <a:rPr lang="en-US" dirty="0"/>
              <a:t> </a:t>
            </a:r>
            <a:r>
              <a:rPr lang="en-US" dirty="0" err="1"/>
              <a:t>lao</a:t>
            </a:r>
            <a:r>
              <a:rPr lang="en-US" dirty="0"/>
              <a:t> </a:t>
            </a:r>
            <a:r>
              <a:rPr lang="en-US" dirty="0" err="1"/>
              <a:t>động</a:t>
            </a:r>
            <a:r>
              <a:rPr lang="en-US" dirty="0"/>
              <a:t>, </a:t>
            </a:r>
            <a:r>
              <a:rPr lang="en-US" dirty="0" err="1"/>
              <a:t>xử</a:t>
            </a:r>
            <a:r>
              <a:rPr lang="en-US" dirty="0"/>
              <a:t> </a:t>
            </a:r>
            <a:r>
              <a:rPr lang="en-US" dirty="0" err="1"/>
              <a:t>lý</a:t>
            </a:r>
            <a:r>
              <a:rPr lang="en-US" dirty="0"/>
              <a:t> vi </a:t>
            </a:r>
            <a:r>
              <a:rPr lang="en-US" dirty="0" err="1"/>
              <a:t>phạm</a:t>
            </a:r>
            <a:r>
              <a:rPr lang="en-US" dirty="0"/>
              <a:t> </a:t>
            </a:r>
            <a:r>
              <a:rPr lang="en-US" dirty="0" err="1"/>
              <a:t>pháp</a:t>
            </a:r>
            <a:r>
              <a:rPr lang="en-US" dirty="0"/>
              <a:t> </a:t>
            </a:r>
            <a:r>
              <a:rPr lang="en-US" dirty="0" err="1"/>
              <a:t>luật</a:t>
            </a:r>
            <a:r>
              <a:rPr lang="en-US" dirty="0"/>
              <a:t> </a:t>
            </a:r>
            <a:r>
              <a:rPr lang="en-US" dirty="0" err="1"/>
              <a:t>về</a:t>
            </a:r>
            <a:r>
              <a:rPr lang="en-US" dirty="0"/>
              <a:t> </a:t>
            </a:r>
            <a:r>
              <a:rPr lang="en-US" dirty="0" err="1"/>
              <a:t>lao</a:t>
            </a:r>
            <a:r>
              <a:rPr lang="en-US" dirty="0"/>
              <a:t> </a:t>
            </a:r>
            <a:r>
              <a:rPr lang="en-US" dirty="0" err="1"/>
              <a:t>động</a:t>
            </a:r>
            <a:endParaRPr lang="en-US" dirty="0"/>
          </a:p>
          <a:p>
            <a:r>
              <a:rPr lang="en-US" dirty="0" err="1"/>
              <a:t>Chương</a:t>
            </a:r>
            <a:r>
              <a:rPr lang="en-US" dirty="0"/>
              <a:t> 17.  </a:t>
            </a:r>
            <a:r>
              <a:rPr lang="en-US" dirty="0" err="1"/>
              <a:t>Điều</a:t>
            </a:r>
            <a:r>
              <a:rPr lang="en-US" dirty="0"/>
              <a:t> </a:t>
            </a:r>
            <a:r>
              <a:rPr lang="en-US" dirty="0" err="1"/>
              <a:t>khoản</a:t>
            </a:r>
            <a:r>
              <a:rPr lang="en-US" dirty="0"/>
              <a:t> </a:t>
            </a:r>
            <a:r>
              <a:rPr lang="en-US" dirty="0" err="1"/>
              <a:t>thi</a:t>
            </a:r>
            <a:r>
              <a:rPr lang="en-US" dirty="0"/>
              <a:t> </a:t>
            </a:r>
            <a:r>
              <a:rPr lang="en-US" dirty="0" err="1"/>
              <a:t>hành</a:t>
            </a:r>
            <a:endParaRPr lang="en-US" dirty="0"/>
          </a:p>
          <a:p>
            <a:endParaRPr lang="en-US" dirty="0"/>
          </a:p>
          <a:p>
            <a:endParaRPr lang="en-US" dirty="0"/>
          </a:p>
        </p:txBody>
      </p:sp>
      <p:sp>
        <p:nvSpPr>
          <p:cNvPr id="4" name="Footer Placeholder 3">
            <a:extLst>
              <a:ext uri="{FF2B5EF4-FFF2-40B4-BE49-F238E27FC236}">
                <a16:creationId xmlns="" xmlns:a16="http://schemas.microsoft.com/office/drawing/2014/main" id="{1B8041AE-3771-4DDE-9856-785892D546B9}"/>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541696FB-9FE6-4CA2-B72E-59CEBE72E557}"/>
              </a:ext>
            </a:extLst>
          </p:cNvPr>
          <p:cNvSpPr>
            <a:spLocks noGrp="1"/>
          </p:cNvSpPr>
          <p:nvPr>
            <p:ph type="sldNum" sz="quarter" idx="12"/>
          </p:nvPr>
        </p:nvSpPr>
        <p:spPr/>
        <p:txBody>
          <a:bodyPr/>
          <a:lstStyle/>
          <a:p>
            <a:fld id="{F6AE7EA5-B71B-4031-9678-D796BB0CCF77}" type="slidenum">
              <a:rPr lang="en-US" smtClean="0"/>
              <a:pPr/>
              <a:t>12</a:t>
            </a:fld>
            <a:endParaRPr lang="en-US"/>
          </a:p>
        </p:txBody>
      </p:sp>
    </p:spTree>
    <p:extLst>
      <p:ext uri="{BB962C8B-B14F-4D97-AF65-F5344CB8AC3E}">
        <p14:creationId xmlns="" xmlns:p14="http://schemas.microsoft.com/office/powerpoint/2010/main" val="10136237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D3B29A-D6D0-42C5-A428-1A2C55AB3288}"/>
              </a:ext>
            </a:extLst>
          </p:cNvPr>
          <p:cNvSpPr>
            <a:spLocks noGrp="1"/>
          </p:cNvSpPr>
          <p:nvPr>
            <p:ph type="title"/>
          </p:nvPr>
        </p:nvSpPr>
        <p:spPr>
          <a:xfrm>
            <a:off x="1981200" y="274638"/>
            <a:ext cx="8229600" cy="792162"/>
          </a:xfrm>
        </p:spPr>
        <p:txBody>
          <a:bodyPr>
            <a:normAutofit fontScale="90000"/>
          </a:bodyPr>
          <a:lstStyle/>
          <a:p>
            <a:pPr algn="just"/>
            <a:r>
              <a:rPr lang="en-US" sz="3600" dirty="0"/>
              <a:t>2. </a:t>
            </a:r>
            <a:r>
              <a:rPr lang="en-US" sz="3600" dirty="0" err="1"/>
              <a:t>Khái</a:t>
            </a:r>
            <a:r>
              <a:rPr lang="en-US" sz="3600" dirty="0"/>
              <a:t> </a:t>
            </a:r>
            <a:r>
              <a:rPr lang="en-US" sz="3600" dirty="0" err="1"/>
              <a:t>niệm</a:t>
            </a:r>
            <a:r>
              <a:rPr lang="en-US" sz="3600" dirty="0"/>
              <a:t>; </a:t>
            </a:r>
            <a:r>
              <a:rPr lang="en-US" sz="3600" dirty="0" err="1"/>
              <a:t>Đối</a:t>
            </a:r>
            <a:r>
              <a:rPr lang="en-US" sz="3600" dirty="0"/>
              <a:t> </a:t>
            </a:r>
            <a:r>
              <a:rPr lang="en-US" sz="3600" dirty="0" err="1"/>
              <a:t>tượng</a:t>
            </a:r>
            <a:r>
              <a:rPr lang="en-US" sz="3600" dirty="0"/>
              <a:t> </a:t>
            </a:r>
            <a:r>
              <a:rPr lang="en-US" sz="3600" dirty="0" err="1"/>
              <a:t>điều</a:t>
            </a:r>
            <a:r>
              <a:rPr lang="en-US" sz="3600" dirty="0"/>
              <a:t> </a:t>
            </a:r>
            <a:r>
              <a:rPr lang="en-US" sz="3600" dirty="0" err="1"/>
              <a:t>chỉnh</a:t>
            </a:r>
            <a:r>
              <a:rPr lang="en-US" sz="3600" dirty="0"/>
              <a:t> </a:t>
            </a:r>
            <a:r>
              <a:rPr lang="en-US" sz="3600" dirty="0" err="1"/>
              <a:t>của</a:t>
            </a:r>
            <a:r>
              <a:rPr lang="en-US" sz="3600" dirty="0"/>
              <a:t> </a:t>
            </a:r>
            <a:r>
              <a:rPr lang="en-US" sz="3600" dirty="0" err="1"/>
              <a:t>luật</a:t>
            </a:r>
            <a:r>
              <a:rPr lang="en-US" sz="3600" dirty="0"/>
              <a:t> </a:t>
            </a:r>
            <a:r>
              <a:rPr lang="en-US" sz="3600" dirty="0" err="1"/>
              <a:t>lao</a:t>
            </a:r>
            <a:r>
              <a:rPr lang="en-US" sz="3600" dirty="0"/>
              <a:t> </a:t>
            </a:r>
            <a:r>
              <a:rPr lang="en-US" sz="3600" dirty="0" err="1"/>
              <a:t>động</a:t>
            </a:r>
            <a:r>
              <a:rPr lang="en-US" sz="3600" dirty="0"/>
              <a:t>: </a:t>
            </a:r>
            <a:r>
              <a:rPr lang="en-US" sz="3600" dirty="0" err="1"/>
              <a:t>Phương</a:t>
            </a:r>
            <a:r>
              <a:rPr lang="en-US" sz="3600" dirty="0"/>
              <a:t> </a:t>
            </a:r>
            <a:r>
              <a:rPr lang="en-US" sz="3600" dirty="0" err="1"/>
              <a:t>pháp</a:t>
            </a:r>
            <a:r>
              <a:rPr lang="en-US" sz="3600" dirty="0"/>
              <a:t> </a:t>
            </a:r>
            <a:r>
              <a:rPr lang="en-US" sz="3600" dirty="0" err="1"/>
              <a:t>điều</a:t>
            </a:r>
            <a:r>
              <a:rPr lang="en-US" sz="3600" dirty="0"/>
              <a:t> </a:t>
            </a:r>
            <a:r>
              <a:rPr lang="en-US" sz="3600" dirty="0" err="1"/>
              <a:t>chỉnh</a:t>
            </a:r>
            <a:r>
              <a:rPr lang="en-US" sz="3600" dirty="0"/>
              <a:t> </a:t>
            </a:r>
          </a:p>
        </p:txBody>
      </p:sp>
      <p:sp>
        <p:nvSpPr>
          <p:cNvPr id="3" name="Content Placeholder 2">
            <a:extLst>
              <a:ext uri="{FF2B5EF4-FFF2-40B4-BE49-F238E27FC236}">
                <a16:creationId xmlns="" xmlns:a16="http://schemas.microsoft.com/office/drawing/2014/main" id="{FED6EB2A-9205-4618-8567-44649AE810AF}"/>
              </a:ext>
            </a:extLst>
          </p:cNvPr>
          <p:cNvSpPr>
            <a:spLocks noGrp="1"/>
          </p:cNvSpPr>
          <p:nvPr>
            <p:ph idx="1"/>
          </p:nvPr>
        </p:nvSpPr>
        <p:spPr>
          <a:xfrm>
            <a:off x="1981200" y="1447800"/>
            <a:ext cx="8458200" cy="5135562"/>
          </a:xfrm>
        </p:spPr>
        <p:txBody>
          <a:bodyPr>
            <a:normAutofit fontScale="92500" lnSpcReduction="20000"/>
          </a:bodyPr>
          <a:lstStyle/>
          <a:p>
            <a:r>
              <a:rPr lang="en-US" dirty="0" err="1"/>
              <a:t>Ngành</a:t>
            </a:r>
            <a:r>
              <a:rPr lang="en-US" dirty="0"/>
              <a:t> </a:t>
            </a:r>
            <a:r>
              <a:rPr lang="en-US" dirty="0" err="1"/>
              <a:t>luật</a:t>
            </a:r>
            <a:r>
              <a:rPr lang="en-US" dirty="0"/>
              <a:t> </a:t>
            </a:r>
            <a:r>
              <a:rPr lang="en-US" dirty="0" err="1"/>
              <a:t>lao</a:t>
            </a:r>
            <a:r>
              <a:rPr lang="en-US" dirty="0"/>
              <a:t> </a:t>
            </a:r>
            <a:r>
              <a:rPr lang="en-US" dirty="0" err="1"/>
              <a:t>động</a:t>
            </a:r>
            <a:r>
              <a:rPr lang="en-US" dirty="0"/>
              <a:t> </a:t>
            </a:r>
            <a:r>
              <a:rPr lang="en-US" dirty="0" err="1"/>
              <a:t>là</a:t>
            </a:r>
            <a:r>
              <a:rPr lang="en-US" dirty="0"/>
              <a:t> </a:t>
            </a:r>
            <a:r>
              <a:rPr lang="en-US" dirty="0" err="1"/>
              <a:t>tổng</a:t>
            </a:r>
            <a:r>
              <a:rPr lang="en-US" dirty="0"/>
              <a:t> </a:t>
            </a:r>
            <a:r>
              <a:rPr lang="en-US" dirty="0" err="1"/>
              <a:t>thể</a:t>
            </a:r>
            <a:r>
              <a:rPr lang="en-US" dirty="0"/>
              <a:t> </a:t>
            </a:r>
            <a:r>
              <a:rPr lang="en-US" dirty="0" err="1"/>
              <a:t>các</a:t>
            </a:r>
            <a:r>
              <a:rPr lang="en-US" dirty="0"/>
              <a:t> </a:t>
            </a:r>
            <a:r>
              <a:rPr lang="en-US" dirty="0" err="1"/>
              <a:t>quy</a:t>
            </a:r>
            <a:r>
              <a:rPr lang="en-US" dirty="0"/>
              <a:t> </a:t>
            </a:r>
            <a:r>
              <a:rPr lang="en-US" dirty="0" err="1"/>
              <a:t>phạm</a:t>
            </a:r>
            <a:r>
              <a:rPr lang="en-US" dirty="0"/>
              <a:t> </a:t>
            </a:r>
            <a:r>
              <a:rPr lang="en-US" dirty="0" err="1"/>
              <a:t>pháp</a:t>
            </a:r>
            <a:r>
              <a:rPr lang="en-US" dirty="0"/>
              <a:t> </a:t>
            </a:r>
            <a:r>
              <a:rPr lang="en-US" dirty="0" err="1"/>
              <a:t>luật</a:t>
            </a:r>
            <a:r>
              <a:rPr lang="en-US" dirty="0"/>
              <a:t> </a:t>
            </a:r>
            <a:r>
              <a:rPr lang="en-US" dirty="0" err="1"/>
              <a:t>điều</a:t>
            </a:r>
            <a:r>
              <a:rPr lang="en-US" dirty="0"/>
              <a:t> </a:t>
            </a:r>
            <a:r>
              <a:rPr lang="en-US" dirty="0" err="1"/>
              <a:t>chỉnh</a:t>
            </a:r>
            <a:r>
              <a:rPr lang="en-US" dirty="0"/>
              <a:t> </a:t>
            </a:r>
            <a:r>
              <a:rPr lang="en-US" dirty="0" err="1"/>
              <a:t>các</a:t>
            </a:r>
            <a:r>
              <a:rPr lang="en-US" dirty="0"/>
              <a:t> </a:t>
            </a:r>
            <a:r>
              <a:rPr lang="en-US" dirty="0" err="1"/>
              <a:t>quan</a:t>
            </a:r>
            <a:r>
              <a:rPr lang="en-US" dirty="0"/>
              <a:t> </a:t>
            </a:r>
            <a:r>
              <a:rPr lang="en-US" dirty="0" err="1"/>
              <a:t>hệ</a:t>
            </a:r>
            <a:r>
              <a:rPr lang="en-US" dirty="0"/>
              <a:t> </a:t>
            </a:r>
            <a:r>
              <a:rPr lang="en-US" dirty="0" err="1"/>
              <a:t>xã</a:t>
            </a:r>
            <a:r>
              <a:rPr lang="en-US" dirty="0"/>
              <a:t> </a:t>
            </a:r>
            <a:r>
              <a:rPr lang="en-US" dirty="0" err="1"/>
              <a:t>hội</a:t>
            </a:r>
            <a:r>
              <a:rPr lang="en-US" dirty="0"/>
              <a:t> </a:t>
            </a:r>
            <a:r>
              <a:rPr lang="en-US" dirty="0" err="1"/>
              <a:t>phát</a:t>
            </a:r>
            <a:r>
              <a:rPr lang="en-US" dirty="0"/>
              <a:t> </a:t>
            </a:r>
            <a:r>
              <a:rPr lang="en-US" dirty="0" err="1"/>
              <a:t>sinh</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lao</a:t>
            </a:r>
            <a:r>
              <a:rPr lang="en-US" dirty="0"/>
              <a:t> </a:t>
            </a:r>
            <a:r>
              <a:rPr lang="en-US" dirty="0" err="1"/>
              <a:t>động</a:t>
            </a:r>
            <a:r>
              <a:rPr lang="en-US" dirty="0"/>
              <a:t> </a:t>
            </a:r>
            <a:r>
              <a:rPr lang="en-US" dirty="0" err="1"/>
              <a:t>và</a:t>
            </a:r>
            <a:r>
              <a:rPr lang="en-US" dirty="0"/>
              <a:t> </a:t>
            </a:r>
            <a:r>
              <a:rPr lang="en-US" dirty="0" err="1"/>
              <a:t>quan</a:t>
            </a:r>
            <a:r>
              <a:rPr lang="en-US" dirty="0"/>
              <a:t> </a:t>
            </a:r>
            <a:r>
              <a:rPr lang="en-US" dirty="0" err="1"/>
              <a:t>hệ</a:t>
            </a:r>
            <a:r>
              <a:rPr lang="en-US" dirty="0"/>
              <a:t> </a:t>
            </a:r>
            <a:r>
              <a:rPr lang="en-US" dirty="0" err="1"/>
              <a:t>phát</a:t>
            </a:r>
            <a:r>
              <a:rPr lang="en-US" dirty="0"/>
              <a:t> </a:t>
            </a:r>
            <a:r>
              <a:rPr lang="en-US" dirty="0" err="1"/>
              <a:t>sinh</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sử</a:t>
            </a:r>
            <a:r>
              <a:rPr lang="en-US" dirty="0"/>
              <a:t> </a:t>
            </a:r>
            <a:r>
              <a:rPr lang="en-US" dirty="0" err="1"/>
              <a:t>dụng</a:t>
            </a:r>
            <a:r>
              <a:rPr lang="en-US" dirty="0"/>
              <a:t> </a:t>
            </a:r>
            <a:r>
              <a:rPr lang="en-US" dirty="0" err="1"/>
              <a:t>lao</a:t>
            </a:r>
            <a:r>
              <a:rPr lang="en-US" dirty="0"/>
              <a:t> </a:t>
            </a:r>
            <a:r>
              <a:rPr lang="en-US" dirty="0" err="1"/>
              <a:t>động</a:t>
            </a:r>
            <a:r>
              <a:rPr lang="en-US" dirty="0"/>
              <a:t>.</a:t>
            </a:r>
          </a:p>
          <a:p>
            <a:r>
              <a:rPr lang="en-US" b="1" dirty="0" err="1"/>
              <a:t>Đối</a:t>
            </a:r>
            <a:r>
              <a:rPr lang="en-US" b="1" dirty="0"/>
              <a:t> </a:t>
            </a:r>
            <a:r>
              <a:rPr lang="en-US" b="1" dirty="0" err="1"/>
              <a:t>tượng</a:t>
            </a:r>
            <a:r>
              <a:rPr lang="en-US" b="1" dirty="0"/>
              <a:t> </a:t>
            </a:r>
            <a:r>
              <a:rPr lang="en-US" b="1" dirty="0" err="1"/>
              <a:t>điều</a:t>
            </a:r>
            <a:r>
              <a:rPr lang="en-US" b="1" dirty="0"/>
              <a:t> </a:t>
            </a:r>
            <a:r>
              <a:rPr lang="en-US" b="1" dirty="0" err="1"/>
              <a:t>chỉnh</a:t>
            </a:r>
            <a:r>
              <a:rPr lang="en-US" b="1" dirty="0"/>
              <a:t> </a:t>
            </a:r>
            <a:r>
              <a:rPr lang="en-US" dirty="0" err="1"/>
              <a:t>của</a:t>
            </a:r>
            <a:r>
              <a:rPr lang="en-US" dirty="0"/>
              <a:t> </a:t>
            </a:r>
            <a:r>
              <a:rPr lang="en-US" dirty="0" err="1"/>
              <a:t>Luật</a:t>
            </a:r>
            <a:r>
              <a:rPr lang="en-US" dirty="0"/>
              <a:t> </a:t>
            </a:r>
            <a:r>
              <a:rPr lang="en-US" dirty="0" err="1"/>
              <a:t>lao</a:t>
            </a:r>
            <a:r>
              <a:rPr lang="en-US" dirty="0"/>
              <a:t> </a:t>
            </a:r>
            <a:r>
              <a:rPr lang="en-US" dirty="0" err="1"/>
              <a:t>động</a:t>
            </a:r>
            <a:r>
              <a:rPr lang="en-US" dirty="0"/>
              <a:t> </a:t>
            </a:r>
            <a:r>
              <a:rPr lang="en-US" dirty="0" err="1"/>
              <a:t>gồm</a:t>
            </a:r>
            <a:r>
              <a:rPr lang="en-US" dirty="0"/>
              <a:t> 2 </a:t>
            </a:r>
            <a:r>
              <a:rPr lang="en-US" dirty="0" err="1"/>
              <a:t>nhóm</a:t>
            </a:r>
            <a:r>
              <a:rPr lang="en-US" dirty="0"/>
              <a:t>:</a:t>
            </a:r>
          </a:p>
          <a:p>
            <a:pPr marL="514350" indent="-514350">
              <a:buFont typeface="+mj-lt"/>
              <a:buAutoNum type="arabicPeriod"/>
            </a:pPr>
            <a:r>
              <a:rPr lang="en-US" dirty="0"/>
              <a:t>Quan </a:t>
            </a:r>
            <a:r>
              <a:rPr lang="en-US" dirty="0" err="1"/>
              <a:t>hệ</a:t>
            </a:r>
            <a:r>
              <a:rPr lang="en-US" dirty="0"/>
              <a:t> </a:t>
            </a:r>
            <a:r>
              <a:rPr lang="en-US" dirty="0" err="1"/>
              <a:t>lao</a:t>
            </a:r>
            <a:r>
              <a:rPr lang="en-US" dirty="0"/>
              <a:t> </a:t>
            </a:r>
            <a:r>
              <a:rPr lang="en-US" dirty="0" err="1"/>
              <a:t>động</a:t>
            </a:r>
            <a:r>
              <a:rPr lang="en-US" dirty="0"/>
              <a:t>: </a:t>
            </a:r>
            <a:r>
              <a:rPr lang="en-US" dirty="0" err="1"/>
              <a:t>Đây</a:t>
            </a:r>
            <a:r>
              <a:rPr lang="en-US" dirty="0"/>
              <a:t> </a:t>
            </a:r>
            <a:r>
              <a:rPr lang="en-US" dirty="0" err="1"/>
              <a:t>là</a:t>
            </a:r>
            <a:r>
              <a:rPr lang="en-US" dirty="0"/>
              <a:t> </a:t>
            </a:r>
            <a:r>
              <a:rPr lang="en-US" dirty="0" err="1"/>
              <a:t>quan</a:t>
            </a:r>
            <a:r>
              <a:rPr lang="en-US" dirty="0"/>
              <a:t> </a:t>
            </a:r>
            <a:r>
              <a:rPr lang="en-US" dirty="0" err="1"/>
              <a:t>hệ</a:t>
            </a:r>
            <a:r>
              <a:rPr lang="en-US" dirty="0"/>
              <a:t> </a:t>
            </a:r>
            <a:r>
              <a:rPr lang="en-US" dirty="0" err="1"/>
              <a:t>chủ</a:t>
            </a:r>
            <a:r>
              <a:rPr lang="en-US" dirty="0"/>
              <a:t> </a:t>
            </a:r>
            <a:r>
              <a:rPr lang="en-US" dirty="0" err="1"/>
              <a:t>yếu</a:t>
            </a:r>
            <a:r>
              <a:rPr lang="en-US" dirty="0"/>
              <a:t> </a:t>
            </a:r>
            <a:r>
              <a:rPr lang="en-US" dirty="0" err="1"/>
              <a:t>của</a:t>
            </a:r>
            <a:r>
              <a:rPr lang="en-US" dirty="0"/>
              <a:t> </a:t>
            </a:r>
            <a:r>
              <a:rPr lang="en-US" dirty="0" err="1"/>
              <a:t>luật</a:t>
            </a:r>
            <a:r>
              <a:rPr lang="en-US" dirty="0"/>
              <a:t> </a:t>
            </a:r>
            <a:r>
              <a:rPr lang="en-US" dirty="0" err="1"/>
              <a:t>lao</a:t>
            </a:r>
            <a:r>
              <a:rPr lang="en-US" dirty="0"/>
              <a:t> </a:t>
            </a:r>
            <a:r>
              <a:rPr lang="en-US" dirty="0" err="1"/>
              <a:t>động</a:t>
            </a:r>
            <a:r>
              <a:rPr lang="en-US" dirty="0"/>
              <a:t>. Quan </a:t>
            </a:r>
            <a:r>
              <a:rPr lang="en-US" dirty="0" err="1"/>
              <a:t>hệ</a:t>
            </a:r>
            <a:r>
              <a:rPr lang="en-US" dirty="0"/>
              <a:t> </a:t>
            </a:r>
            <a:r>
              <a:rPr lang="en-US" dirty="0" err="1"/>
              <a:t>lao</a:t>
            </a:r>
            <a:r>
              <a:rPr lang="en-US" dirty="0"/>
              <a:t> </a:t>
            </a:r>
            <a:r>
              <a:rPr lang="en-US" dirty="0" err="1"/>
              <a:t>động</a:t>
            </a:r>
            <a:r>
              <a:rPr lang="en-US" dirty="0"/>
              <a:t> </a:t>
            </a:r>
            <a:r>
              <a:rPr lang="en-US" dirty="0" err="1"/>
              <a:t>là</a:t>
            </a:r>
            <a:r>
              <a:rPr lang="en-US" dirty="0"/>
              <a:t> </a:t>
            </a:r>
            <a:r>
              <a:rPr lang="en-US" dirty="0" err="1"/>
              <a:t>quan</a:t>
            </a:r>
            <a:r>
              <a:rPr lang="en-US" dirty="0"/>
              <a:t> </a:t>
            </a:r>
            <a:r>
              <a:rPr lang="en-US" dirty="0" err="1"/>
              <a:t>hệ</a:t>
            </a:r>
            <a:r>
              <a:rPr lang="en-US" dirty="0"/>
              <a:t> </a:t>
            </a:r>
            <a:r>
              <a:rPr lang="en-US" dirty="0" err="1"/>
              <a:t>phát</a:t>
            </a:r>
            <a:r>
              <a:rPr lang="en-US" dirty="0"/>
              <a:t> </a:t>
            </a:r>
            <a:r>
              <a:rPr lang="en-US" dirty="0" err="1"/>
              <a:t>sinh</a:t>
            </a:r>
            <a:r>
              <a:rPr lang="en-US" dirty="0"/>
              <a:t> </a:t>
            </a:r>
            <a:r>
              <a:rPr lang="en-US" dirty="0" err="1"/>
              <a:t>giữa</a:t>
            </a:r>
            <a:r>
              <a:rPr lang="en-US" dirty="0"/>
              <a:t> </a:t>
            </a:r>
            <a:r>
              <a:rPr lang="en-US" dirty="0" err="1"/>
              <a:t>người</a:t>
            </a:r>
            <a:r>
              <a:rPr lang="en-US" dirty="0"/>
              <a:t> </a:t>
            </a:r>
            <a:r>
              <a:rPr lang="en-US" dirty="0" err="1"/>
              <a:t>lao</a:t>
            </a:r>
            <a:r>
              <a:rPr lang="en-US" dirty="0"/>
              <a:t> </a:t>
            </a:r>
            <a:r>
              <a:rPr lang="en-US" dirty="0" err="1"/>
              <a:t>động</a:t>
            </a:r>
            <a:r>
              <a:rPr lang="en-US" dirty="0"/>
              <a:t> </a:t>
            </a:r>
            <a:r>
              <a:rPr lang="en-US" dirty="0" err="1"/>
              <a:t>và</a:t>
            </a:r>
            <a:r>
              <a:rPr lang="en-US" dirty="0"/>
              <a:t> </a:t>
            </a:r>
            <a:r>
              <a:rPr lang="en-US" dirty="0" err="1"/>
              <a:t>người</a:t>
            </a:r>
            <a:r>
              <a:rPr lang="en-US" dirty="0"/>
              <a:t> </a:t>
            </a:r>
            <a:r>
              <a:rPr lang="en-US" dirty="0" err="1"/>
              <a:t>sử</a:t>
            </a:r>
            <a:r>
              <a:rPr lang="en-US" dirty="0"/>
              <a:t> </a:t>
            </a:r>
            <a:r>
              <a:rPr lang="en-US" dirty="0" err="1"/>
              <a:t>dụng</a:t>
            </a:r>
            <a:r>
              <a:rPr lang="en-US" dirty="0"/>
              <a:t> </a:t>
            </a:r>
            <a:r>
              <a:rPr lang="en-US" dirty="0" err="1"/>
              <a:t>lao</a:t>
            </a:r>
            <a:r>
              <a:rPr lang="en-US" dirty="0"/>
              <a:t> </a:t>
            </a:r>
            <a:r>
              <a:rPr lang="en-US" dirty="0" err="1"/>
              <a:t>động</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tuyển</a:t>
            </a:r>
            <a:r>
              <a:rPr lang="en-US" dirty="0"/>
              <a:t> </a:t>
            </a:r>
            <a:r>
              <a:rPr lang="en-US" dirty="0" err="1"/>
              <a:t>chọn</a:t>
            </a:r>
            <a:r>
              <a:rPr lang="en-US" dirty="0"/>
              <a:t> </a:t>
            </a:r>
            <a:r>
              <a:rPr lang="en-US" dirty="0" err="1"/>
              <a:t>và</a:t>
            </a:r>
            <a:r>
              <a:rPr lang="en-US" dirty="0"/>
              <a:t> </a:t>
            </a:r>
            <a:r>
              <a:rPr lang="en-US" dirty="0" err="1"/>
              <a:t>sử</a:t>
            </a:r>
            <a:r>
              <a:rPr lang="en-US" dirty="0"/>
              <a:t> </a:t>
            </a:r>
            <a:r>
              <a:rPr lang="en-US" dirty="0" err="1"/>
              <a:t>dụng</a:t>
            </a:r>
            <a:r>
              <a:rPr lang="en-US" dirty="0"/>
              <a:t> </a:t>
            </a:r>
            <a:r>
              <a:rPr lang="en-US" dirty="0" err="1"/>
              <a:t>sức</a:t>
            </a:r>
            <a:r>
              <a:rPr lang="en-US" dirty="0"/>
              <a:t> </a:t>
            </a:r>
            <a:r>
              <a:rPr lang="en-US" dirty="0" err="1"/>
              <a:t>lao</a:t>
            </a:r>
            <a:r>
              <a:rPr lang="en-US" dirty="0"/>
              <a:t> </a:t>
            </a:r>
            <a:r>
              <a:rPr lang="en-US" dirty="0" err="1"/>
              <a:t>động</a:t>
            </a:r>
            <a:r>
              <a:rPr lang="en-US" dirty="0"/>
              <a:t> </a:t>
            </a:r>
            <a:r>
              <a:rPr lang="en-US" dirty="0" err="1"/>
              <a:t>của</a:t>
            </a:r>
            <a:r>
              <a:rPr lang="en-US" dirty="0"/>
              <a:t> </a:t>
            </a:r>
            <a:r>
              <a:rPr lang="en-US" dirty="0" err="1"/>
              <a:t>người</a:t>
            </a:r>
            <a:r>
              <a:rPr lang="en-US" dirty="0"/>
              <a:t> </a:t>
            </a:r>
            <a:r>
              <a:rPr lang="en-US" dirty="0" err="1"/>
              <a:t>lao</a:t>
            </a:r>
            <a:r>
              <a:rPr lang="en-US" dirty="0"/>
              <a:t> </a:t>
            </a:r>
            <a:r>
              <a:rPr lang="en-US" dirty="0" err="1"/>
              <a:t>động</a:t>
            </a:r>
            <a:endParaRPr lang="en-US" dirty="0"/>
          </a:p>
          <a:p>
            <a:pPr marL="514350" indent="-514350">
              <a:buFont typeface="+mj-lt"/>
              <a:buAutoNum type="arabicPeriod"/>
            </a:pPr>
            <a:r>
              <a:rPr lang="en-US" dirty="0" err="1"/>
              <a:t>Các</a:t>
            </a:r>
            <a:r>
              <a:rPr lang="en-US" dirty="0"/>
              <a:t> </a:t>
            </a:r>
            <a:r>
              <a:rPr lang="en-US" dirty="0" err="1"/>
              <a:t>quan</a:t>
            </a:r>
            <a:r>
              <a:rPr lang="en-US" dirty="0"/>
              <a:t> </a:t>
            </a:r>
            <a:r>
              <a:rPr lang="en-US" dirty="0" err="1"/>
              <a:t>hệ</a:t>
            </a:r>
            <a:r>
              <a:rPr lang="en-US" dirty="0"/>
              <a:t> </a:t>
            </a:r>
            <a:r>
              <a:rPr lang="en-US" dirty="0" err="1"/>
              <a:t>phát</a:t>
            </a:r>
            <a:r>
              <a:rPr lang="en-US" dirty="0"/>
              <a:t> </a:t>
            </a:r>
            <a:r>
              <a:rPr lang="en-US" dirty="0" err="1"/>
              <a:t>sinh</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sử</a:t>
            </a:r>
            <a:r>
              <a:rPr lang="en-US" dirty="0"/>
              <a:t> </a:t>
            </a:r>
            <a:r>
              <a:rPr lang="en-US" dirty="0" err="1"/>
              <a:t>dụng</a:t>
            </a:r>
            <a:r>
              <a:rPr lang="en-US" dirty="0"/>
              <a:t> </a:t>
            </a:r>
            <a:r>
              <a:rPr lang="en-US" dirty="0" err="1"/>
              <a:t>lao</a:t>
            </a:r>
            <a:r>
              <a:rPr lang="en-US" dirty="0"/>
              <a:t> </a:t>
            </a:r>
            <a:r>
              <a:rPr lang="en-US" dirty="0" err="1"/>
              <a:t>động</a:t>
            </a:r>
            <a:r>
              <a:rPr lang="en-US" dirty="0"/>
              <a:t> </a:t>
            </a:r>
            <a:r>
              <a:rPr lang="en-US" dirty="0" err="1"/>
              <a:t>như</a:t>
            </a:r>
            <a:r>
              <a:rPr lang="en-US" dirty="0"/>
              <a:t> </a:t>
            </a:r>
            <a:r>
              <a:rPr lang="en-US" dirty="0" err="1"/>
              <a:t>quan</a:t>
            </a:r>
            <a:r>
              <a:rPr lang="en-US" dirty="0"/>
              <a:t> </a:t>
            </a:r>
            <a:r>
              <a:rPr lang="en-US" dirty="0" err="1"/>
              <a:t>hệ</a:t>
            </a:r>
            <a:r>
              <a:rPr lang="en-US" dirty="0"/>
              <a:t> </a:t>
            </a:r>
            <a:r>
              <a:rPr lang="en-US" dirty="0" err="1"/>
              <a:t>về</a:t>
            </a:r>
            <a:r>
              <a:rPr lang="en-US" dirty="0"/>
              <a:t> </a:t>
            </a:r>
            <a:r>
              <a:rPr lang="en-US" dirty="0" err="1"/>
              <a:t>việc</a:t>
            </a:r>
            <a:r>
              <a:rPr lang="en-US" dirty="0"/>
              <a:t> </a:t>
            </a:r>
            <a:r>
              <a:rPr lang="en-US" dirty="0" err="1"/>
              <a:t>làm</a:t>
            </a:r>
            <a:r>
              <a:rPr lang="en-US" dirty="0"/>
              <a:t>, </a:t>
            </a:r>
            <a:r>
              <a:rPr lang="en-US" dirty="0" err="1"/>
              <a:t>học</a:t>
            </a:r>
            <a:r>
              <a:rPr lang="en-US" dirty="0"/>
              <a:t> </a:t>
            </a:r>
            <a:r>
              <a:rPr lang="en-US" dirty="0" err="1"/>
              <a:t>nghề</a:t>
            </a:r>
            <a:r>
              <a:rPr lang="en-US" dirty="0"/>
              <a:t>, </a:t>
            </a:r>
            <a:r>
              <a:rPr lang="en-US" dirty="0" err="1"/>
              <a:t>vệ</a:t>
            </a:r>
            <a:r>
              <a:rPr lang="en-US" dirty="0"/>
              <a:t> </a:t>
            </a:r>
            <a:r>
              <a:rPr lang="en-US" dirty="0" err="1"/>
              <a:t>sinh</a:t>
            </a:r>
            <a:r>
              <a:rPr lang="en-US" dirty="0"/>
              <a:t> </a:t>
            </a:r>
            <a:r>
              <a:rPr lang="en-US" dirty="0" err="1"/>
              <a:t>toàn</a:t>
            </a:r>
            <a:r>
              <a:rPr lang="en-US" dirty="0"/>
              <a:t> </a:t>
            </a:r>
            <a:r>
              <a:rPr lang="en-US" dirty="0" err="1"/>
              <a:t>toàn</a:t>
            </a:r>
            <a:r>
              <a:rPr lang="en-US" dirty="0"/>
              <a:t> </a:t>
            </a:r>
            <a:r>
              <a:rPr lang="en-US" dirty="0" err="1"/>
              <a:t>lao</a:t>
            </a:r>
            <a:r>
              <a:rPr lang="en-US" dirty="0"/>
              <a:t> </a:t>
            </a:r>
            <a:r>
              <a:rPr lang="en-US" dirty="0" err="1"/>
              <a:t>động</a:t>
            </a:r>
            <a:r>
              <a:rPr lang="en-US" dirty="0"/>
              <a:t>, </a:t>
            </a:r>
            <a:r>
              <a:rPr lang="en-US" dirty="0" err="1"/>
              <a:t>bảo</a:t>
            </a:r>
            <a:r>
              <a:rPr lang="en-US" dirty="0"/>
              <a:t> </a:t>
            </a:r>
            <a:r>
              <a:rPr lang="en-US" dirty="0" err="1"/>
              <a:t>hiểm</a:t>
            </a:r>
            <a:r>
              <a:rPr lang="en-US" dirty="0"/>
              <a:t> </a:t>
            </a:r>
            <a:r>
              <a:rPr lang="en-US" dirty="0" err="1"/>
              <a:t>xã</a:t>
            </a:r>
            <a:r>
              <a:rPr lang="en-US" dirty="0"/>
              <a:t> </a:t>
            </a:r>
            <a:r>
              <a:rPr lang="en-US" dirty="0" err="1"/>
              <a:t>hội</a:t>
            </a:r>
            <a:r>
              <a:rPr lang="en-US" dirty="0"/>
              <a:t> </a:t>
            </a:r>
            <a:r>
              <a:rPr lang="en-US" dirty="0" err="1"/>
              <a:t>cũng</a:t>
            </a:r>
            <a:r>
              <a:rPr lang="en-US" dirty="0"/>
              <a:t> </a:t>
            </a:r>
            <a:r>
              <a:rPr lang="en-US" dirty="0" err="1"/>
              <a:t>như</a:t>
            </a:r>
            <a:r>
              <a:rPr lang="en-US" dirty="0"/>
              <a:t> </a:t>
            </a:r>
            <a:r>
              <a:rPr lang="en-US" dirty="0" err="1"/>
              <a:t>những</a:t>
            </a:r>
            <a:r>
              <a:rPr lang="en-US" dirty="0"/>
              <a:t> </a:t>
            </a:r>
            <a:r>
              <a:rPr lang="en-US" dirty="0" err="1"/>
              <a:t>vấn</a:t>
            </a:r>
            <a:r>
              <a:rPr lang="en-US" dirty="0"/>
              <a:t> </a:t>
            </a:r>
            <a:r>
              <a:rPr lang="en-US" dirty="0" err="1"/>
              <a:t>đề</a:t>
            </a:r>
            <a:r>
              <a:rPr lang="en-US" dirty="0"/>
              <a:t> </a:t>
            </a:r>
            <a:r>
              <a:rPr lang="en-US" dirty="0" err="1"/>
              <a:t>khác</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người</a:t>
            </a:r>
            <a:r>
              <a:rPr lang="en-US" dirty="0"/>
              <a:t> </a:t>
            </a:r>
            <a:r>
              <a:rPr lang="en-US" dirty="0" err="1"/>
              <a:t>lao</a:t>
            </a:r>
            <a:r>
              <a:rPr lang="en-US" dirty="0"/>
              <a:t> </a:t>
            </a:r>
            <a:r>
              <a:rPr lang="en-US" dirty="0" err="1"/>
              <a:t>động</a:t>
            </a:r>
            <a:r>
              <a:rPr lang="en-US" dirty="0"/>
              <a:t> </a:t>
            </a:r>
          </a:p>
          <a:p>
            <a:pPr>
              <a:buFont typeface="Wingdings" panose="05000000000000000000" pitchFamily="2" charset="2"/>
              <a:buChar char="§"/>
            </a:pPr>
            <a:r>
              <a:rPr lang="en-US" b="1" dirty="0" err="1"/>
              <a:t>Phương</a:t>
            </a:r>
            <a:r>
              <a:rPr lang="en-US" b="1" dirty="0"/>
              <a:t> </a:t>
            </a:r>
            <a:r>
              <a:rPr lang="en-US" b="1" dirty="0" err="1"/>
              <a:t>pháp</a:t>
            </a:r>
            <a:r>
              <a:rPr lang="en-US" b="1" dirty="0"/>
              <a:t> </a:t>
            </a:r>
            <a:r>
              <a:rPr lang="en-US" b="1" dirty="0" err="1"/>
              <a:t>điều</a:t>
            </a:r>
            <a:r>
              <a:rPr lang="en-US" b="1" dirty="0"/>
              <a:t> </a:t>
            </a:r>
            <a:r>
              <a:rPr lang="en-US" b="1" dirty="0" err="1"/>
              <a:t>chỉnh</a:t>
            </a:r>
            <a:r>
              <a:rPr lang="en-US" b="1" dirty="0"/>
              <a:t> </a:t>
            </a:r>
            <a:r>
              <a:rPr lang="en-US" dirty="0" err="1"/>
              <a:t>của</a:t>
            </a:r>
            <a:r>
              <a:rPr lang="en-US" dirty="0"/>
              <a:t> </a:t>
            </a:r>
            <a:r>
              <a:rPr lang="en-US" dirty="0" err="1"/>
              <a:t>ngành</a:t>
            </a:r>
            <a:r>
              <a:rPr lang="en-US" dirty="0"/>
              <a:t> </a:t>
            </a:r>
            <a:r>
              <a:rPr lang="en-US" dirty="0" err="1"/>
              <a:t>luật</a:t>
            </a:r>
            <a:r>
              <a:rPr lang="en-US" dirty="0"/>
              <a:t> </a:t>
            </a:r>
            <a:r>
              <a:rPr lang="en-US" dirty="0" err="1"/>
              <a:t>lao</a:t>
            </a:r>
            <a:r>
              <a:rPr lang="en-US" dirty="0"/>
              <a:t> </a:t>
            </a:r>
            <a:r>
              <a:rPr lang="en-US" dirty="0" err="1"/>
              <a:t>động</a:t>
            </a:r>
            <a:r>
              <a:rPr lang="en-US" dirty="0"/>
              <a:t>: </a:t>
            </a:r>
            <a:r>
              <a:rPr lang="en-US" dirty="0" err="1"/>
              <a:t>Kết</a:t>
            </a:r>
            <a:r>
              <a:rPr lang="en-US" dirty="0"/>
              <a:t> </a:t>
            </a:r>
            <a:r>
              <a:rPr lang="en-US" dirty="0" err="1"/>
              <a:t>hợp</a:t>
            </a:r>
            <a:r>
              <a:rPr lang="en-US" dirty="0"/>
              <a:t> 2 </a:t>
            </a:r>
            <a:r>
              <a:rPr lang="en-US" dirty="0" err="1"/>
              <a:t>phương</a:t>
            </a:r>
            <a:r>
              <a:rPr lang="en-US" dirty="0"/>
              <a:t> </a:t>
            </a:r>
            <a:r>
              <a:rPr lang="en-US" dirty="0" err="1"/>
              <a:t>pháp</a:t>
            </a:r>
            <a:r>
              <a:rPr lang="en-US" dirty="0"/>
              <a:t> </a:t>
            </a:r>
            <a:r>
              <a:rPr lang="en-US" dirty="0" err="1"/>
              <a:t>tự</a:t>
            </a:r>
            <a:r>
              <a:rPr lang="en-US" dirty="0"/>
              <a:t> </a:t>
            </a:r>
            <a:r>
              <a:rPr lang="en-US" dirty="0" err="1"/>
              <a:t>nguyện</a:t>
            </a:r>
            <a:r>
              <a:rPr lang="en-US" dirty="0"/>
              <a:t> – </a:t>
            </a:r>
            <a:r>
              <a:rPr lang="en-US" dirty="0" err="1"/>
              <a:t>thỏa</a:t>
            </a:r>
            <a:r>
              <a:rPr lang="en-US" dirty="0"/>
              <a:t> </a:t>
            </a:r>
            <a:r>
              <a:rPr lang="en-US" dirty="0" err="1"/>
              <a:t>thuận</a:t>
            </a:r>
            <a:r>
              <a:rPr lang="en-US" dirty="0"/>
              <a:t>. </a:t>
            </a:r>
            <a:r>
              <a:rPr lang="en-US" dirty="0" err="1"/>
              <a:t>Mệnh</a:t>
            </a:r>
            <a:r>
              <a:rPr lang="en-US" dirty="0"/>
              <a:t> </a:t>
            </a:r>
            <a:r>
              <a:rPr lang="en-US" dirty="0" err="1"/>
              <a:t>lệnh</a:t>
            </a:r>
            <a:r>
              <a:rPr lang="en-US" dirty="0"/>
              <a:t> – </a:t>
            </a:r>
            <a:r>
              <a:rPr lang="en-US" dirty="0" err="1"/>
              <a:t>phục</a:t>
            </a:r>
            <a:r>
              <a:rPr lang="en-US" dirty="0"/>
              <a:t> </a:t>
            </a:r>
            <a:r>
              <a:rPr lang="en-US" dirty="0" err="1"/>
              <a:t>tùng</a:t>
            </a:r>
            <a:endParaRPr lang="en-US" dirty="0"/>
          </a:p>
          <a:p>
            <a:pPr>
              <a:buFont typeface="Wingdings" panose="05000000000000000000" pitchFamily="2" charset="2"/>
              <a:buChar char="§"/>
            </a:pPr>
            <a:endParaRPr lang="en-US" dirty="0"/>
          </a:p>
        </p:txBody>
      </p:sp>
      <p:sp>
        <p:nvSpPr>
          <p:cNvPr id="4" name="Footer Placeholder 3">
            <a:extLst>
              <a:ext uri="{FF2B5EF4-FFF2-40B4-BE49-F238E27FC236}">
                <a16:creationId xmlns="" xmlns:a16="http://schemas.microsoft.com/office/drawing/2014/main" id="{44821569-54EA-4425-834C-334590E499EA}"/>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DC3FF6B7-BEC1-41E6-9667-B00762759448}"/>
              </a:ext>
            </a:extLst>
          </p:cNvPr>
          <p:cNvSpPr>
            <a:spLocks noGrp="1"/>
          </p:cNvSpPr>
          <p:nvPr>
            <p:ph type="sldNum" sz="quarter" idx="12"/>
          </p:nvPr>
        </p:nvSpPr>
        <p:spPr/>
        <p:txBody>
          <a:bodyPr/>
          <a:lstStyle/>
          <a:p>
            <a:fld id="{F6AE7EA5-B71B-4031-9678-D796BB0CCF77}" type="slidenum">
              <a:rPr lang="en-US" smtClean="0"/>
              <a:pPr/>
              <a:t>13</a:t>
            </a:fld>
            <a:endParaRPr lang="en-US"/>
          </a:p>
        </p:txBody>
      </p:sp>
    </p:spTree>
    <p:extLst>
      <p:ext uri="{BB962C8B-B14F-4D97-AF65-F5344CB8AC3E}">
        <p14:creationId xmlns="" xmlns:p14="http://schemas.microsoft.com/office/powerpoint/2010/main" val="23239829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1B9667-DE8A-40D7-A576-B9949FAC80F1}"/>
              </a:ext>
            </a:extLst>
          </p:cNvPr>
          <p:cNvSpPr>
            <a:spLocks noGrp="1"/>
          </p:cNvSpPr>
          <p:nvPr>
            <p:ph type="title"/>
          </p:nvPr>
        </p:nvSpPr>
        <p:spPr>
          <a:xfrm>
            <a:off x="1981200" y="274638"/>
            <a:ext cx="8229600" cy="868362"/>
          </a:xfrm>
        </p:spPr>
        <p:txBody>
          <a:bodyPr/>
          <a:lstStyle/>
          <a:p>
            <a:r>
              <a:rPr lang="en-US" dirty="0"/>
              <a:t>Quan </a:t>
            </a:r>
            <a:r>
              <a:rPr lang="en-US" dirty="0" err="1"/>
              <a:t>hệ</a:t>
            </a:r>
            <a:r>
              <a:rPr lang="en-US" dirty="0"/>
              <a:t> </a:t>
            </a:r>
            <a:r>
              <a:rPr lang="en-US" dirty="0" err="1"/>
              <a:t>lao</a:t>
            </a:r>
            <a:r>
              <a:rPr lang="en-US" dirty="0"/>
              <a:t> </a:t>
            </a:r>
            <a:r>
              <a:rPr lang="en-US" dirty="0" err="1"/>
              <a:t>động</a:t>
            </a:r>
            <a:endParaRPr lang="en-US" dirty="0"/>
          </a:p>
        </p:txBody>
      </p:sp>
      <p:sp>
        <p:nvSpPr>
          <p:cNvPr id="3" name="Content Placeholder 2">
            <a:extLst>
              <a:ext uri="{FF2B5EF4-FFF2-40B4-BE49-F238E27FC236}">
                <a16:creationId xmlns="" xmlns:a16="http://schemas.microsoft.com/office/drawing/2014/main" id="{C48C84D9-6677-4D77-BF0C-917047972919}"/>
              </a:ext>
            </a:extLst>
          </p:cNvPr>
          <p:cNvSpPr>
            <a:spLocks noGrp="1"/>
          </p:cNvSpPr>
          <p:nvPr>
            <p:ph idx="1"/>
          </p:nvPr>
        </p:nvSpPr>
        <p:spPr>
          <a:xfrm>
            <a:off x="1981200" y="1219200"/>
            <a:ext cx="8229600" cy="5029200"/>
          </a:xfrm>
        </p:spPr>
        <p:txBody>
          <a:bodyPr>
            <a:normAutofit fontScale="85000" lnSpcReduction="20000"/>
          </a:bodyPr>
          <a:lstStyle/>
          <a:p>
            <a:pPr marL="0" indent="0">
              <a:spcBef>
                <a:spcPts val="600"/>
              </a:spcBef>
              <a:spcAft>
                <a:spcPts val="600"/>
              </a:spcAft>
              <a:buNone/>
            </a:pPr>
            <a:r>
              <a:rPr lang="vi-VN" sz="2400" dirty="0">
                <a:solidFill>
                  <a:srgbClr val="000000"/>
                </a:solidFill>
                <a:latin typeface="Arial" panose="020B0604020202020204" pitchFamily="34" charset="0"/>
              </a:rPr>
              <a:t>1. </a:t>
            </a:r>
            <a:r>
              <a:rPr lang="vi-VN" sz="2400" b="1" i="1" dirty="0">
                <a:solidFill>
                  <a:srgbClr val="000000"/>
                </a:solidFill>
                <a:latin typeface="Arial" panose="020B0604020202020204" pitchFamily="34" charset="0"/>
              </a:rPr>
              <a:t>Người lao động</a:t>
            </a:r>
            <a:r>
              <a:rPr lang="en-US" sz="2400" b="1" i="1" dirty="0">
                <a:solidFill>
                  <a:srgbClr val="000000"/>
                </a:solidFill>
                <a:latin typeface="Arial" panose="020B0604020202020204" pitchFamily="34" charset="0"/>
              </a:rPr>
              <a:t> (NLĐ)</a:t>
            </a:r>
            <a:r>
              <a:rPr lang="vi-VN" sz="2400" b="1" dirty="0">
                <a:solidFill>
                  <a:srgbClr val="000000"/>
                </a:solidFill>
                <a:latin typeface="Arial" panose="020B0604020202020204" pitchFamily="34" charset="0"/>
              </a:rPr>
              <a:t> </a:t>
            </a:r>
            <a:r>
              <a:rPr lang="vi-VN" sz="2400" dirty="0">
                <a:solidFill>
                  <a:srgbClr val="000000"/>
                </a:solidFill>
                <a:latin typeface="Arial" panose="020B0604020202020204" pitchFamily="34" charset="0"/>
              </a:rPr>
              <a:t>là người làm việc cho người sử dụng lao động theo thỏa thuận, được trả lương và chịu sự quản lý, điều hành, giám sát của người sử dụng lao động.</a:t>
            </a:r>
            <a:r>
              <a:rPr lang="en-US" sz="2400" dirty="0">
                <a:solidFill>
                  <a:srgbClr val="000000"/>
                </a:solidFill>
                <a:latin typeface="Arial" panose="020B0604020202020204" pitchFamily="34" charset="0"/>
              </a:rPr>
              <a:t> </a:t>
            </a:r>
            <a:r>
              <a:rPr lang="vi-VN" sz="2400" dirty="0">
                <a:solidFill>
                  <a:srgbClr val="000000"/>
                </a:solidFill>
                <a:latin typeface="Arial" panose="020B0604020202020204" pitchFamily="34" charset="0"/>
              </a:rPr>
              <a:t>Độ tuổi lao động tối thiểu của người lao động là đủ 15 tuổi</a:t>
            </a:r>
            <a:r>
              <a:rPr lang="en-US" sz="2400" dirty="0">
                <a:solidFill>
                  <a:srgbClr val="000000"/>
                </a:solidFill>
                <a:latin typeface="Arial" panose="020B0604020202020204" pitchFamily="34" charset="0"/>
              </a:rPr>
              <a:t>.</a:t>
            </a:r>
          </a:p>
          <a:p>
            <a:pPr marL="0" indent="0">
              <a:spcBef>
                <a:spcPts val="600"/>
              </a:spcBef>
              <a:spcAft>
                <a:spcPts val="600"/>
              </a:spcAft>
              <a:buNone/>
            </a:pPr>
            <a:r>
              <a:rPr lang="nl-NL" sz="2400" dirty="0">
                <a:solidFill>
                  <a:srgbClr val="000000"/>
                </a:solidFill>
                <a:latin typeface="Arial" panose="020B0604020202020204" pitchFamily="34" charset="0"/>
              </a:rPr>
              <a:t>2. </a:t>
            </a:r>
            <a:r>
              <a:rPr lang="nl-NL" sz="2400" b="1" i="1" dirty="0">
                <a:solidFill>
                  <a:srgbClr val="000000"/>
                </a:solidFill>
                <a:latin typeface="Arial" panose="020B0604020202020204" pitchFamily="34" charset="0"/>
              </a:rPr>
              <a:t>Người sử dụng lao động(NSDLĐ)</a:t>
            </a:r>
            <a:r>
              <a:rPr lang="nl-NL" sz="2400" b="1" dirty="0">
                <a:solidFill>
                  <a:srgbClr val="000000"/>
                </a:solidFill>
                <a:latin typeface="Arial" panose="020B0604020202020204" pitchFamily="34" charset="0"/>
              </a:rPr>
              <a:t> </a:t>
            </a:r>
            <a:r>
              <a:rPr lang="nl-NL" sz="2400" dirty="0">
                <a:solidFill>
                  <a:srgbClr val="000000"/>
                </a:solidFill>
                <a:latin typeface="Arial" panose="020B0604020202020204" pitchFamily="34" charset="0"/>
              </a:rPr>
              <a:t>là doanh nghiệp, cơ quan, tổ chức, hợp tác xã, hộ gia đình, cá nhân có thuê mướn, sử dụng người lao động làm việc cho mình theo thỏa thuận; trường hợp người sử dụng lao động là cá nhân thì phải có năng lực hành vi dân sự đầy đủ.</a:t>
            </a:r>
            <a:endParaRPr lang="vi-VN" sz="2400" dirty="0">
              <a:solidFill>
                <a:srgbClr val="000000"/>
              </a:solidFill>
              <a:latin typeface="Arial" panose="020B0604020202020204" pitchFamily="34" charset="0"/>
            </a:endParaRPr>
          </a:p>
          <a:p>
            <a:r>
              <a:rPr lang="en-US" b="1" dirty="0" err="1"/>
              <a:t>Cơ</a:t>
            </a:r>
            <a:r>
              <a:rPr lang="en-US" b="1" dirty="0"/>
              <a:t> </a:t>
            </a:r>
            <a:r>
              <a:rPr lang="en-US" b="1" dirty="0" err="1"/>
              <a:t>sở</a:t>
            </a:r>
            <a:r>
              <a:rPr lang="en-US" b="1" dirty="0"/>
              <a:t> </a:t>
            </a:r>
            <a:r>
              <a:rPr lang="en-US" b="1" dirty="0" err="1"/>
              <a:t>pháp</a:t>
            </a:r>
            <a:r>
              <a:rPr lang="en-US" b="1" dirty="0"/>
              <a:t> </a:t>
            </a:r>
            <a:r>
              <a:rPr lang="en-US" b="1" dirty="0" err="1"/>
              <a:t>sinh</a:t>
            </a:r>
            <a:r>
              <a:rPr lang="en-US" b="1" dirty="0"/>
              <a:t> </a:t>
            </a:r>
            <a:r>
              <a:rPr lang="en-US" b="1" dirty="0" err="1"/>
              <a:t>quan</a:t>
            </a:r>
            <a:r>
              <a:rPr lang="en-US" b="1" dirty="0"/>
              <a:t> </a:t>
            </a:r>
            <a:r>
              <a:rPr lang="en-US" b="1" dirty="0" err="1"/>
              <a:t>hệ</a:t>
            </a:r>
            <a:r>
              <a:rPr lang="en-US" b="1" dirty="0"/>
              <a:t> </a:t>
            </a:r>
            <a:r>
              <a:rPr lang="en-US" b="1" dirty="0" err="1"/>
              <a:t>lao</a:t>
            </a:r>
            <a:r>
              <a:rPr lang="en-US" b="1" dirty="0"/>
              <a:t> </a:t>
            </a:r>
            <a:r>
              <a:rPr lang="en-US" b="1" dirty="0" err="1"/>
              <a:t>động</a:t>
            </a:r>
            <a:r>
              <a:rPr lang="en-US" b="1" dirty="0"/>
              <a:t> </a:t>
            </a:r>
            <a:r>
              <a:rPr lang="en-US" b="1" dirty="0" err="1"/>
              <a:t>là</a:t>
            </a:r>
            <a:r>
              <a:rPr lang="en-US" dirty="0"/>
              <a:t> </a:t>
            </a:r>
            <a:r>
              <a:rPr lang="en-US" sz="2400" b="1" dirty="0" err="1"/>
              <a:t>Hợp</a:t>
            </a:r>
            <a:r>
              <a:rPr lang="en-US" sz="2400" b="1" dirty="0"/>
              <a:t> </a:t>
            </a:r>
            <a:r>
              <a:rPr lang="en-US" sz="2400" b="1" dirty="0" err="1"/>
              <a:t>đồng</a:t>
            </a:r>
            <a:r>
              <a:rPr lang="en-US" sz="2400" b="1" dirty="0"/>
              <a:t> </a:t>
            </a:r>
            <a:r>
              <a:rPr lang="en-US" sz="2400" b="1" dirty="0" err="1"/>
              <a:t>lao</a:t>
            </a:r>
            <a:r>
              <a:rPr lang="en-US" sz="2400" b="1" dirty="0"/>
              <a:t> </a:t>
            </a:r>
            <a:r>
              <a:rPr lang="en-US" sz="2400" b="1" dirty="0" err="1"/>
              <a:t>động</a:t>
            </a:r>
            <a:r>
              <a:rPr lang="en-US" sz="2400" b="1" dirty="0"/>
              <a:t> </a:t>
            </a:r>
            <a:r>
              <a:rPr lang="en-US" sz="2400" dirty="0" err="1"/>
              <a:t>được</a:t>
            </a:r>
            <a:r>
              <a:rPr lang="en-US" sz="2400" dirty="0"/>
              <a:t> </a:t>
            </a:r>
            <a:r>
              <a:rPr lang="en-US" sz="2400" dirty="0" err="1"/>
              <a:t>ký</a:t>
            </a:r>
            <a:r>
              <a:rPr lang="en-US" sz="2400" dirty="0"/>
              <a:t> </a:t>
            </a:r>
            <a:r>
              <a:rPr lang="en-US" sz="2400" dirty="0" err="1"/>
              <a:t>hết</a:t>
            </a:r>
            <a:r>
              <a:rPr lang="en-US" sz="2400" dirty="0"/>
              <a:t> </a:t>
            </a:r>
            <a:r>
              <a:rPr lang="en-US" sz="2400" dirty="0" err="1"/>
              <a:t>giữa</a:t>
            </a:r>
            <a:r>
              <a:rPr lang="en-US" sz="2400" dirty="0"/>
              <a:t> NLĐ </a:t>
            </a:r>
            <a:r>
              <a:rPr lang="en-US" sz="2400" dirty="0" err="1"/>
              <a:t>và</a:t>
            </a:r>
            <a:r>
              <a:rPr lang="en-US" sz="2400" dirty="0"/>
              <a:t> NSDLĐ </a:t>
            </a:r>
            <a:r>
              <a:rPr lang="en-US" sz="2400" dirty="0" err="1"/>
              <a:t>bằng</a:t>
            </a:r>
            <a:r>
              <a:rPr lang="en-US" sz="2400" dirty="0"/>
              <a:t> </a:t>
            </a:r>
            <a:r>
              <a:rPr lang="en-US" sz="2400" dirty="0" err="1"/>
              <a:t>văn</a:t>
            </a:r>
            <a:r>
              <a:rPr lang="en-US" sz="2400" dirty="0"/>
              <a:t> </a:t>
            </a:r>
            <a:r>
              <a:rPr lang="en-US" sz="2400" dirty="0" err="1"/>
              <a:t>bản</a:t>
            </a:r>
            <a:r>
              <a:rPr lang="en-US" sz="2400" dirty="0"/>
              <a:t>. </a:t>
            </a:r>
            <a:r>
              <a:rPr lang="en-US" sz="2400" dirty="0" err="1"/>
              <a:t>Hợp</a:t>
            </a:r>
            <a:r>
              <a:rPr lang="en-US" sz="2400" dirty="0"/>
              <a:t> </a:t>
            </a:r>
            <a:r>
              <a:rPr lang="en-US" sz="2400" dirty="0" err="1"/>
              <a:t>đồng</a:t>
            </a:r>
            <a:r>
              <a:rPr lang="en-US" sz="2400" dirty="0"/>
              <a:t> </a:t>
            </a:r>
            <a:r>
              <a:rPr lang="en-US" sz="2400" dirty="0" err="1"/>
              <a:t>lao</a:t>
            </a:r>
            <a:r>
              <a:rPr lang="en-US" sz="2400" dirty="0"/>
              <a:t> </a:t>
            </a:r>
            <a:r>
              <a:rPr lang="en-US" sz="2400" dirty="0" err="1"/>
              <a:t>động</a:t>
            </a:r>
            <a:r>
              <a:rPr lang="en-US" sz="2400" dirty="0"/>
              <a:t> </a:t>
            </a:r>
            <a:r>
              <a:rPr lang="en-US" sz="2400" dirty="0" err="1"/>
              <a:t>theo</a:t>
            </a:r>
            <a:r>
              <a:rPr lang="en-US" sz="2400" dirty="0"/>
              <a:t> </a:t>
            </a:r>
            <a:r>
              <a:rPr lang="en-US" sz="2400" dirty="0" err="1"/>
              <a:t>quy</a:t>
            </a:r>
            <a:r>
              <a:rPr lang="en-US" sz="2400" dirty="0"/>
              <a:t> </a:t>
            </a:r>
            <a:r>
              <a:rPr lang="en-US" sz="2400" dirty="0" err="1"/>
              <a:t>định</a:t>
            </a:r>
            <a:r>
              <a:rPr lang="en-US" sz="2400" dirty="0"/>
              <a:t> </a:t>
            </a:r>
            <a:r>
              <a:rPr lang="en-US" sz="2400" dirty="0" err="1"/>
              <a:t>có</a:t>
            </a:r>
            <a:r>
              <a:rPr lang="en-US" sz="2400" dirty="0"/>
              <a:t> </a:t>
            </a:r>
            <a:r>
              <a:rPr lang="en-US" sz="2400" dirty="0" err="1"/>
              <a:t>các</a:t>
            </a:r>
            <a:r>
              <a:rPr lang="en-US" sz="2400" dirty="0"/>
              <a:t> </a:t>
            </a:r>
            <a:r>
              <a:rPr lang="en-US" sz="2400" dirty="0" err="1"/>
              <a:t>loại</a:t>
            </a:r>
            <a:r>
              <a:rPr lang="en-US" sz="2400" dirty="0"/>
              <a:t> </a:t>
            </a:r>
            <a:r>
              <a:rPr lang="en-US" sz="2400" dirty="0" err="1"/>
              <a:t>hợp</a:t>
            </a:r>
            <a:r>
              <a:rPr lang="en-US" sz="2400" dirty="0"/>
              <a:t> </a:t>
            </a:r>
            <a:r>
              <a:rPr lang="en-US" sz="2400" dirty="0" err="1"/>
              <a:t>đồng</a:t>
            </a:r>
            <a:r>
              <a:rPr lang="en-US" sz="2400" dirty="0"/>
              <a:t> </a:t>
            </a:r>
            <a:r>
              <a:rPr lang="en-US" sz="2400" dirty="0" err="1"/>
              <a:t>sau</a:t>
            </a:r>
            <a:r>
              <a:rPr lang="en-US" sz="2400" dirty="0"/>
              <a:t>:</a:t>
            </a:r>
          </a:p>
          <a:p>
            <a:pPr>
              <a:buFont typeface="Wingdings" panose="05000000000000000000" pitchFamily="2" charset="2"/>
              <a:buChar char="ü"/>
            </a:pPr>
            <a:r>
              <a:rPr lang="en-US" sz="2400" dirty="0" err="1"/>
              <a:t>Hợp</a:t>
            </a:r>
            <a:r>
              <a:rPr lang="en-US" sz="2400" dirty="0"/>
              <a:t> </a:t>
            </a:r>
            <a:r>
              <a:rPr lang="en-US" sz="2400" dirty="0" err="1"/>
              <a:t>đồng</a:t>
            </a:r>
            <a:r>
              <a:rPr lang="en-US" sz="2400" dirty="0"/>
              <a:t> </a:t>
            </a:r>
            <a:r>
              <a:rPr lang="en-US" sz="2400" dirty="0" err="1"/>
              <a:t>không</a:t>
            </a:r>
            <a:r>
              <a:rPr lang="en-US" sz="2400" dirty="0"/>
              <a:t> </a:t>
            </a:r>
            <a:r>
              <a:rPr lang="en-US" sz="2400" dirty="0" err="1"/>
              <a:t>xác</a:t>
            </a:r>
            <a:r>
              <a:rPr lang="en-US" sz="2400" dirty="0"/>
              <a:t> </a:t>
            </a:r>
            <a:r>
              <a:rPr lang="en-US" sz="2400" dirty="0" err="1"/>
              <a:t>định</a:t>
            </a:r>
            <a:r>
              <a:rPr lang="en-US" sz="2400" dirty="0"/>
              <a:t> </a:t>
            </a:r>
            <a:r>
              <a:rPr lang="en-US" sz="2400" dirty="0" err="1"/>
              <a:t>thời</a:t>
            </a:r>
            <a:r>
              <a:rPr lang="en-US" sz="2400" dirty="0"/>
              <a:t> </a:t>
            </a:r>
            <a:r>
              <a:rPr lang="en-US" sz="2400" dirty="0" err="1"/>
              <a:t>hạn</a:t>
            </a:r>
            <a:r>
              <a:rPr lang="en-US" sz="2400" dirty="0"/>
              <a:t>. </a:t>
            </a:r>
            <a:r>
              <a:rPr lang="nl-NL" sz="2400" dirty="0">
                <a:solidFill>
                  <a:srgbClr val="000000"/>
                </a:solidFill>
                <a:latin typeface="Arial" panose="020B0604020202020204" pitchFamily="34" charset="0"/>
              </a:rPr>
              <a:t>Hợp đồng lao động không xác định thời hạn là hợp đồng mà trong đó hai bên không xác định thời hạn, thời điểm chấm dứt hiệu lực của hợp đồng;</a:t>
            </a:r>
            <a:endParaRPr lang="en-US" sz="2400" dirty="0"/>
          </a:p>
          <a:p>
            <a:pPr>
              <a:buFont typeface="Wingdings" panose="05000000000000000000" pitchFamily="2" charset="2"/>
              <a:buChar char="ü"/>
            </a:pPr>
            <a:r>
              <a:rPr lang="en-US" sz="2400" dirty="0" err="1"/>
              <a:t>Hợp</a:t>
            </a:r>
            <a:r>
              <a:rPr lang="en-US" sz="2400" dirty="0"/>
              <a:t> </a:t>
            </a:r>
            <a:r>
              <a:rPr lang="en-US" sz="2400" dirty="0" err="1"/>
              <a:t>đồng</a:t>
            </a:r>
            <a:r>
              <a:rPr lang="en-US" sz="2400" dirty="0"/>
              <a:t> </a:t>
            </a:r>
            <a:r>
              <a:rPr lang="en-US" sz="2400" dirty="0" err="1"/>
              <a:t>xác</a:t>
            </a:r>
            <a:r>
              <a:rPr lang="en-US" sz="2400" dirty="0"/>
              <a:t> </a:t>
            </a:r>
            <a:r>
              <a:rPr lang="en-US" sz="2400" dirty="0" err="1"/>
              <a:t>định</a:t>
            </a:r>
            <a:r>
              <a:rPr lang="en-US" sz="2400" dirty="0"/>
              <a:t> </a:t>
            </a:r>
            <a:r>
              <a:rPr lang="en-US" sz="2400" dirty="0" err="1"/>
              <a:t>thời</a:t>
            </a:r>
            <a:r>
              <a:rPr lang="en-US" sz="2400" dirty="0"/>
              <a:t> </a:t>
            </a:r>
            <a:r>
              <a:rPr lang="en-US" sz="2400" dirty="0" err="1"/>
              <a:t>hạn</a:t>
            </a:r>
            <a:r>
              <a:rPr lang="en-US" sz="2400" dirty="0"/>
              <a:t> </a:t>
            </a:r>
            <a:r>
              <a:rPr lang="nl-NL" sz="2400" dirty="0">
                <a:solidFill>
                  <a:srgbClr val="000000"/>
                </a:solidFill>
                <a:latin typeface="Arial" panose="020B0604020202020204" pitchFamily="34" charset="0"/>
              </a:rPr>
              <a:t>Hợp đồng lao động xác định thời hạn là hợp đồng mà trong đó hai bên xác định thời hạn, thời điểm chấm dứt hiệu lực của hợp đồng trong thời gian không quá 36 tháng kể từ thời điểm có hiệu lực của hợp đồng.</a:t>
            </a:r>
            <a:endParaRPr lang="en-US" sz="2400" dirty="0"/>
          </a:p>
          <a:p>
            <a:pPr>
              <a:buFont typeface="Wingdings" panose="05000000000000000000" pitchFamily="2" charset="2"/>
              <a:buChar char="ü"/>
            </a:pPr>
            <a:endParaRPr lang="en-US" dirty="0"/>
          </a:p>
          <a:p>
            <a:pPr>
              <a:buFont typeface="Wingdings" panose="05000000000000000000" pitchFamily="2" charset="2"/>
              <a:buChar char="ü"/>
            </a:pPr>
            <a:endParaRPr lang="en-US" dirty="0"/>
          </a:p>
        </p:txBody>
      </p:sp>
      <p:sp>
        <p:nvSpPr>
          <p:cNvPr id="4" name="Footer Placeholder 3">
            <a:extLst>
              <a:ext uri="{FF2B5EF4-FFF2-40B4-BE49-F238E27FC236}">
                <a16:creationId xmlns="" xmlns:a16="http://schemas.microsoft.com/office/drawing/2014/main" id="{A9D80231-FCD5-4A4D-87D0-5A3EE2A3309A}"/>
              </a:ext>
            </a:extLst>
          </p:cNvPr>
          <p:cNvSpPr>
            <a:spLocks noGrp="1"/>
          </p:cNvSpPr>
          <p:nvPr>
            <p:ph type="ftr" sz="quarter" idx="11"/>
          </p:nvPr>
        </p:nvSpPr>
        <p:spPr/>
        <p:txBody>
          <a:bodyPr/>
          <a:lstStyle/>
          <a:p>
            <a:r>
              <a:rPr lang="en-US" dirty="0" err="1"/>
              <a:t>Nguyễn</a:t>
            </a:r>
            <a:r>
              <a:rPr lang="en-US" dirty="0"/>
              <a:t> </a:t>
            </a:r>
            <a:r>
              <a:rPr lang="en-US" dirty="0" err="1"/>
              <a:t>Thị</a:t>
            </a:r>
            <a:r>
              <a:rPr lang="en-US" dirty="0"/>
              <a:t> </a:t>
            </a:r>
            <a:r>
              <a:rPr lang="en-US" dirty="0" err="1"/>
              <a:t>Yến</a:t>
            </a:r>
            <a:endParaRPr lang="en-US" dirty="0"/>
          </a:p>
        </p:txBody>
      </p:sp>
      <p:sp>
        <p:nvSpPr>
          <p:cNvPr id="5" name="Slide Number Placeholder 4">
            <a:extLst>
              <a:ext uri="{FF2B5EF4-FFF2-40B4-BE49-F238E27FC236}">
                <a16:creationId xmlns="" xmlns:a16="http://schemas.microsoft.com/office/drawing/2014/main" id="{CA46F386-6C63-48CA-8070-47A10449872C}"/>
              </a:ext>
            </a:extLst>
          </p:cNvPr>
          <p:cNvSpPr>
            <a:spLocks noGrp="1"/>
          </p:cNvSpPr>
          <p:nvPr>
            <p:ph type="sldNum" sz="quarter" idx="12"/>
          </p:nvPr>
        </p:nvSpPr>
        <p:spPr/>
        <p:txBody>
          <a:bodyPr/>
          <a:lstStyle/>
          <a:p>
            <a:fld id="{F6AE7EA5-B71B-4031-9678-D796BB0CCF77}" type="slidenum">
              <a:rPr lang="en-US" smtClean="0"/>
              <a:pPr/>
              <a:t>14</a:t>
            </a:fld>
            <a:endParaRPr lang="en-US"/>
          </a:p>
        </p:txBody>
      </p:sp>
    </p:spTree>
    <p:extLst>
      <p:ext uri="{BB962C8B-B14F-4D97-AF65-F5344CB8AC3E}">
        <p14:creationId xmlns="" xmlns:p14="http://schemas.microsoft.com/office/powerpoint/2010/main" val="15284604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04B1DF-A630-42BF-A824-F459387FFBA4}"/>
              </a:ext>
            </a:extLst>
          </p:cNvPr>
          <p:cNvSpPr>
            <a:spLocks noGrp="1"/>
          </p:cNvSpPr>
          <p:nvPr>
            <p:ph type="title"/>
          </p:nvPr>
        </p:nvSpPr>
        <p:spPr>
          <a:xfrm>
            <a:off x="1981200" y="274638"/>
            <a:ext cx="8229600" cy="792162"/>
          </a:xfrm>
        </p:spPr>
        <p:txBody>
          <a:bodyPr>
            <a:normAutofit/>
          </a:bodyPr>
          <a:lstStyle/>
          <a:p>
            <a:r>
              <a:rPr lang="en-US" sz="3600" dirty="0"/>
              <a:t>3. </a:t>
            </a:r>
            <a:r>
              <a:rPr lang="en-US" sz="3600" dirty="0" err="1"/>
              <a:t>Các</a:t>
            </a:r>
            <a:r>
              <a:rPr lang="en-US" sz="3600" dirty="0"/>
              <a:t> </a:t>
            </a:r>
            <a:r>
              <a:rPr lang="en-US" sz="3600" dirty="0" err="1"/>
              <a:t>nguyên</a:t>
            </a:r>
            <a:r>
              <a:rPr lang="en-US" sz="3600" dirty="0"/>
              <a:t> </a:t>
            </a:r>
            <a:r>
              <a:rPr lang="en-US" sz="3600" dirty="0" err="1"/>
              <a:t>tắc</a:t>
            </a:r>
            <a:r>
              <a:rPr lang="en-US" sz="3600" dirty="0"/>
              <a:t> </a:t>
            </a:r>
            <a:r>
              <a:rPr lang="en-US" sz="3600" dirty="0" err="1"/>
              <a:t>cơ</a:t>
            </a:r>
            <a:r>
              <a:rPr lang="en-US" sz="3600" dirty="0"/>
              <a:t> </a:t>
            </a:r>
            <a:r>
              <a:rPr lang="en-US" sz="3600" dirty="0" err="1"/>
              <a:t>bản</a:t>
            </a:r>
            <a:r>
              <a:rPr lang="en-US" sz="3600" dirty="0"/>
              <a:t> </a:t>
            </a:r>
            <a:r>
              <a:rPr lang="en-US" sz="3600" dirty="0" err="1"/>
              <a:t>của</a:t>
            </a:r>
            <a:r>
              <a:rPr lang="en-US" sz="3600" dirty="0"/>
              <a:t> </a:t>
            </a:r>
            <a:r>
              <a:rPr lang="en-US" sz="3600" dirty="0" err="1"/>
              <a:t>Luật</a:t>
            </a:r>
            <a:r>
              <a:rPr lang="en-US" sz="3600" dirty="0"/>
              <a:t> </a:t>
            </a:r>
            <a:r>
              <a:rPr lang="en-US" sz="3600" dirty="0" err="1"/>
              <a:t>lao</a:t>
            </a:r>
            <a:r>
              <a:rPr lang="en-US" sz="3600" dirty="0"/>
              <a:t> </a:t>
            </a:r>
            <a:r>
              <a:rPr lang="en-US" sz="3600" dirty="0" err="1"/>
              <a:t>động</a:t>
            </a:r>
            <a:endParaRPr lang="en-US" sz="3600" dirty="0"/>
          </a:p>
        </p:txBody>
      </p:sp>
      <p:sp>
        <p:nvSpPr>
          <p:cNvPr id="3" name="Content Placeholder 2">
            <a:extLst>
              <a:ext uri="{FF2B5EF4-FFF2-40B4-BE49-F238E27FC236}">
                <a16:creationId xmlns="" xmlns:a16="http://schemas.microsoft.com/office/drawing/2014/main" id="{83F6CB85-38C7-4811-B685-0A0AF7E4124A}"/>
              </a:ext>
            </a:extLst>
          </p:cNvPr>
          <p:cNvSpPr>
            <a:spLocks noGrp="1"/>
          </p:cNvSpPr>
          <p:nvPr>
            <p:ph idx="1"/>
          </p:nvPr>
        </p:nvSpPr>
        <p:spPr>
          <a:xfrm>
            <a:off x="1981200" y="1066801"/>
            <a:ext cx="8229600" cy="5059363"/>
          </a:xfrm>
        </p:spPr>
        <p:txBody>
          <a:bodyPr>
            <a:normAutofit fontScale="85000" lnSpcReduction="20000"/>
          </a:bodyPr>
          <a:lstStyle/>
          <a:p>
            <a:r>
              <a:rPr lang="en-US" b="1" dirty="0" err="1"/>
              <a:t>Nguyên</a:t>
            </a:r>
            <a:r>
              <a:rPr lang="en-US" b="1" dirty="0"/>
              <a:t> </a:t>
            </a:r>
            <a:r>
              <a:rPr lang="en-US" b="1" dirty="0" err="1"/>
              <a:t>tắc</a:t>
            </a:r>
            <a:r>
              <a:rPr lang="en-US" b="1" dirty="0"/>
              <a:t> </a:t>
            </a:r>
            <a:r>
              <a:rPr lang="en-US" b="1" dirty="0" err="1"/>
              <a:t>bảo</a:t>
            </a:r>
            <a:r>
              <a:rPr lang="en-US" b="1" dirty="0"/>
              <a:t> </a:t>
            </a:r>
            <a:r>
              <a:rPr lang="en-US" b="1" dirty="0" err="1"/>
              <a:t>vệ</a:t>
            </a:r>
            <a:r>
              <a:rPr lang="en-US" b="1" dirty="0"/>
              <a:t> </a:t>
            </a:r>
            <a:r>
              <a:rPr lang="en-US" b="1" dirty="0" err="1"/>
              <a:t>người</a:t>
            </a:r>
            <a:r>
              <a:rPr lang="en-US" b="1" dirty="0"/>
              <a:t> </a:t>
            </a:r>
            <a:r>
              <a:rPr lang="en-US" b="1" dirty="0" err="1"/>
              <a:t>lao</a:t>
            </a:r>
            <a:r>
              <a:rPr lang="en-US" b="1" dirty="0"/>
              <a:t> </a:t>
            </a:r>
            <a:r>
              <a:rPr lang="en-US" b="1" dirty="0" err="1"/>
              <a:t>động</a:t>
            </a:r>
            <a:r>
              <a:rPr lang="en-US" b="1" dirty="0"/>
              <a:t>: </a:t>
            </a:r>
          </a:p>
          <a:p>
            <a:pPr>
              <a:buFont typeface="Wingdings" panose="05000000000000000000" pitchFamily="2" charset="2"/>
              <a:buChar char="ü"/>
            </a:pPr>
            <a:r>
              <a:rPr lang="en-US" sz="2600" dirty="0" err="1"/>
              <a:t>Bảo</a:t>
            </a:r>
            <a:r>
              <a:rPr lang="en-US" sz="2600" dirty="0"/>
              <a:t> </a:t>
            </a:r>
            <a:r>
              <a:rPr lang="en-US" sz="2600" dirty="0" err="1"/>
              <a:t>đảm</a:t>
            </a:r>
            <a:r>
              <a:rPr lang="en-US" sz="2600" dirty="0"/>
              <a:t> </a:t>
            </a:r>
            <a:r>
              <a:rPr lang="en-US" sz="2600" dirty="0" err="1"/>
              <a:t>quyền</a:t>
            </a:r>
            <a:r>
              <a:rPr lang="en-US" sz="2600" dirty="0"/>
              <a:t> </a:t>
            </a:r>
            <a:r>
              <a:rPr lang="en-US" sz="2600" dirty="0" err="1"/>
              <a:t>tự</a:t>
            </a:r>
            <a:r>
              <a:rPr lang="en-US" sz="2600" dirty="0"/>
              <a:t> do </a:t>
            </a:r>
            <a:r>
              <a:rPr lang="en-US" sz="2600" dirty="0" err="1"/>
              <a:t>lựa</a:t>
            </a:r>
            <a:r>
              <a:rPr lang="en-US" sz="2600" dirty="0"/>
              <a:t> </a:t>
            </a:r>
            <a:r>
              <a:rPr lang="en-US" sz="2600" dirty="0" err="1"/>
              <a:t>chọn</a:t>
            </a:r>
            <a:r>
              <a:rPr lang="en-US" sz="2600" dirty="0"/>
              <a:t> </a:t>
            </a:r>
            <a:r>
              <a:rPr lang="en-US" sz="2600" dirty="0" err="1"/>
              <a:t>việc</a:t>
            </a:r>
            <a:r>
              <a:rPr lang="en-US" sz="2600" dirty="0"/>
              <a:t> </a:t>
            </a:r>
            <a:r>
              <a:rPr lang="en-US" sz="2600" dirty="0" err="1"/>
              <a:t>làm</a:t>
            </a:r>
            <a:r>
              <a:rPr lang="en-US" sz="2600" dirty="0"/>
              <a:t> , </a:t>
            </a:r>
            <a:r>
              <a:rPr lang="en-US" sz="2600" dirty="0" err="1"/>
              <a:t>nghề</a:t>
            </a:r>
            <a:r>
              <a:rPr lang="en-US" sz="2600" dirty="0"/>
              <a:t> </a:t>
            </a:r>
            <a:r>
              <a:rPr lang="en-US" sz="2600" dirty="0" err="1"/>
              <a:t>nghiệp</a:t>
            </a:r>
            <a:r>
              <a:rPr lang="en-US" sz="2600" dirty="0"/>
              <a:t> </a:t>
            </a:r>
            <a:r>
              <a:rPr lang="en-US" sz="2600" dirty="0" err="1"/>
              <a:t>không</a:t>
            </a:r>
            <a:r>
              <a:rPr lang="en-US" sz="2600" dirty="0"/>
              <a:t> </a:t>
            </a:r>
            <a:r>
              <a:rPr lang="en-US" sz="2600" dirty="0" err="1"/>
              <a:t>bị</a:t>
            </a:r>
            <a:r>
              <a:rPr lang="en-US" sz="2600" dirty="0"/>
              <a:t> </a:t>
            </a:r>
            <a:r>
              <a:rPr lang="en-US" sz="2600" dirty="0" err="1"/>
              <a:t>phân</a:t>
            </a:r>
            <a:r>
              <a:rPr lang="en-US" sz="2600" dirty="0"/>
              <a:t> </a:t>
            </a:r>
            <a:r>
              <a:rPr lang="en-US" sz="2600" dirty="0" err="1"/>
              <a:t>biệt</a:t>
            </a:r>
            <a:r>
              <a:rPr lang="en-US" sz="2600" dirty="0"/>
              <a:t> </a:t>
            </a:r>
            <a:r>
              <a:rPr lang="en-US" sz="2600" dirty="0" err="1"/>
              <a:t>đối</a:t>
            </a:r>
            <a:r>
              <a:rPr lang="en-US" sz="2600" dirty="0"/>
              <a:t> </a:t>
            </a:r>
            <a:r>
              <a:rPr lang="en-US" sz="2600" dirty="0" err="1"/>
              <a:t>xử</a:t>
            </a:r>
            <a:r>
              <a:rPr lang="en-US" sz="2600" dirty="0"/>
              <a:t> </a:t>
            </a:r>
            <a:r>
              <a:rPr lang="en-US" sz="2600" dirty="0" err="1"/>
              <a:t>của</a:t>
            </a:r>
            <a:r>
              <a:rPr lang="en-US" sz="2600" dirty="0"/>
              <a:t> </a:t>
            </a:r>
            <a:r>
              <a:rPr lang="en-US" sz="2600" dirty="0" err="1"/>
              <a:t>người</a:t>
            </a:r>
            <a:r>
              <a:rPr lang="en-US" sz="2600" dirty="0"/>
              <a:t> </a:t>
            </a:r>
            <a:r>
              <a:rPr lang="en-US" sz="2600" dirty="0" err="1"/>
              <a:t>lao</a:t>
            </a:r>
            <a:r>
              <a:rPr lang="en-US" sz="2600" dirty="0"/>
              <a:t> </a:t>
            </a:r>
            <a:r>
              <a:rPr lang="en-US" sz="2600" dirty="0" err="1"/>
              <a:t>động</a:t>
            </a:r>
            <a:r>
              <a:rPr lang="en-US" sz="2600" dirty="0"/>
              <a:t>.</a:t>
            </a:r>
          </a:p>
          <a:p>
            <a:pPr>
              <a:buFont typeface="Wingdings" panose="05000000000000000000" pitchFamily="2" charset="2"/>
              <a:buChar char="ü"/>
            </a:pPr>
            <a:r>
              <a:rPr lang="en-US" sz="2600" dirty="0" err="1"/>
              <a:t>Trả</a:t>
            </a:r>
            <a:r>
              <a:rPr lang="en-US" sz="2600" dirty="0"/>
              <a:t> </a:t>
            </a:r>
            <a:r>
              <a:rPr lang="en-US" sz="2600" dirty="0" err="1"/>
              <a:t>lương</a:t>
            </a:r>
            <a:r>
              <a:rPr lang="en-US" sz="2600" dirty="0"/>
              <a:t> </a:t>
            </a:r>
            <a:r>
              <a:rPr lang="en-US" sz="2600" dirty="0" err="1"/>
              <a:t>theo</a:t>
            </a:r>
            <a:r>
              <a:rPr lang="en-US" sz="2600" dirty="0"/>
              <a:t> </a:t>
            </a:r>
            <a:r>
              <a:rPr lang="en-US" sz="2600" dirty="0" err="1"/>
              <a:t>thở</a:t>
            </a:r>
            <a:r>
              <a:rPr lang="en-US" sz="2600" dirty="0"/>
              <a:t> </a:t>
            </a:r>
            <a:r>
              <a:rPr lang="en-US" sz="2600" dirty="0" err="1"/>
              <a:t>thuận</a:t>
            </a:r>
            <a:endParaRPr lang="en-US" sz="2600" dirty="0"/>
          </a:p>
          <a:p>
            <a:pPr>
              <a:buFont typeface="Wingdings" panose="05000000000000000000" pitchFamily="2" charset="2"/>
              <a:buChar char="ü"/>
            </a:pPr>
            <a:r>
              <a:rPr lang="en-US" sz="2600" dirty="0" err="1"/>
              <a:t>Thực</a:t>
            </a:r>
            <a:r>
              <a:rPr lang="en-US" sz="2600" dirty="0"/>
              <a:t> </a:t>
            </a:r>
            <a:r>
              <a:rPr lang="en-US" sz="2600" dirty="0" err="1"/>
              <a:t>hiện</a:t>
            </a:r>
            <a:r>
              <a:rPr lang="en-US" sz="2600" dirty="0"/>
              <a:t> </a:t>
            </a:r>
            <a:r>
              <a:rPr lang="en-US" sz="2600" dirty="0" err="1"/>
              <a:t>bảo</a:t>
            </a:r>
            <a:r>
              <a:rPr lang="en-US" sz="2600" dirty="0"/>
              <a:t> </a:t>
            </a:r>
            <a:r>
              <a:rPr lang="en-US" sz="2600" dirty="0" err="1"/>
              <a:t>hộ</a:t>
            </a:r>
            <a:r>
              <a:rPr lang="en-US" sz="2600" dirty="0"/>
              <a:t> </a:t>
            </a:r>
            <a:r>
              <a:rPr lang="en-US" sz="2600" dirty="0" err="1"/>
              <a:t>lao</a:t>
            </a:r>
            <a:r>
              <a:rPr lang="en-US" sz="2600" dirty="0"/>
              <a:t> </a:t>
            </a:r>
            <a:r>
              <a:rPr lang="en-US" sz="2600" dirty="0" err="1"/>
              <a:t>động</a:t>
            </a:r>
            <a:r>
              <a:rPr lang="en-US" sz="2600" dirty="0"/>
              <a:t> </a:t>
            </a:r>
            <a:r>
              <a:rPr lang="en-US" sz="2600" dirty="0" err="1"/>
              <a:t>đối</a:t>
            </a:r>
            <a:r>
              <a:rPr lang="en-US" sz="2600" dirty="0"/>
              <a:t> </a:t>
            </a:r>
            <a:r>
              <a:rPr lang="en-US" sz="2600" dirty="0" err="1"/>
              <a:t>với</a:t>
            </a:r>
            <a:r>
              <a:rPr lang="en-US" sz="2600" dirty="0"/>
              <a:t> </a:t>
            </a:r>
            <a:r>
              <a:rPr lang="en-US" sz="2600" dirty="0" err="1"/>
              <a:t>người</a:t>
            </a:r>
            <a:r>
              <a:rPr lang="en-US" sz="2600" dirty="0"/>
              <a:t> </a:t>
            </a:r>
            <a:r>
              <a:rPr lang="en-US" sz="2600" dirty="0" err="1"/>
              <a:t>lao</a:t>
            </a:r>
            <a:r>
              <a:rPr lang="en-US" sz="2600" dirty="0"/>
              <a:t> </a:t>
            </a:r>
            <a:r>
              <a:rPr lang="en-US" sz="2600" dirty="0" err="1"/>
              <a:t>động</a:t>
            </a:r>
            <a:endParaRPr lang="en-US" sz="2600" dirty="0"/>
          </a:p>
          <a:p>
            <a:pPr>
              <a:buFont typeface="Wingdings" panose="05000000000000000000" pitchFamily="2" charset="2"/>
              <a:buChar char="ü"/>
            </a:pPr>
            <a:r>
              <a:rPr lang="en-US" sz="2600" dirty="0" err="1"/>
              <a:t>Đảm</a:t>
            </a:r>
            <a:r>
              <a:rPr lang="en-US" sz="2600" dirty="0"/>
              <a:t> </a:t>
            </a:r>
            <a:r>
              <a:rPr lang="en-US" sz="2600" dirty="0" err="1"/>
              <a:t>bảo</a:t>
            </a:r>
            <a:r>
              <a:rPr lang="en-US" sz="2600" dirty="0"/>
              <a:t> </a:t>
            </a:r>
            <a:r>
              <a:rPr lang="en-US" sz="2600" dirty="0" err="1"/>
              <a:t>quyền</a:t>
            </a:r>
            <a:r>
              <a:rPr lang="en-US" sz="2600" dirty="0"/>
              <a:t> </a:t>
            </a:r>
            <a:r>
              <a:rPr lang="en-US" sz="2600" dirty="0" err="1"/>
              <a:t>được</a:t>
            </a:r>
            <a:r>
              <a:rPr lang="en-US" sz="2600" dirty="0"/>
              <a:t> </a:t>
            </a:r>
            <a:r>
              <a:rPr lang="en-US" sz="2600" dirty="0" err="1"/>
              <a:t>nghỉ</a:t>
            </a:r>
            <a:r>
              <a:rPr lang="en-US" sz="2600" dirty="0"/>
              <a:t> </a:t>
            </a:r>
            <a:r>
              <a:rPr lang="en-US" sz="2600" dirty="0" err="1"/>
              <a:t>ngơi</a:t>
            </a:r>
            <a:r>
              <a:rPr lang="en-US" sz="2600" dirty="0"/>
              <a:t> </a:t>
            </a:r>
            <a:r>
              <a:rPr lang="en-US" sz="2600" dirty="0" err="1"/>
              <a:t>của</a:t>
            </a:r>
            <a:r>
              <a:rPr lang="en-US" sz="2600" dirty="0"/>
              <a:t> </a:t>
            </a:r>
            <a:r>
              <a:rPr lang="en-US" sz="2600" dirty="0" err="1"/>
              <a:t>người</a:t>
            </a:r>
            <a:r>
              <a:rPr lang="en-US" sz="2600" dirty="0"/>
              <a:t> </a:t>
            </a:r>
            <a:r>
              <a:rPr lang="en-US" sz="2600" dirty="0" err="1"/>
              <a:t>lao</a:t>
            </a:r>
            <a:r>
              <a:rPr lang="en-US" sz="2600" dirty="0"/>
              <a:t> </a:t>
            </a:r>
            <a:r>
              <a:rPr lang="en-US" sz="2600" dirty="0" err="1"/>
              <a:t>động</a:t>
            </a:r>
            <a:endParaRPr lang="en-US" sz="2600" dirty="0"/>
          </a:p>
          <a:p>
            <a:pPr>
              <a:buFont typeface="Wingdings" panose="05000000000000000000" pitchFamily="2" charset="2"/>
              <a:buChar char="ü"/>
            </a:pPr>
            <a:r>
              <a:rPr lang="en-US" sz="2600" dirty="0" err="1"/>
              <a:t>Tôn</a:t>
            </a:r>
            <a:r>
              <a:rPr lang="en-US" sz="2600" dirty="0"/>
              <a:t> </a:t>
            </a:r>
            <a:r>
              <a:rPr lang="en-US" sz="2600" dirty="0" err="1"/>
              <a:t>trọng</a:t>
            </a:r>
            <a:r>
              <a:rPr lang="en-US" sz="2600" dirty="0"/>
              <a:t> </a:t>
            </a:r>
            <a:r>
              <a:rPr lang="en-US" sz="2600" dirty="0" err="1"/>
              <a:t>quyền</a:t>
            </a:r>
            <a:r>
              <a:rPr lang="en-US" sz="2600" dirty="0"/>
              <a:t> </a:t>
            </a:r>
            <a:r>
              <a:rPr lang="en-US" sz="2600" dirty="0" err="1"/>
              <a:t>đại</a:t>
            </a:r>
            <a:r>
              <a:rPr lang="en-US" sz="2600" dirty="0"/>
              <a:t> </a:t>
            </a:r>
            <a:r>
              <a:rPr lang="en-US" sz="2600" dirty="0" err="1"/>
              <a:t>diện</a:t>
            </a:r>
            <a:r>
              <a:rPr lang="en-US" sz="2600" dirty="0"/>
              <a:t> </a:t>
            </a:r>
            <a:r>
              <a:rPr lang="en-US" sz="2600" dirty="0" err="1"/>
              <a:t>tập</a:t>
            </a:r>
            <a:r>
              <a:rPr lang="en-US" sz="2600" dirty="0"/>
              <a:t> </a:t>
            </a:r>
            <a:r>
              <a:rPr lang="en-US" sz="2600" dirty="0" err="1"/>
              <a:t>thể</a:t>
            </a:r>
            <a:r>
              <a:rPr lang="en-US" sz="2600" dirty="0"/>
              <a:t> </a:t>
            </a:r>
            <a:r>
              <a:rPr lang="en-US" sz="2600" dirty="0" err="1"/>
              <a:t>của</a:t>
            </a:r>
            <a:r>
              <a:rPr lang="en-US" sz="2600" dirty="0"/>
              <a:t> </a:t>
            </a:r>
            <a:r>
              <a:rPr lang="en-US" sz="2600" dirty="0" err="1"/>
              <a:t>người</a:t>
            </a:r>
            <a:r>
              <a:rPr lang="en-US" sz="2600" dirty="0"/>
              <a:t> </a:t>
            </a:r>
            <a:r>
              <a:rPr lang="en-US" sz="2600" dirty="0" err="1"/>
              <a:t>lao</a:t>
            </a:r>
            <a:r>
              <a:rPr lang="en-US" sz="2600" dirty="0"/>
              <a:t> </a:t>
            </a:r>
            <a:r>
              <a:rPr lang="en-US" sz="2600" dirty="0" err="1"/>
              <a:t>động</a:t>
            </a:r>
            <a:endParaRPr lang="en-US" sz="2600" dirty="0"/>
          </a:p>
          <a:p>
            <a:pPr>
              <a:buFont typeface="Wingdings" panose="05000000000000000000" pitchFamily="2" charset="2"/>
              <a:buChar char="ü"/>
            </a:pPr>
            <a:r>
              <a:rPr lang="en-US" sz="2600" dirty="0" err="1"/>
              <a:t>Thực</a:t>
            </a:r>
            <a:r>
              <a:rPr lang="en-US" sz="2600" dirty="0"/>
              <a:t> </a:t>
            </a:r>
            <a:r>
              <a:rPr lang="en-US" sz="2600" dirty="0" err="1"/>
              <a:t>hiện</a:t>
            </a:r>
            <a:r>
              <a:rPr lang="en-US" sz="2600" dirty="0"/>
              <a:t> </a:t>
            </a:r>
            <a:r>
              <a:rPr lang="en-US" sz="2600" dirty="0" err="1"/>
              <a:t>bảo</a:t>
            </a:r>
            <a:r>
              <a:rPr lang="en-US" sz="2600" dirty="0"/>
              <a:t> </a:t>
            </a:r>
            <a:r>
              <a:rPr lang="en-US" sz="2600" dirty="0" err="1"/>
              <a:t>hiểm</a:t>
            </a:r>
            <a:r>
              <a:rPr lang="en-US" sz="2600" dirty="0"/>
              <a:t> </a:t>
            </a:r>
            <a:r>
              <a:rPr lang="en-US" sz="2600" dirty="0" err="1"/>
              <a:t>xã</a:t>
            </a:r>
            <a:r>
              <a:rPr lang="en-US" sz="2600" dirty="0"/>
              <a:t> </a:t>
            </a:r>
            <a:r>
              <a:rPr lang="en-US" sz="2600" dirty="0" err="1"/>
              <a:t>hội</a:t>
            </a:r>
            <a:r>
              <a:rPr lang="en-US" sz="2600" dirty="0"/>
              <a:t> </a:t>
            </a:r>
            <a:r>
              <a:rPr lang="en-US" sz="2600" dirty="0" err="1"/>
              <a:t>đối</a:t>
            </a:r>
            <a:r>
              <a:rPr lang="en-US" sz="2600" dirty="0"/>
              <a:t> </a:t>
            </a:r>
            <a:r>
              <a:rPr lang="en-US" sz="2600" dirty="0" err="1"/>
              <a:t>với</a:t>
            </a:r>
            <a:r>
              <a:rPr lang="en-US" sz="2600" dirty="0"/>
              <a:t> </a:t>
            </a:r>
            <a:r>
              <a:rPr lang="en-US" sz="2600" dirty="0" err="1"/>
              <a:t>người</a:t>
            </a:r>
            <a:r>
              <a:rPr lang="en-US" sz="2600" dirty="0"/>
              <a:t> </a:t>
            </a:r>
            <a:r>
              <a:rPr lang="en-US" sz="2600" dirty="0" err="1"/>
              <a:t>lao</a:t>
            </a:r>
            <a:r>
              <a:rPr lang="en-US" sz="2600" dirty="0"/>
              <a:t> </a:t>
            </a:r>
            <a:r>
              <a:rPr lang="en-US" sz="2600" dirty="0" err="1"/>
              <a:t>động</a:t>
            </a:r>
            <a:endParaRPr lang="en-US" sz="2600" dirty="0"/>
          </a:p>
          <a:p>
            <a:r>
              <a:rPr lang="en-US" b="1" dirty="0" err="1"/>
              <a:t>Nguyên</a:t>
            </a:r>
            <a:r>
              <a:rPr lang="en-US" b="1" dirty="0"/>
              <a:t> </a:t>
            </a:r>
            <a:r>
              <a:rPr lang="en-US" b="1" dirty="0" err="1"/>
              <a:t>tắc</a:t>
            </a:r>
            <a:r>
              <a:rPr lang="en-US" b="1" dirty="0"/>
              <a:t> </a:t>
            </a:r>
            <a:r>
              <a:rPr lang="en-US" b="1" dirty="0" err="1"/>
              <a:t>bảo</a:t>
            </a:r>
            <a:r>
              <a:rPr lang="en-US" b="1" dirty="0"/>
              <a:t> </a:t>
            </a:r>
            <a:r>
              <a:rPr lang="en-US" b="1" dirty="0" err="1"/>
              <a:t>vệ</a:t>
            </a:r>
            <a:r>
              <a:rPr lang="en-US" b="1" dirty="0"/>
              <a:t> </a:t>
            </a:r>
            <a:r>
              <a:rPr lang="en-US" b="1" dirty="0" err="1"/>
              <a:t>quyền</a:t>
            </a:r>
            <a:r>
              <a:rPr lang="en-US" b="1" dirty="0"/>
              <a:t> </a:t>
            </a:r>
            <a:r>
              <a:rPr lang="en-US" b="1" dirty="0" err="1"/>
              <a:t>và</a:t>
            </a:r>
            <a:r>
              <a:rPr lang="en-US" b="1" dirty="0"/>
              <a:t> </a:t>
            </a:r>
            <a:r>
              <a:rPr lang="en-US" b="1" dirty="0" err="1"/>
              <a:t>lợi</a:t>
            </a:r>
            <a:r>
              <a:rPr lang="en-US" b="1" dirty="0"/>
              <a:t> </a:t>
            </a:r>
            <a:r>
              <a:rPr lang="en-US" b="1" dirty="0" err="1"/>
              <a:t>ích</a:t>
            </a:r>
            <a:r>
              <a:rPr lang="en-US" b="1" dirty="0"/>
              <a:t> </a:t>
            </a:r>
            <a:r>
              <a:rPr lang="en-US" b="1" dirty="0" err="1"/>
              <a:t>hợp</a:t>
            </a:r>
            <a:r>
              <a:rPr lang="en-US" b="1" dirty="0"/>
              <a:t> </a:t>
            </a:r>
            <a:r>
              <a:rPr lang="en-US" b="1" dirty="0" err="1"/>
              <a:t>pháp</a:t>
            </a:r>
            <a:r>
              <a:rPr lang="en-US" b="1" dirty="0"/>
              <a:t> </a:t>
            </a:r>
            <a:r>
              <a:rPr lang="en-US" b="1" dirty="0" err="1"/>
              <a:t>của</a:t>
            </a:r>
            <a:r>
              <a:rPr lang="en-US" b="1" dirty="0"/>
              <a:t> </a:t>
            </a:r>
            <a:r>
              <a:rPr lang="en-US" b="1" dirty="0" err="1"/>
              <a:t>người</a:t>
            </a:r>
            <a:r>
              <a:rPr lang="en-US" b="1" dirty="0"/>
              <a:t> </a:t>
            </a:r>
            <a:r>
              <a:rPr lang="en-US" b="1" dirty="0" err="1"/>
              <a:t>sử</a:t>
            </a:r>
            <a:r>
              <a:rPr lang="en-US" b="1" dirty="0"/>
              <a:t> </a:t>
            </a:r>
            <a:r>
              <a:rPr lang="en-US" b="1" dirty="0" err="1"/>
              <a:t>sụng</a:t>
            </a:r>
            <a:r>
              <a:rPr lang="en-US" b="1" dirty="0"/>
              <a:t> </a:t>
            </a:r>
            <a:r>
              <a:rPr lang="en-US" b="1" dirty="0" err="1"/>
              <a:t>lao</a:t>
            </a:r>
            <a:r>
              <a:rPr lang="en-US" b="1" dirty="0"/>
              <a:t> </a:t>
            </a:r>
            <a:r>
              <a:rPr lang="en-US" b="1" dirty="0" err="1"/>
              <a:t>động</a:t>
            </a:r>
            <a:r>
              <a:rPr lang="en-US" b="1" dirty="0"/>
              <a:t>:</a:t>
            </a:r>
            <a:r>
              <a:rPr lang="en-US" dirty="0"/>
              <a:t> </a:t>
            </a:r>
            <a:r>
              <a:rPr lang="en-US" sz="2600" dirty="0"/>
              <a:t>NSDLĐ </a:t>
            </a:r>
            <a:r>
              <a:rPr lang="en-US" sz="2600" dirty="0" err="1"/>
              <a:t>có</a:t>
            </a:r>
            <a:r>
              <a:rPr lang="en-US" sz="2600" dirty="0"/>
              <a:t> </a:t>
            </a:r>
            <a:r>
              <a:rPr lang="en-US" sz="2600" dirty="0" err="1"/>
              <a:t>quyền</a:t>
            </a:r>
            <a:r>
              <a:rPr lang="en-US" sz="2600" dirty="0"/>
              <a:t> </a:t>
            </a:r>
            <a:r>
              <a:rPr lang="en-US" sz="2600" dirty="0" err="1"/>
              <a:t>tuyển</a:t>
            </a:r>
            <a:r>
              <a:rPr lang="en-US" sz="2600" dirty="0"/>
              <a:t> </a:t>
            </a:r>
            <a:r>
              <a:rPr lang="en-US" sz="2600" dirty="0" err="1"/>
              <a:t>chọn</a:t>
            </a:r>
            <a:r>
              <a:rPr lang="en-US" sz="2600" dirty="0"/>
              <a:t> </a:t>
            </a:r>
            <a:r>
              <a:rPr lang="en-US" sz="2600" dirty="0" err="1"/>
              <a:t>lao</a:t>
            </a:r>
            <a:r>
              <a:rPr lang="en-US" sz="2600" dirty="0"/>
              <a:t> </a:t>
            </a:r>
            <a:r>
              <a:rPr lang="en-US" sz="2600" dirty="0" err="1"/>
              <a:t>động</a:t>
            </a:r>
            <a:r>
              <a:rPr lang="en-US" sz="2600" dirty="0"/>
              <a:t>, </a:t>
            </a:r>
            <a:r>
              <a:rPr lang="en-US" sz="2600" dirty="0" err="1"/>
              <a:t>quyền</a:t>
            </a:r>
            <a:r>
              <a:rPr lang="en-US" sz="2600" dirty="0"/>
              <a:t> </a:t>
            </a:r>
            <a:r>
              <a:rPr lang="en-US" sz="2600" dirty="0" err="1"/>
              <a:t>được</a:t>
            </a:r>
            <a:r>
              <a:rPr lang="en-US" sz="2600" dirty="0"/>
              <a:t> </a:t>
            </a:r>
            <a:r>
              <a:rPr lang="en-US" sz="2600" dirty="0" err="1"/>
              <a:t>tăng</a:t>
            </a:r>
            <a:r>
              <a:rPr lang="en-US" sz="2600" dirty="0"/>
              <a:t> </a:t>
            </a:r>
            <a:r>
              <a:rPr lang="en-US" sz="2600" dirty="0" err="1"/>
              <a:t>hoặc</a:t>
            </a:r>
            <a:r>
              <a:rPr lang="en-US" sz="2600" dirty="0"/>
              <a:t> </a:t>
            </a:r>
            <a:r>
              <a:rPr lang="en-US" sz="2600" dirty="0" err="1"/>
              <a:t>giảm</a:t>
            </a:r>
            <a:r>
              <a:rPr lang="en-US" sz="2600" dirty="0"/>
              <a:t> </a:t>
            </a:r>
            <a:r>
              <a:rPr lang="en-US" sz="2600" dirty="0" err="1"/>
              <a:t>lao</a:t>
            </a:r>
            <a:r>
              <a:rPr lang="en-US" sz="2600" dirty="0"/>
              <a:t> </a:t>
            </a:r>
            <a:r>
              <a:rPr lang="en-US" sz="2600" dirty="0" err="1"/>
              <a:t>động</a:t>
            </a:r>
            <a:r>
              <a:rPr lang="en-US" sz="2600" dirty="0"/>
              <a:t> </a:t>
            </a:r>
            <a:r>
              <a:rPr lang="en-US" sz="2600" dirty="0" err="1"/>
              <a:t>theo</a:t>
            </a:r>
            <a:r>
              <a:rPr lang="en-US" sz="2600" dirty="0"/>
              <a:t> </a:t>
            </a:r>
            <a:r>
              <a:rPr lang="en-US" sz="2600" dirty="0" err="1"/>
              <a:t>nhu</a:t>
            </a:r>
            <a:r>
              <a:rPr lang="en-US" sz="2600" dirty="0"/>
              <a:t> </a:t>
            </a:r>
            <a:r>
              <a:rPr lang="en-US" sz="2600" dirty="0" err="1"/>
              <a:t>cầu</a:t>
            </a:r>
            <a:r>
              <a:rPr lang="en-US" sz="2600" dirty="0"/>
              <a:t> </a:t>
            </a:r>
            <a:r>
              <a:rPr lang="en-US" sz="2600" dirty="0" err="1"/>
              <a:t>sản</a:t>
            </a:r>
            <a:r>
              <a:rPr lang="en-US" sz="2600" dirty="0"/>
              <a:t> </a:t>
            </a:r>
            <a:r>
              <a:rPr lang="en-US" sz="2600" dirty="0" err="1"/>
              <a:t>xuất</a:t>
            </a:r>
            <a:r>
              <a:rPr lang="en-US" sz="2600" dirty="0"/>
              <a:t>- </a:t>
            </a:r>
            <a:r>
              <a:rPr lang="en-US" sz="2600" dirty="0" err="1"/>
              <a:t>kinh</a:t>
            </a:r>
            <a:r>
              <a:rPr lang="en-US" sz="2600" dirty="0"/>
              <a:t> </a:t>
            </a:r>
            <a:r>
              <a:rPr lang="en-US" sz="2600" dirty="0" err="1"/>
              <a:t>doanh</a:t>
            </a:r>
            <a:r>
              <a:rPr lang="en-US" sz="2600" dirty="0"/>
              <a:t>, </a:t>
            </a:r>
            <a:r>
              <a:rPr lang="en-US" sz="2600" dirty="0" err="1"/>
              <a:t>có</a:t>
            </a:r>
            <a:r>
              <a:rPr lang="en-US" sz="2600" dirty="0"/>
              <a:t> </a:t>
            </a:r>
            <a:r>
              <a:rPr lang="en-US" sz="2600" dirty="0" err="1"/>
              <a:t>quyền</a:t>
            </a:r>
            <a:r>
              <a:rPr lang="en-US" sz="2600" dirty="0"/>
              <a:t> ban </a:t>
            </a:r>
            <a:r>
              <a:rPr lang="en-US" sz="2600" dirty="0" err="1"/>
              <a:t>hành</a:t>
            </a:r>
            <a:r>
              <a:rPr lang="en-US" sz="2600" dirty="0"/>
              <a:t> </a:t>
            </a:r>
            <a:r>
              <a:rPr lang="en-US" sz="2600" dirty="0" err="1"/>
              <a:t>nội</a:t>
            </a:r>
            <a:r>
              <a:rPr lang="en-US" sz="2600" dirty="0"/>
              <a:t> </a:t>
            </a:r>
            <a:r>
              <a:rPr lang="en-US" sz="2600" dirty="0" err="1"/>
              <a:t>quy</a:t>
            </a:r>
            <a:r>
              <a:rPr lang="en-US" sz="2600" dirty="0"/>
              <a:t>, </a:t>
            </a:r>
            <a:r>
              <a:rPr lang="en-US" sz="2600" dirty="0" err="1"/>
              <a:t>quy</a:t>
            </a:r>
            <a:r>
              <a:rPr lang="en-US" sz="2600" dirty="0"/>
              <a:t> </a:t>
            </a:r>
            <a:r>
              <a:rPr lang="en-US" sz="2600" dirty="0" err="1"/>
              <a:t>chế</a:t>
            </a:r>
            <a:r>
              <a:rPr lang="en-US" sz="2600" dirty="0"/>
              <a:t> </a:t>
            </a:r>
            <a:r>
              <a:rPr lang="en-US" sz="2600" dirty="0" err="1"/>
              <a:t>lao</a:t>
            </a:r>
            <a:r>
              <a:rPr lang="en-US" sz="2600" dirty="0"/>
              <a:t> </a:t>
            </a:r>
            <a:r>
              <a:rPr lang="en-US" sz="2600" dirty="0" err="1"/>
              <a:t>động</a:t>
            </a:r>
            <a:r>
              <a:rPr lang="en-US" sz="2600" dirty="0"/>
              <a:t>, </a:t>
            </a:r>
            <a:r>
              <a:rPr lang="en-US" sz="2600" dirty="0" err="1"/>
              <a:t>có</a:t>
            </a:r>
            <a:r>
              <a:rPr lang="en-US" sz="2600" dirty="0"/>
              <a:t> </a:t>
            </a:r>
            <a:r>
              <a:rPr lang="en-US" sz="2600" dirty="0" err="1"/>
              <a:t>quyền</a:t>
            </a:r>
            <a:r>
              <a:rPr lang="en-US" sz="2600" dirty="0"/>
              <a:t> </a:t>
            </a:r>
            <a:r>
              <a:rPr lang="en-US" sz="2600" dirty="0" err="1" smtClean="0"/>
              <a:t>khen</a:t>
            </a:r>
            <a:r>
              <a:rPr lang="en-US" sz="2600" dirty="0" smtClean="0"/>
              <a:t> </a:t>
            </a:r>
            <a:r>
              <a:rPr lang="en-US" sz="2600" dirty="0" err="1"/>
              <a:t>thưởng</a:t>
            </a:r>
            <a:r>
              <a:rPr lang="en-US" sz="2600" dirty="0"/>
              <a:t>- </a:t>
            </a:r>
            <a:r>
              <a:rPr lang="en-US" sz="2600" dirty="0" err="1"/>
              <a:t>kỷ</a:t>
            </a:r>
            <a:r>
              <a:rPr lang="en-US" sz="2600" dirty="0"/>
              <a:t> </a:t>
            </a:r>
            <a:r>
              <a:rPr lang="en-US" sz="2600" dirty="0" err="1"/>
              <a:t>luật</a:t>
            </a:r>
            <a:r>
              <a:rPr lang="en-US" sz="2600" dirty="0"/>
              <a:t>, </a:t>
            </a:r>
            <a:r>
              <a:rPr lang="en-US" sz="2600" dirty="0" err="1"/>
              <a:t>chấm</a:t>
            </a:r>
            <a:r>
              <a:rPr lang="en-US" sz="2600" dirty="0"/>
              <a:t> </a:t>
            </a:r>
            <a:r>
              <a:rPr lang="en-US" sz="2600" dirty="0" err="1"/>
              <a:t>dứt</a:t>
            </a:r>
            <a:r>
              <a:rPr lang="en-US" sz="2600" dirty="0"/>
              <a:t> </a:t>
            </a:r>
            <a:r>
              <a:rPr lang="en-US" sz="2600" dirty="0" err="1"/>
              <a:t>hợp</a:t>
            </a:r>
            <a:r>
              <a:rPr lang="en-US" sz="2600" dirty="0"/>
              <a:t> </a:t>
            </a:r>
            <a:r>
              <a:rPr lang="en-US" sz="2600" dirty="0" err="1"/>
              <a:t>đồng</a:t>
            </a:r>
            <a:r>
              <a:rPr lang="en-US" sz="2600" dirty="0"/>
              <a:t> </a:t>
            </a:r>
            <a:r>
              <a:rPr lang="en-US" sz="2600" dirty="0" err="1"/>
              <a:t>lao</a:t>
            </a:r>
            <a:r>
              <a:rPr lang="en-US" sz="2600" dirty="0"/>
              <a:t> </a:t>
            </a:r>
            <a:r>
              <a:rPr lang="en-US" sz="2600" dirty="0" err="1"/>
              <a:t>động</a:t>
            </a:r>
            <a:r>
              <a:rPr lang="en-US" sz="2600" dirty="0"/>
              <a:t>….</a:t>
            </a:r>
          </a:p>
          <a:p>
            <a:r>
              <a:rPr lang="en-US" b="1" dirty="0" err="1"/>
              <a:t>Nguyên</a:t>
            </a:r>
            <a:r>
              <a:rPr lang="en-US" b="1" dirty="0"/>
              <a:t> </a:t>
            </a:r>
            <a:r>
              <a:rPr lang="en-US" b="1" dirty="0" err="1"/>
              <a:t>tắc</a:t>
            </a:r>
            <a:r>
              <a:rPr lang="en-US" b="1" dirty="0"/>
              <a:t> </a:t>
            </a:r>
            <a:r>
              <a:rPr lang="en-US" b="1" dirty="0" err="1"/>
              <a:t>kết</a:t>
            </a:r>
            <a:r>
              <a:rPr lang="en-US" b="1" dirty="0"/>
              <a:t> </a:t>
            </a:r>
            <a:r>
              <a:rPr lang="en-US" b="1" dirty="0" err="1"/>
              <a:t>hợp</a:t>
            </a:r>
            <a:r>
              <a:rPr lang="en-US" b="1" dirty="0"/>
              <a:t> </a:t>
            </a:r>
            <a:r>
              <a:rPr lang="en-US" b="1" dirty="0" err="1"/>
              <a:t>hài</a:t>
            </a:r>
            <a:r>
              <a:rPr lang="en-US" b="1" dirty="0"/>
              <a:t> </a:t>
            </a:r>
            <a:r>
              <a:rPr lang="en-US" b="1" dirty="0" err="1"/>
              <a:t>hòa</a:t>
            </a:r>
            <a:r>
              <a:rPr lang="en-US" b="1" dirty="0"/>
              <a:t> </a:t>
            </a:r>
            <a:r>
              <a:rPr lang="en-US" b="1" dirty="0" err="1"/>
              <a:t>giữa</a:t>
            </a:r>
            <a:r>
              <a:rPr lang="en-US" b="1" dirty="0"/>
              <a:t> </a:t>
            </a:r>
            <a:r>
              <a:rPr lang="en-US" b="1" dirty="0" err="1"/>
              <a:t>chính</a:t>
            </a:r>
            <a:r>
              <a:rPr lang="en-US" b="1" dirty="0"/>
              <a:t> </a:t>
            </a:r>
            <a:r>
              <a:rPr lang="en-US" b="1" dirty="0" err="1"/>
              <a:t>sách</a:t>
            </a:r>
            <a:r>
              <a:rPr lang="en-US" b="1" dirty="0"/>
              <a:t> </a:t>
            </a:r>
            <a:r>
              <a:rPr lang="en-US" b="1" dirty="0" err="1"/>
              <a:t>kinh</a:t>
            </a:r>
            <a:r>
              <a:rPr lang="en-US" b="1" dirty="0"/>
              <a:t> </a:t>
            </a:r>
            <a:r>
              <a:rPr lang="en-US" b="1" dirty="0" err="1"/>
              <a:t>tế</a:t>
            </a:r>
            <a:r>
              <a:rPr lang="en-US" b="1" dirty="0"/>
              <a:t> </a:t>
            </a:r>
            <a:r>
              <a:rPr lang="en-US" b="1" dirty="0" err="1"/>
              <a:t>và</a:t>
            </a:r>
            <a:r>
              <a:rPr lang="en-US" b="1" dirty="0"/>
              <a:t> </a:t>
            </a:r>
            <a:r>
              <a:rPr lang="en-US" b="1" dirty="0" err="1"/>
              <a:t>chính</a:t>
            </a:r>
            <a:r>
              <a:rPr lang="en-US" b="1" dirty="0"/>
              <a:t> </a:t>
            </a:r>
            <a:r>
              <a:rPr lang="en-US" b="1" dirty="0" err="1"/>
              <a:t>sách</a:t>
            </a:r>
            <a:r>
              <a:rPr lang="en-US" b="1" dirty="0"/>
              <a:t> </a:t>
            </a:r>
            <a:r>
              <a:rPr lang="en-US" b="1" dirty="0" err="1"/>
              <a:t>xã</a:t>
            </a:r>
            <a:r>
              <a:rPr lang="en-US" b="1" dirty="0"/>
              <a:t> </a:t>
            </a:r>
            <a:r>
              <a:rPr lang="en-US" b="1" dirty="0" err="1"/>
              <a:t>hội</a:t>
            </a:r>
            <a:r>
              <a:rPr lang="en-US" b="1" dirty="0"/>
              <a:t>.</a:t>
            </a:r>
          </a:p>
          <a:p>
            <a:endParaRPr lang="en-US" dirty="0"/>
          </a:p>
          <a:p>
            <a:pPr>
              <a:buFont typeface="Wingdings" panose="05000000000000000000" pitchFamily="2" charset="2"/>
              <a:buChar char="ü"/>
            </a:pPr>
            <a:endParaRPr lang="en-US" dirty="0"/>
          </a:p>
          <a:p>
            <a:endParaRPr lang="en-US" dirty="0"/>
          </a:p>
        </p:txBody>
      </p:sp>
      <p:sp>
        <p:nvSpPr>
          <p:cNvPr id="4" name="Footer Placeholder 3">
            <a:extLst>
              <a:ext uri="{FF2B5EF4-FFF2-40B4-BE49-F238E27FC236}">
                <a16:creationId xmlns="" xmlns:a16="http://schemas.microsoft.com/office/drawing/2014/main" id="{220C169C-B3CD-4600-9A61-4A269CC078A5}"/>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FBF0E6B0-A28A-46E7-8928-F2993644E606}"/>
              </a:ext>
            </a:extLst>
          </p:cNvPr>
          <p:cNvSpPr>
            <a:spLocks noGrp="1"/>
          </p:cNvSpPr>
          <p:nvPr>
            <p:ph type="sldNum" sz="quarter" idx="12"/>
          </p:nvPr>
        </p:nvSpPr>
        <p:spPr/>
        <p:txBody>
          <a:bodyPr/>
          <a:lstStyle/>
          <a:p>
            <a:fld id="{F6AE7EA5-B71B-4031-9678-D796BB0CCF77}" type="slidenum">
              <a:rPr lang="en-US" smtClean="0"/>
              <a:pPr/>
              <a:t>15</a:t>
            </a:fld>
            <a:endParaRPr lang="en-US"/>
          </a:p>
        </p:txBody>
      </p:sp>
    </p:spTree>
    <p:extLst>
      <p:ext uri="{BB962C8B-B14F-4D97-AF65-F5344CB8AC3E}">
        <p14:creationId xmlns="" xmlns:p14="http://schemas.microsoft.com/office/powerpoint/2010/main" val="41013572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EBF716-C7C2-4403-B649-DC39A534F257}"/>
              </a:ext>
            </a:extLst>
          </p:cNvPr>
          <p:cNvSpPr>
            <a:spLocks noGrp="1"/>
          </p:cNvSpPr>
          <p:nvPr>
            <p:ph type="title"/>
          </p:nvPr>
        </p:nvSpPr>
        <p:spPr>
          <a:xfrm>
            <a:off x="1981200" y="274638"/>
            <a:ext cx="8229600" cy="868362"/>
          </a:xfrm>
        </p:spPr>
        <p:txBody>
          <a:bodyPr>
            <a:noAutofit/>
          </a:bodyPr>
          <a:lstStyle/>
          <a:p>
            <a:r>
              <a:rPr lang="en-US" sz="3200" dirty="0"/>
              <a:t>4. </a:t>
            </a:r>
            <a:r>
              <a:rPr lang="en-US" sz="3000" dirty="0"/>
              <a:t>NHỮNG NỘI DUNG CƠ BẢN CỦA </a:t>
            </a:r>
            <a:br>
              <a:rPr lang="en-US" sz="3000" dirty="0"/>
            </a:br>
            <a:r>
              <a:rPr lang="en-US" sz="3000" dirty="0"/>
              <a:t>LUẬT LAO ĐỘNG</a:t>
            </a:r>
          </a:p>
        </p:txBody>
      </p:sp>
      <p:sp>
        <p:nvSpPr>
          <p:cNvPr id="3" name="Content Placeholder 2">
            <a:extLst>
              <a:ext uri="{FF2B5EF4-FFF2-40B4-BE49-F238E27FC236}">
                <a16:creationId xmlns="" xmlns:a16="http://schemas.microsoft.com/office/drawing/2014/main" id="{917E3C48-0365-461F-BE23-28A30F708DAC}"/>
              </a:ext>
            </a:extLst>
          </p:cNvPr>
          <p:cNvSpPr>
            <a:spLocks noGrp="1"/>
          </p:cNvSpPr>
          <p:nvPr>
            <p:ph idx="1"/>
          </p:nvPr>
        </p:nvSpPr>
        <p:spPr>
          <a:xfrm>
            <a:off x="1981200" y="1371601"/>
            <a:ext cx="8229600" cy="4754563"/>
          </a:xfrm>
        </p:spPr>
        <p:txBody>
          <a:bodyPr>
            <a:normAutofit fontScale="92500" lnSpcReduction="20000"/>
          </a:bodyPr>
          <a:lstStyle/>
          <a:p>
            <a:r>
              <a:rPr lang="en-US" dirty="0" err="1"/>
              <a:t>Việc</a:t>
            </a:r>
            <a:r>
              <a:rPr lang="en-US" dirty="0"/>
              <a:t> </a:t>
            </a:r>
            <a:r>
              <a:rPr lang="en-US" dirty="0" err="1"/>
              <a:t>làm</a:t>
            </a:r>
            <a:endParaRPr lang="en-US" dirty="0"/>
          </a:p>
          <a:p>
            <a:r>
              <a:rPr lang="en-US" dirty="0" err="1"/>
              <a:t>Học</a:t>
            </a:r>
            <a:r>
              <a:rPr lang="en-US" dirty="0"/>
              <a:t> </a:t>
            </a:r>
            <a:r>
              <a:rPr lang="en-US" dirty="0" err="1"/>
              <a:t>nghề</a:t>
            </a:r>
            <a:endParaRPr lang="en-US" dirty="0"/>
          </a:p>
          <a:p>
            <a:r>
              <a:rPr lang="en-US" dirty="0" err="1"/>
              <a:t>Hợp</a:t>
            </a:r>
            <a:r>
              <a:rPr lang="en-US" dirty="0"/>
              <a:t> </a:t>
            </a:r>
            <a:r>
              <a:rPr lang="en-US" dirty="0" err="1"/>
              <a:t>đồng</a:t>
            </a:r>
            <a:r>
              <a:rPr lang="en-US" dirty="0"/>
              <a:t> </a:t>
            </a:r>
            <a:r>
              <a:rPr lang="en-US" dirty="0" err="1"/>
              <a:t>lao</a:t>
            </a:r>
            <a:r>
              <a:rPr lang="en-US" dirty="0"/>
              <a:t> </a:t>
            </a:r>
            <a:r>
              <a:rPr lang="en-US" dirty="0" err="1"/>
              <a:t>động</a:t>
            </a:r>
            <a:r>
              <a:rPr lang="en-US" dirty="0"/>
              <a:t>: </a:t>
            </a:r>
            <a:r>
              <a:rPr lang="nl-NL" b="0" i="0" u="none" strike="noStrike" dirty="0">
                <a:solidFill>
                  <a:srgbClr val="000000"/>
                </a:solidFill>
                <a:effectLst/>
                <a:latin typeface="Arial" panose="020B0604020202020204" pitchFamily="34" charset="0"/>
              </a:rPr>
              <a:t> </a:t>
            </a:r>
            <a:r>
              <a:rPr lang="nl-NL" sz="2600" b="1" i="1" dirty="0">
                <a:solidFill>
                  <a:srgbClr val="000000"/>
                </a:solidFill>
                <a:latin typeface="Arial" panose="020B0604020202020204" pitchFamily="34" charset="0"/>
              </a:rPr>
              <a:t>Hợp đồng lao động là sự thỏa thuận giữa người lao động và người sử dụng lao động về việc làm có trả công, tiền lương, điều kiện lao động, quyền và nghĩa vụ của mỗi bên trong quan hệ lao động</a:t>
            </a:r>
            <a:endParaRPr lang="en-US" sz="2600" b="1" i="1" dirty="0"/>
          </a:p>
          <a:p>
            <a:r>
              <a:rPr lang="en-US" dirty="0" err="1"/>
              <a:t>Thỏa</a:t>
            </a:r>
            <a:r>
              <a:rPr lang="en-US" dirty="0"/>
              <a:t> </a:t>
            </a:r>
            <a:r>
              <a:rPr lang="en-US" dirty="0" err="1"/>
              <a:t>ước</a:t>
            </a:r>
            <a:r>
              <a:rPr lang="en-US" dirty="0"/>
              <a:t> </a:t>
            </a:r>
            <a:r>
              <a:rPr lang="en-US" dirty="0" err="1"/>
              <a:t>lao</a:t>
            </a:r>
            <a:r>
              <a:rPr lang="en-US" dirty="0"/>
              <a:t> </a:t>
            </a:r>
            <a:r>
              <a:rPr lang="en-US" dirty="0" err="1"/>
              <a:t>động</a:t>
            </a:r>
            <a:r>
              <a:rPr lang="en-US" dirty="0"/>
              <a:t> </a:t>
            </a:r>
            <a:r>
              <a:rPr lang="en-US" dirty="0" err="1"/>
              <a:t>tập</a:t>
            </a:r>
            <a:r>
              <a:rPr lang="en-US" dirty="0"/>
              <a:t> </a:t>
            </a:r>
            <a:r>
              <a:rPr lang="en-US" dirty="0" err="1"/>
              <a:t>thể</a:t>
            </a:r>
            <a:endParaRPr lang="en-US" dirty="0"/>
          </a:p>
          <a:p>
            <a:r>
              <a:rPr lang="en-US" dirty="0" err="1"/>
              <a:t>Tiền</a:t>
            </a:r>
            <a:r>
              <a:rPr lang="en-US" dirty="0"/>
              <a:t> </a:t>
            </a:r>
            <a:r>
              <a:rPr lang="en-US" dirty="0" err="1"/>
              <a:t>lương</a:t>
            </a:r>
            <a:endParaRPr lang="en-US" dirty="0"/>
          </a:p>
          <a:p>
            <a:r>
              <a:rPr lang="en-US" dirty="0" err="1"/>
              <a:t>Thời</a:t>
            </a:r>
            <a:r>
              <a:rPr lang="en-US" dirty="0"/>
              <a:t> </a:t>
            </a:r>
            <a:r>
              <a:rPr lang="en-US" dirty="0" err="1"/>
              <a:t>giờ</a:t>
            </a:r>
            <a:r>
              <a:rPr lang="en-US" dirty="0"/>
              <a:t> </a:t>
            </a:r>
            <a:r>
              <a:rPr lang="en-US" dirty="0" err="1"/>
              <a:t>làm</a:t>
            </a:r>
            <a:r>
              <a:rPr lang="en-US" dirty="0"/>
              <a:t> </a:t>
            </a:r>
            <a:r>
              <a:rPr lang="en-US" dirty="0" err="1"/>
              <a:t>việc</a:t>
            </a:r>
            <a:r>
              <a:rPr lang="en-US" dirty="0"/>
              <a:t>, </a:t>
            </a:r>
            <a:r>
              <a:rPr lang="en-US" dirty="0" err="1"/>
              <a:t>thời</a:t>
            </a:r>
            <a:r>
              <a:rPr lang="en-US" dirty="0"/>
              <a:t> </a:t>
            </a:r>
            <a:r>
              <a:rPr lang="en-US" dirty="0" err="1"/>
              <a:t>giờ</a:t>
            </a:r>
            <a:r>
              <a:rPr lang="en-US" dirty="0"/>
              <a:t> </a:t>
            </a:r>
            <a:r>
              <a:rPr lang="en-US" dirty="0" err="1"/>
              <a:t>nghỉ</a:t>
            </a:r>
            <a:r>
              <a:rPr lang="en-US" dirty="0"/>
              <a:t> </a:t>
            </a:r>
            <a:r>
              <a:rPr lang="en-US" dirty="0" err="1"/>
              <a:t>ngơi</a:t>
            </a:r>
            <a:endParaRPr lang="en-US" dirty="0"/>
          </a:p>
          <a:p>
            <a:r>
              <a:rPr lang="en-US" dirty="0" err="1"/>
              <a:t>Kỷ</a:t>
            </a:r>
            <a:r>
              <a:rPr lang="en-US" dirty="0"/>
              <a:t> </a:t>
            </a:r>
            <a:r>
              <a:rPr lang="en-US" dirty="0" err="1"/>
              <a:t>luật</a:t>
            </a:r>
            <a:r>
              <a:rPr lang="en-US" dirty="0"/>
              <a:t> </a:t>
            </a:r>
            <a:r>
              <a:rPr lang="en-US" dirty="0" err="1"/>
              <a:t>lao</a:t>
            </a:r>
            <a:r>
              <a:rPr lang="en-US" dirty="0"/>
              <a:t> </a:t>
            </a:r>
            <a:r>
              <a:rPr lang="en-US" dirty="0" err="1"/>
              <a:t>động</a:t>
            </a:r>
            <a:r>
              <a:rPr lang="en-US" dirty="0"/>
              <a:t>, </a:t>
            </a:r>
            <a:r>
              <a:rPr lang="en-US" dirty="0" err="1"/>
              <a:t>trách</a:t>
            </a:r>
            <a:r>
              <a:rPr lang="en-US" dirty="0"/>
              <a:t> </a:t>
            </a:r>
            <a:r>
              <a:rPr lang="en-US" dirty="0" err="1"/>
              <a:t>nhiệm</a:t>
            </a:r>
            <a:r>
              <a:rPr lang="en-US" dirty="0"/>
              <a:t> </a:t>
            </a:r>
            <a:r>
              <a:rPr lang="en-US" dirty="0" err="1"/>
              <a:t>vật</a:t>
            </a:r>
            <a:r>
              <a:rPr lang="en-US" dirty="0"/>
              <a:t> </a:t>
            </a:r>
            <a:r>
              <a:rPr lang="en-US" dirty="0" err="1"/>
              <a:t>chất</a:t>
            </a:r>
            <a:endParaRPr lang="en-US" dirty="0"/>
          </a:p>
          <a:p>
            <a:r>
              <a:rPr lang="en-US" dirty="0"/>
              <a:t>An </a:t>
            </a:r>
            <a:r>
              <a:rPr lang="en-US" dirty="0" err="1"/>
              <a:t>toàn</a:t>
            </a:r>
            <a:r>
              <a:rPr lang="en-US" dirty="0"/>
              <a:t> </a:t>
            </a:r>
            <a:r>
              <a:rPr lang="en-US" dirty="0" err="1"/>
              <a:t>lao</a:t>
            </a:r>
            <a:r>
              <a:rPr lang="en-US" dirty="0"/>
              <a:t> </a:t>
            </a:r>
            <a:r>
              <a:rPr lang="en-US" dirty="0" err="1"/>
              <a:t>động</a:t>
            </a:r>
            <a:r>
              <a:rPr lang="en-US" dirty="0"/>
              <a:t>, </a:t>
            </a:r>
            <a:r>
              <a:rPr lang="en-US" dirty="0" err="1"/>
              <a:t>vệ</a:t>
            </a:r>
            <a:r>
              <a:rPr lang="en-US" dirty="0"/>
              <a:t> </a:t>
            </a:r>
            <a:r>
              <a:rPr lang="en-US" dirty="0" err="1"/>
              <a:t>sinh</a:t>
            </a:r>
            <a:r>
              <a:rPr lang="en-US" dirty="0"/>
              <a:t> </a:t>
            </a:r>
            <a:r>
              <a:rPr lang="en-US" dirty="0" err="1"/>
              <a:t>lao</a:t>
            </a:r>
            <a:r>
              <a:rPr lang="en-US" dirty="0"/>
              <a:t> </a:t>
            </a:r>
            <a:r>
              <a:rPr lang="en-US" dirty="0" err="1"/>
              <a:t>động</a:t>
            </a:r>
            <a:endParaRPr lang="en-US" dirty="0"/>
          </a:p>
          <a:p>
            <a:r>
              <a:rPr lang="en-US" dirty="0" err="1"/>
              <a:t>Bảo</a:t>
            </a:r>
            <a:r>
              <a:rPr lang="en-US" dirty="0"/>
              <a:t> </a:t>
            </a:r>
            <a:r>
              <a:rPr lang="en-US" dirty="0" err="1"/>
              <a:t>hiểm</a:t>
            </a:r>
            <a:r>
              <a:rPr lang="en-US" dirty="0"/>
              <a:t> </a:t>
            </a:r>
            <a:r>
              <a:rPr lang="en-US" dirty="0" err="1"/>
              <a:t>xã</a:t>
            </a:r>
            <a:r>
              <a:rPr lang="en-US" dirty="0"/>
              <a:t> </a:t>
            </a:r>
            <a:r>
              <a:rPr lang="en-US" dirty="0" err="1"/>
              <a:t>hội</a:t>
            </a:r>
            <a:r>
              <a:rPr lang="en-US" dirty="0"/>
              <a:t>, </a:t>
            </a:r>
            <a:r>
              <a:rPr lang="en-US" dirty="0" err="1"/>
              <a:t>bảo</a:t>
            </a:r>
            <a:r>
              <a:rPr lang="en-US" dirty="0"/>
              <a:t> </a:t>
            </a:r>
            <a:r>
              <a:rPr lang="en-US" dirty="0" err="1"/>
              <a:t>hiểm</a:t>
            </a:r>
            <a:r>
              <a:rPr lang="en-US" dirty="0"/>
              <a:t> y </a:t>
            </a:r>
            <a:r>
              <a:rPr lang="en-US" dirty="0" err="1"/>
              <a:t>tế</a:t>
            </a:r>
            <a:r>
              <a:rPr lang="en-US" dirty="0"/>
              <a:t>, </a:t>
            </a:r>
            <a:r>
              <a:rPr lang="en-US" dirty="0" err="1"/>
              <a:t>bảo</a:t>
            </a:r>
            <a:r>
              <a:rPr lang="en-US" dirty="0"/>
              <a:t> </a:t>
            </a:r>
            <a:r>
              <a:rPr lang="en-US" dirty="0" err="1"/>
              <a:t>hiểm</a:t>
            </a:r>
            <a:r>
              <a:rPr lang="en-US" dirty="0"/>
              <a:t> </a:t>
            </a:r>
            <a:r>
              <a:rPr lang="en-US" dirty="0" err="1"/>
              <a:t>thất</a:t>
            </a:r>
            <a:r>
              <a:rPr lang="en-US" dirty="0"/>
              <a:t> </a:t>
            </a:r>
            <a:r>
              <a:rPr lang="en-US" dirty="0" err="1"/>
              <a:t>nghiệp</a:t>
            </a:r>
            <a:r>
              <a:rPr lang="en-US" dirty="0"/>
              <a:t> …..</a:t>
            </a:r>
          </a:p>
        </p:txBody>
      </p:sp>
      <p:sp>
        <p:nvSpPr>
          <p:cNvPr id="4" name="Footer Placeholder 3">
            <a:extLst>
              <a:ext uri="{FF2B5EF4-FFF2-40B4-BE49-F238E27FC236}">
                <a16:creationId xmlns="" xmlns:a16="http://schemas.microsoft.com/office/drawing/2014/main" id="{5183EC66-D032-43C3-A1BC-E058BE33974B}"/>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65DA278C-C1F3-410B-86D0-9E554705BB11}"/>
              </a:ext>
            </a:extLst>
          </p:cNvPr>
          <p:cNvSpPr>
            <a:spLocks noGrp="1"/>
          </p:cNvSpPr>
          <p:nvPr>
            <p:ph type="sldNum" sz="quarter" idx="12"/>
          </p:nvPr>
        </p:nvSpPr>
        <p:spPr/>
        <p:txBody>
          <a:bodyPr/>
          <a:lstStyle/>
          <a:p>
            <a:fld id="{F6AE7EA5-B71B-4031-9678-D796BB0CCF77}" type="slidenum">
              <a:rPr lang="en-US" smtClean="0"/>
              <a:pPr/>
              <a:t>16</a:t>
            </a:fld>
            <a:endParaRPr lang="en-US"/>
          </a:p>
        </p:txBody>
      </p:sp>
    </p:spTree>
    <p:extLst>
      <p:ext uri="{BB962C8B-B14F-4D97-AF65-F5344CB8AC3E}">
        <p14:creationId xmlns="" xmlns:p14="http://schemas.microsoft.com/office/powerpoint/2010/main" val="2857491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Luật</a:t>
            </a:r>
            <a:r>
              <a:rPr lang="en-US" dirty="0" smtClean="0"/>
              <a:t>  </a:t>
            </a:r>
            <a:r>
              <a:rPr lang="en-US" dirty="0" err="1" smtClean="0"/>
              <a:t>phòng</a:t>
            </a:r>
            <a:r>
              <a:rPr lang="en-US" dirty="0" smtClean="0"/>
              <a:t> </a:t>
            </a:r>
            <a:r>
              <a:rPr lang="en-US" dirty="0" err="1" smtClean="0"/>
              <a:t>chống</a:t>
            </a:r>
            <a:r>
              <a:rPr lang="en-US" dirty="0" smtClean="0"/>
              <a:t> </a:t>
            </a:r>
            <a:r>
              <a:rPr lang="en-US" dirty="0" err="1" smtClean="0"/>
              <a:t>tham</a:t>
            </a:r>
            <a:r>
              <a:rPr lang="en-US" dirty="0" smtClean="0"/>
              <a:t> </a:t>
            </a:r>
            <a:r>
              <a:rPr lang="en-US" dirty="0" err="1" smtClean="0"/>
              <a:t>nhũng</a:t>
            </a:r>
            <a:endParaRPr lang="en-US" dirty="0"/>
          </a:p>
        </p:txBody>
      </p:sp>
      <p:sp>
        <p:nvSpPr>
          <p:cNvPr id="3" name="Content Placeholder 2"/>
          <p:cNvSpPr>
            <a:spLocks noGrp="1"/>
          </p:cNvSpPr>
          <p:nvPr>
            <p:ph idx="1"/>
          </p:nvPr>
        </p:nvSpPr>
        <p:spPr/>
        <p:txBody>
          <a:bodyPr>
            <a:normAutofit lnSpcReduction="10000"/>
          </a:bodyPr>
          <a:lstStyle/>
          <a:p>
            <a:pPr algn="just"/>
            <a:r>
              <a:rPr lang="en-US" dirty="0" err="1" smtClean="0"/>
              <a:t>Quốc</a:t>
            </a:r>
            <a:r>
              <a:rPr lang="en-US" dirty="0" smtClean="0"/>
              <a:t> </a:t>
            </a:r>
            <a:r>
              <a:rPr lang="en-US" dirty="0" err="1" smtClean="0"/>
              <a:t>hội</a:t>
            </a:r>
            <a:r>
              <a:rPr lang="en-US" dirty="0" smtClean="0"/>
              <a:t> </a:t>
            </a:r>
            <a:r>
              <a:rPr lang="en-US" dirty="0" err="1" smtClean="0"/>
              <a:t>thông</a:t>
            </a:r>
            <a:r>
              <a:rPr lang="en-US" dirty="0" smtClean="0"/>
              <a:t> qua </a:t>
            </a:r>
            <a:r>
              <a:rPr lang="en-US" dirty="0" err="1" smtClean="0"/>
              <a:t>ngày</a:t>
            </a:r>
            <a:r>
              <a:rPr lang="en-US" dirty="0" smtClean="0"/>
              <a:t> 20 </a:t>
            </a:r>
            <a:r>
              <a:rPr lang="en-US" dirty="0" err="1" smtClean="0"/>
              <a:t>tháng</a:t>
            </a:r>
            <a:r>
              <a:rPr lang="en-US" dirty="0" smtClean="0"/>
              <a:t> 11 </a:t>
            </a:r>
            <a:r>
              <a:rPr lang="en-US" dirty="0" err="1" smtClean="0"/>
              <a:t>năm</a:t>
            </a:r>
            <a:r>
              <a:rPr lang="en-US" dirty="0" smtClean="0"/>
              <a:t> 2018; </a:t>
            </a:r>
            <a:r>
              <a:rPr lang="en-US" dirty="0" err="1" smtClean="0"/>
              <a:t>có</a:t>
            </a:r>
            <a:r>
              <a:rPr lang="en-US" dirty="0" smtClean="0"/>
              <a:t> </a:t>
            </a:r>
            <a:r>
              <a:rPr lang="en-US" dirty="0" err="1" smtClean="0"/>
              <a:t>hiệu</a:t>
            </a:r>
            <a:r>
              <a:rPr lang="en-US" dirty="0" smtClean="0"/>
              <a:t> </a:t>
            </a:r>
            <a:r>
              <a:rPr lang="en-US" dirty="0" err="1" smtClean="0"/>
              <a:t>lực</a:t>
            </a:r>
            <a:r>
              <a:rPr lang="en-US" dirty="0" smtClean="0"/>
              <a:t> </a:t>
            </a:r>
            <a:r>
              <a:rPr lang="en-US" dirty="0" err="1" smtClean="0"/>
              <a:t>ngày</a:t>
            </a:r>
            <a:r>
              <a:rPr lang="en-US" dirty="0" smtClean="0"/>
              <a:t> 1 </a:t>
            </a:r>
            <a:r>
              <a:rPr lang="en-US" dirty="0" err="1" smtClean="0"/>
              <a:t>tháng</a:t>
            </a:r>
            <a:r>
              <a:rPr lang="en-US" dirty="0" smtClean="0"/>
              <a:t> 7 </a:t>
            </a:r>
            <a:r>
              <a:rPr lang="en-US" dirty="0" err="1" smtClean="0"/>
              <a:t>năm</a:t>
            </a:r>
            <a:r>
              <a:rPr lang="en-US" dirty="0" smtClean="0"/>
              <a:t> 2019.</a:t>
            </a:r>
          </a:p>
          <a:p>
            <a:pPr algn="just"/>
            <a:r>
              <a:rPr lang="en-US" dirty="0" err="1" smtClean="0"/>
              <a:t>Gồm</a:t>
            </a:r>
            <a:r>
              <a:rPr lang="en-US" dirty="0" smtClean="0"/>
              <a:t> 10 </a:t>
            </a:r>
            <a:r>
              <a:rPr lang="en-US" dirty="0" err="1" smtClean="0"/>
              <a:t>chương</a:t>
            </a:r>
            <a:r>
              <a:rPr lang="en-US" dirty="0" smtClean="0"/>
              <a:t> </a:t>
            </a:r>
            <a:r>
              <a:rPr lang="en-US" dirty="0" err="1" smtClean="0"/>
              <a:t>và</a:t>
            </a:r>
            <a:r>
              <a:rPr lang="en-US" dirty="0" smtClean="0"/>
              <a:t> 96 </a:t>
            </a:r>
            <a:r>
              <a:rPr lang="en-US" dirty="0" err="1" smtClean="0"/>
              <a:t>điều</a:t>
            </a:r>
            <a:r>
              <a:rPr lang="en-US" dirty="0" smtClean="0"/>
              <a:t>.</a:t>
            </a:r>
          </a:p>
          <a:p>
            <a:pPr algn="just"/>
            <a:r>
              <a:rPr lang="en-US" dirty="0" err="1" smtClean="0"/>
              <a:t>Quy</a:t>
            </a:r>
            <a:r>
              <a:rPr lang="en-US" dirty="0" smtClean="0"/>
              <a:t> </a:t>
            </a:r>
            <a:r>
              <a:rPr lang="en-US" dirty="0" err="1" smtClean="0"/>
              <a:t>định</a:t>
            </a:r>
            <a:r>
              <a:rPr lang="en-US" dirty="0" smtClean="0"/>
              <a:t> </a:t>
            </a:r>
            <a:r>
              <a:rPr lang="en-US" dirty="0" err="1" smtClean="0"/>
              <a:t>các</a:t>
            </a:r>
            <a:r>
              <a:rPr lang="en-US" dirty="0" smtClean="0"/>
              <a:t> </a:t>
            </a:r>
            <a:r>
              <a:rPr lang="en-US" dirty="0" err="1" smtClean="0"/>
              <a:t>hình</a:t>
            </a:r>
            <a:r>
              <a:rPr lang="en-US" dirty="0" smtClean="0"/>
              <a:t> vi </a:t>
            </a:r>
            <a:r>
              <a:rPr lang="en-US" dirty="0" err="1" smtClean="0"/>
              <a:t>tham</a:t>
            </a:r>
            <a:r>
              <a:rPr lang="en-US" dirty="0" smtClean="0"/>
              <a:t> </a:t>
            </a:r>
            <a:r>
              <a:rPr lang="en-US" dirty="0" err="1" smtClean="0"/>
              <a:t>nhũng</a:t>
            </a:r>
            <a:r>
              <a:rPr lang="en-US" dirty="0" smtClean="0"/>
              <a:t>; </a:t>
            </a:r>
            <a:r>
              <a:rPr lang="en-US" dirty="0" err="1" smtClean="0"/>
              <a:t>Các</a:t>
            </a:r>
            <a:r>
              <a:rPr lang="en-US" dirty="0" smtClean="0"/>
              <a:t> </a:t>
            </a:r>
            <a:r>
              <a:rPr lang="en-US" dirty="0" err="1" smtClean="0"/>
              <a:t>biện</a:t>
            </a:r>
            <a:r>
              <a:rPr lang="en-US" dirty="0" smtClean="0"/>
              <a:t> </a:t>
            </a:r>
            <a:r>
              <a:rPr lang="en-US" dirty="0" err="1" smtClean="0"/>
              <a:t>pháp</a:t>
            </a:r>
            <a:r>
              <a:rPr lang="en-US" dirty="0" smtClean="0"/>
              <a:t> </a:t>
            </a:r>
            <a:r>
              <a:rPr lang="en-US" dirty="0" err="1" smtClean="0"/>
              <a:t>phòng</a:t>
            </a:r>
            <a:r>
              <a:rPr lang="en-US" dirty="0" smtClean="0"/>
              <a:t> </a:t>
            </a:r>
            <a:r>
              <a:rPr lang="en-US" dirty="0" err="1" smtClean="0"/>
              <a:t>chống</a:t>
            </a:r>
            <a:r>
              <a:rPr lang="en-US" dirty="0" smtClean="0"/>
              <a:t> </a:t>
            </a:r>
            <a:r>
              <a:rPr lang="en-US" dirty="0" err="1" smtClean="0"/>
              <a:t>tham</a:t>
            </a:r>
            <a:r>
              <a:rPr lang="en-US" dirty="0" smtClean="0"/>
              <a:t> </a:t>
            </a:r>
            <a:r>
              <a:rPr lang="en-US" dirty="0" err="1" smtClean="0"/>
              <a:t>nhũng</a:t>
            </a:r>
            <a:r>
              <a:rPr lang="en-US" dirty="0" smtClean="0"/>
              <a:t>; </a:t>
            </a:r>
            <a:r>
              <a:rPr lang="en-US" dirty="0" err="1" smtClean="0"/>
              <a:t>Cơ</a:t>
            </a:r>
            <a:r>
              <a:rPr lang="en-US" dirty="0" smtClean="0"/>
              <a:t> </a:t>
            </a:r>
            <a:r>
              <a:rPr lang="en-US" dirty="0" err="1" smtClean="0"/>
              <a:t>chế</a:t>
            </a:r>
            <a:r>
              <a:rPr lang="en-US" dirty="0" smtClean="0"/>
              <a:t> </a:t>
            </a:r>
            <a:r>
              <a:rPr lang="en-US" dirty="0" err="1" smtClean="0"/>
              <a:t>giám</a:t>
            </a:r>
            <a:r>
              <a:rPr lang="en-US" dirty="0" smtClean="0"/>
              <a:t> </a:t>
            </a:r>
            <a:r>
              <a:rPr lang="en-US" dirty="0" err="1" smtClean="0"/>
              <a:t>sát</a:t>
            </a:r>
            <a:r>
              <a:rPr lang="en-US" dirty="0" smtClean="0"/>
              <a:t>, </a:t>
            </a:r>
            <a:r>
              <a:rPr lang="en-US" dirty="0" err="1" smtClean="0"/>
              <a:t>kê</a:t>
            </a:r>
            <a:r>
              <a:rPr lang="en-US" dirty="0" smtClean="0"/>
              <a:t> </a:t>
            </a:r>
            <a:r>
              <a:rPr lang="en-US" dirty="0" err="1" smtClean="0"/>
              <a:t>khai</a:t>
            </a:r>
            <a:r>
              <a:rPr lang="en-US" dirty="0" smtClean="0"/>
              <a:t> </a:t>
            </a:r>
            <a:r>
              <a:rPr lang="en-US" dirty="0" err="1" smtClean="0"/>
              <a:t>thu</a:t>
            </a:r>
            <a:r>
              <a:rPr lang="en-US" dirty="0" smtClean="0"/>
              <a:t> </a:t>
            </a:r>
            <a:r>
              <a:rPr lang="en-US" dirty="0" err="1" smtClean="0"/>
              <a:t>nhập</a:t>
            </a:r>
            <a:r>
              <a:rPr lang="en-US" dirty="0" smtClean="0"/>
              <a:t>; </a:t>
            </a:r>
            <a:r>
              <a:rPr lang="en-US" dirty="0" err="1" smtClean="0"/>
              <a:t>phát</a:t>
            </a:r>
            <a:r>
              <a:rPr lang="en-US" dirty="0" smtClean="0"/>
              <a:t> </a:t>
            </a:r>
            <a:r>
              <a:rPr lang="en-US" dirty="0" err="1" smtClean="0"/>
              <a:t>hiện</a:t>
            </a:r>
            <a:r>
              <a:rPr lang="en-US" dirty="0" smtClean="0"/>
              <a:t> </a:t>
            </a:r>
            <a:r>
              <a:rPr lang="en-US" dirty="0" err="1" smtClean="0"/>
              <a:t>và</a:t>
            </a:r>
            <a:r>
              <a:rPr lang="en-US" dirty="0" smtClean="0"/>
              <a:t> </a:t>
            </a:r>
            <a:r>
              <a:rPr lang="en-US" dirty="0" err="1" smtClean="0"/>
              <a:t>xử</a:t>
            </a:r>
            <a:r>
              <a:rPr lang="en-US" dirty="0" smtClean="0"/>
              <a:t> </a:t>
            </a:r>
            <a:r>
              <a:rPr lang="en-US" dirty="0" err="1" smtClean="0"/>
              <a:t>lý</a:t>
            </a:r>
            <a:r>
              <a:rPr lang="en-US" dirty="0" smtClean="0"/>
              <a:t> </a:t>
            </a:r>
            <a:r>
              <a:rPr lang="en-US" dirty="0" err="1" smtClean="0"/>
              <a:t>hành</a:t>
            </a:r>
            <a:r>
              <a:rPr lang="en-US" dirty="0" smtClean="0"/>
              <a:t> vi </a:t>
            </a:r>
            <a:r>
              <a:rPr lang="en-US" dirty="0" err="1" smtClean="0"/>
              <a:t>tham</a:t>
            </a:r>
            <a:r>
              <a:rPr lang="en-US" dirty="0" smtClean="0"/>
              <a:t> </a:t>
            </a:r>
            <a:r>
              <a:rPr lang="en-US" dirty="0" err="1" smtClean="0"/>
              <a:t>nhũng</a:t>
            </a:r>
            <a:r>
              <a:rPr lang="en-US" dirty="0" smtClean="0"/>
              <a:t>; </a:t>
            </a:r>
            <a:r>
              <a:rPr lang="en-US" dirty="0" err="1" smtClean="0"/>
              <a:t>Trách</a:t>
            </a:r>
            <a:r>
              <a:rPr lang="en-US" dirty="0" smtClean="0"/>
              <a:t> </a:t>
            </a:r>
            <a:r>
              <a:rPr lang="en-US" dirty="0" err="1" smtClean="0"/>
              <a:t>nhiệm</a:t>
            </a:r>
            <a:r>
              <a:rPr lang="en-US" dirty="0" smtClean="0"/>
              <a:t> </a:t>
            </a:r>
            <a:r>
              <a:rPr lang="en-US" dirty="0" err="1" smtClean="0"/>
              <a:t>của</a:t>
            </a:r>
            <a:r>
              <a:rPr lang="en-US" dirty="0" smtClean="0"/>
              <a:t> </a:t>
            </a:r>
            <a:r>
              <a:rPr lang="en-US" dirty="0" err="1" smtClean="0"/>
              <a:t>các</a:t>
            </a:r>
            <a:r>
              <a:rPr lang="en-US" dirty="0" smtClean="0"/>
              <a:t> </a:t>
            </a:r>
            <a:r>
              <a:rPr lang="en-US" dirty="0" err="1" smtClean="0"/>
              <a:t>cơ</a:t>
            </a:r>
            <a:r>
              <a:rPr lang="en-US" dirty="0" smtClean="0"/>
              <a:t> </a:t>
            </a:r>
            <a:r>
              <a:rPr lang="en-US" dirty="0" err="1" smtClean="0"/>
              <a:t>quan</a:t>
            </a:r>
            <a:r>
              <a:rPr lang="en-US" dirty="0" smtClean="0"/>
              <a:t>, </a:t>
            </a:r>
            <a:r>
              <a:rPr lang="en-US" dirty="0" err="1" smtClean="0"/>
              <a:t>tổ</a:t>
            </a:r>
            <a:r>
              <a:rPr lang="en-US" dirty="0" smtClean="0"/>
              <a:t> </a:t>
            </a:r>
            <a:r>
              <a:rPr lang="en-US" dirty="0" err="1" smtClean="0"/>
              <a:t>chức</a:t>
            </a:r>
            <a:r>
              <a:rPr lang="en-US" dirty="0" smtClean="0"/>
              <a:t>, </a:t>
            </a:r>
            <a:r>
              <a:rPr lang="en-US" dirty="0" err="1" smtClean="0"/>
              <a:t>công</a:t>
            </a:r>
            <a:r>
              <a:rPr lang="en-US" dirty="0" smtClean="0"/>
              <a:t> </a:t>
            </a:r>
            <a:r>
              <a:rPr lang="en-US" dirty="0" err="1" smtClean="0"/>
              <a:t>dân</a:t>
            </a:r>
            <a:r>
              <a:rPr lang="en-US" dirty="0" smtClean="0"/>
              <a:t> </a:t>
            </a:r>
            <a:r>
              <a:rPr lang="en-US" dirty="0" err="1" smtClean="0"/>
              <a:t>trong</a:t>
            </a:r>
            <a:r>
              <a:rPr lang="en-US" dirty="0" smtClean="0"/>
              <a:t> </a:t>
            </a:r>
            <a:r>
              <a:rPr lang="en-US" dirty="0" err="1" smtClean="0"/>
              <a:t>công</a:t>
            </a:r>
            <a:r>
              <a:rPr lang="en-US" dirty="0" smtClean="0"/>
              <a:t> </a:t>
            </a:r>
            <a:r>
              <a:rPr lang="en-US" dirty="0" err="1" smtClean="0"/>
              <a:t>cuộc</a:t>
            </a:r>
            <a:r>
              <a:rPr lang="en-US" dirty="0" smtClean="0"/>
              <a:t> </a:t>
            </a:r>
            <a:r>
              <a:rPr lang="en-US" dirty="0" err="1" smtClean="0"/>
              <a:t>phòng</a:t>
            </a:r>
            <a:r>
              <a:rPr lang="en-US" dirty="0" smtClean="0"/>
              <a:t> </a:t>
            </a:r>
            <a:r>
              <a:rPr lang="en-US" dirty="0" err="1" smtClean="0"/>
              <a:t>chống</a:t>
            </a:r>
            <a:r>
              <a:rPr lang="en-US" dirty="0" smtClean="0"/>
              <a:t> </a:t>
            </a:r>
            <a:r>
              <a:rPr lang="en-US" dirty="0" err="1" smtClean="0"/>
              <a:t>tham</a:t>
            </a:r>
            <a:r>
              <a:rPr lang="en-US" dirty="0" smtClean="0"/>
              <a:t> </a:t>
            </a:r>
            <a:r>
              <a:rPr lang="en-US" dirty="0" err="1" smtClean="0"/>
              <a:t>nhũng</a:t>
            </a:r>
            <a:r>
              <a:rPr lang="en-US" dirty="0" smtClean="0"/>
              <a:t>. </a:t>
            </a:r>
            <a:endParaRPr lang="en-US" dirty="0"/>
          </a:p>
        </p:txBody>
      </p:sp>
      <p:sp>
        <p:nvSpPr>
          <p:cNvPr id="4" name="Footer Placeholder 3"/>
          <p:cNvSpPr>
            <a:spLocks noGrp="1"/>
          </p:cNvSpPr>
          <p:nvPr>
            <p:ph type="ftr" sz="quarter" idx="11"/>
          </p:nvPr>
        </p:nvSpPr>
        <p:spPr/>
        <p:txBody>
          <a:bodyPr/>
          <a:lstStyle/>
          <a:p>
            <a:r>
              <a:rPr lang="en-US" smtClean="0"/>
              <a:t>Nguyễn Thị Yến</a:t>
            </a:r>
            <a:endParaRPr lang="en-US"/>
          </a:p>
        </p:txBody>
      </p:sp>
      <p:sp>
        <p:nvSpPr>
          <p:cNvPr id="5" name="Slide Number Placeholder 4"/>
          <p:cNvSpPr>
            <a:spLocks noGrp="1"/>
          </p:cNvSpPr>
          <p:nvPr>
            <p:ph type="sldNum" sz="quarter" idx="12"/>
          </p:nvPr>
        </p:nvSpPr>
        <p:spPr/>
        <p:txBody>
          <a:bodyPr/>
          <a:lstStyle/>
          <a:p>
            <a:fld id="{F6AE7EA5-B71B-4031-9678-D796BB0CCF77}"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22" y="122529"/>
            <a:ext cx="10619792" cy="605259"/>
          </a:xfrm>
        </p:spPr>
        <p:txBody>
          <a:bodyPr>
            <a:normAutofit fontScale="90000"/>
          </a:bodyPr>
          <a:lstStyle/>
          <a:p>
            <a:r>
              <a:rPr lang="en-US" dirty="0" err="1" smtClean="0"/>
              <a:t>Luật</a:t>
            </a:r>
            <a:r>
              <a:rPr lang="en-US" dirty="0" smtClean="0"/>
              <a:t> </a:t>
            </a:r>
            <a:r>
              <a:rPr lang="en-US" dirty="0" err="1" smtClean="0"/>
              <a:t>phòng</a:t>
            </a:r>
            <a:r>
              <a:rPr lang="en-US" dirty="0" smtClean="0"/>
              <a:t>, </a:t>
            </a:r>
            <a:r>
              <a:rPr lang="en-US" dirty="0" err="1" smtClean="0"/>
              <a:t>chống</a:t>
            </a:r>
            <a:r>
              <a:rPr lang="en-US" dirty="0" smtClean="0"/>
              <a:t> </a:t>
            </a:r>
            <a:r>
              <a:rPr lang="en-US" dirty="0" err="1" smtClean="0"/>
              <a:t>tham</a:t>
            </a:r>
            <a:r>
              <a:rPr lang="en-US" dirty="0" smtClean="0"/>
              <a:t> </a:t>
            </a:r>
            <a:r>
              <a:rPr lang="en-US" dirty="0" err="1" smtClean="0"/>
              <a:t>nhũng</a:t>
            </a:r>
            <a:r>
              <a:rPr lang="en-US" dirty="0" smtClean="0"/>
              <a:t> </a:t>
            </a:r>
            <a:endParaRPr lang="en-US" dirty="0"/>
          </a:p>
        </p:txBody>
      </p:sp>
      <p:sp>
        <p:nvSpPr>
          <p:cNvPr id="3" name="Content Placeholder 2"/>
          <p:cNvSpPr>
            <a:spLocks noGrp="1"/>
          </p:cNvSpPr>
          <p:nvPr>
            <p:ph idx="1"/>
          </p:nvPr>
        </p:nvSpPr>
        <p:spPr>
          <a:xfrm>
            <a:off x="838200" y="690464"/>
            <a:ext cx="10927702" cy="5887617"/>
          </a:xfrm>
        </p:spPr>
        <p:txBody>
          <a:bodyPr>
            <a:normAutofit fontScale="55000" lnSpcReduction="20000"/>
          </a:bodyPr>
          <a:lstStyle/>
          <a:p>
            <a:r>
              <a:rPr lang="vi-VN" b="1" dirty="0" smtClean="0"/>
              <a:t>Các hành vi tham nhũng</a:t>
            </a:r>
            <a:endParaRPr lang="vi-VN" dirty="0" smtClean="0"/>
          </a:p>
          <a:p>
            <a:r>
              <a:rPr lang="vi-VN" dirty="0" smtClean="0"/>
              <a:t>1. Các hành vi tham nhũng trong khu vực nhà nước do người có chức vụ, quyền hạn trong cơ quan, tổ chức, đơn vị khu vực nhà nước thực hiện bao gồm:</a:t>
            </a:r>
          </a:p>
          <a:p>
            <a:r>
              <a:rPr lang="vi-VN" dirty="0" smtClean="0"/>
              <a:t>a) Tham ô tài sản;</a:t>
            </a:r>
          </a:p>
          <a:p>
            <a:r>
              <a:rPr lang="vi-VN" dirty="0" smtClean="0"/>
              <a:t>b) Nhận hối lộ;</a:t>
            </a:r>
          </a:p>
          <a:p>
            <a:r>
              <a:rPr lang="vi-VN" dirty="0" smtClean="0"/>
              <a:t>c) Lạm dụng chức vụ, quyền hạn chiếm đoạt tài sản;</a:t>
            </a:r>
          </a:p>
          <a:p>
            <a:r>
              <a:rPr lang="vi-VN" dirty="0" smtClean="0"/>
              <a:t>d) Lợi dụng chức vụ, quyền hạn trong khi thi hành nhiệm vụ, công vụ vì vụ lợi;</a:t>
            </a:r>
          </a:p>
          <a:p>
            <a:r>
              <a:rPr lang="vi-VN" dirty="0" smtClean="0"/>
              <a:t>đ) Lạm quyền trong khi thi hành nhiệm vụ, công vụ vì vụ lợi;</a:t>
            </a:r>
          </a:p>
          <a:p>
            <a:r>
              <a:rPr lang="vi-VN" dirty="0" smtClean="0"/>
              <a:t>e) Lợi dụng chức vụ, quyền hạn gây ảnh hưởng đối với người khác để trục lợi;</a:t>
            </a:r>
          </a:p>
          <a:p>
            <a:r>
              <a:rPr lang="vi-VN" dirty="0" smtClean="0"/>
              <a:t>g) Giả mạo trong công tác vì vụ lợi;</a:t>
            </a:r>
          </a:p>
          <a:p>
            <a:r>
              <a:rPr lang="vi-VN" dirty="0" smtClean="0"/>
              <a:t>h) Đưa hối lộ, môi giới hối lộ để giải quyết công việc của cơ quan, tổ chức, đơn vị hoặc địa phương vì vụ lợi;</a:t>
            </a:r>
          </a:p>
          <a:p>
            <a:r>
              <a:rPr lang="vi-VN" dirty="0" smtClean="0"/>
              <a:t>i) Lợi dụng chức vụ, quyền hạn sử dụng trái phép tài sản công vì vụ lợi;</a:t>
            </a:r>
          </a:p>
          <a:p>
            <a:r>
              <a:rPr lang="vi-VN" dirty="0" smtClean="0"/>
              <a:t>k) Nhũng nhiễu vì vụ lợi;</a:t>
            </a:r>
          </a:p>
          <a:p>
            <a:r>
              <a:rPr lang="vi-VN" dirty="0" smtClean="0"/>
              <a:t>l) Không thực hiện, thực hiện không đúng hoặc không đầy đủ nhiệm vụ, công vụ vì vụ lợi;</a:t>
            </a:r>
          </a:p>
          <a:p>
            <a:r>
              <a:rPr lang="vi-VN" dirty="0" smtClean="0"/>
              <a:t>m) Lợi dụng chức vụ, quyền hạn để bao che cho người có hành vi vi phạm pháp luật vì vụ lợi; cản trở, can thiệp trái pháp luật vào việc giám sát, kiểm tra, thanh tra, kiểm toán, điều tra, truy tố, xét xử, thi hành án vì vụ lợi.</a:t>
            </a:r>
          </a:p>
          <a:p>
            <a:r>
              <a:rPr lang="vi-VN" dirty="0" smtClean="0"/>
              <a:t>2. Các hành vi tham nhũng trong khu vực ngoài nhà nước do người có chức vụ, quyền hạn trong doanh nghiệp, tổ chức khu vực ngoài nhà nước thực hiện bao gồm:</a:t>
            </a:r>
          </a:p>
          <a:p>
            <a:r>
              <a:rPr lang="vi-VN" dirty="0" smtClean="0"/>
              <a:t>a) Tham ô tài sản;</a:t>
            </a:r>
          </a:p>
          <a:p>
            <a:r>
              <a:rPr lang="vi-VN" dirty="0" smtClean="0"/>
              <a:t>b) Nhận hối lộ;</a:t>
            </a:r>
          </a:p>
          <a:p>
            <a:r>
              <a:rPr lang="vi-VN" dirty="0" smtClean="0"/>
              <a:t>c) Đưa hối lộ, môi giới hối lộ để giải quyết công việc của doanh nghiệp, tổ chức mình vì vụ lợi.</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877" y="150522"/>
            <a:ext cx="11170298" cy="539944"/>
          </a:xfrm>
        </p:spPr>
        <p:txBody>
          <a:bodyPr>
            <a:normAutofit fontScale="90000"/>
          </a:bodyPr>
          <a:lstStyle/>
          <a:p>
            <a:r>
              <a:rPr lang="en-US" dirty="0" err="1" smtClean="0"/>
              <a:t>Một</a:t>
            </a:r>
            <a:r>
              <a:rPr lang="en-US" dirty="0" smtClean="0"/>
              <a:t> </a:t>
            </a:r>
            <a:r>
              <a:rPr lang="en-US" dirty="0" err="1" smtClean="0"/>
              <a:t>số</a:t>
            </a:r>
            <a:r>
              <a:rPr lang="en-US" dirty="0" smtClean="0"/>
              <a:t> </a:t>
            </a:r>
            <a:r>
              <a:rPr lang="en-US" dirty="0" err="1" smtClean="0"/>
              <a:t>khái</a:t>
            </a:r>
            <a:r>
              <a:rPr lang="en-US" dirty="0" smtClean="0"/>
              <a:t> </a:t>
            </a:r>
            <a:r>
              <a:rPr lang="en-US" dirty="0" err="1" smtClean="0"/>
              <a:t>niệm</a:t>
            </a:r>
            <a:r>
              <a:rPr lang="en-US" dirty="0" smtClean="0"/>
              <a:t> </a:t>
            </a:r>
            <a:r>
              <a:rPr lang="en-US" dirty="0" err="1" smtClean="0"/>
              <a:t>cơ</a:t>
            </a:r>
            <a:r>
              <a:rPr lang="en-US" dirty="0" smtClean="0"/>
              <a:t> </a:t>
            </a:r>
            <a:r>
              <a:rPr lang="en-US" dirty="0" err="1" smtClean="0"/>
              <a:t>bản</a:t>
            </a:r>
            <a:endParaRPr lang="en-US" dirty="0"/>
          </a:p>
        </p:txBody>
      </p:sp>
      <p:sp>
        <p:nvSpPr>
          <p:cNvPr id="3" name="Content Placeholder 2"/>
          <p:cNvSpPr>
            <a:spLocks noGrp="1"/>
          </p:cNvSpPr>
          <p:nvPr>
            <p:ph idx="1"/>
          </p:nvPr>
        </p:nvSpPr>
        <p:spPr>
          <a:xfrm>
            <a:off x="838200" y="839755"/>
            <a:ext cx="10515600" cy="5337208"/>
          </a:xfrm>
        </p:spPr>
        <p:txBody>
          <a:bodyPr>
            <a:normAutofit fontScale="85000" lnSpcReduction="20000"/>
          </a:bodyPr>
          <a:lstStyle/>
          <a:p>
            <a:r>
              <a:rPr lang="vi-VN" i="1" dirty="0" smtClean="0"/>
              <a:t>Tham nhũng</a:t>
            </a:r>
            <a:r>
              <a:rPr lang="vi-VN" dirty="0" smtClean="0"/>
              <a:t> là hành vi của người có chức vụ, quyền hạn đã lợi dụng chức vụ, quyền hạn đó vì vụ lợi</a:t>
            </a:r>
            <a:endParaRPr lang="en-US" dirty="0" smtClean="0"/>
          </a:p>
          <a:p>
            <a:r>
              <a:rPr lang="vi-VN" i="1" dirty="0" smtClean="0"/>
              <a:t>Người có chức vụ, quyền hạn</a:t>
            </a:r>
            <a:r>
              <a:rPr lang="vi-VN" dirty="0" smtClean="0"/>
              <a:t> là người do bổ nhiệm, do bầu cử, do tuyển dụng, do hợp đồng hoặc do một hình thức khác, có hưởng lương hoặc không hưởng lương, được giao thực hiện nhiệm vụ, công vụ nhất định và có quyền hạn nhất định trong khi thực hiện nhiệm vụ, công vụ đó, bao gồm:</a:t>
            </a:r>
          </a:p>
          <a:p>
            <a:r>
              <a:rPr lang="vi-VN" dirty="0" smtClean="0"/>
              <a:t>a) Cán bộ, công chức, viên chức;</a:t>
            </a:r>
          </a:p>
          <a:p>
            <a:r>
              <a:rPr lang="vi-VN" dirty="0" smtClean="0"/>
              <a:t>b) Sĩ quan, quân nhân chuyên nghiệp, công nhân, viên chức quốc phòng trong cơ quan, đơn vị thuộc Quân đội nhân dân; sĩ quan, hạ sĩ quan nghiệp vụ, sĩ quan, hạ sĩ quan chuyên môn kỹ thuật, công nhân công an trong cơ quan, đơn vị thuộc Công an nhân dân;</a:t>
            </a:r>
          </a:p>
          <a:p>
            <a:r>
              <a:rPr lang="vi-VN" dirty="0" smtClean="0"/>
              <a:t>c) Người đại diện phần vốn nhà nước tại doanh nghiệp;</a:t>
            </a:r>
          </a:p>
          <a:p>
            <a:r>
              <a:rPr lang="vi-VN" dirty="0" smtClean="0"/>
              <a:t>d) Người giữ chức danh, chức vụ quản lý trong doanh nghiệp, tổ chức;</a:t>
            </a:r>
          </a:p>
          <a:p>
            <a:r>
              <a:rPr lang="vi-VN" dirty="0" smtClean="0"/>
              <a:t>đ) Những người khác được giao thực hiện nhiệm vụ, công vụ và có quyền hạn trong khi thực hiện nhiệm vụ, công vụ đó.</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192" y="141192"/>
            <a:ext cx="10741090" cy="661242"/>
          </a:xfrm>
        </p:spPr>
        <p:txBody>
          <a:bodyPr>
            <a:normAutofit fontScale="90000"/>
          </a:bodyPr>
          <a:lstStyle/>
          <a:p>
            <a:r>
              <a:rPr lang="en-US" dirty="0" err="1" smtClean="0"/>
              <a:t>Một</a:t>
            </a:r>
            <a:r>
              <a:rPr lang="en-US" dirty="0" smtClean="0"/>
              <a:t> </a:t>
            </a:r>
            <a:r>
              <a:rPr lang="en-US" dirty="0" err="1" smtClean="0"/>
              <a:t>số</a:t>
            </a:r>
            <a:r>
              <a:rPr lang="en-US" dirty="0" smtClean="0"/>
              <a:t> </a:t>
            </a:r>
            <a:r>
              <a:rPr lang="en-US" dirty="0" err="1" smtClean="0"/>
              <a:t>khái</a:t>
            </a:r>
            <a:r>
              <a:rPr lang="en-US" dirty="0" smtClean="0"/>
              <a:t> </a:t>
            </a:r>
            <a:r>
              <a:rPr lang="en-US" dirty="0" err="1" smtClean="0"/>
              <a:t>niệm</a:t>
            </a:r>
            <a:r>
              <a:rPr lang="en-US" dirty="0" smtClean="0"/>
              <a:t> </a:t>
            </a:r>
            <a:r>
              <a:rPr lang="en-US" dirty="0" err="1" smtClean="0"/>
              <a:t>cơ</a:t>
            </a:r>
            <a:r>
              <a:rPr lang="en-US" dirty="0" smtClean="0"/>
              <a:t> </a:t>
            </a:r>
            <a:r>
              <a:rPr lang="en-US" dirty="0" err="1" smtClean="0"/>
              <a:t>bản</a:t>
            </a:r>
            <a:endParaRPr lang="en-US" dirty="0"/>
          </a:p>
        </p:txBody>
      </p:sp>
      <p:sp>
        <p:nvSpPr>
          <p:cNvPr id="3" name="Content Placeholder 2"/>
          <p:cNvSpPr>
            <a:spLocks noGrp="1"/>
          </p:cNvSpPr>
          <p:nvPr>
            <p:ph idx="1"/>
          </p:nvPr>
        </p:nvSpPr>
        <p:spPr>
          <a:xfrm>
            <a:off x="838199" y="811763"/>
            <a:ext cx="10853057" cy="5365200"/>
          </a:xfrm>
        </p:spPr>
        <p:txBody>
          <a:bodyPr>
            <a:normAutofit fontScale="92500" lnSpcReduction="10000"/>
          </a:bodyPr>
          <a:lstStyle/>
          <a:p>
            <a:r>
              <a:rPr lang="vi-VN" i="1" dirty="0" smtClean="0"/>
              <a:t>Tài sản tham nhũng</a:t>
            </a:r>
            <a:r>
              <a:rPr lang="vi-VN" dirty="0" smtClean="0"/>
              <a:t> là tài sản có được từ tham nhũng, tài sản có nguồn gốc từ tham nhũng.</a:t>
            </a:r>
            <a:endParaRPr lang="en-US" dirty="0" smtClean="0"/>
          </a:p>
          <a:p>
            <a:r>
              <a:rPr lang="vi-VN" i="1" dirty="0" smtClean="0"/>
              <a:t>Công khai, minh bạch về tổ chức và hoạt động của cơ quan, tổ chức, đơn vị</a:t>
            </a:r>
            <a:r>
              <a:rPr lang="vi-VN" dirty="0" smtClean="0"/>
              <a:t> là việc công bố, cung cấp thông tin, giải trình về tổ chức bộ máy, việc thực hiện nhiệm vụ, quyền hạn và trách nhiệm trong khi thực hiện nhiệm vụ, quyền hạn của cơ quan, tổ chức, đơn vị.</a:t>
            </a:r>
            <a:endParaRPr lang="en-US" dirty="0" smtClean="0"/>
          </a:p>
          <a:p>
            <a:r>
              <a:rPr lang="vi-VN" i="1" dirty="0" smtClean="0"/>
              <a:t>Nhũng nhiễu</a:t>
            </a:r>
            <a:r>
              <a:rPr lang="vi-VN" dirty="0" smtClean="0"/>
              <a:t> là hành vi cửa quyền, hách dịch, đòi hỏi, gây khó khăn, phiền hà của người có chức vụ, quyền hạn trong khi thực hiện nhiệm vụ, công vụ.</a:t>
            </a:r>
            <a:endParaRPr lang="en-US" dirty="0" smtClean="0"/>
          </a:p>
          <a:p>
            <a:r>
              <a:rPr lang="vi-VN" i="1" dirty="0" smtClean="0"/>
              <a:t>Vụ lợi</a:t>
            </a:r>
            <a:r>
              <a:rPr lang="vi-VN" dirty="0" smtClean="0"/>
              <a:t> là việc người có chức vụ, quyền hạn đã lợi dụng chức vụ, quyền hạn nhằm đạt được lợi ích vật chất hoặc lợi ích phi vật chất không chính đáng.</a:t>
            </a:r>
            <a:endParaRPr lang="en-US" dirty="0" smtClean="0"/>
          </a:p>
          <a:p>
            <a:r>
              <a:rPr lang="vi-VN" i="1" dirty="0" smtClean="0"/>
              <a:t>Xung đột lợi ích</a:t>
            </a:r>
            <a:r>
              <a:rPr lang="vi-VN" dirty="0" smtClean="0"/>
              <a:t> là tình huống mà trong đó lợi ích của người có chức vụ, quyền hạn hoặc người thân thích của họ tác động hoặc sẽ tác động không đúng đến việc thực hiện nhiệm vụ, công vụ.</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Quyền</a:t>
            </a:r>
            <a:r>
              <a:rPr lang="en-US" b="1" dirty="0" smtClean="0"/>
              <a:t> </a:t>
            </a:r>
            <a:r>
              <a:rPr lang="en-US" b="1" dirty="0" err="1" smtClean="0"/>
              <a:t>và</a:t>
            </a:r>
            <a:r>
              <a:rPr lang="en-US" b="1" dirty="0" smtClean="0"/>
              <a:t> </a:t>
            </a:r>
            <a:r>
              <a:rPr lang="en-US" b="1" dirty="0" err="1" smtClean="0"/>
              <a:t>nghĩa</a:t>
            </a:r>
            <a:r>
              <a:rPr lang="en-US" b="1" dirty="0" smtClean="0"/>
              <a:t> </a:t>
            </a:r>
            <a:r>
              <a:rPr lang="en-US" b="1" dirty="0" err="1" smtClean="0"/>
              <a:t>vụ</a:t>
            </a:r>
            <a:r>
              <a:rPr lang="en-US" b="1" dirty="0" smtClean="0"/>
              <a:t> </a:t>
            </a:r>
            <a:r>
              <a:rPr lang="en-US" b="1" dirty="0" err="1" smtClean="0"/>
              <a:t>của</a:t>
            </a:r>
            <a:r>
              <a:rPr lang="en-US" b="1" dirty="0" smtClean="0"/>
              <a:t> </a:t>
            </a:r>
            <a:r>
              <a:rPr lang="en-US" b="1" dirty="0" err="1" smtClean="0"/>
              <a:t>công</a:t>
            </a:r>
            <a:r>
              <a:rPr lang="en-US" b="1" dirty="0" smtClean="0"/>
              <a:t> </a:t>
            </a:r>
            <a:r>
              <a:rPr lang="en-US" b="1" dirty="0" err="1" smtClean="0"/>
              <a:t>dân</a:t>
            </a:r>
            <a:r>
              <a:rPr lang="en-US" b="1" dirty="0" smtClean="0"/>
              <a:t> </a:t>
            </a:r>
            <a:r>
              <a:rPr lang="en-US" b="1" dirty="0" err="1" smtClean="0"/>
              <a:t>trong</a:t>
            </a:r>
            <a:r>
              <a:rPr lang="en-US" b="1" dirty="0" smtClean="0"/>
              <a:t> </a:t>
            </a:r>
            <a:r>
              <a:rPr lang="en-US" b="1" dirty="0" err="1" smtClean="0"/>
              <a:t>phòng</a:t>
            </a:r>
            <a:r>
              <a:rPr lang="en-US" b="1" dirty="0" smtClean="0"/>
              <a:t>, </a:t>
            </a:r>
            <a:r>
              <a:rPr lang="en-US" b="1" dirty="0" err="1" smtClean="0"/>
              <a:t>chống</a:t>
            </a:r>
            <a:r>
              <a:rPr lang="en-US" b="1" dirty="0" smtClean="0"/>
              <a:t> </a:t>
            </a:r>
            <a:r>
              <a:rPr lang="en-US" b="1" dirty="0" err="1" smtClean="0"/>
              <a:t>tham</a:t>
            </a:r>
            <a:r>
              <a:rPr lang="en-US" b="1" dirty="0" smtClean="0"/>
              <a:t> </a:t>
            </a:r>
            <a:r>
              <a:rPr lang="en-US" b="1" dirty="0" err="1" smtClean="0"/>
              <a:t>nhũng</a:t>
            </a:r>
            <a:endParaRPr lang="en-US" dirty="0"/>
          </a:p>
        </p:txBody>
      </p:sp>
      <p:sp>
        <p:nvSpPr>
          <p:cNvPr id="3" name="Content Placeholder 2"/>
          <p:cNvSpPr>
            <a:spLocks noGrp="1"/>
          </p:cNvSpPr>
          <p:nvPr>
            <p:ph idx="1"/>
          </p:nvPr>
        </p:nvSpPr>
        <p:spPr/>
        <p:txBody>
          <a:bodyPr/>
          <a:lstStyle/>
          <a:p>
            <a:r>
              <a:rPr lang="vi-VN" dirty="0" smtClean="0"/>
              <a:t>1. Công dân có quyền phát hiện, phản ánh, tố cáo, tố giác, báo tin về hành vi tham nhũng và được bảo vệ, khen thưởng theo quy định của pháp luật; có quyền kiến nghị với cơ quan nhà nước hoàn thiện pháp luật về phòng, chống tham nhũng và giám sát việc thực hiện pháp luật về phòng, chống tham nhũng.</a:t>
            </a:r>
          </a:p>
          <a:p>
            <a:r>
              <a:rPr lang="vi-VN" dirty="0" smtClean="0"/>
              <a:t>2. </a:t>
            </a:r>
            <a:r>
              <a:rPr lang="vi-VN" smtClean="0"/>
              <a:t>Công dân có nghĩa vụ hợp tác, giúp đỡ cơ quan, tổ chức, cá nhân có thẩm quyền trong phòng, chống tham nhũng.</a:t>
            </a:r>
            <a:endParaRPr lang="vi-V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0" ma:contentTypeDescription="Create a new document." ma:contentTypeScope="" ma:versionID="6ba08424837f76056ad5f704f2e399f0">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70263C-AD04-4EAC-A7AA-5D7AB0444519}"/>
</file>

<file path=customXml/itemProps2.xml><?xml version="1.0" encoding="utf-8"?>
<ds:datastoreItem xmlns:ds="http://schemas.openxmlformats.org/officeDocument/2006/customXml" ds:itemID="{77A27326-3008-41C4-8E72-58694B28F07A}"/>
</file>

<file path=customXml/itemProps3.xml><?xml version="1.0" encoding="utf-8"?>
<ds:datastoreItem xmlns:ds="http://schemas.openxmlformats.org/officeDocument/2006/customXml" ds:itemID="{37CD7F5C-7BE7-49DC-B8D2-9A63E98BA4C7}"/>
</file>

<file path=docProps/app.xml><?xml version="1.0" encoding="utf-8"?>
<Properties xmlns="http://schemas.openxmlformats.org/officeDocument/2006/extended-properties" xmlns:vt="http://schemas.openxmlformats.org/officeDocument/2006/docPropsVTypes">
  <TotalTime>407</TotalTime>
  <Words>2294</Words>
  <Application>Microsoft Office PowerPoint</Application>
  <PresentationFormat>Custom</PresentationFormat>
  <Paragraphs>184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Chương 6-  Ngành luật (Bổ sung)</vt:lpstr>
      <vt:lpstr>6.3  Khái quát về pháp luật điều chỉnh hoạt động kinh doanh – thương mại</vt:lpstr>
      <vt:lpstr>1.2.1 khái niệm, đối tượng điều chỉnh, phương pháp điều chỉnh của luật kinh doanh</vt:lpstr>
      <vt:lpstr>1.2.2. Nguồn luật kinh doanh</vt:lpstr>
      <vt:lpstr>Các chế định cơ bản của luật kinh tế- thương mại</vt:lpstr>
      <vt:lpstr>Thương nhân bao gồm: tổ chức; cá nhân</vt:lpstr>
      <vt:lpstr>2.1.1 khái niệm, đặc điểm,  phân loại doanh nghiệp</vt:lpstr>
      <vt:lpstr>Phân loại doanh nghiệp </vt:lpstr>
      <vt:lpstr>Các loại hình doanh nghiệp hiện nay ở Việt Nam</vt:lpstr>
      <vt:lpstr>Các loại hình doanh nghiệp hiện nay ở Việt Nam</vt:lpstr>
      <vt:lpstr>6. 5 Ngành luật lao động</vt:lpstr>
      <vt:lpstr>Nguồn luật điều chỉnh Luật lao động: Bộ luật lao động 2019 với 220 điều. </vt:lpstr>
      <vt:lpstr>2. Khái niệm; Đối tượng điều chỉnh của luật lao động: Phương pháp điều chỉnh </vt:lpstr>
      <vt:lpstr>Quan hệ lao động</vt:lpstr>
      <vt:lpstr>3. Các nguyên tắc cơ bản của Luật lao động</vt:lpstr>
      <vt:lpstr>4. NHỮNG NỘI DUNG CƠ BẢN CỦA  LUẬT LAO ĐỘNG</vt:lpstr>
      <vt:lpstr>Luật  phòng chống tham nhũng</vt:lpstr>
      <vt:lpstr>Luật phòng, chống tham nhũng </vt:lpstr>
      <vt:lpstr>Một số khái niệm cơ bản</vt:lpstr>
      <vt:lpstr>Một số khái niệm cơ bản</vt:lpstr>
      <vt:lpstr>Quyền và nghĩa vụ của công dân trong phòng, chống tham nhũng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6-  Ngành luật (Bổ sung)</dc:title>
  <dc:creator>Nguyen Thi Yen</dc:creator>
  <cp:lastModifiedBy>ASUS</cp:lastModifiedBy>
  <cp:revision>11</cp:revision>
  <dcterms:created xsi:type="dcterms:W3CDTF">2021-07-31T03:43:04Z</dcterms:created>
  <dcterms:modified xsi:type="dcterms:W3CDTF">2024-12-21T01:59:17Z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