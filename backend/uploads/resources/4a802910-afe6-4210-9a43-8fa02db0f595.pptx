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2.xml" ContentType="application/vnd.openxmlformats-officedocument.drawingml.diagramData+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diagrams/colors7.xml" ContentType="application/vnd.openxmlformats-officedocument.drawingml.diagramColors+xml"/>
  <Override PartName="/ppt/theme/theme1.xml" ContentType="application/vnd.openxmlformats-officedocument.theme+xml"/>
  <Override PartName="/ppt/diagrams/quickStyle8.xml" ContentType="application/vnd.openxmlformats-officedocument.drawingml.diagramStyle+xml"/>
  <Override PartName="/ppt/theme/theme2.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8.xml" ContentType="application/vnd.ms-office.drawingml.diagramDrawing+xml"/>
  <Override PartName="/ppt/diagrams/drawing7.xml" ContentType="application/vnd.ms-office.drawingml.diagramDrawing+xml"/>
  <Override PartName="/ppt/diagrams/layout5.xml" ContentType="application/vnd.openxmlformats-officedocument.drawingml.diagramLayout+xml"/>
  <Override PartName="/ppt/diagrams/layout8.xml" ContentType="application/vnd.openxmlformats-officedocument.drawingml.diagramLayout+xml"/>
  <Override PartName="/ppt/diagrams/colors5.xml" ContentType="application/vnd.openxmlformats-officedocument.drawingml.diagramColors+xml"/>
  <Override PartName="/ppt/diagrams/colors8.xml" ContentType="application/vnd.openxmlformats-officedocument.drawingml.diagramColors+xml"/>
  <Override PartName="/ppt/diagrams/quickStyle5.xml" ContentType="application/vnd.openxmlformats-officedocument.drawingml.diagramStyle+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4.xml" ContentType="application/vnd.ms-office.drawingml.diagramDrawing+xml"/>
  <Override PartName="/ppt/diagrams/drawing6.xml" ContentType="application/vnd.ms-office.drawingml.diagramDrawing+xml"/>
  <Override PartName="/ppt/diagrams/drawing5.xml" ContentType="application/vnd.ms-office.drawingml.diagramDrawing+xml"/>
  <Override PartName="/ppt/diagrams/layout7.xml" ContentType="application/vnd.openxmlformats-officedocument.drawingml.diagramLayout+xml"/>
  <Override PartName="/ppt/diagrams/quickStyle7.xml" ContentType="application/vnd.openxmlformats-officedocument.drawingml.diagramStyl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79" r:id="rId2"/>
    <p:sldId id="259" r:id="rId3"/>
    <p:sldId id="260" r:id="rId4"/>
    <p:sldId id="261" r:id="rId5"/>
    <p:sldId id="262" r:id="rId6"/>
    <p:sldId id="263" r:id="rId7"/>
    <p:sldId id="274" r:id="rId8"/>
    <p:sldId id="264" r:id="rId9"/>
    <p:sldId id="265" r:id="rId10"/>
    <p:sldId id="266" r:id="rId11"/>
    <p:sldId id="267" r:id="rId12"/>
    <p:sldId id="268" r:id="rId13"/>
    <p:sldId id="269" r:id="rId14"/>
    <p:sldId id="270" r:id="rId15"/>
    <p:sldId id="275"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8" autoAdjust="0"/>
    <p:restoredTop sz="86380" autoAdjust="0"/>
  </p:normalViewPr>
  <p:slideViewPr>
    <p:cSldViewPr>
      <p:cViewPr varScale="1">
        <p:scale>
          <a:sx n="35" d="100"/>
          <a:sy n="35" d="100"/>
        </p:scale>
        <p:origin x="820" y="44"/>
      </p:cViewPr>
      <p:guideLst>
        <p:guide orient="horz" pos="2160"/>
        <p:guide pos="2880"/>
      </p:guideLst>
    </p:cSldViewPr>
  </p:slideViewPr>
  <p:outlineViewPr>
    <p:cViewPr>
      <p:scale>
        <a:sx n="33" d="100"/>
        <a:sy n="33" d="100"/>
      </p:scale>
      <p:origin x="0" y="252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61E63C-BF89-4168-8F2D-A816524E3311}" type="doc">
      <dgm:prSet loTypeId="urn:microsoft.com/office/officeart/2005/8/layout/cycle5" loCatId="cycle" qsTypeId="urn:microsoft.com/office/officeart/2005/8/quickstyle/3d4" qsCatId="3D" csTypeId="urn:microsoft.com/office/officeart/2005/8/colors/colorful4" csCatId="colorful" phldr="1"/>
      <dgm:spPr/>
      <dgm:t>
        <a:bodyPr/>
        <a:lstStyle/>
        <a:p>
          <a:endParaRPr lang="en-US"/>
        </a:p>
      </dgm:t>
    </dgm:pt>
    <dgm:pt modelId="{D270BA3F-030C-463E-8265-17F716687050}">
      <dgm:prSet phldrT="[Text]" custT="1"/>
      <dgm:spPr/>
      <dgm:t>
        <a:bodyPr/>
        <a:lstStyle/>
        <a:p>
          <a:r>
            <a:rPr lang="en-US" sz="2400">
              <a:solidFill>
                <a:schemeClr val="tx1"/>
              </a:solidFill>
              <a:latin typeface="Times New Roman" pitchFamily="18" charset="0"/>
              <a:cs typeface="Times New Roman" pitchFamily="18" charset="0"/>
            </a:rPr>
            <a:t>Hành vi xác định của chủ thể </a:t>
          </a:r>
        </a:p>
      </dgm:t>
    </dgm:pt>
    <dgm:pt modelId="{715D35E1-71C8-4C32-9349-9906E452DB28}" type="parTrans" cxnId="{9F20D2AA-AA60-4048-A6D7-83B233A584D0}">
      <dgm:prSet/>
      <dgm:spPr/>
      <dgm:t>
        <a:bodyPr/>
        <a:lstStyle/>
        <a:p>
          <a:endParaRPr lang="en-US"/>
        </a:p>
      </dgm:t>
    </dgm:pt>
    <dgm:pt modelId="{F3F51931-CFEC-4456-9EDE-9775F0B81E4D}" type="sibTrans" cxnId="{9F20D2AA-AA60-4048-A6D7-83B233A584D0}">
      <dgm:prSet/>
      <dgm:spPr/>
      <dgm:t>
        <a:bodyPr/>
        <a:lstStyle/>
        <a:p>
          <a:endParaRPr lang="en-US"/>
        </a:p>
      </dgm:t>
    </dgm:pt>
    <dgm:pt modelId="{C54529A9-515E-44DF-91BB-45CFDD71641A}">
      <dgm:prSet phldrT="[Text]" custT="1"/>
      <dgm:spPr/>
      <dgm:t>
        <a:bodyPr/>
        <a:lstStyle/>
        <a:p>
          <a:r>
            <a:rPr lang="en-US" sz="2400">
              <a:solidFill>
                <a:schemeClr val="tx1"/>
              </a:solidFill>
              <a:latin typeface="Times New Roman" pitchFamily="18" charset="0"/>
              <a:cs typeface="Times New Roman" pitchFamily="18" charset="0"/>
            </a:rPr>
            <a:t>Do chủ thể đủ năng lực trách nhiệm pháp  lý thực hiện</a:t>
          </a:r>
        </a:p>
      </dgm:t>
    </dgm:pt>
    <dgm:pt modelId="{E5128086-26D6-402B-8916-C4C59C406E3C}" type="parTrans" cxnId="{C84C5EFA-BD15-46C0-B9C8-5C03CEDC8D13}">
      <dgm:prSet/>
      <dgm:spPr/>
      <dgm:t>
        <a:bodyPr/>
        <a:lstStyle/>
        <a:p>
          <a:endParaRPr lang="en-US"/>
        </a:p>
      </dgm:t>
    </dgm:pt>
    <dgm:pt modelId="{5638E1AE-311E-4A59-AC35-28EF357C6BB3}" type="sibTrans" cxnId="{C84C5EFA-BD15-46C0-B9C8-5C03CEDC8D13}">
      <dgm:prSet/>
      <dgm:spPr/>
      <dgm:t>
        <a:bodyPr/>
        <a:lstStyle/>
        <a:p>
          <a:endParaRPr lang="en-US"/>
        </a:p>
      </dgm:t>
    </dgm:pt>
    <dgm:pt modelId="{35F8D1E8-EE55-4109-9EBD-FBACBD2F2551}">
      <dgm:prSet phldrT="[Text]" custT="1"/>
      <dgm:spPr/>
      <dgm:t>
        <a:bodyPr/>
        <a:lstStyle/>
        <a:p>
          <a:r>
            <a:rPr lang="en-US" sz="2400">
              <a:solidFill>
                <a:schemeClr val="tx1"/>
              </a:solidFill>
              <a:latin typeface="Times New Roman" pitchFamily="18" charset="0"/>
              <a:cs typeface="Times New Roman" pitchFamily="18" charset="0"/>
            </a:rPr>
            <a:t>Có lỗi của chủ thể </a:t>
          </a:r>
        </a:p>
      </dgm:t>
    </dgm:pt>
    <dgm:pt modelId="{9549250D-7766-484F-8F78-0412F6500E49}" type="parTrans" cxnId="{9E433AEC-E0BE-49EA-A14F-079C3CDF5B2D}">
      <dgm:prSet/>
      <dgm:spPr/>
      <dgm:t>
        <a:bodyPr/>
        <a:lstStyle/>
        <a:p>
          <a:endParaRPr lang="en-US"/>
        </a:p>
      </dgm:t>
    </dgm:pt>
    <dgm:pt modelId="{880EAF6F-43B6-4361-A5D9-CDB9EC7504DE}" type="sibTrans" cxnId="{9E433AEC-E0BE-49EA-A14F-079C3CDF5B2D}">
      <dgm:prSet/>
      <dgm:spPr/>
      <dgm:t>
        <a:bodyPr/>
        <a:lstStyle/>
        <a:p>
          <a:endParaRPr lang="en-US"/>
        </a:p>
      </dgm:t>
    </dgm:pt>
    <dgm:pt modelId="{1126FF15-7AA5-4CDF-B28B-74790620AAAE}">
      <dgm:prSet phldrT="[Text]" custT="1"/>
      <dgm:spPr/>
      <dgm:t>
        <a:bodyPr/>
        <a:lstStyle/>
        <a:p>
          <a:r>
            <a:rPr lang="en-US" sz="2400">
              <a:solidFill>
                <a:schemeClr val="tx1"/>
              </a:solidFill>
              <a:latin typeface="Times New Roman" pitchFamily="18" charset="0"/>
              <a:cs typeface="Times New Roman" pitchFamily="18" charset="0"/>
            </a:rPr>
            <a:t>Trái với quy định của pháp luật</a:t>
          </a:r>
        </a:p>
      </dgm:t>
    </dgm:pt>
    <dgm:pt modelId="{6F8CCAA3-1E37-426B-9CDF-BDDB66A8E859}" type="parTrans" cxnId="{7CB34DAB-E2C7-4000-B3EF-81E8C8379335}">
      <dgm:prSet/>
      <dgm:spPr/>
      <dgm:t>
        <a:bodyPr/>
        <a:lstStyle/>
        <a:p>
          <a:endParaRPr lang="en-US"/>
        </a:p>
      </dgm:t>
    </dgm:pt>
    <dgm:pt modelId="{165417D9-66C7-4A41-B9CC-102DD91CEE82}" type="sibTrans" cxnId="{7CB34DAB-E2C7-4000-B3EF-81E8C8379335}">
      <dgm:prSet/>
      <dgm:spPr/>
      <dgm:t>
        <a:bodyPr/>
        <a:lstStyle/>
        <a:p>
          <a:endParaRPr lang="en-US"/>
        </a:p>
      </dgm:t>
    </dgm:pt>
    <dgm:pt modelId="{7EEEB926-10D0-4A30-8A3B-6DA0EDFE4325}" type="pres">
      <dgm:prSet presAssocID="{5161E63C-BF89-4168-8F2D-A816524E3311}" presName="cycle" presStyleCnt="0">
        <dgm:presLayoutVars>
          <dgm:dir/>
          <dgm:resizeHandles val="exact"/>
        </dgm:presLayoutVars>
      </dgm:prSet>
      <dgm:spPr/>
    </dgm:pt>
    <dgm:pt modelId="{80B7BC94-4932-4805-9274-2C4A648352BB}" type="pres">
      <dgm:prSet presAssocID="{D270BA3F-030C-463E-8265-17F716687050}" presName="node" presStyleLbl="node1" presStyleIdx="0" presStyleCnt="4" custScaleX="139920">
        <dgm:presLayoutVars>
          <dgm:bulletEnabled val="1"/>
        </dgm:presLayoutVars>
      </dgm:prSet>
      <dgm:spPr/>
    </dgm:pt>
    <dgm:pt modelId="{F2D46F1C-CC06-4A0F-904E-E938427DCE3A}" type="pres">
      <dgm:prSet presAssocID="{D270BA3F-030C-463E-8265-17F716687050}" presName="spNode" presStyleCnt="0"/>
      <dgm:spPr/>
    </dgm:pt>
    <dgm:pt modelId="{E0851576-2A7D-48A8-8CEC-A064ED00D382}" type="pres">
      <dgm:prSet presAssocID="{F3F51931-CFEC-4456-9EDE-9775F0B81E4D}" presName="sibTrans" presStyleLbl="sibTrans1D1" presStyleIdx="0" presStyleCnt="4"/>
      <dgm:spPr/>
    </dgm:pt>
    <dgm:pt modelId="{11A7E158-0E8B-40E0-A3CD-6EC1075B1967}" type="pres">
      <dgm:prSet presAssocID="{C54529A9-515E-44DF-91BB-45CFDD71641A}" presName="node" presStyleLbl="node1" presStyleIdx="1" presStyleCnt="4" custScaleX="185205">
        <dgm:presLayoutVars>
          <dgm:bulletEnabled val="1"/>
        </dgm:presLayoutVars>
      </dgm:prSet>
      <dgm:spPr/>
    </dgm:pt>
    <dgm:pt modelId="{E8F314CA-76A0-402C-BAF2-DEF5FB91D24D}" type="pres">
      <dgm:prSet presAssocID="{C54529A9-515E-44DF-91BB-45CFDD71641A}" presName="spNode" presStyleCnt="0"/>
      <dgm:spPr/>
    </dgm:pt>
    <dgm:pt modelId="{6C3CEFF0-CA66-4BD6-AFBB-A036D05222A3}" type="pres">
      <dgm:prSet presAssocID="{5638E1AE-311E-4A59-AC35-28EF357C6BB3}" presName="sibTrans" presStyleLbl="sibTrans1D1" presStyleIdx="1" presStyleCnt="4"/>
      <dgm:spPr/>
    </dgm:pt>
    <dgm:pt modelId="{2FD4871A-6082-4D7B-B351-8BF71AEFC839}" type="pres">
      <dgm:prSet presAssocID="{35F8D1E8-EE55-4109-9EBD-FBACBD2F2551}" presName="node" presStyleLbl="node1" presStyleIdx="2" presStyleCnt="4" custScaleX="159828">
        <dgm:presLayoutVars>
          <dgm:bulletEnabled val="1"/>
        </dgm:presLayoutVars>
      </dgm:prSet>
      <dgm:spPr/>
    </dgm:pt>
    <dgm:pt modelId="{C1459C7A-6DE7-4C63-B1B3-D65918406D47}" type="pres">
      <dgm:prSet presAssocID="{35F8D1E8-EE55-4109-9EBD-FBACBD2F2551}" presName="spNode" presStyleCnt="0"/>
      <dgm:spPr/>
    </dgm:pt>
    <dgm:pt modelId="{7BB7B854-F159-480C-9129-74564914EAD2}" type="pres">
      <dgm:prSet presAssocID="{880EAF6F-43B6-4361-A5D9-CDB9EC7504DE}" presName="sibTrans" presStyleLbl="sibTrans1D1" presStyleIdx="2" presStyleCnt="4"/>
      <dgm:spPr/>
    </dgm:pt>
    <dgm:pt modelId="{D4F63CE5-322E-48FD-8ED8-9A16633F23C4}" type="pres">
      <dgm:prSet presAssocID="{1126FF15-7AA5-4CDF-B28B-74790620AAAE}" presName="node" presStyleLbl="node1" presStyleIdx="3" presStyleCnt="4" custScaleX="139818">
        <dgm:presLayoutVars>
          <dgm:bulletEnabled val="1"/>
        </dgm:presLayoutVars>
      </dgm:prSet>
      <dgm:spPr/>
    </dgm:pt>
    <dgm:pt modelId="{16D62EC6-24CA-49AC-BDDF-DA0B729E546A}" type="pres">
      <dgm:prSet presAssocID="{1126FF15-7AA5-4CDF-B28B-74790620AAAE}" presName="spNode" presStyleCnt="0"/>
      <dgm:spPr/>
    </dgm:pt>
    <dgm:pt modelId="{3CB7D97A-E272-4DBD-B4AD-F6D02C42E761}" type="pres">
      <dgm:prSet presAssocID="{165417D9-66C7-4A41-B9CC-102DD91CEE82}" presName="sibTrans" presStyleLbl="sibTrans1D1" presStyleIdx="3" presStyleCnt="4"/>
      <dgm:spPr/>
    </dgm:pt>
  </dgm:ptLst>
  <dgm:cxnLst>
    <dgm:cxn modelId="{7E77CE05-8FF6-4A36-9A50-011BF2D03FF3}" type="presOf" srcId="{5638E1AE-311E-4A59-AC35-28EF357C6BB3}" destId="{6C3CEFF0-CA66-4BD6-AFBB-A036D05222A3}" srcOrd="0" destOrd="0" presId="urn:microsoft.com/office/officeart/2005/8/layout/cycle5"/>
    <dgm:cxn modelId="{CF68930D-3DBE-4FCA-A6C8-BA4D605EEF7B}" type="presOf" srcId="{D270BA3F-030C-463E-8265-17F716687050}" destId="{80B7BC94-4932-4805-9274-2C4A648352BB}" srcOrd="0" destOrd="0" presId="urn:microsoft.com/office/officeart/2005/8/layout/cycle5"/>
    <dgm:cxn modelId="{34E5D524-EF30-410F-AA71-D546C204C3FB}" type="presOf" srcId="{5161E63C-BF89-4168-8F2D-A816524E3311}" destId="{7EEEB926-10D0-4A30-8A3B-6DA0EDFE4325}" srcOrd="0" destOrd="0" presId="urn:microsoft.com/office/officeart/2005/8/layout/cycle5"/>
    <dgm:cxn modelId="{C3B51D27-4F03-44A9-82B7-9B68B4A47799}" type="presOf" srcId="{35F8D1E8-EE55-4109-9EBD-FBACBD2F2551}" destId="{2FD4871A-6082-4D7B-B351-8BF71AEFC839}" srcOrd="0" destOrd="0" presId="urn:microsoft.com/office/officeart/2005/8/layout/cycle5"/>
    <dgm:cxn modelId="{B2572973-A161-4E55-B93E-4E4C2AE97599}" type="presOf" srcId="{1126FF15-7AA5-4CDF-B28B-74790620AAAE}" destId="{D4F63CE5-322E-48FD-8ED8-9A16633F23C4}" srcOrd="0" destOrd="0" presId="urn:microsoft.com/office/officeart/2005/8/layout/cycle5"/>
    <dgm:cxn modelId="{91250E7D-D947-4BAA-837E-1254569491F0}" type="presOf" srcId="{C54529A9-515E-44DF-91BB-45CFDD71641A}" destId="{11A7E158-0E8B-40E0-A3CD-6EC1075B1967}" srcOrd="0" destOrd="0" presId="urn:microsoft.com/office/officeart/2005/8/layout/cycle5"/>
    <dgm:cxn modelId="{9F20D2AA-AA60-4048-A6D7-83B233A584D0}" srcId="{5161E63C-BF89-4168-8F2D-A816524E3311}" destId="{D270BA3F-030C-463E-8265-17F716687050}" srcOrd="0" destOrd="0" parTransId="{715D35E1-71C8-4C32-9349-9906E452DB28}" sibTransId="{F3F51931-CFEC-4456-9EDE-9775F0B81E4D}"/>
    <dgm:cxn modelId="{7CB34DAB-E2C7-4000-B3EF-81E8C8379335}" srcId="{5161E63C-BF89-4168-8F2D-A816524E3311}" destId="{1126FF15-7AA5-4CDF-B28B-74790620AAAE}" srcOrd="3" destOrd="0" parTransId="{6F8CCAA3-1E37-426B-9CDF-BDDB66A8E859}" sibTransId="{165417D9-66C7-4A41-B9CC-102DD91CEE82}"/>
    <dgm:cxn modelId="{D22113BA-A701-4D2D-9857-1F8DD3B94126}" type="presOf" srcId="{F3F51931-CFEC-4456-9EDE-9775F0B81E4D}" destId="{E0851576-2A7D-48A8-8CEC-A064ED00D382}" srcOrd="0" destOrd="0" presId="urn:microsoft.com/office/officeart/2005/8/layout/cycle5"/>
    <dgm:cxn modelId="{610997D3-ACCC-4F34-8322-B94284CBF040}" type="presOf" srcId="{165417D9-66C7-4A41-B9CC-102DD91CEE82}" destId="{3CB7D97A-E272-4DBD-B4AD-F6D02C42E761}" srcOrd="0" destOrd="0" presId="urn:microsoft.com/office/officeart/2005/8/layout/cycle5"/>
    <dgm:cxn modelId="{9E433AEC-E0BE-49EA-A14F-079C3CDF5B2D}" srcId="{5161E63C-BF89-4168-8F2D-A816524E3311}" destId="{35F8D1E8-EE55-4109-9EBD-FBACBD2F2551}" srcOrd="2" destOrd="0" parTransId="{9549250D-7766-484F-8F78-0412F6500E49}" sibTransId="{880EAF6F-43B6-4361-A5D9-CDB9EC7504DE}"/>
    <dgm:cxn modelId="{9974CFF3-493C-421B-BF07-0857E1147BC2}" type="presOf" srcId="{880EAF6F-43B6-4361-A5D9-CDB9EC7504DE}" destId="{7BB7B854-F159-480C-9129-74564914EAD2}" srcOrd="0" destOrd="0" presId="urn:microsoft.com/office/officeart/2005/8/layout/cycle5"/>
    <dgm:cxn modelId="{C84C5EFA-BD15-46C0-B9C8-5C03CEDC8D13}" srcId="{5161E63C-BF89-4168-8F2D-A816524E3311}" destId="{C54529A9-515E-44DF-91BB-45CFDD71641A}" srcOrd="1" destOrd="0" parTransId="{E5128086-26D6-402B-8916-C4C59C406E3C}" sibTransId="{5638E1AE-311E-4A59-AC35-28EF357C6BB3}"/>
    <dgm:cxn modelId="{594BD160-1DA6-4D13-AD2F-1EA790D1A301}" type="presParOf" srcId="{7EEEB926-10D0-4A30-8A3B-6DA0EDFE4325}" destId="{80B7BC94-4932-4805-9274-2C4A648352BB}" srcOrd="0" destOrd="0" presId="urn:microsoft.com/office/officeart/2005/8/layout/cycle5"/>
    <dgm:cxn modelId="{34B4F65F-951B-4875-AECE-22775F832CFB}" type="presParOf" srcId="{7EEEB926-10D0-4A30-8A3B-6DA0EDFE4325}" destId="{F2D46F1C-CC06-4A0F-904E-E938427DCE3A}" srcOrd="1" destOrd="0" presId="urn:microsoft.com/office/officeart/2005/8/layout/cycle5"/>
    <dgm:cxn modelId="{CBDB1647-6C6A-4EBF-B805-462736852FB1}" type="presParOf" srcId="{7EEEB926-10D0-4A30-8A3B-6DA0EDFE4325}" destId="{E0851576-2A7D-48A8-8CEC-A064ED00D382}" srcOrd="2" destOrd="0" presId="urn:microsoft.com/office/officeart/2005/8/layout/cycle5"/>
    <dgm:cxn modelId="{EFCDE65B-FD31-4583-A713-08087A1A7543}" type="presParOf" srcId="{7EEEB926-10D0-4A30-8A3B-6DA0EDFE4325}" destId="{11A7E158-0E8B-40E0-A3CD-6EC1075B1967}" srcOrd="3" destOrd="0" presId="urn:microsoft.com/office/officeart/2005/8/layout/cycle5"/>
    <dgm:cxn modelId="{CAD986E1-1894-4BD7-95F3-5FF55BDE647C}" type="presParOf" srcId="{7EEEB926-10D0-4A30-8A3B-6DA0EDFE4325}" destId="{E8F314CA-76A0-402C-BAF2-DEF5FB91D24D}" srcOrd="4" destOrd="0" presId="urn:microsoft.com/office/officeart/2005/8/layout/cycle5"/>
    <dgm:cxn modelId="{F16F89D0-27BE-4217-AF8B-A57A71A6B0C6}" type="presParOf" srcId="{7EEEB926-10D0-4A30-8A3B-6DA0EDFE4325}" destId="{6C3CEFF0-CA66-4BD6-AFBB-A036D05222A3}" srcOrd="5" destOrd="0" presId="urn:microsoft.com/office/officeart/2005/8/layout/cycle5"/>
    <dgm:cxn modelId="{E1F56A26-FA1D-449E-A0A8-34B114135888}" type="presParOf" srcId="{7EEEB926-10D0-4A30-8A3B-6DA0EDFE4325}" destId="{2FD4871A-6082-4D7B-B351-8BF71AEFC839}" srcOrd="6" destOrd="0" presId="urn:microsoft.com/office/officeart/2005/8/layout/cycle5"/>
    <dgm:cxn modelId="{38690160-7381-4184-BC76-808623CED60A}" type="presParOf" srcId="{7EEEB926-10D0-4A30-8A3B-6DA0EDFE4325}" destId="{C1459C7A-6DE7-4C63-B1B3-D65918406D47}" srcOrd="7" destOrd="0" presId="urn:microsoft.com/office/officeart/2005/8/layout/cycle5"/>
    <dgm:cxn modelId="{4C21D556-727F-4FF1-9D0E-F35E64155FAB}" type="presParOf" srcId="{7EEEB926-10D0-4A30-8A3B-6DA0EDFE4325}" destId="{7BB7B854-F159-480C-9129-74564914EAD2}" srcOrd="8" destOrd="0" presId="urn:microsoft.com/office/officeart/2005/8/layout/cycle5"/>
    <dgm:cxn modelId="{689E1344-747B-4AE1-B7D3-E0FE577A3FBA}" type="presParOf" srcId="{7EEEB926-10D0-4A30-8A3B-6DA0EDFE4325}" destId="{D4F63CE5-322E-48FD-8ED8-9A16633F23C4}" srcOrd="9" destOrd="0" presId="urn:microsoft.com/office/officeart/2005/8/layout/cycle5"/>
    <dgm:cxn modelId="{9A69C614-E76A-47B1-8D1E-ED3C6BE55A62}" type="presParOf" srcId="{7EEEB926-10D0-4A30-8A3B-6DA0EDFE4325}" destId="{16D62EC6-24CA-49AC-BDDF-DA0B729E546A}" srcOrd="10" destOrd="0" presId="urn:microsoft.com/office/officeart/2005/8/layout/cycle5"/>
    <dgm:cxn modelId="{89E50671-F8BD-46E2-BE83-A10672879445}" type="presParOf" srcId="{7EEEB926-10D0-4A30-8A3B-6DA0EDFE4325}" destId="{3CB7D97A-E272-4DBD-B4AD-F6D02C42E761}"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09A2F58-71A3-4485-B32A-6EC15AA28327}" type="doc">
      <dgm:prSet loTypeId="urn:microsoft.com/office/officeart/2005/8/layout/matrix2" loCatId="matrix" qsTypeId="urn:microsoft.com/office/officeart/2005/8/quickstyle/3d2#1" qsCatId="3D" csTypeId="urn:microsoft.com/office/officeart/2005/8/colors/colorful4" csCatId="colorful" phldr="1"/>
      <dgm:spPr/>
      <dgm:t>
        <a:bodyPr/>
        <a:lstStyle/>
        <a:p>
          <a:endParaRPr lang="en-US"/>
        </a:p>
      </dgm:t>
    </dgm:pt>
    <dgm:pt modelId="{8352672B-5005-4B63-92CA-37001A42FB85}">
      <dgm:prSet phldrT="[Text]" custT="1"/>
      <dgm:spPr/>
      <dgm:t>
        <a:bodyPr/>
        <a:lstStyle/>
        <a:p>
          <a:pPr algn="just"/>
          <a:r>
            <a:rPr lang="en-US" sz="3200">
              <a:latin typeface="Times New Roman" pitchFamily="18" charset="0"/>
              <a:cs typeface="Times New Roman" pitchFamily="18" charset="0"/>
            </a:rPr>
            <a:t>Vi phạm hình sự</a:t>
          </a:r>
        </a:p>
        <a:p>
          <a:pPr algn="just"/>
          <a:r>
            <a:rPr lang="en-US" sz="2200">
              <a:latin typeface="Times New Roman" pitchFamily="18" charset="0"/>
              <a:cs typeface="Times New Roman" pitchFamily="18" charset="0"/>
            </a:rPr>
            <a:t>- Xâm hại đến độc lập, chủ quyền,tính mạng, sức khỏe , TS. . .</a:t>
          </a:r>
        </a:p>
        <a:p>
          <a:pPr algn="just"/>
          <a:r>
            <a:rPr lang="en-US" sz="2200">
              <a:latin typeface="Times New Roman" pitchFamily="18" charset="0"/>
              <a:cs typeface="Times New Roman" pitchFamily="18" charset="0"/>
            </a:rPr>
            <a:t>- Chủ thể vi phạm Cá nhân</a:t>
          </a:r>
        </a:p>
      </dgm:t>
    </dgm:pt>
    <dgm:pt modelId="{CFCF05BC-9AE8-42BC-89F9-02EFFA565A97}" type="parTrans" cxnId="{D02ADE6F-2200-4162-9CBD-92F668719A28}">
      <dgm:prSet/>
      <dgm:spPr/>
      <dgm:t>
        <a:bodyPr/>
        <a:lstStyle/>
        <a:p>
          <a:endParaRPr lang="en-US"/>
        </a:p>
      </dgm:t>
    </dgm:pt>
    <dgm:pt modelId="{50256039-5F82-4273-BA1F-62382FEC35A5}" type="sibTrans" cxnId="{D02ADE6F-2200-4162-9CBD-92F668719A28}">
      <dgm:prSet/>
      <dgm:spPr/>
      <dgm:t>
        <a:bodyPr/>
        <a:lstStyle/>
        <a:p>
          <a:endParaRPr lang="en-US"/>
        </a:p>
      </dgm:t>
    </dgm:pt>
    <dgm:pt modelId="{BFCA3905-396E-49C9-98C7-9D46E3BAC093}">
      <dgm:prSet phldrT="[Text]" custT="1"/>
      <dgm:spPr/>
      <dgm:t>
        <a:bodyPr/>
        <a:lstStyle/>
        <a:p>
          <a:pPr algn="ctr"/>
          <a:r>
            <a:rPr lang="en-US" sz="3200">
              <a:latin typeface="Times New Roman" pitchFamily="18" charset="0"/>
              <a:cs typeface="Times New Roman" pitchFamily="18" charset="0"/>
            </a:rPr>
            <a:t>Vi phạm dân sự</a:t>
          </a:r>
        </a:p>
        <a:p>
          <a:pPr algn="just"/>
          <a:r>
            <a:rPr lang="en-US" sz="2200">
              <a:latin typeface="Times New Roman" pitchFamily="18" charset="0"/>
              <a:cs typeface="Times New Roman" pitchFamily="18" charset="0"/>
            </a:rPr>
            <a:t>- Xâm hại đến quan hệ tài sản; quan hệ nhân thân</a:t>
          </a:r>
        </a:p>
        <a:p>
          <a:pPr algn="just"/>
          <a:r>
            <a:rPr lang="en-US" sz="2200">
              <a:latin typeface="Times New Roman" pitchFamily="18" charset="0"/>
              <a:cs typeface="Times New Roman" pitchFamily="18" charset="0"/>
            </a:rPr>
            <a:t>- Chủ thể vi phạm: cá nhân hoặc tổ chức</a:t>
          </a:r>
        </a:p>
      </dgm:t>
    </dgm:pt>
    <dgm:pt modelId="{1BEBDE98-444B-404F-AA57-DE8D96964FE2}" type="parTrans" cxnId="{EB26AF2D-0644-44A1-BED4-447A2A420542}">
      <dgm:prSet/>
      <dgm:spPr/>
      <dgm:t>
        <a:bodyPr/>
        <a:lstStyle/>
        <a:p>
          <a:endParaRPr lang="en-US"/>
        </a:p>
      </dgm:t>
    </dgm:pt>
    <dgm:pt modelId="{912A0542-93D4-44BE-9353-4E4B3D5ABAB7}" type="sibTrans" cxnId="{EB26AF2D-0644-44A1-BED4-447A2A420542}">
      <dgm:prSet/>
      <dgm:spPr/>
      <dgm:t>
        <a:bodyPr/>
        <a:lstStyle/>
        <a:p>
          <a:endParaRPr lang="en-US"/>
        </a:p>
      </dgm:t>
    </dgm:pt>
    <dgm:pt modelId="{B1759CD6-1430-4531-97F4-5140B6B832F8}">
      <dgm:prSet phldrT="[Text]" custT="1"/>
      <dgm:spPr/>
      <dgm:t>
        <a:bodyPr/>
        <a:lstStyle/>
        <a:p>
          <a:pPr algn="ctr"/>
          <a:r>
            <a:rPr lang="en-US" sz="3100">
              <a:latin typeface="Times New Roman" pitchFamily="18" charset="0"/>
              <a:cs typeface="Times New Roman" pitchFamily="18" charset="0"/>
            </a:rPr>
            <a:t>Vi phạm hành chính</a:t>
          </a:r>
        </a:p>
        <a:p>
          <a:pPr algn="just"/>
          <a:r>
            <a:rPr lang="en-US" sz="2200">
              <a:latin typeface="Times New Roman" pitchFamily="18" charset="0"/>
              <a:cs typeface="Times New Roman" pitchFamily="18" charset="0"/>
            </a:rPr>
            <a:t>- Xâm phạm đến quy tắc quản lý của nhà nước</a:t>
          </a:r>
        </a:p>
        <a:p>
          <a:pPr algn="just"/>
          <a:r>
            <a:rPr lang="en-US" sz="2200">
              <a:latin typeface="Times New Roman" pitchFamily="18" charset="0"/>
              <a:cs typeface="Times New Roman" pitchFamily="18" charset="0"/>
            </a:rPr>
            <a:t>- Chủ thể vi phạm: Cá nhân hoặc tổ chức</a:t>
          </a:r>
        </a:p>
      </dgm:t>
    </dgm:pt>
    <dgm:pt modelId="{B17CF1AA-EF93-4727-95EC-A7B949C29A79}" type="parTrans" cxnId="{44C4E019-6C62-4C17-AB55-25D4F3C0594B}">
      <dgm:prSet/>
      <dgm:spPr/>
      <dgm:t>
        <a:bodyPr/>
        <a:lstStyle/>
        <a:p>
          <a:endParaRPr lang="en-US"/>
        </a:p>
      </dgm:t>
    </dgm:pt>
    <dgm:pt modelId="{152E4237-4FC5-4377-BB56-0C51359D5D19}" type="sibTrans" cxnId="{44C4E019-6C62-4C17-AB55-25D4F3C0594B}">
      <dgm:prSet/>
      <dgm:spPr/>
      <dgm:t>
        <a:bodyPr/>
        <a:lstStyle/>
        <a:p>
          <a:endParaRPr lang="en-US"/>
        </a:p>
      </dgm:t>
    </dgm:pt>
    <dgm:pt modelId="{7A34CE26-0C5F-487B-AA8A-200E4D93BCDF}">
      <dgm:prSet phldrT="[Text]" custT="1"/>
      <dgm:spPr/>
      <dgm:t>
        <a:bodyPr/>
        <a:lstStyle/>
        <a:p>
          <a:pPr algn="ctr"/>
          <a:r>
            <a:rPr lang="en-US" sz="3200">
              <a:latin typeface="Times New Roman" pitchFamily="18" charset="0"/>
              <a:cs typeface="Times New Roman" pitchFamily="18" charset="0"/>
            </a:rPr>
            <a:t>Vi phạm kỉ luật</a:t>
          </a:r>
        </a:p>
        <a:p>
          <a:pPr algn="just"/>
          <a:r>
            <a:rPr lang="en-US" sz="2200">
              <a:latin typeface="Times New Roman" pitchFamily="18" charset="0"/>
              <a:cs typeface="Times New Roman" pitchFamily="18" charset="0"/>
            </a:rPr>
            <a:t>- Xâm hại đến các quy tắc xác lập trật tự trong các tổ chức.</a:t>
          </a:r>
        </a:p>
        <a:p>
          <a:pPr algn="just"/>
          <a:r>
            <a:rPr lang="en-US" sz="2200">
              <a:latin typeface="Times New Roman" pitchFamily="18" charset="0"/>
              <a:cs typeface="Times New Roman" pitchFamily="18" charset="0"/>
            </a:rPr>
            <a:t>- Chủ thể vi phạm: Cá nhân trong tổ chức</a:t>
          </a:r>
        </a:p>
      </dgm:t>
    </dgm:pt>
    <dgm:pt modelId="{1CF298AC-FA06-44B9-BF83-24203E3CC61D}" type="parTrans" cxnId="{BF51A578-F964-47C7-A382-E9066F22F817}">
      <dgm:prSet/>
      <dgm:spPr/>
      <dgm:t>
        <a:bodyPr/>
        <a:lstStyle/>
        <a:p>
          <a:endParaRPr lang="en-US"/>
        </a:p>
      </dgm:t>
    </dgm:pt>
    <dgm:pt modelId="{E58C01AA-FD27-407B-BA2E-31D83ECD088A}" type="sibTrans" cxnId="{BF51A578-F964-47C7-A382-E9066F22F817}">
      <dgm:prSet/>
      <dgm:spPr/>
      <dgm:t>
        <a:bodyPr/>
        <a:lstStyle/>
        <a:p>
          <a:endParaRPr lang="en-US"/>
        </a:p>
      </dgm:t>
    </dgm:pt>
    <dgm:pt modelId="{D11AF53F-59AF-498D-B54E-6D8D235DF095}" type="pres">
      <dgm:prSet presAssocID="{A09A2F58-71A3-4485-B32A-6EC15AA28327}" presName="matrix" presStyleCnt="0">
        <dgm:presLayoutVars>
          <dgm:chMax val="1"/>
          <dgm:dir/>
          <dgm:resizeHandles val="exact"/>
        </dgm:presLayoutVars>
      </dgm:prSet>
      <dgm:spPr/>
    </dgm:pt>
    <dgm:pt modelId="{D4BC7D7F-B0B8-4AB5-BAF0-2BE182EA9ADB}" type="pres">
      <dgm:prSet presAssocID="{A09A2F58-71A3-4485-B32A-6EC15AA28327}" presName="axisShape" presStyleLbl="bgShp" presStyleIdx="0" presStyleCnt="1" custScaleX="166667"/>
      <dgm:spPr/>
    </dgm:pt>
    <dgm:pt modelId="{8A295F36-4497-4667-BE44-7A22342A108F}" type="pres">
      <dgm:prSet presAssocID="{A09A2F58-71A3-4485-B32A-6EC15AA28327}" presName="rect1" presStyleLbl="node1" presStyleIdx="0" presStyleCnt="4" custScaleX="209168" custScaleY="116667" custLinFactNeighborX="-49166" custLinFactNeighborY="-7917">
        <dgm:presLayoutVars>
          <dgm:chMax val="0"/>
          <dgm:chPref val="0"/>
          <dgm:bulletEnabled val="1"/>
        </dgm:presLayoutVars>
      </dgm:prSet>
      <dgm:spPr/>
    </dgm:pt>
    <dgm:pt modelId="{BDB96EE3-5103-4A57-ACA5-53F409481AFB}" type="pres">
      <dgm:prSet presAssocID="{A09A2F58-71A3-4485-B32A-6EC15AA28327}" presName="rect2" presStyleLbl="node1" presStyleIdx="1" presStyleCnt="4" custScaleX="200833" custScaleY="116667" custLinFactNeighborX="50000" custLinFactNeighborY="-7917">
        <dgm:presLayoutVars>
          <dgm:chMax val="0"/>
          <dgm:chPref val="0"/>
          <dgm:bulletEnabled val="1"/>
        </dgm:presLayoutVars>
      </dgm:prSet>
      <dgm:spPr/>
    </dgm:pt>
    <dgm:pt modelId="{98AE24E8-2FD3-4863-A2B3-6BCF54DAB3D7}" type="pres">
      <dgm:prSet presAssocID="{A09A2F58-71A3-4485-B32A-6EC15AA28327}" presName="rect3" presStyleLbl="node1" presStyleIdx="2" presStyleCnt="4" custScaleX="217499" custScaleY="116667" custLinFactNeighborX="-54166" custLinFactNeighborY="3750">
        <dgm:presLayoutVars>
          <dgm:chMax val="0"/>
          <dgm:chPref val="0"/>
          <dgm:bulletEnabled val="1"/>
        </dgm:presLayoutVars>
      </dgm:prSet>
      <dgm:spPr/>
    </dgm:pt>
    <dgm:pt modelId="{25FD16BF-E9FE-47C5-9515-618F6F04A877}" type="pres">
      <dgm:prSet presAssocID="{A09A2F58-71A3-4485-B32A-6EC15AA28327}" presName="rect4" presStyleLbl="node1" presStyleIdx="3" presStyleCnt="4" custScaleX="200833" custScaleY="116667" custLinFactNeighborX="50000" custLinFactNeighborY="-417">
        <dgm:presLayoutVars>
          <dgm:chMax val="0"/>
          <dgm:chPref val="0"/>
          <dgm:bulletEnabled val="1"/>
        </dgm:presLayoutVars>
      </dgm:prSet>
      <dgm:spPr/>
    </dgm:pt>
  </dgm:ptLst>
  <dgm:cxnLst>
    <dgm:cxn modelId="{02307B13-F177-4763-802F-E5B714CA698E}" type="presOf" srcId="{A09A2F58-71A3-4485-B32A-6EC15AA28327}" destId="{D11AF53F-59AF-498D-B54E-6D8D235DF095}" srcOrd="0" destOrd="0" presId="urn:microsoft.com/office/officeart/2005/8/layout/matrix2"/>
    <dgm:cxn modelId="{44C4E019-6C62-4C17-AB55-25D4F3C0594B}" srcId="{A09A2F58-71A3-4485-B32A-6EC15AA28327}" destId="{B1759CD6-1430-4531-97F4-5140B6B832F8}" srcOrd="2" destOrd="0" parTransId="{B17CF1AA-EF93-4727-95EC-A7B949C29A79}" sibTransId="{152E4237-4FC5-4377-BB56-0C51359D5D19}"/>
    <dgm:cxn modelId="{EB26AF2D-0644-44A1-BED4-447A2A420542}" srcId="{A09A2F58-71A3-4485-B32A-6EC15AA28327}" destId="{BFCA3905-396E-49C9-98C7-9D46E3BAC093}" srcOrd="1" destOrd="0" parTransId="{1BEBDE98-444B-404F-AA57-DE8D96964FE2}" sibTransId="{912A0542-93D4-44BE-9353-4E4B3D5ABAB7}"/>
    <dgm:cxn modelId="{8FBE0530-6F56-4775-826C-58C81A816956}" type="presOf" srcId="{B1759CD6-1430-4531-97F4-5140B6B832F8}" destId="{98AE24E8-2FD3-4863-A2B3-6BCF54DAB3D7}" srcOrd="0" destOrd="0" presId="urn:microsoft.com/office/officeart/2005/8/layout/matrix2"/>
    <dgm:cxn modelId="{D02ADE6F-2200-4162-9CBD-92F668719A28}" srcId="{A09A2F58-71A3-4485-B32A-6EC15AA28327}" destId="{8352672B-5005-4B63-92CA-37001A42FB85}" srcOrd="0" destOrd="0" parTransId="{CFCF05BC-9AE8-42BC-89F9-02EFFA565A97}" sibTransId="{50256039-5F82-4273-BA1F-62382FEC35A5}"/>
    <dgm:cxn modelId="{BF51A578-F964-47C7-A382-E9066F22F817}" srcId="{A09A2F58-71A3-4485-B32A-6EC15AA28327}" destId="{7A34CE26-0C5F-487B-AA8A-200E4D93BCDF}" srcOrd="3" destOrd="0" parTransId="{1CF298AC-FA06-44B9-BF83-24203E3CC61D}" sibTransId="{E58C01AA-FD27-407B-BA2E-31D83ECD088A}"/>
    <dgm:cxn modelId="{2D9243BD-08D7-4945-A3DA-89CBFC699F4B}" type="presOf" srcId="{BFCA3905-396E-49C9-98C7-9D46E3BAC093}" destId="{BDB96EE3-5103-4A57-ACA5-53F409481AFB}" srcOrd="0" destOrd="0" presId="urn:microsoft.com/office/officeart/2005/8/layout/matrix2"/>
    <dgm:cxn modelId="{FEC58DC8-04BF-43F7-8039-C955699FDD04}" type="presOf" srcId="{8352672B-5005-4B63-92CA-37001A42FB85}" destId="{8A295F36-4497-4667-BE44-7A22342A108F}" srcOrd="0" destOrd="0" presId="urn:microsoft.com/office/officeart/2005/8/layout/matrix2"/>
    <dgm:cxn modelId="{D903B5E9-EA8B-4FBB-997A-41392C7D682D}" type="presOf" srcId="{7A34CE26-0C5F-487B-AA8A-200E4D93BCDF}" destId="{25FD16BF-E9FE-47C5-9515-618F6F04A877}" srcOrd="0" destOrd="0" presId="urn:microsoft.com/office/officeart/2005/8/layout/matrix2"/>
    <dgm:cxn modelId="{097B18B2-53B5-47AC-9677-2EA6DDD97855}" type="presParOf" srcId="{D11AF53F-59AF-498D-B54E-6D8D235DF095}" destId="{D4BC7D7F-B0B8-4AB5-BAF0-2BE182EA9ADB}" srcOrd="0" destOrd="0" presId="urn:microsoft.com/office/officeart/2005/8/layout/matrix2"/>
    <dgm:cxn modelId="{785083E0-FDF7-443E-B614-6391C907383B}" type="presParOf" srcId="{D11AF53F-59AF-498D-B54E-6D8D235DF095}" destId="{8A295F36-4497-4667-BE44-7A22342A108F}" srcOrd="1" destOrd="0" presId="urn:microsoft.com/office/officeart/2005/8/layout/matrix2"/>
    <dgm:cxn modelId="{7107E373-D6AC-4EFD-8644-73854D642D0C}" type="presParOf" srcId="{D11AF53F-59AF-498D-B54E-6D8D235DF095}" destId="{BDB96EE3-5103-4A57-ACA5-53F409481AFB}" srcOrd="2" destOrd="0" presId="urn:microsoft.com/office/officeart/2005/8/layout/matrix2"/>
    <dgm:cxn modelId="{921FA44A-89F3-46AB-8E82-CA9184F1C5C2}" type="presParOf" srcId="{D11AF53F-59AF-498D-B54E-6D8D235DF095}" destId="{98AE24E8-2FD3-4863-A2B3-6BCF54DAB3D7}" srcOrd="3" destOrd="0" presId="urn:microsoft.com/office/officeart/2005/8/layout/matrix2"/>
    <dgm:cxn modelId="{8CCF8189-8839-47AB-8EB4-FFEA48DC6BE4}" type="presParOf" srcId="{D11AF53F-59AF-498D-B54E-6D8D235DF095}" destId="{25FD16BF-E9FE-47C5-9515-618F6F04A877}"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FFB63F-35D2-4FFD-8DB2-4238732A0048}" type="doc">
      <dgm:prSet loTypeId="urn:microsoft.com/office/officeart/2005/8/layout/process5" loCatId="process" qsTypeId="urn:microsoft.com/office/officeart/2005/8/quickstyle/3d3" qsCatId="3D" csTypeId="urn:microsoft.com/office/officeart/2005/8/colors/colorful3" csCatId="colorful" phldr="1"/>
      <dgm:spPr/>
      <dgm:t>
        <a:bodyPr/>
        <a:lstStyle/>
        <a:p>
          <a:endParaRPr lang="en-US"/>
        </a:p>
      </dgm:t>
    </dgm:pt>
    <dgm:pt modelId="{E2C015EC-6E0D-44CF-A5D4-FEA62CF73D44}">
      <dgm:prSet phldrT="[Text]" custT="1"/>
      <dgm:spPr/>
      <dgm:t>
        <a:bodyPr/>
        <a:lstStyle/>
        <a:p>
          <a:r>
            <a:rPr lang="en-US" sz="3200">
              <a:latin typeface="Times New Roman" pitchFamily="18" charset="0"/>
              <a:cs typeface="Times New Roman" pitchFamily="18" charset="0"/>
            </a:rPr>
            <a:t>Mặt khách quan của vi phạm pháp luật</a:t>
          </a:r>
        </a:p>
      </dgm:t>
    </dgm:pt>
    <dgm:pt modelId="{16C244CF-07AD-4EF5-ABB3-84DC6145B595}" type="parTrans" cxnId="{77E79865-8CF1-42CC-81B7-0BC84A383F3D}">
      <dgm:prSet/>
      <dgm:spPr/>
      <dgm:t>
        <a:bodyPr/>
        <a:lstStyle/>
        <a:p>
          <a:endParaRPr lang="en-US"/>
        </a:p>
      </dgm:t>
    </dgm:pt>
    <dgm:pt modelId="{9A43EEDA-3A3E-4E72-AADD-C1E5F14129D5}" type="sibTrans" cxnId="{77E79865-8CF1-42CC-81B7-0BC84A383F3D}">
      <dgm:prSet/>
      <dgm:spPr/>
      <dgm:t>
        <a:bodyPr/>
        <a:lstStyle/>
        <a:p>
          <a:endParaRPr lang="en-US"/>
        </a:p>
      </dgm:t>
    </dgm:pt>
    <dgm:pt modelId="{974D4F22-18CE-4E5A-89D9-EF390E7F273C}">
      <dgm:prSet phldrT="[Text]" custT="1"/>
      <dgm:spPr/>
      <dgm:t>
        <a:bodyPr/>
        <a:lstStyle/>
        <a:p>
          <a:r>
            <a:rPr lang="en-US" sz="3200">
              <a:latin typeface="Times New Roman" pitchFamily="18" charset="0"/>
              <a:cs typeface="Times New Roman" pitchFamily="18" charset="0"/>
            </a:rPr>
            <a:t>Mặt chủ quan của vi phạm pháp luật</a:t>
          </a:r>
        </a:p>
      </dgm:t>
    </dgm:pt>
    <dgm:pt modelId="{64E83DBE-3F1B-4B4B-9F94-1FAF7796FBDE}" type="parTrans" cxnId="{19CF8BA2-DFAA-4A3B-B3C8-92C86544D791}">
      <dgm:prSet/>
      <dgm:spPr/>
      <dgm:t>
        <a:bodyPr/>
        <a:lstStyle/>
        <a:p>
          <a:endParaRPr lang="en-US"/>
        </a:p>
      </dgm:t>
    </dgm:pt>
    <dgm:pt modelId="{4C32086A-8AF0-47E8-81A1-2101A20AFF7C}" type="sibTrans" cxnId="{19CF8BA2-DFAA-4A3B-B3C8-92C86544D791}">
      <dgm:prSet/>
      <dgm:spPr/>
      <dgm:t>
        <a:bodyPr/>
        <a:lstStyle/>
        <a:p>
          <a:endParaRPr lang="en-US"/>
        </a:p>
      </dgm:t>
    </dgm:pt>
    <dgm:pt modelId="{90088E91-F388-48F8-A7DB-151D83D7397E}">
      <dgm:prSet phldrT="[Text]" custT="1"/>
      <dgm:spPr/>
      <dgm:t>
        <a:bodyPr/>
        <a:lstStyle/>
        <a:p>
          <a:r>
            <a:rPr lang="en-US" sz="3200">
              <a:latin typeface="Times New Roman" pitchFamily="18" charset="0"/>
              <a:cs typeface="Times New Roman" pitchFamily="18" charset="0"/>
            </a:rPr>
            <a:t>Chủ thể vi phạm pháp luật</a:t>
          </a:r>
        </a:p>
      </dgm:t>
    </dgm:pt>
    <dgm:pt modelId="{0794F42B-F5DC-4930-82DA-A4D57608A317}" type="parTrans" cxnId="{A93F7C7D-7072-49D7-9E27-095B0D7D9BFF}">
      <dgm:prSet/>
      <dgm:spPr/>
      <dgm:t>
        <a:bodyPr/>
        <a:lstStyle/>
        <a:p>
          <a:endParaRPr lang="en-US"/>
        </a:p>
      </dgm:t>
    </dgm:pt>
    <dgm:pt modelId="{8669343F-426C-47BA-B23F-59429A502F8B}" type="sibTrans" cxnId="{A93F7C7D-7072-49D7-9E27-095B0D7D9BFF}">
      <dgm:prSet/>
      <dgm:spPr/>
      <dgm:t>
        <a:bodyPr/>
        <a:lstStyle/>
        <a:p>
          <a:endParaRPr lang="en-US"/>
        </a:p>
      </dgm:t>
    </dgm:pt>
    <dgm:pt modelId="{AA31B2C7-8005-490C-AFB9-338E9B8A5016}">
      <dgm:prSet phldrT="[Text]" custT="1"/>
      <dgm:spPr/>
      <dgm:t>
        <a:bodyPr/>
        <a:lstStyle/>
        <a:p>
          <a:r>
            <a:rPr lang="en-US" sz="3200">
              <a:latin typeface="Times New Roman" pitchFamily="18" charset="0"/>
              <a:cs typeface="Times New Roman" pitchFamily="18" charset="0"/>
            </a:rPr>
            <a:t>Khách thể của vi phạm pháp luật</a:t>
          </a:r>
        </a:p>
      </dgm:t>
    </dgm:pt>
    <dgm:pt modelId="{16035E47-112C-44B8-9D5B-EC7C6EB99DE8}" type="parTrans" cxnId="{5F6A3DC8-DD85-4F9B-94F3-0832631354B1}">
      <dgm:prSet/>
      <dgm:spPr/>
      <dgm:t>
        <a:bodyPr/>
        <a:lstStyle/>
        <a:p>
          <a:endParaRPr lang="en-US"/>
        </a:p>
      </dgm:t>
    </dgm:pt>
    <dgm:pt modelId="{232767FA-B3CC-47C6-8BCC-18C751C00271}" type="sibTrans" cxnId="{5F6A3DC8-DD85-4F9B-94F3-0832631354B1}">
      <dgm:prSet/>
      <dgm:spPr/>
      <dgm:t>
        <a:bodyPr/>
        <a:lstStyle/>
        <a:p>
          <a:endParaRPr lang="en-US"/>
        </a:p>
      </dgm:t>
    </dgm:pt>
    <dgm:pt modelId="{22598DDC-4C51-47C6-9A83-B9F20EB19A95}" type="pres">
      <dgm:prSet presAssocID="{FFFFB63F-35D2-4FFD-8DB2-4238732A0048}" presName="diagram" presStyleCnt="0">
        <dgm:presLayoutVars>
          <dgm:dir/>
          <dgm:resizeHandles val="exact"/>
        </dgm:presLayoutVars>
      </dgm:prSet>
      <dgm:spPr/>
    </dgm:pt>
    <dgm:pt modelId="{341454EC-3E38-4D4D-A8E2-3A3EBF676529}" type="pres">
      <dgm:prSet presAssocID="{E2C015EC-6E0D-44CF-A5D4-FEA62CF73D44}" presName="node" presStyleLbl="node1" presStyleIdx="0" presStyleCnt="4">
        <dgm:presLayoutVars>
          <dgm:bulletEnabled val="1"/>
        </dgm:presLayoutVars>
      </dgm:prSet>
      <dgm:spPr/>
    </dgm:pt>
    <dgm:pt modelId="{5F71616B-329E-4CB3-A43C-4ABBB1272E91}" type="pres">
      <dgm:prSet presAssocID="{9A43EEDA-3A3E-4E72-AADD-C1E5F14129D5}" presName="sibTrans" presStyleLbl="sibTrans2D1" presStyleIdx="0" presStyleCnt="3"/>
      <dgm:spPr/>
    </dgm:pt>
    <dgm:pt modelId="{784EF861-8D14-4953-B3CC-D206963F8644}" type="pres">
      <dgm:prSet presAssocID="{9A43EEDA-3A3E-4E72-AADD-C1E5F14129D5}" presName="connectorText" presStyleLbl="sibTrans2D1" presStyleIdx="0" presStyleCnt="3"/>
      <dgm:spPr/>
    </dgm:pt>
    <dgm:pt modelId="{B8D94A24-04B9-4B5A-974F-F2B24546BFD7}" type="pres">
      <dgm:prSet presAssocID="{974D4F22-18CE-4E5A-89D9-EF390E7F273C}" presName="node" presStyleLbl="node1" presStyleIdx="1" presStyleCnt="4">
        <dgm:presLayoutVars>
          <dgm:bulletEnabled val="1"/>
        </dgm:presLayoutVars>
      </dgm:prSet>
      <dgm:spPr/>
    </dgm:pt>
    <dgm:pt modelId="{15737EA3-0985-46F1-8F55-E3739CD07024}" type="pres">
      <dgm:prSet presAssocID="{4C32086A-8AF0-47E8-81A1-2101A20AFF7C}" presName="sibTrans" presStyleLbl="sibTrans2D1" presStyleIdx="1" presStyleCnt="3"/>
      <dgm:spPr/>
    </dgm:pt>
    <dgm:pt modelId="{8D4BE4C6-1334-44BA-884B-721409F53015}" type="pres">
      <dgm:prSet presAssocID="{4C32086A-8AF0-47E8-81A1-2101A20AFF7C}" presName="connectorText" presStyleLbl="sibTrans2D1" presStyleIdx="1" presStyleCnt="3"/>
      <dgm:spPr/>
    </dgm:pt>
    <dgm:pt modelId="{1D577957-E4AC-4B1A-9B02-2E99E1176247}" type="pres">
      <dgm:prSet presAssocID="{90088E91-F388-48F8-A7DB-151D83D7397E}" presName="node" presStyleLbl="node1" presStyleIdx="2" presStyleCnt="4">
        <dgm:presLayoutVars>
          <dgm:bulletEnabled val="1"/>
        </dgm:presLayoutVars>
      </dgm:prSet>
      <dgm:spPr/>
    </dgm:pt>
    <dgm:pt modelId="{3D1E0BD9-45D2-42EE-87E8-473BE0B21C59}" type="pres">
      <dgm:prSet presAssocID="{8669343F-426C-47BA-B23F-59429A502F8B}" presName="sibTrans" presStyleLbl="sibTrans2D1" presStyleIdx="2" presStyleCnt="3"/>
      <dgm:spPr/>
    </dgm:pt>
    <dgm:pt modelId="{AA154749-3B2C-41F8-A9E3-E38B9E5E9CAD}" type="pres">
      <dgm:prSet presAssocID="{8669343F-426C-47BA-B23F-59429A502F8B}" presName="connectorText" presStyleLbl="sibTrans2D1" presStyleIdx="2" presStyleCnt="3"/>
      <dgm:spPr/>
    </dgm:pt>
    <dgm:pt modelId="{8F32436B-5F59-4B0E-9D90-AB9F9D701A40}" type="pres">
      <dgm:prSet presAssocID="{AA31B2C7-8005-490C-AFB9-338E9B8A5016}" presName="node" presStyleLbl="node1" presStyleIdx="3" presStyleCnt="4">
        <dgm:presLayoutVars>
          <dgm:bulletEnabled val="1"/>
        </dgm:presLayoutVars>
      </dgm:prSet>
      <dgm:spPr/>
    </dgm:pt>
  </dgm:ptLst>
  <dgm:cxnLst>
    <dgm:cxn modelId="{D39DD41B-9070-406C-A044-686D5FCE278A}" type="presOf" srcId="{FFFFB63F-35D2-4FFD-8DB2-4238732A0048}" destId="{22598DDC-4C51-47C6-9A83-B9F20EB19A95}" srcOrd="0" destOrd="0" presId="urn:microsoft.com/office/officeart/2005/8/layout/process5"/>
    <dgm:cxn modelId="{E482FD1C-472D-47D9-9A31-CA60E89EAC23}" type="presOf" srcId="{974D4F22-18CE-4E5A-89D9-EF390E7F273C}" destId="{B8D94A24-04B9-4B5A-974F-F2B24546BFD7}" srcOrd="0" destOrd="0" presId="urn:microsoft.com/office/officeart/2005/8/layout/process5"/>
    <dgm:cxn modelId="{9E9E9F22-3855-45E8-BBBB-EA33081D9405}" type="presOf" srcId="{E2C015EC-6E0D-44CF-A5D4-FEA62CF73D44}" destId="{341454EC-3E38-4D4D-A8E2-3A3EBF676529}" srcOrd="0" destOrd="0" presId="urn:microsoft.com/office/officeart/2005/8/layout/process5"/>
    <dgm:cxn modelId="{229C3B3E-7993-4C91-88F7-8D19B794412F}" type="presOf" srcId="{9A43EEDA-3A3E-4E72-AADD-C1E5F14129D5}" destId="{784EF861-8D14-4953-B3CC-D206963F8644}" srcOrd="1" destOrd="0" presId="urn:microsoft.com/office/officeart/2005/8/layout/process5"/>
    <dgm:cxn modelId="{77E79865-8CF1-42CC-81B7-0BC84A383F3D}" srcId="{FFFFB63F-35D2-4FFD-8DB2-4238732A0048}" destId="{E2C015EC-6E0D-44CF-A5D4-FEA62CF73D44}" srcOrd="0" destOrd="0" parTransId="{16C244CF-07AD-4EF5-ABB3-84DC6145B595}" sibTransId="{9A43EEDA-3A3E-4E72-AADD-C1E5F14129D5}"/>
    <dgm:cxn modelId="{44D7A94D-F90B-4D33-A2AE-6E7A271A0511}" type="presOf" srcId="{AA31B2C7-8005-490C-AFB9-338E9B8A5016}" destId="{8F32436B-5F59-4B0E-9D90-AB9F9D701A40}" srcOrd="0" destOrd="0" presId="urn:microsoft.com/office/officeart/2005/8/layout/process5"/>
    <dgm:cxn modelId="{0F1B7575-53FF-43E7-B891-EF6AC8C4AA59}" type="presOf" srcId="{90088E91-F388-48F8-A7DB-151D83D7397E}" destId="{1D577957-E4AC-4B1A-9B02-2E99E1176247}" srcOrd="0" destOrd="0" presId="urn:microsoft.com/office/officeart/2005/8/layout/process5"/>
    <dgm:cxn modelId="{A93F7C7D-7072-49D7-9E27-095B0D7D9BFF}" srcId="{FFFFB63F-35D2-4FFD-8DB2-4238732A0048}" destId="{90088E91-F388-48F8-A7DB-151D83D7397E}" srcOrd="2" destOrd="0" parTransId="{0794F42B-F5DC-4930-82DA-A4D57608A317}" sibTransId="{8669343F-426C-47BA-B23F-59429A502F8B}"/>
    <dgm:cxn modelId="{19CF8BA2-DFAA-4A3B-B3C8-92C86544D791}" srcId="{FFFFB63F-35D2-4FFD-8DB2-4238732A0048}" destId="{974D4F22-18CE-4E5A-89D9-EF390E7F273C}" srcOrd="1" destOrd="0" parTransId="{64E83DBE-3F1B-4B4B-9F94-1FAF7796FBDE}" sibTransId="{4C32086A-8AF0-47E8-81A1-2101A20AFF7C}"/>
    <dgm:cxn modelId="{5F6A3DC8-DD85-4F9B-94F3-0832631354B1}" srcId="{FFFFB63F-35D2-4FFD-8DB2-4238732A0048}" destId="{AA31B2C7-8005-490C-AFB9-338E9B8A5016}" srcOrd="3" destOrd="0" parTransId="{16035E47-112C-44B8-9D5B-EC7C6EB99DE8}" sibTransId="{232767FA-B3CC-47C6-8BCC-18C751C00271}"/>
    <dgm:cxn modelId="{6534A5D4-FE47-4497-9169-FFF2D1ABCEF6}" type="presOf" srcId="{8669343F-426C-47BA-B23F-59429A502F8B}" destId="{3D1E0BD9-45D2-42EE-87E8-473BE0B21C59}" srcOrd="0" destOrd="0" presId="urn:microsoft.com/office/officeart/2005/8/layout/process5"/>
    <dgm:cxn modelId="{E26014DE-3220-4D88-84E4-C668D7EA80AD}" type="presOf" srcId="{8669343F-426C-47BA-B23F-59429A502F8B}" destId="{AA154749-3B2C-41F8-A9E3-E38B9E5E9CAD}" srcOrd="1" destOrd="0" presId="urn:microsoft.com/office/officeart/2005/8/layout/process5"/>
    <dgm:cxn modelId="{839125E1-1C40-4A8C-A20A-12946AE649A1}" type="presOf" srcId="{9A43EEDA-3A3E-4E72-AADD-C1E5F14129D5}" destId="{5F71616B-329E-4CB3-A43C-4ABBB1272E91}" srcOrd="0" destOrd="0" presId="urn:microsoft.com/office/officeart/2005/8/layout/process5"/>
    <dgm:cxn modelId="{8F1A4DE1-8533-4B68-9117-03E60C788C94}" type="presOf" srcId="{4C32086A-8AF0-47E8-81A1-2101A20AFF7C}" destId="{8D4BE4C6-1334-44BA-884B-721409F53015}" srcOrd="1" destOrd="0" presId="urn:microsoft.com/office/officeart/2005/8/layout/process5"/>
    <dgm:cxn modelId="{7F8FD5F0-08AA-4CB5-8C84-B3C1F94E4CD5}" type="presOf" srcId="{4C32086A-8AF0-47E8-81A1-2101A20AFF7C}" destId="{15737EA3-0985-46F1-8F55-E3739CD07024}" srcOrd="0" destOrd="0" presId="urn:microsoft.com/office/officeart/2005/8/layout/process5"/>
    <dgm:cxn modelId="{885F6766-4B6C-4BD1-9104-728CB1D152D6}" type="presParOf" srcId="{22598DDC-4C51-47C6-9A83-B9F20EB19A95}" destId="{341454EC-3E38-4D4D-A8E2-3A3EBF676529}" srcOrd="0" destOrd="0" presId="urn:microsoft.com/office/officeart/2005/8/layout/process5"/>
    <dgm:cxn modelId="{5016A7A7-0474-4A9B-BC1E-6544859F5EDE}" type="presParOf" srcId="{22598DDC-4C51-47C6-9A83-B9F20EB19A95}" destId="{5F71616B-329E-4CB3-A43C-4ABBB1272E91}" srcOrd="1" destOrd="0" presId="urn:microsoft.com/office/officeart/2005/8/layout/process5"/>
    <dgm:cxn modelId="{93D9C589-20E4-41DB-8CFE-B430362DDE18}" type="presParOf" srcId="{5F71616B-329E-4CB3-A43C-4ABBB1272E91}" destId="{784EF861-8D14-4953-B3CC-D206963F8644}" srcOrd="0" destOrd="0" presId="urn:microsoft.com/office/officeart/2005/8/layout/process5"/>
    <dgm:cxn modelId="{4CF7D34F-2B78-49A0-B8E0-2A35441D6A44}" type="presParOf" srcId="{22598DDC-4C51-47C6-9A83-B9F20EB19A95}" destId="{B8D94A24-04B9-4B5A-974F-F2B24546BFD7}" srcOrd="2" destOrd="0" presId="urn:microsoft.com/office/officeart/2005/8/layout/process5"/>
    <dgm:cxn modelId="{5083366C-54E3-4D3D-BC30-53FEFA3AA58A}" type="presParOf" srcId="{22598DDC-4C51-47C6-9A83-B9F20EB19A95}" destId="{15737EA3-0985-46F1-8F55-E3739CD07024}" srcOrd="3" destOrd="0" presId="urn:microsoft.com/office/officeart/2005/8/layout/process5"/>
    <dgm:cxn modelId="{3904C2DE-7445-4478-A4BB-30680FB0404E}" type="presParOf" srcId="{15737EA3-0985-46F1-8F55-E3739CD07024}" destId="{8D4BE4C6-1334-44BA-884B-721409F53015}" srcOrd="0" destOrd="0" presId="urn:microsoft.com/office/officeart/2005/8/layout/process5"/>
    <dgm:cxn modelId="{49B6F9C5-1085-4C47-81F1-CD60BF0EA97A}" type="presParOf" srcId="{22598DDC-4C51-47C6-9A83-B9F20EB19A95}" destId="{1D577957-E4AC-4B1A-9B02-2E99E1176247}" srcOrd="4" destOrd="0" presId="urn:microsoft.com/office/officeart/2005/8/layout/process5"/>
    <dgm:cxn modelId="{3C0B35A7-20C1-45F9-A1BF-1A1A21574807}" type="presParOf" srcId="{22598DDC-4C51-47C6-9A83-B9F20EB19A95}" destId="{3D1E0BD9-45D2-42EE-87E8-473BE0B21C59}" srcOrd="5" destOrd="0" presId="urn:microsoft.com/office/officeart/2005/8/layout/process5"/>
    <dgm:cxn modelId="{406439DD-8DCF-49B1-B8C3-7DE9198DAE52}" type="presParOf" srcId="{3D1E0BD9-45D2-42EE-87E8-473BE0B21C59}" destId="{AA154749-3B2C-41F8-A9E3-E38B9E5E9CAD}" srcOrd="0" destOrd="0" presId="urn:microsoft.com/office/officeart/2005/8/layout/process5"/>
    <dgm:cxn modelId="{25EB8C03-B7A9-4D73-9DE5-7BEE6467E6CE}" type="presParOf" srcId="{22598DDC-4C51-47C6-9A83-B9F20EB19A95}" destId="{8F32436B-5F59-4B0E-9D90-AB9F9D701A40}"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BC05A2-6B18-4343-B0D7-105ACAD7F430}" type="doc">
      <dgm:prSet loTypeId="urn:microsoft.com/office/officeart/2005/8/layout/cycle8" loCatId="cycle" qsTypeId="urn:microsoft.com/office/officeart/2005/8/quickstyle/3d3" qsCatId="3D" csTypeId="urn:microsoft.com/office/officeart/2005/8/colors/colorful4" csCatId="colorful" phldr="1"/>
      <dgm:spPr/>
    </dgm:pt>
    <dgm:pt modelId="{621BB1D3-853F-482B-8C14-FF96BA58663B}">
      <dgm:prSet phldrT="[Text]" custT="1"/>
      <dgm:spPr/>
      <dgm:t>
        <a:bodyPr/>
        <a:lstStyle/>
        <a:p>
          <a:r>
            <a:rPr lang="en-US" sz="2800">
              <a:latin typeface="Times New Roman" pitchFamily="18" charset="0"/>
              <a:cs typeface="Times New Roman" pitchFamily="18" charset="0"/>
            </a:rPr>
            <a:t>Hậu quả mà hành vi trái PL gây ra</a:t>
          </a:r>
        </a:p>
      </dgm:t>
    </dgm:pt>
    <dgm:pt modelId="{5C67F537-6672-400F-8513-83C19EBB0600}" type="parTrans" cxnId="{711956EB-075F-4F82-97B7-934C4C7A7D58}">
      <dgm:prSet/>
      <dgm:spPr/>
    </dgm:pt>
    <dgm:pt modelId="{5FE61B7C-F935-45D1-9506-F7E7FC62BF02}" type="sibTrans" cxnId="{711956EB-075F-4F82-97B7-934C4C7A7D58}">
      <dgm:prSet/>
      <dgm:spPr/>
    </dgm:pt>
    <dgm:pt modelId="{B60A18A8-0C37-49A4-BF8B-672BB9DF6D92}">
      <dgm:prSet phldrT="[Text]" custT="1"/>
      <dgm:spPr/>
      <dgm:t>
        <a:bodyPr/>
        <a:lstStyle/>
        <a:p>
          <a:r>
            <a:rPr lang="en-US" sz="2800">
              <a:latin typeface="Times New Roman" pitchFamily="18" charset="0"/>
              <a:cs typeface="Times New Roman" pitchFamily="18" charset="0"/>
            </a:rPr>
            <a:t>Mối quan hệ giữa hành vi và hậu quả</a:t>
          </a:r>
        </a:p>
      </dgm:t>
    </dgm:pt>
    <dgm:pt modelId="{4E69C43C-E49B-4862-A33F-04BC3A7E84C8}" type="parTrans" cxnId="{C91791A3-AD76-4B7F-B243-39814EBF0816}">
      <dgm:prSet/>
      <dgm:spPr/>
    </dgm:pt>
    <dgm:pt modelId="{972EE082-1F58-4914-93C4-4BF47CEE459B}" type="sibTrans" cxnId="{C91791A3-AD76-4B7F-B243-39814EBF0816}">
      <dgm:prSet/>
      <dgm:spPr/>
    </dgm:pt>
    <dgm:pt modelId="{F0894725-792C-4C92-B071-BF2326556391}">
      <dgm:prSet phldrT="[Text]" custT="1"/>
      <dgm:spPr/>
      <dgm:t>
        <a:bodyPr/>
        <a:lstStyle/>
        <a:p>
          <a:r>
            <a:rPr lang="en-US" sz="2800">
              <a:latin typeface="Times New Roman" pitchFamily="18" charset="0"/>
              <a:cs typeface="Times New Roman" pitchFamily="18" charset="0"/>
            </a:rPr>
            <a:t>Hành vi trái pháp luật của chủ thể</a:t>
          </a:r>
        </a:p>
      </dgm:t>
    </dgm:pt>
    <dgm:pt modelId="{337BC168-AA56-44EA-BF1F-23C08A042564}" type="parTrans" cxnId="{BB4940EC-36B0-4C8B-9C05-BB0C8A6D6AE0}">
      <dgm:prSet/>
      <dgm:spPr/>
    </dgm:pt>
    <dgm:pt modelId="{8CE2B776-BF8A-4B28-A2E0-FC0CFECEA503}" type="sibTrans" cxnId="{BB4940EC-36B0-4C8B-9C05-BB0C8A6D6AE0}">
      <dgm:prSet/>
      <dgm:spPr/>
    </dgm:pt>
    <dgm:pt modelId="{1D56B52D-3D07-41BC-B69F-C97ACB573BD4}" type="pres">
      <dgm:prSet presAssocID="{CCBC05A2-6B18-4343-B0D7-105ACAD7F430}" presName="compositeShape" presStyleCnt="0">
        <dgm:presLayoutVars>
          <dgm:chMax val="7"/>
          <dgm:dir/>
          <dgm:resizeHandles val="exact"/>
        </dgm:presLayoutVars>
      </dgm:prSet>
      <dgm:spPr/>
    </dgm:pt>
    <dgm:pt modelId="{4182B56C-479E-4DE4-8DCA-1E75A8F2E635}" type="pres">
      <dgm:prSet presAssocID="{CCBC05A2-6B18-4343-B0D7-105ACAD7F430}" presName="wedge1" presStyleLbl="node1" presStyleIdx="0" presStyleCnt="3"/>
      <dgm:spPr/>
    </dgm:pt>
    <dgm:pt modelId="{F0C49D3A-3FDE-45A9-83C7-66AF044EA62E}" type="pres">
      <dgm:prSet presAssocID="{CCBC05A2-6B18-4343-B0D7-105ACAD7F430}" presName="dummy1a" presStyleCnt="0"/>
      <dgm:spPr/>
    </dgm:pt>
    <dgm:pt modelId="{C189F9FE-5234-4D76-A101-CCAD963F3D75}" type="pres">
      <dgm:prSet presAssocID="{CCBC05A2-6B18-4343-B0D7-105ACAD7F430}" presName="dummy1b" presStyleCnt="0"/>
      <dgm:spPr/>
    </dgm:pt>
    <dgm:pt modelId="{02E9E0DD-6409-4E0A-B786-A0F14DC1100C}" type="pres">
      <dgm:prSet presAssocID="{CCBC05A2-6B18-4343-B0D7-105ACAD7F430}" presName="wedge1Tx" presStyleLbl="node1" presStyleIdx="0" presStyleCnt="3">
        <dgm:presLayoutVars>
          <dgm:chMax val="0"/>
          <dgm:chPref val="0"/>
          <dgm:bulletEnabled val="1"/>
        </dgm:presLayoutVars>
      </dgm:prSet>
      <dgm:spPr/>
    </dgm:pt>
    <dgm:pt modelId="{8DAE5C1C-2A4F-41B9-A30F-C50BA1BD505E}" type="pres">
      <dgm:prSet presAssocID="{CCBC05A2-6B18-4343-B0D7-105ACAD7F430}" presName="wedge2" presStyleLbl="node1" presStyleIdx="1" presStyleCnt="3"/>
      <dgm:spPr/>
    </dgm:pt>
    <dgm:pt modelId="{80E18974-DDD4-440F-B3E6-AF3F5ABE3A7C}" type="pres">
      <dgm:prSet presAssocID="{CCBC05A2-6B18-4343-B0D7-105ACAD7F430}" presName="dummy2a" presStyleCnt="0"/>
      <dgm:spPr/>
    </dgm:pt>
    <dgm:pt modelId="{0772CEAB-0B52-42AD-B3F4-3FB12F0D59A4}" type="pres">
      <dgm:prSet presAssocID="{CCBC05A2-6B18-4343-B0D7-105ACAD7F430}" presName="dummy2b" presStyleCnt="0"/>
      <dgm:spPr/>
    </dgm:pt>
    <dgm:pt modelId="{1672B117-0EE9-4E4C-858C-FFE71484F247}" type="pres">
      <dgm:prSet presAssocID="{CCBC05A2-6B18-4343-B0D7-105ACAD7F430}" presName="wedge2Tx" presStyleLbl="node1" presStyleIdx="1" presStyleCnt="3">
        <dgm:presLayoutVars>
          <dgm:chMax val="0"/>
          <dgm:chPref val="0"/>
          <dgm:bulletEnabled val="1"/>
        </dgm:presLayoutVars>
      </dgm:prSet>
      <dgm:spPr/>
    </dgm:pt>
    <dgm:pt modelId="{79D8AF14-7178-41C5-A614-7788905090A0}" type="pres">
      <dgm:prSet presAssocID="{CCBC05A2-6B18-4343-B0D7-105ACAD7F430}" presName="wedge3" presStyleLbl="node1" presStyleIdx="2" presStyleCnt="3"/>
      <dgm:spPr/>
    </dgm:pt>
    <dgm:pt modelId="{D5E413B7-EDF4-4DE8-8833-55ECA666D80E}" type="pres">
      <dgm:prSet presAssocID="{CCBC05A2-6B18-4343-B0D7-105ACAD7F430}" presName="dummy3a" presStyleCnt="0"/>
      <dgm:spPr/>
    </dgm:pt>
    <dgm:pt modelId="{0B960C87-0D0D-434D-A0AF-C48528802D13}" type="pres">
      <dgm:prSet presAssocID="{CCBC05A2-6B18-4343-B0D7-105ACAD7F430}" presName="dummy3b" presStyleCnt="0"/>
      <dgm:spPr/>
    </dgm:pt>
    <dgm:pt modelId="{3D4B6E93-E36E-4EE8-9EE8-C7D3437675B1}" type="pres">
      <dgm:prSet presAssocID="{CCBC05A2-6B18-4343-B0D7-105ACAD7F430}" presName="wedge3Tx" presStyleLbl="node1" presStyleIdx="2" presStyleCnt="3">
        <dgm:presLayoutVars>
          <dgm:chMax val="0"/>
          <dgm:chPref val="0"/>
          <dgm:bulletEnabled val="1"/>
        </dgm:presLayoutVars>
      </dgm:prSet>
      <dgm:spPr/>
    </dgm:pt>
    <dgm:pt modelId="{63669E11-BA57-4C3A-B1AE-FD1E874FAF1A}" type="pres">
      <dgm:prSet presAssocID="{5FE61B7C-F935-45D1-9506-F7E7FC62BF02}" presName="arrowWedge1" presStyleLbl="fgSibTrans2D1" presStyleIdx="0" presStyleCnt="3"/>
      <dgm:spPr/>
    </dgm:pt>
    <dgm:pt modelId="{11489DE0-935C-40B7-95F6-D60E2701108B}" type="pres">
      <dgm:prSet presAssocID="{972EE082-1F58-4914-93C4-4BF47CEE459B}" presName="arrowWedge2" presStyleLbl="fgSibTrans2D1" presStyleIdx="1" presStyleCnt="3"/>
      <dgm:spPr/>
    </dgm:pt>
    <dgm:pt modelId="{85FE4E0F-4760-430C-BE55-AA2B9135F30C}" type="pres">
      <dgm:prSet presAssocID="{8CE2B776-BF8A-4B28-A2E0-FC0CFECEA503}" presName="arrowWedge3" presStyleLbl="fgSibTrans2D1" presStyleIdx="2" presStyleCnt="3"/>
      <dgm:spPr/>
    </dgm:pt>
  </dgm:ptLst>
  <dgm:cxnLst>
    <dgm:cxn modelId="{A20F7929-23AC-44F7-80E8-7098CC9DA6F2}" type="presOf" srcId="{B60A18A8-0C37-49A4-BF8B-672BB9DF6D92}" destId="{8DAE5C1C-2A4F-41B9-A30F-C50BA1BD505E}" srcOrd="0" destOrd="0" presId="urn:microsoft.com/office/officeart/2005/8/layout/cycle8"/>
    <dgm:cxn modelId="{5D5B9330-35E7-492C-B2BA-F3FAA158DAC2}" type="presOf" srcId="{F0894725-792C-4C92-B071-BF2326556391}" destId="{79D8AF14-7178-41C5-A614-7788905090A0}" srcOrd="0" destOrd="0" presId="urn:microsoft.com/office/officeart/2005/8/layout/cycle8"/>
    <dgm:cxn modelId="{EB85334B-7B3C-4648-9058-9C68B5644E51}" type="presOf" srcId="{CCBC05A2-6B18-4343-B0D7-105ACAD7F430}" destId="{1D56B52D-3D07-41BC-B69F-C97ACB573BD4}" srcOrd="0" destOrd="0" presId="urn:microsoft.com/office/officeart/2005/8/layout/cycle8"/>
    <dgm:cxn modelId="{56C49D70-02B2-4BF4-AA33-001E6D81D78C}" type="presOf" srcId="{F0894725-792C-4C92-B071-BF2326556391}" destId="{3D4B6E93-E36E-4EE8-9EE8-C7D3437675B1}" srcOrd="1" destOrd="0" presId="urn:microsoft.com/office/officeart/2005/8/layout/cycle8"/>
    <dgm:cxn modelId="{E140B391-81C8-4A75-9809-AE0B8991EE65}" type="presOf" srcId="{621BB1D3-853F-482B-8C14-FF96BA58663B}" destId="{4182B56C-479E-4DE4-8DCA-1E75A8F2E635}" srcOrd="0" destOrd="0" presId="urn:microsoft.com/office/officeart/2005/8/layout/cycle8"/>
    <dgm:cxn modelId="{C91791A3-AD76-4B7F-B243-39814EBF0816}" srcId="{CCBC05A2-6B18-4343-B0D7-105ACAD7F430}" destId="{B60A18A8-0C37-49A4-BF8B-672BB9DF6D92}" srcOrd="1" destOrd="0" parTransId="{4E69C43C-E49B-4862-A33F-04BC3A7E84C8}" sibTransId="{972EE082-1F58-4914-93C4-4BF47CEE459B}"/>
    <dgm:cxn modelId="{A066ADB3-7868-4455-A5FA-0B61811998BB}" type="presOf" srcId="{B60A18A8-0C37-49A4-BF8B-672BB9DF6D92}" destId="{1672B117-0EE9-4E4C-858C-FFE71484F247}" srcOrd="1" destOrd="0" presId="urn:microsoft.com/office/officeart/2005/8/layout/cycle8"/>
    <dgm:cxn modelId="{DCABB7E7-6CB1-4431-8604-17A401E3F5F8}" type="presOf" srcId="{621BB1D3-853F-482B-8C14-FF96BA58663B}" destId="{02E9E0DD-6409-4E0A-B786-A0F14DC1100C}" srcOrd="1" destOrd="0" presId="urn:microsoft.com/office/officeart/2005/8/layout/cycle8"/>
    <dgm:cxn modelId="{711956EB-075F-4F82-97B7-934C4C7A7D58}" srcId="{CCBC05A2-6B18-4343-B0D7-105ACAD7F430}" destId="{621BB1D3-853F-482B-8C14-FF96BA58663B}" srcOrd="0" destOrd="0" parTransId="{5C67F537-6672-400F-8513-83C19EBB0600}" sibTransId="{5FE61B7C-F935-45D1-9506-F7E7FC62BF02}"/>
    <dgm:cxn modelId="{BB4940EC-36B0-4C8B-9C05-BB0C8A6D6AE0}" srcId="{CCBC05A2-6B18-4343-B0D7-105ACAD7F430}" destId="{F0894725-792C-4C92-B071-BF2326556391}" srcOrd="2" destOrd="0" parTransId="{337BC168-AA56-44EA-BF1F-23C08A042564}" sibTransId="{8CE2B776-BF8A-4B28-A2E0-FC0CFECEA503}"/>
    <dgm:cxn modelId="{482C1286-B8A7-40BC-BB3D-3F600D05E4B7}" type="presParOf" srcId="{1D56B52D-3D07-41BC-B69F-C97ACB573BD4}" destId="{4182B56C-479E-4DE4-8DCA-1E75A8F2E635}" srcOrd="0" destOrd="0" presId="urn:microsoft.com/office/officeart/2005/8/layout/cycle8"/>
    <dgm:cxn modelId="{43A0D723-7C0A-400E-B78C-8967A1AD3FA4}" type="presParOf" srcId="{1D56B52D-3D07-41BC-B69F-C97ACB573BD4}" destId="{F0C49D3A-3FDE-45A9-83C7-66AF044EA62E}" srcOrd="1" destOrd="0" presId="urn:microsoft.com/office/officeart/2005/8/layout/cycle8"/>
    <dgm:cxn modelId="{8C484C28-A766-490B-A80D-88329E758105}" type="presParOf" srcId="{1D56B52D-3D07-41BC-B69F-C97ACB573BD4}" destId="{C189F9FE-5234-4D76-A101-CCAD963F3D75}" srcOrd="2" destOrd="0" presId="urn:microsoft.com/office/officeart/2005/8/layout/cycle8"/>
    <dgm:cxn modelId="{6BD2D147-8423-48D0-B506-DDFB8834E773}" type="presParOf" srcId="{1D56B52D-3D07-41BC-B69F-C97ACB573BD4}" destId="{02E9E0DD-6409-4E0A-B786-A0F14DC1100C}" srcOrd="3" destOrd="0" presId="urn:microsoft.com/office/officeart/2005/8/layout/cycle8"/>
    <dgm:cxn modelId="{E0F55F8B-4452-4082-B7EB-A18AD738AA47}" type="presParOf" srcId="{1D56B52D-3D07-41BC-B69F-C97ACB573BD4}" destId="{8DAE5C1C-2A4F-41B9-A30F-C50BA1BD505E}" srcOrd="4" destOrd="0" presId="urn:microsoft.com/office/officeart/2005/8/layout/cycle8"/>
    <dgm:cxn modelId="{7A5C938C-86B3-4A9F-941B-0ECAE6B8B92D}" type="presParOf" srcId="{1D56B52D-3D07-41BC-B69F-C97ACB573BD4}" destId="{80E18974-DDD4-440F-B3E6-AF3F5ABE3A7C}" srcOrd="5" destOrd="0" presId="urn:microsoft.com/office/officeart/2005/8/layout/cycle8"/>
    <dgm:cxn modelId="{9ABE5035-F104-4FEE-9ACA-A99A309BE47C}" type="presParOf" srcId="{1D56B52D-3D07-41BC-B69F-C97ACB573BD4}" destId="{0772CEAB-0B52-42AD-B3F4-3FB12F0D59A4}" srcOrd="6" destOrd="0" presId="urn:microsoft.com/office/officeart/2005/8/layout/cycle8"/>
    <dgm:cxn modelId="{E8208B19-27B4-47EC-ABED-4EB99FDEA5D1}" type="presParOf" srcId="{1D56B52D-3D07-41BC-B69F-C97ACB573BD4}" destId="{1672B117-0EE9-4E4C-858C-FFE71484F247}" srcOrd="7" destOrd="0" presId="urn:microsoft.com/office/officeart/2005/8/layout/cycle8"/>
    <dgm:cxn modelId="{761F82AF-D5C5-4A6A-A70D-AEC2A56C2A67}" type="presParOf" srcId="{1D56B52D-3D07-41BC-B69F-C97ACB573BD4}" destId="{79D8AF14-7178-41C5-A614-7788905090A0}" srcOrd="8" destOrd="0" presId="urn:microsoft.com/office/officeart/2005/8/layout/cycle8"/>
    <dgm:cxn modelId="{B3A6F5ED-A31B-4651-BFE5-6EE9F6DB5047}" type="presParOf" srcId="{1D56B52D-3D07-41BC-B69F-C97ACB573BD4}" destId="{D5E413B7-EDF4-4DE8-8833-55ECA666D80E}" srcOrd="9" destOrd="0" presId="urn:microsoft.com/office/officeart/2005/8/layout/cycle8"/>
    <dgm:cxn modelId="{C05B1780-E365-49FA-9D83-C0D5EBB6BA49}" type="presParOf" srcId="{1D56B52D-3D07-41BC-B69F-C97ACB573BD4}" destId="{0B960C87-0D0D-434D-A0AF-C48528802D13}" srcOrd="10" destOrd="0" presId="urn:microsoft.com/office/officeart/2005/8/layout/cycle8"/>
    <dgm:cxn modelId="{56125546-C844-45F2-B8C7-7CB79833049F}" type="presParOf" srcId="{1D56B52D-3D07-41BC-B69F-C97ACB573BD4}" destId="{3D4B6E93-E36E-4EE8-9EE8-C7D3437675B1}" srcOrd="11" destOrd="0" presId="urn:microsoft.com/office/officeart/2005/8/layout/cycle8"/>
    <dgm:cxn modelId="{40133356-435E-4730-98CB-D7E21864AE26}" type="presParOf" srcId="{1D56B52D-3D07-41BC-B69F-C97ACB573BD4}" destId="{63669E11-BA57-4C3A-B1AE-FD1E874FAF1A}" srcOrd="12" destOrd="0" presId="urn:microsoft.com/office/officeart/2005/8/layout/cycle8"/>
    <dgm:cxn modelId="{195500E0-A9C6-4EBC-A16D-5B89F6FFA6BF}" type="presParOf" srcId="{1D56B52D-3D07-41BC-B69F-C97ACB573BD4}" destId="{11489DE0-935C-40B7-95F6-D60E2701108B}" srcOrd="13" destOrd="0" presId="urn:microsoft.com/office/officeart/2005/8/layout/cycle8"/>
    <dgm:cxn modelId="{58E92925-B17A-40E5-9C93-BA5E7C2EC6B3}" type="presParOf" srcId="{1D56B52D-3D07-41BC-B69F-C97ACB573BD4}" destId="{85FE4E0F-4760-430C-BE55-AA2B9135F30C}" srcOrd="1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7A5A4F0-4AB4-44DF-99A4-2638E0D3FF93}" type="doc">
      <dgm:prSet loTypeId="urn:microsoft.com/office/officeart/2005/8/layout/cycle7" loCatId="cycle" qsTypeId="urn:microsoft.com/office/officeart/2005/8/quickstyle/3d3" qsCatId="3D" csTypeId="urn:microsoft.com/office/officeart/2005/8/colors/colorful5" csCatId="colorful" phldr="1"/>
      <dgm:spPr/>
      <dgm:t>
        <a:bodyPr/>
        <a:lstStyle/>
        <a:p>
          <a:endParaRPr lang="en-US"/>
        </a:p>
      </dgm:t>
    </dgm:pt>
    <dgm:pt modelId="{435CCAEF-AB36-48D9-8DBA-E5D69047773C}">
      <dgm:prSet phldrT="[Text]" custT="1"/>
      <dgm:spPr/>
      <dgm:t>
        <a:bodyPr/>
        <a:lstStyle/>
        <a:p>
          <a:r>
            <a:rPr lang="en-US" sz="2800"/>
            <a:t>Yếu tố lỗi</a:t>
          </a:r>
        </a:p>
      </dgm:t>
    </dgm:pt>
    <dgm:pt modelId="{1044BF40-0BED-48C6-BB6D-F03F2C4F8CF2}" type="parTrans" cxnId="{62A8C379-919A-45CE-A4A2-3C523583A2FE}">
      <dgm:prSet/>
      <dgm:spPr/>
      <dgm:t>
        <a:bodyPr/>
        <a:lstStyle/>
        <a:p>
          <a:endParaRPr lang="en-US"/>
        </a:p>
      </dgm:t>
    </dgm:pt>
    <dgm:pt modelId="{31F03DA4-4508-446D-BE56-BE51E4F87793}" type="sibTrans" cxnId="{62A8C379-919A-45CE-A4A2-3C523583A2FE}">
      <dgm:prSet/>
      <dgm:spPr/>
      <dgm:t>
        <a:bodyPr/>
        <a:lstStyle/>
        <a:p>
          <a:endParaRPr lang="en-US"/>
        </a:p>
      </dgm:t>
    </dgm:pt>
    <dgm:pt modelId="{938B49DA-B200-43E6-A0B9-486545E5502B}">
      <dgm:prSet phldrT="[Text]" custT="1"/>
      <dgm:spPr/>
      <dgm:t>
        <a:bodyPr/>
        <a:lstStyle/>
        <a:p>
          <a:r>
            <a:rPr lang="en-US" sz="2800"/>
            <a:t>Động cơ vi phạm PL</a:t>
          </a:r>
        </a:p>
      </dgm:t>
    </dgm:pt>
    <dgm:pt modelId="{2664D46C-42A6-45F0-B7B8-63A5F57F2606}" type="parTrans" cxnId="{BEF90655-ED13-421C-A97E-4AFE1FA27EA0}">
      <dgm:prSet/>
      <dgm:spPr/>
      <dgm:t>
        <a:bodyPr/>
        <a:lstStyle/>
        <a:p>
          <a:endParaRPr lang="en-US"/>
        </a:p>
      </dgm:t>
    </dgm:pt>
    <dgm:pt modelId="{ADDBF5CF-4EC4-47AB-A964-5C1DE639382C}" type="sibTrans" cxnId="{BEF90655-ED13-421C-A97E-4AFE1FA27EA0}">
      <dgm:prSet/>
      <dgm:spPr/>
      <dgm:t>
        <a:bodyPr/>
        <a:lstStyle/>
        <a:p>
          <a:endParaRPr lang="en-US"/>
        </a:p>
      </dgm:t>
    </dgm:pt>
    <dgm:pt modelId="{D25084F1-D24F-447C-B59B-EC8D85331F37}">
      <dgm:prSet phldrT="[Text]" custT="1"/>
      <dgm:spPr/>
      <dgm:t>
        <a:bodyPr/>
        <a:lstStyle/>
        <a:p>
          <a:r>
            <a:rPr lang="en-US" sz="2800"/>
            <a:t>Mục đích vi phạm PL</a:t>
          </a:r>
        </a:p>
      </dgm:t>
    </dgm:pt>
    <dgm:pt modelId="{58169691-09BC-40D7-A10F-5F1B63AC4B71}" type="parTrans" cxnId="{DBBE9C71-F072-49C9-8A22-AAD3B23C7DB0}">
      <dgm:prSet/>
      <dgm:spPr/>
      <dgm:t>
        <a:bodyPr/>
        <a:lstStyle/>
        <a:p>
          <a:endParaRPr lang="en-US"/>
        </a:p>
      </dgm:t>
    </dgm:pt>
    <dgm:pt modelId="{5B70367F-E2FE-484D-ADDF-D6D4C011E51C}" type="sibTrans" cxnId="{DBBE9C71-F072-49C9-8A22-AAD3B23C7DB0}">
      <dgm:prSet/>
      <dgm:spPr/>
      <dgm:t>
        <a:bodyPr/>
        <a:lstStyle/>
        <a:p>
          <a:endParaRPr lang="en-US"/>
        </a:p>
      </dgm:t>
    </dgm:pt>
    <dgm:pt modelId="{6BDDED10-0B98-427F-96CD-AB99598C4C9D}" type="pres">
      <dgm:prSet presAssocID="{57A5A4F0-4AB4-44DF-99A4-2638E0D3FF93}" presName="Name0" presStyleCnt="0">
        <dgm:presLayoutVars>
          <dgm:dir/>
          <dgm:resizeHandles val="exact"/>
        </dgm:presLayoutVars>
      </dgm:prSet>
      <dgm:spPr/>
    </dgm:pt>
    <dgm:pt modelId="{33DFD122-592C-4352-997D-CE687C089DAE}" type="pres">
      <dgm:prSet presAssocID="{435CCAEF-AB36-48D9-8DBA-E5D69047773C}" presName="node" presStyleLbl="node1" presStyleIdx="0" presStyleCnt="3">
        <dgm:presLayoutVars>
          <dgm:bulletEnabled val="1"/>
        </dgm:presLayoutVars>
      </dgm:prSet>
      <dgm:spPr/>
    </dgm:pt>
    <dgm:pt modelId="{5255922C-4AEC-4A66-9618-F205EBB31F8B}" type="pres">
      <dgm:prSet presAssocID="{31F03DA4-4508-446D-BE56-BE51E4F87793}" presName="sibTrans" presStyleLbl="sibTrans2D1" presStyleIdx="0" presStyleCnt="3"/>
      <dgm:spPr/>
    </dgm:pt>
    <dgm:pt modelId="{D9195E0C-616B-44F3-8545-CCC53950E4CC}" type="pres">
      <dgm:prSet presAssocID="{31F03DA4-4508-446D-BE56-BE51E4F87793}" presName="connectorText" presStyleLbl="sibTrans2D1" presStyleIdx="0" presStyleCnt="3"/>
      <dgm:spPr/>
    </dgm:pt>
    <dgm:pt modelId="{ED39D135-F767-455C-8998-50FC73F8192F}" type="pres">
      <dgm:prSet presAssocID="{938B49DA-B200-43E6-A0B9-486545E5502B}" presName="node" presStyleLbl="node1" presStyleIdx="1" presStyleCnt="3">
        <dgm:presLayoutVars>
          <dgm:bulletEnabled val="1"/>
        </dgm:presLayoutVars>
      </dgm:prSet>
      <dgm:spPr/>
    </dgm:pt>
    <dgm:pt modelId="{187285D6-D22A-40C5-B1B6-F6CAD9E68D7F}" type="pres">
      <dgm:prSet presAssocID="{ADDBF5CF-4EC4-47AB-A964-5C1DE639382C}" presName="sibTrans" presStyleLbl="sibTrans2D1" presStyleIdx="1" presStyleCnt="3"/>
      <dgm:spPr/>
    </dgm:pt>
    <dgm:pt modelId="{D746E91F-83B3-47DC-80BA-393BD40E8A1D}" type="pres">
      <dgm:prSet presAssocID="{ADDBF5CF-4EC4-47AB-A964-5C1DE639382C}" presName="connectorText" presStyleLbl="sibTrans2D1" presStyleIdx="1" presStyleCnt="3"/>
      <dgm:spPr/>
    </dgm:pt>
    <dgm:pt modelId="{D956C167-5560-415A-A142-09573F29C306}" type="pres">
      <dgm:prSet presAssocID="{D25084F1-D24F-447C-B59B-EC8D85331F37}" presName="node" presStyleLbl="node1" presStyleIdx="2" presStyleCnt="3">
        <dgm:presLayoutVars>
          <dgm:bulletEnabled val="1"/>
        </dgm:presLayoutVars>
      </dgm:prSet>
      <dgm:spPr/>
    </dgm:pt>
    <dgm:pt modelId="{46294A55-1BF1-48AD-AC7E-0C6A20BCB1B9}" type="pres">
      <dgm:prSet presAssocID="{5B70367F-E2FE-484D-ADDF-D6D4C011E51C}" presName="sibTrans" presStyleLbl="sibTrans2D1" presStyleIdx="2" presStyleCnt="3"/>
      <dgm:spPr/>
    </dgm:pt>
    <dgm:pt modelId="{466891A7-4D5C-4FAF-A479-F2E91194C837}" type="pres">
      <dgm:prSet presAssocID="{5B70367F-E2FE-484D-ADDF-D6D4C011E51C}" presName="connectorText" presStyleLbl="sibTrans2D1" presStyleIdx="2" presStyleCnt="3"/>
      <dgm:spPr/>
    </dgm:pt>
  </dgm:ptLst>
  <dgm:cxnLst>
    <dgm:cxn modelId="{08131722-A80E-4876-8536-9A705E9F1F81}" type="presOf" srcId="{435CCAEF-AB36-48D9-8DBA-E5D69047773C}" destId="{33DFD122-592C-4352-997D-CE687C089DAE}" srcOrd="0" destOrd="0" presId="urn:microsoft.com/office/officeart/2005/8/layout/cycle7"/>
    <dgm:cxn modelId="{5E487832-31F7-4F3A-87EB-F6FD588035B0}" type="presOf" srcId="{938B49DA-B200-43E6-A0B9-486545E5502B}" destId="{ED39D135-F767-455C-8998-50FC73F8192F}" srcOrd="0" destOrd="0" presId="urn:microsoft.com/office/officeart/2005/8/layout/cycle7"/>
    <dgm:cxn modelId="{A7F16C62-9130-470C-8E97-03850F9A748F}" type="presOf" srcId="{ADDBF5CF-4EC4-47AB-A964-5C1DE639382C}" destId="{187285D6-D22A-40C5-B1B6-F6CAD9E68D7F}" srcOrd="0" destOrd="0" presId="urn:microsoft.com/office/officeart/2005/8/layout/cycle7"/>
    <dgm:cxn modelId="{DBBE9C71-F072-49C9-8A22-AAD3B23C7DB0}" srcId="{57A5A4F0-4AB4-44DF-99A4-2638E0D3FF93}" destId="{D25084F1-D24F-447C-B59B-EC8D85331F37}" srcOrd="2" destOrd="0" parTransId="{58169691-09BC-40D7-A10F-5F1B63AC4B71}" sibTransId="{5B70367F-E2FE-484D-ADDF-D6D4C011E51C}"/>
    <dgm:cxn modelId="{A8B7C871-9AF5-4EA0-8A11-027898ED3872}" type="presOf" srcId="{31F03DA4-4508-446D-BE56-BE51E4F87793}" destId="{5255922C-4AEC-4A66-9618-F205EBB31F8B}" srcOrd="0" destOrd="0" presId="urn:microsoft.com/office/officeart/2005/8/layout/cycle7"/>
    <dgm:cxn modelId="{BEF90655-ED13-421C-A97E-4AFE1FA27EA0}" srcId="{57A5A4F0-4AB4-44DF-99A4-2638E0D3FF93}" destId="{938B49DA-B200-43E6-A0B9-486545E5502B}" srcOrd="1" destOrd="0" parTransId="{2664D46C-42A6-45F0-B7B8-63A5F57F2606}" sibTransId="{ADDBF5CF-4EC4-47AB-A964-5C1DE639382C}"/>
    <dgm:cxn modelId="{649AA657-007B-4618-8E75-88792AED99F7}" type="presOf" srcId="{5B70367F-E2FE-484D-ADDF-D6D4C011E51C}" destId="{46294A55-1BF1-48AD-AC7E-0C6A20BCB1B9}" srcOrd="0" destOrd="0" presId="urn:microsoft.com/office/officeart/2005/8/layout/cycle7"/>
    <dgm:cxn modelId="{62A8C379-919A-45CE-A4A2-3C523583A2FE}" srcId="{57A5A4F0-4AB4-44DF-99A4-2638E0D3FF93}" destId="{435CCAEF-AB36-48D9-8DBA-E5D69047773C}" srcOrd="0" destOrd="0" parTransId="{1044BF40-0BED-48C6-BB6D-F03F2C4F8CF2}" sibTransId="{31F03DA4-4508-446D-BE56-BE51E4F87793}"/>
    <dgm:cxn modelId="{1674425A-98C7-4698-9792-F5596061E53A}" type="presOf" srcId="{D25084F1-D24F-447C-B59B-EC8D85331F37}" destId="{D956C167-5560-415A-A142-09573F29C306}" srcOrd="0" destOrd="0" presId="urn:microsoft.com/office/officeart/2005/8/layout/cycle7"/>
    <dgm:cxn modelId="{11A5B598-FB50-4448-880D-7C7774A89CAF}" type="presOf" srcId="{57A5A4F0-4AB4-44DF-99A4-2638E0D3FF93}" destId="{6BDDED10-0B98-427F-96CD-AB99598C4C9D}" srcOrd="0" destOrd="0" presId="urn:microsoft.com/office/officeart/2005/8/layout/cycle7"/>
    <dgm:cxn modelId="{427155C2-88F1-4B83-90F2-07C23AB56EF5}" type="presOf" srcId="{ADDBF5CF-4EC4-47AB-A964-5C1DE639382C}" destId="{D746E91F-83B3-47DC-80BA-393BD40E8A1D}" srcOrd="1" destOrd="0" presId="urn:microsoft.com/office/officeart/2005/8/layout/cycle7"/>
    <dgm:cxn modelId="{B71F8EE8-F7CA-4E35-9CE4-8E0E34414FF5}" type="presOf" srcId="{5B70367F-E2FE-484D-ADDF-D6D4C011E51C}" destId="{466891A7-4D5C-4FAF-A479-F2E91194C837}" srcOrd="1" destOrd="0" presId="urn:microsoft.com/office/officeart/2005/8/layout/cycle7"/>
    <dgm:cxn modelId="{7E7EE5F4-C8D8-4669-A6C8-8C7CE6ADE9AE}" type="presOf" srcId="{31F03DA4-4508-446D-BE56-BE51E4F87793}" destId="{D9195E0C-616B-44F3-8545-CCC53950E4CC}" srcOrd="1" destOrd="0" presId="urn:microsoft.com/office/officeart/2005/8/layout/cycle7"/>
    <dgm:cxn modelId="{616931AB-3F88-4F71-9212-83E598111068}" type="presParOf" srcId="{6BDDED10-0B98-427F-96CD-AB99598C4C9D}" destId="{33DFD122-592C-4352-997D-CE687C089DAE}" srcOrd="0" destOrd="0" presId="urn:microsoft.com/office/officeart/2005/8/layout/cycle7"/>
    <dgm:cxn modelId="{4C76512E-E0CA-4C80-B613-F3F30FA586E9}" type="presParOf" srcId="{6BDDED10-0B98-427F-96CD-AB99598C4C9D}" destId="{5255922C-4AEC-4A66-9618-F205EBB31F8B}" srcOrd="1" destOrd="0" presId="urn:microsoft.com/office/officeart/2005/8/layout/cycle7"/>
    <dgm:cxn modelId="{BFD4E64E-1E63-4565-BA1F-CCAE1013047A}" type="presParOf" srcId="{5255922C-4AEC-4A66-9618-F205EBB31F8B}" destId="{D9195E0C-616B-44F3-8545-CCC53950E4CC}" srcOrd="0" destOrd="0" presId="urn:microsoft.com/office/officeart/2005/8/layout/cycle7"/>
    <dgm:cxn modelId="{983276C2-837B-4B55-AD00-0D9A31BD9959}" type="presParOf" srcId="{6BDDED10-0B98-427F-96CD-AB99598C4C9D}" destId="{ED39D135-F767-455C-8998-50FC73F8192F}" srcOrd="2" destOrd="0" presId="urn:microsoft.com/office/officeart/2005/8/layout/cycle7"/>
    <dgm:cxn modelId="{0C7DED11-5C7E-49FF-A947-3CF6EABD121A}" type="presParOf" srcId="{6BDDED10-0B98-427F-96CD-AB99598C4C9D}" destId="{187285D6-D22A-40C5-B1B6-F6CAD9E68D7F}" srcOrd="3" destOrd="0" presId="urn:microsoft.com/office/officeart/2005/8/layout/cycle7"/>
    <dgm:cxn modelId="{5F486DF1-79FA-4AD0-B493-CC68A7985AE2}" type="presParOf" srcId="{187285D6-D22A-40C5-B1B6-F6CAD9E68D7F}" destId="{D746E91F-83B3-47DC-80BA-393BD40E8A1D}" srcOrd="0" destOrd="0" presId="urn:microsoft.com/office/officeart/2005/8/layout/cycle7"/>
    <dgm:cxn modelId="{B088313E-27E8-4875-857A-203B42C6E7EB}" type="presParOf" srcId="{6BDDED10-0B98-427F-96CD-AB99598C4C9D}" destId="{D956C167-5560-415A-A142-09573F29C306}" srcOrd="4" destOrd="0" presId="urn:microsoft.com/office/officeart/2005/8/layout/cycle7"/>
    <dgm:cxn modelId="{2F739145-6279-474A-B1FF-F3D32E7DFE7C}" type="presParOf" srcId="{6BDDED10-0B98-427F-96CD-AB99598C4C9D}" destId="{46294A55-1BF1-48AD-AC7E-0C6A20BCB1B9}" srcOrd="5" destOrd="0" presId="urn:microsoft.com/office/officeart/2005/8/layout/cycle7"/>
    <dgm:cxn modelId="{0569F0E8-DA30-4689-8485-BC5D0D8230B3}" type="presParOf" srcId="{46294A55-1BF1-48AD-AC7E-0C6A20BCB1B9}" destId="{466891A7-4D5C-4FAF-A479-F2E91194C837}"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47510C7-79E4-42D9-9C8F-55D7B743DFBE}" type="doc">
      <dgm:prSet loTypeId="urn:microsoft.com/office/officeart/2005/8/layout/arrow4" loCatId="process" qsTypeId="urn:microsoft.com/office/officeart/2005/8/quickstyle/3d3" qsCatId="3D" csTypeId="urn:microsoft.com/office/officeart/2005/8/colors/accent3_4" csCatId="accent3" phldr="1"/>
      <dgm:spPr/>
      <dgm:t>
        <a:bodyPr/>
        <a:lstStyle/>
        <a:p>
          <a:endParaRPr lang="en-US"/>
        </a:p>
      </dgm:t>
    </dgm:pt>
    <dgm:pt modelId="{9238BA36-7670-45F1-AF14-1361A31853BF}">
      <dgm:prSet phldrT="[Text]" custT="1"/>
      <dgm:spPr/>
      <dgm:t>
        <a:bodyPr/>
        <a:lstStyle/>
        <a:p>
          <a:r>
            <a:rPr lang="en-US" sz="2800">
              <a:latin typeface="Times New Roman" pitchFamily="18" charset="0"/>
              <a:cs typeface="Times New Roman" pitchFamily="18" charset="0"/>
            </a:rPr>
            <a:t>Khách thể của vi phạm pháp luật là những quan hệ xã hội được pháp luật bảo vệ nhưng bị hành vi trái PL xâm hại</a:t>
          </a:r>
        </a:p>
      </dgm:t>
    </dgm:pt>
    <dgm:pt modelId="{B6B3F0CD-F0B3-47FB-B13A-CDC17A3A124A}" type="parTrans" cxnId="{7EED50E7-C961-47CC-9078-16A3FDA00225}">
      <dgm:prSet/>
      <dgm:spPr/>
      <dgm:t>
        <a:bodyPr/>
        <a:lstStyle/>
        <a:p>
          <a:endParaRPr lang="en-US"/>
        </a:p>
      </dgm:t>
    </dgm:pt>
    <dgm:pt modelId="{D8C4C1A1-F51E-446C-9DCE-02FD36B70AE8}" type="sibTrans" cxnId="{7EED50E7-C961-47CC-9078-16A3FDA00225}">
      <dgm:prSet/>
      <dgm:spPr/>
      <dgm:t>
        <a:bodyPr/>
        <a:lstStyle/>
        <a:p>
          <a:endParaRPr lang="en-US"/>
        </a:p>
      </dgm:t>
    </dgm:pt>
    <dgm:pt modelId="{818F2BCE-F289-4206-80BB-5AE3210AF8A2}">
      <dgm:prSet phldrT="[Text]" custT="1"/>
      <dgm:spPr/>
      <dgm:t>
        <a:bodyPr/>
        <a:lstStyle/>
        <a:p>
          <a:r>
            <a:rPr lang="en-US" sz="2800">
              <a:latin typeface="Times New Roman" pitchFamily="18" charset="0"/>
              <a:cs typeface="Times New Roman" pitchFamily="18" charset="0"/>
            </a:rPr>
            <a:t>Lưu ý: phân biệt khách thể của vi phạm pháp luật và khách thể của  pháp luật</a:t>
          </a:r>
        </a:p>
      </dgm:t>
    </dgm:pt>
    <dgm:pt modelId="{B6246A2A-D105-4D56-9C59-69E9DE5ABDE1}" type="parTrans" cxnId="{8E4E9459-E9BD-4885-93F5-3D143B0624B8}">
      <dgm:prSet/>
      <dgm:spPr/>
      <dgm:t>
        <a:bodyPr/>
        <a:lstStyle/>
        <a:p>
          <a:endParaRPr lang="en-US"/>
        </a:p>
      </dgm:t>
    </dgm:pt>
    <dgm:pt modelId="{870A1226-76CD-4EDC-B7BD-880996891360}" type="sibTrans" cxnId="{8E4E9459-E9BD-4885-93F5-3D143B0624B8}">
      <dgm:prSet/>
      <dgm:spPr/>
      <dgm:t>
        <a:bodyPr/>
        <a:lstStyle/>
        <a:p>
          <a:endParaRPr lang="en-US"/>
        </a:p>
      </dgm:t>
    </dgm:pt>
    <dgm:pt modelId="{E48B90F3-4FD7-496B-B43E-56B05AF8E681}" type="pres">
      <dgm:prSet presAssocID="{D47510C7-79E4-42D9-9C8F-55D7B743DFBE}" presName="compositeShape" presStyleCnt="0">
        <dgm:presLayoutVars>
          <dgm:chMax val="2"/>
          <dgm:dir/>
          <dgm:resizeHandles val="exact"/>
        </dgm:presLayoutVars>
      </dgm:prSet>
      <dgm:spPr/>
    </dgm:pt>
    <dgm:pt modelId="{94CB990F-B35B-41AF-8961-8D1A6418B037}" type="pres">
      <dgm:prSet presAssocID="{9238BA36-7670-45F1-AF14-1361A31853BF}" presName="upArrow" presStyleLbl="node1" presStyleIdx="0" presStyleCnt="2"/>
      <dgm:spPr/>
    </dgm:pt>
    <dgm:pt modelId="{7B8B2F71-727C-462A-A377-34D5BA98B075}" type="pres">
      <dgm:prSet presAssocID="{9238BA36-7670-45F1-AF14-1361A31853BF}" presName="upArrowText" presStyleLbl="revTx" presStyleIdx="0" presStyleCnt="2">
        <dgm:presLayoutVars>
          <dgm:chMax val="0"/>
          <dgm:bulletEnabled val="1"/>
        </dgm:presLayoutVars>
      </dgm:prSet>
      <dgm:spPr/>
    </dgm:pt>
    <dgm:pt modelId="{0D46B5D9-1ED1-4E7C-A4A5-7DB661748744}" type="pres">
      <dgm:prSet presAssocID="{818F2BCE-F289-4206-80BB-5AE3210AF8A2}" presName="downArrow" presStyleLbl="node1" presStyleIdx="1" presStyleCnt="2"/>
      <dgm:spPr/>
    </dgm:pt>
    <dgm:pt modelId="{2C33DD43-9334-46F8-AEA4-922D2CCCA941}" type="pres">
      <dgm:prSet presAssocID="{818F2BCE-F289-4206-80BB-5AE3210AF8A2}" presName="downArrowText" presStyleLbl="revTx" presStyleIdx="1" presStyleCnt="2">
        <dgm:presLayoutVars>
          <dgm:chMax val="0"/>
          <dgm:bulletEnabled val="1"/>
        </dgm:presLayoutVars>
      </dgm:prSet>
      <dgm:spPr/>
    </dgm:pt>
  </dgm:ptLst>
  <dgm:cxnLst>
    <dgm:cxn modelId="{50B94215-A7A9-42CB-8290-303492C0EF69}" type="presOf" srcId="{818F2BCE-F289-4206-80BB-5AE3210AF8A2}" destId="{2C33DD43-9334-46F8-AEA4-922D2CCCA941}" srcOrd="0" destOrd="0" presId="urn:microsoft.com/office/officeart/2005/8/layout/arrow4"/>
    <dgm:cxn modelId="{DE966558-A131-489B-A218-67514F6A4A85}" type="presOf" srcId="{9238BA36-7670-45F1-AF14-1361A31853BF}" destId="{7B8B2F71-727C-462A-A377-34D5BA98B075}" srcOrd="0" destOrd="0" presId="urn:microsoft.com/office/officeart/2005/8/layout/arrow4"/>
    <dgm:cxn modelId="{8E4E9459-E9BD-4885-93F5-3D143B0624B8}" srcId="{D47510C7-79E4-42D9-9C8F-55D7B743DFBE}" destId="{818F2BCE-F289-4206-80BB-5AE3210AF8A2}" srcOrd="1" destOrd="0" parTransId="{B6246A2A-D105-4D56-9C59-69E9DE5ABDE1}" sibTransId="{870A1226-76CD-4EDC-B7BD-880996891360}"/>
    <dgm:cxn modelId="{B0D82793-F272-4642-9397-8F5F4F157C3C}" type="presOf" srcId="{D47510C7-79E4-42D9-9C8F-55D7B743DFBE}" destId="{E48B90F3-4FD7-496B-B43E-56B05AF8E681}" srcOrd="0" destOrd="0" presId="urn:microsoft.com/office/officeart/2005/8/layout/arrow4"/>
    <dgm:cxn modelId="{7EED50E7-C961-47CC-9078-16A3FDA00225}" srcId="{D47510C7-79E4-42D9-9C8F-55D7B743DFBE}" destId="{9238BA36-7670-45F1-AF14-1361A31853BF}" srcOrd="0" destOrd="0" parTransId="{B6B3F0CD-F0B3-47FB-B13A-CDC17A3A124A}" sibTransId="{D8C4C1A1-F51E-446C-9DCE-02FD36B70AE8}"/>
    <dgm:cxn modelId="{460524FF-5B9B-478D-92CA-478E3561BD1B}" type="presParOf" srcId="{E48B90F3-4FD7-496B-B43E-56B05AF8E681}" destId="{94CB990F-B35B-41AF-8961-8D1A6418B037}" srcOrd="0" destOrd="0" presId="urn:microsoft.com/office/officeart/2005/8/layout/arrow4"/>
    <dgm:cxn modelId="{BC60ED34-77B9-4DDC-88D3-0EFD04492441}" type="presParOf" srcId="{E48B90F3-4FD7-496B-B43E-56B05AF8E681}" destId="{7B8B2F71-727C-462A-A377-34D5BA98B075}" srcOrd="1" destOrd="0" presId="urn:microsoft.com/office/officeart/2005/8/layout/arrow4"/>
    <dgm:cxn modelId="{D82EBBFB-D66B-4F84-BE10-73D58DD8F5EC}" type="presParOf" srcId="{E48B90F3-4FD7-496B-B43E-56B05AF8E681}" destId="{0D46B5D9-1ED1-4E7C-A4A5-7DB661748744}" srcOrd="2" destOrd="0" presId="urn:microsoft.com/office/officeart/2005/8/layout/arrow4"/>
    <dgm:cxn modelId="{0E0C2EDF-41EC-4476-985F-05088AF91F99}" type="presParOf" srcId="{E48B90F3-4FD7-496B-B43E-56B05AF8E681}" destId="{2C33DD43-9334-46F8-AEA4-922D2CCCA941}"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147272F-33DA-4189-BBA2-7B04D4B28F03}" type="doc">
      <dgm:prSet loTypeId="urn:microsoft.com/office/officeart/2005/8/layout/equation2" loCatId="process" qsTypeId="urn:microsoft.com/office/officeart/2005/8/quickstyle/3d3" qsCatId="3D" csTypeId="urn:microsoft.com/office/officeart/2005/8/colors/colorful4" csCatId="colorful" phldr="1"/>
      <dgm:spPr/>
    </dgm:pt>
    <dgm:pt modelId="{0D1D2007-7EA8-4F0B-B3A8-2745334D2F03}">
      <dgm:prSet phldrT="[Text]" custT="1"/>
      <dgm:spPr/>
      <dgm:t>
        <a:bodyPr/>
        <a:lstStyle/>
        <a:p>
          <a:r>
            <a:rPr lang="en-US" sz="2800"/>
            <a:t>Cá nhân</a:t>
          </a:r>
        </a:p>
      </dgm:t>
    </dgm:pt>
    <dgm:pt modelId="{6087B65C-A896-42EE-9913-65B8B37D3144}" type="parTrans" cxnId="{FA2E8FD2-B02A-40F5-909C-59E9A001BFA2}">
      <dgm:prSet/>
      <dgm:spPr/>
      <dgm:t>
        <a:bodyPr/>
        <a:lstStyle/>
        <a:p>
          <a:endParaRPr lang="en-US"/>
        </a:p>
      </dgm:t>
    </dgm:pt>
    <dgm:pt modelId="{4432A1C4-E03E-4834-B7BD-CCA2F02CF41F}" type="sibTrans" cxnId="{FA2E8FD2-B02A-40F5-909C-59E9A001BFA2}">
      <dgm:prSet/>
      <dgm:spPr/>
      <dgm:t>
        <a:bodyPr/>
        <a:lstStyle/>
        <a:p>
          <a:endParaRPr lang="en-US"/>
        </a:p>
      </dgm:t>
    </dgm:pt>
    <dgm:pt modelId="{0E05A00B-3129-49DC-A0F7-F7A7573DCA68}">
      <dgm:prSet phldrT="[Text]" custT="1"/>
      <dgm:spPr/>
      <dgm:t>
        <a:bodyPr/>
        <a:lstStyle/>
        <a:p>
          <a:r>
            <a:rPr lang="en-US" sz="2800"/>
            <a:t>Tổ chức</a:t>
          </a:r>
        </a:p>
      </dgm:t>
    </dgm:pt>
    <dgm:pt modelId="{B7D7D470-FC93-46B5-AECD-4F6058D4A171}" type="parTrans" cxnId="{B28AC2C8-A231-4349-8FF8-16BCC697E8F1}">
      <dgm:prSet/>
      <dgm:spPr/>
      <dgm:t>
        <a:bodyPr/>
        <a:lstStyle/>
        <a:p>
          <a:endParaRPr lang="en-US"/>
        </a:p>
      </dgm:t>
    </dgm:pt>
    <dgm:pt modelId="{A437C2BB-96F9-45D6-8882-F8409B11BA00}" type="sibTrans" cxnId="{B28AC2C8-A231-4349-8FF8-16BCC697E8F1}">
      <dgm:prSet/>
      <dgm:spPr/>
      <dgm:t>
        <a:bodyPr/>
        <a:lstStyle/>
        <a:p>
          <a:endParaRPr lang="en-US"/>
        </a:p>
      </dgm:t>
    </dgm:pt>
    <dgm:pt modelId="{23B09A65-91C9-4DC1-842E-82DEA4E66605}">
      <dgm:prSet phldrT="[Text]" custT="1"/>
      <dgm:spPr/>
      <dgm:t>
        <a:bodyPr/>
        <a:lstStyle/>
        <a:p>
          <a:r>
            <a:rPr lang="en-US" sz="3200"/>
            <a:t>Phải có năng lực trách nhiệm pháp lý</a:t>
          </a:r>
        </a:p>
      </dgm:t>
    </dgm:pt>
    <dgm:pt modelId="{455F2B79-AF76-4EC2-B3BF-C179D6F7FB29}" type="parTrans" cxnId="{A96BDE34-DCCC-42C6-91CC-A84DEBEA67B6}">
      <dgm:prSet/>
      <dgm:spPr/>
      <dgm:t>
        <a:bodyPr/>
        <a:lstStyle/>
        <a:p>
          <a:endParaRPr lang="en-US"/>
        </a:p>
      </dgm:t>
    </dgm:pt>
    <dgm:pt modelId="{2B1C1412-5784-4C12-8B55-B133296A55C6}" type="sibTrans" cxnId="{A96BDE34-DCCC-42C6-91CC-A84DEBEA67B6}">
      <dgm:prSet/>
      <dgm:spPr/>
      <dgm:t>
        <a:bodyPr/>
        <a:lstStyle/>
        <a:p>
          <a:endParaRPr lang="en-US"/>
        </a:p>
      </dgm:t>
    </dgm:pt>
    <dgm:pt modelId="{764CDDD2-E7B4-4376-8D30-54C4056768D9}" type="pres">
      <dgm:prSet presAssocID="{8147272F-33DA-4189-BBA2-7B04D4B28F03}" presName="Name0" presStyleCnt="0">
        <dgm:presLayoutVars>
          <dgm:dir/>
          <dgm:resizeHandles val="exact"/>
        </dgm:presLayoutVars>
      </dgm:prSet>
      <dgm:spPr/>
    </dgm:pt>
    <dgm:pt modelId="{2DDD2EB2-4755-4288-A012-31B844C0F578}" type="pres">
      <dgm:prSet presAssocID="{8147272F-33DA-4189-BBA2-7B04D4B28F03}" presName="vNodes" presStyleCnt="0"/>
      <dgm:spPr/>
    </dgm:pt>
    <dgm:pt modelId="{48A1F6BE-3851-4281-B055-2D1E9A33957A}" type="pres">
      <dgm:prSet presAssocID="{0D1D2007-7EA8-4F0B-B3A8-2745334D2F03}" presName="node" presStyleLbl="node1" presStyleIdx="0" presStyleCnt="3">
        <dgm:presLayoutVars>
          <dgm:bulletEnabled val="1"/>
        </dgm:presLayoutVars>
      </dgm:prSet>
      <dgm:spPr/>
    </dgm:pt>
    <dgm:pt modelId="{EED1AABD-AC1A-4F46-AAB8-B637D7D6E5D3}" type="pres">
      <dgm:prSet presAssocID="{4432A1C4-E03E-4834-B7BD-CCA2F02CF41F}" presName="spacerT" presStyleCnt="0"/>
      <dgm:spPr/>
    </dgm:pt>
    <dgm:pt modelId="{01623E96-19DD-422E-AFBA-23436403815C}" type="pres">
      <dgm:prSet presAssocID="{4432A1C4-E03E-4834-B7BD-CCA2F02CF41F}" presName="sibTrans" presStyleLbl="sibTrans2D1" presStyleIdx="0" presStyleCnt="2"/>
      <dgm:spPr/>
    </dgm:pt>
    <dgm:pt modelId="{7407E43B-44F7-4D4F-96E0-8D163E3BBF93}" type="pres">
      <dgm:prSet presAssocID="{4432A1C4-E03E-4834-B7BD-CCA2F02CF41F}" presName="spacerB" presStyleCnt="0"/>
      <dgm:spPr/>
    </dgm:pt>
    <dgm:pt modelId="{A400236E-6D3D-4485-AE56-8EA38A62D126}" type="pres">
      <dgm:prSet presAssocID="{0E05A00B-3129-49DC-A0F7-F7A7573DCA68}" presName="node" presStyleLbl="node1" presStyleIdx="1" presStyleCnt="3">
        <dgm:presLayoutVars>
          <dgm:bulletEnabled val="1"/>
        </dgm:presLayoutVars>
      </dgm:prSet>
      <dgm:spPr/>
    </dgm:pt>
    <dgm:pt modelId="{F2DF87A5-7FE3-495D-89CC-44E0A3CC1364}" type="pres">
      <dgm:prSet presAssocID="{8147272F-33DA-4189-BBA2-7B04D4B28F03}" presName="sibTransLast" presStyleLbl="sibTrans2D1" presStyleIdx="1" presStyleCnt="2"/>
      <dgm:spPr/>
    </dgm:pt>
    <dgm:pt modelId="{2AE0831D-8F04-48D7-9B87-8FE108F0FDCB}" type="pres">
      <dgm:prSet presAssocID="{8147272F-33DA-4189-BBA2-7B04D4B28F03}" presName="connectorText" presStyleLbl="sibTrans2D1" presStyleIdx="1" presStyleCnt="2"/>
      <dgm:spPr/>
    </dgm:pt>
    <dgm:pt modelId="{18A36297-2EBE-484E-9B6B-73152EB16118}" type="pres">
      <dgm:prSet presAssocID="{8147272F-33DA-4189-BBA2-7B04D4B28F03}" presName="lastNode" presStyleLbl="node1" presStyleIdx="2" presStyleCnt="3">
        <dgm:presLayoutVars>
          <dgm:bulletEnabled val="1"/>
        </dgm:presLayoutVars>
      </dgm:prSet>
      <dgm:spPr/>
    </dgm:pt>
  </dgm:ptLst>
  <dgm:cxnLst>
    <dgm:cxn modelId="{CFBB1E21-4C35-4DD6-B3D1-A87FD606694D}" type="presOf" srcId="{4432A1C4-E03E-4834-B7BD-CCA2F02CF41F}" destId="{01623E96-19DD-422E-AFBA-23436403815C}" srcOrd="0" destOrd="0" presId="urn:microsoft.com/office/officeart/2005/8/layout/equation2"/>
    <dgm:cxn modelId="{A96BDE34-DCCC-42C6-91CC-A84DEBEA67B6}" srcId="{8147272F-33DA-4189-BBA2-7B04D4B28F03}" destId="{23B09A65-91C9-4DC1-842E-82DEA4E66605}" srcOrd="2" destOrd="0" parTransId="{455F2B79-AF76-4EC2-B3BF-C179D6F7FB29}" sibTransId="{2B1C1412-5784-4C12-8B55-B133296A55C6}"/>
    <dgm:cxn modelId="{FC235C72-7865-496A-B6B1-8EAD739C9D08}" type="presOf" srcId="{0E05A00B-3129-49DC-A0F7-F7A7573DCA68}" destId="{A400236E-6D3D-4485-AE56-8EA38A62D126}" srcOrd="0" destOrd="0" presId="urn:microsoft.com/office/officeart/2005/8/layout/equation2"/>
    <dgm:cxn modelId="{805D9575-0DE0-479A-8B56-C00B7D54D82F}" type="presOf" srcId="{8147272F-33DA-4189-BBA2-7B04D4B28F03}" destId="{764CDDD2-E7B4-4376-8D30-54C4056768D9}" srcOrd="0" destOrd="0" presId="urn:microsoft.com/office/officeart/2005/8/layout/equation2"/>
    <dgm:cxn modelId="{12A9997C-3E54-49DD-A41C-6A3222E02400}" type="presOf" srcId="{0D1D2007-7EA8-4F0B-B3A8-2745334D2F03}" destId="{48A1F6BE-3851-4281-B055-2D1E9A33957A}" srcOrd="0" destOrd="0" presId="urn:microsoft.com/office/officeart/2005/8/layout/equation2"/>
    <dgm:cxn modelId="{C43463C7-9B3E-49EF-AD12-966C35DBE8ED}" type="presOf" srcId="{A437C2BB-96F9-45D6-8882-F8409B11BA00}" destId="{F2DF87A5-7FE3-495D-89CC-44E0A3CC1364}" srcOrd="0" destOrd="0" presId="urn:microsoft.com/office/officeart/2005/8/layout/equation2"/>
    <dgm:cxn modelId="{B28AC2C8-A231-4349-8FF8-16BCC697E8F1}" srcId="{8147272F-33DA-4189-BBA2-7B04D4B28F03}" destId="{0E05A00B-3129-49DC-A0F7-F7A7573DCA68}" srcOrd="1" destOrd="0" parTransId="{B7D7D470-FC93-46B5-AECD-4F6058D4A171}" sibTransId="{A437C2BB-96F9-45D6-8882-F8409B11BA00}"/>
    <dgm:cxn modelId="{172491CD-B347-4997-BEE3-CC4CEC3F165B}" type="presOf" srcId="{A437C2BB-96F9-45D6-8882-F8409B11BA00}" destId="{2AE0831D-8F04-48D7-9B87-8FE108F0FDCB}" srcOrd="1" destOrd="0" presId="urn:microsoft.com/office/officeart/2005/8/layout/equation2"/>
    <dgm:cxn modelId="{FA2E8FD2-B02A-40F5-909C-59E9A001BFA2}" srcId="{8147272F-33DA-4189-BBA2-7B04D4B28F03}" destId="{0D1D2007-7EA8-4F0B-B3A8-2745334D2F03}" srcOrd="0" destOrd="0" parTransId="{6087B65C-A896-42EE-9913-65B8B37D3144}" sibTransId="{4432A1C4-E03E-4834-B7BD-CCA2F02CF41F}"/>
    <dgm:cxn modelId="{EE64DCDF-4996-4595-8D4A-A4084E15639F}" type="presOf" srcId="{23B09A65-91C9-4DC1-842E-82DEA4E66605}" destId="{18A36297-2EBE-484E-9B6B-73152EB16118}" srcOrd="0" destOrd="0" presId="urn:microsoft.com/office/officeart/2005/8/layout/equation2"/>
    <dgm:cxn modelId="{6B8A717A-B96C-4484-B74B-10748EEEB0C4}" type="presParOf" srcId="{764CDDD2-E7B4-4376-8D30-54C4056768D9}" destId="{2DDD2EB2-4755-4288-A012-31B844C0F578}" srcOrd="0" destOrd="0" presId="urn:microsoft.com/office/officeart/2005/8/layout/equation2"/>
    <dgm:cxn modelId="{35E228C6-279F-4670-AA30-229390A25741}" type="presParOf" srcId="{2DDD2EB2-4755-4288-A012-31B844C0F578}" destId="{48A1F6BE-3851-4281-B055-2D1E9A33957A}" srcOrd="0" destOrd="0" presId="urn:microsoft.com/office/officeart/2005/8/layout/equation2"/>
    <dgm:cxn modelId="{0F23C96B-1852-43FA-999B-0AE28D1AF184}" type="presParOf" srcId="{2DDD2EB2-4755-4288-A012-31B844C0F578}" destId="{EED1AABD-AC1A-4F46-AAB8-B637D7D6E5D3}" srcOrd="1" destOrd="0" presId="urn:microsoft.com/office/officeart/2005/8/layout/equation2"/>
    <dgm:cxn modelId="{A65E95B6-1E2B-4EAC-A057-AA51E9C67CB3}" type="presParOf" srcId="{2DDD2EB2-4755-4288-A012-31B844C0F578}" destId="{01623E96-19DD-422E-AFBA-23436403815C}" srcOrd="2" destOrd="0" presId="urn:microsoft.com/office/officeart/2005/8/layout/equation2"/>
    <dgm:cxn modelId="{9671F79D-BBF2-4143-981D-F0B6E18BF42E}" type="presParOf" srcId="{2DDD2EB2-4755-4288-A012-31B844C0F578}" destId="{7407E43B-44F7-4D4F-96E0-8D163E3BBF93}" srcOrd="3" destOrd="0" presId="urn:microsoft.com/office/officeart/2005/8/layout/equation2"/>
    <dgm:cxn modelId="{8D9E622E-81F4-4108-BD88-88C4A3F9B563}" type="presParOf" srcId="{2DDD2EB2-4755-4288-A012-31B844C0F578}" destId="{A400236E-6D3D-4485-AE56-8EA38A62D126}" srcOrd="4" destOrd="0" presId="urn:microsoft.com/office/officeart/2005/8/layout/equation2"/>
    <dgm:cxn modelId="{BE28DA38-B8EE-4AC0-918E-55626AE8F88A}" type="presParOf" srcId="{764CDDD2-E7B4-4376-8D30-54C4056768D9}" destId="{F2DF87A5-7FE3-495D-89CC-44E0A3CC1364}" srcOrd="1" destOrd="0" presId="urn:microsoft.com/office/officeart/2005/8/layout/equation2"/>
    <dgm:cxn modelId="{7C66E391-CDAB-4914-8673-31BEC5E73A8E}" type="presParOf" srcId="{F2DF87A5-7FE3-495D-89CC-44E0A3CC1364}" destId="{2AE0831D-8F04-48D7-9B87-8FE108F0FDCB}" srcOrd="0" destOrd="0" presId="urn:microsoft.com/office/officeart/2005/8/layout/equation2"/>
    <dgm:cxn modelId="{4786DB68-6513-41C6-A0FA-2C8F1EC03493}" type="presParOf" srcId="{764CDDD2-E7B4-4376-8D30-54C4056768D9}" destId="{18A36297-2EBE-484E-9B6B-73152EB16118}" srcOrd="2" destOrd="0" presId="urn:microsoft.com/office/officeart/2005/8/layout/equati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09A2F58-71A3-4485-B32A-6EC15AA28327}" type="doc">
      <dgm:prSet loTypeId="urn:microsoft.com/office/officeart/2005/8/layout/matrix2" loCatId="matrix" qsTypeId="urn:microsoft.com/office/officeart/2005/8/quickstyle/3d2#2" qsCatId="3D" csTypeId="urn:microsoft.com/office/officeart/2005/8/colors/colorful4" csCatId="colorful" phldr="1"/>
      <dgm:spPr/>
      <dgm:t>
        <a:bodyPr/>
        <a:lstStyle/>
        <a:p>
          <a:endParaRPr lang="en-US"/>
        </a:p>
      </dgm:t>
    </dgm:pt>
    <dgm:pt modelId="{8352672B-5005-4B63-92CA-37001A42FB85}">
      <dgm:prSet phldrT="[Text]" custT="1"/>
      <dgm:spPr/>
      <dgm:t>
        <a:bodyPr/>
        <a:lstStyle/>
        <a:p>
          <a:pPr algn="just"/>
          <a:r>
            <a:rPr lang="en-US" sz="2800">
              <a:latin typeface="Times New Roman" pitchFamily="18" charset="0"/>
              <a:cs typeface="Times New Roman" pitchFamily="18" charset="0"/>
            </a:rPr>
            <a:t>Trách nhiệm hình sự</a:t>
          </a:r>
        </a:p>
        <a:p>
          <a:pPr algn="just"/>
          <a:r>
            <a:rPr lang="en-US" sz="2200">
              <a:latin typeface="Times New Roman" pitchFamily="18" charset="0"/>
              <a:cs typeface="Times New Roman" pitchFamily="18" charset="0"/>
            </a:rPr>
            <a:t>- Áp dụng đới với tội phạm</a:t>
          </a:r>
        </a:p>
        <a:p>
          <a:pPr algn="just"/>
          <a:r>
            <a:rPr lang="en-US" sz="2200">
              <a:latin typeface="Times New Roman" pitchFamily="18" charset="0"/>
              <a:cs typeface="Times New Roman" pitchFamily="18" charset="0"/>
            </a:rPr>
            <a:t>- Hình thức: Hình phạt</a:t>
          </a:r>
        </a:p>
        <a:p>
          <a:pPr algn="just"/>
          <a:r>
            <a:rPr lang="en-US" sz="2200">
              <a:latin typeface="Times New Roman" pitchFamily="18" charset="0"/>
              <a:cs typeface="Times New Roman" pitchFamily="18" charset="0"/>
            </a:rPr>
            <a:t>- Chủ thể áp dụng: Tòa Án</a:t>
          </a:r>
        </a:p>
      </dgm:t>
    </dgm:pt>
    <dgm:pt modelId="{CFCF05BC-9AE8-42BC-89F9-02EFFA565A97}" type="parTrans" cxnId="{D02ADE6F-2200-4162-9CBD-92F668719A28}">
      <dgm:prSet/>
      <dgm:spPr/>
      <dgm:t>
        <a:bodyPr/>
        <a:lstStyle/>
        <a:p>
          <a:endParaRPr lang="en-US"/>
        </a:p>
      </dgm:t>
    </dgm:pt>
    <dgm:pt modelId="{50256039-5F82-4273-BA1F-62382FEC35A5}" type="sibTrans" cxnId="{D02ADE6F-2200-4162-9CBD-92F668719A28}">
      <dgm:prSet/>
      <dgm:spPr/>
      <dgm:t>
        <a:bodyPr/>
        <a:lstStyle/>
        <a:p>
          <a:endParaRPr lang="en-US"/>
        </a:p>
      </dgm:t>
    </dgm:pt>
    <dgm:pt modelId="{BFCA3905-396E-49C9-98C7-9D46E3BAC093}">
      <dgm:prSet phldrT="[Text]" custT="1"/>
      <dgm:spPr/>
      <dgm:t>
        <a:bodyPr/>
        <a:lstStyle/>
        <a:p>
          <a:pPr algn="ctr"/>
          <a:r>
            <a:rPr lang="en-US" sz="3200">
              <a:latin typeface="Times New Roman" pitchFamily="18" charset="0"/>
              <a:cs typeface="Times New Roman" pitchFamily="18" charset="0"/>
            </a:rPr>
            <a:t> </a:t>
          </a:r>
          <a:r>
            <a:rPr lang="en-US" sz="2800">
              <a:latin typeface="Times New Roman" pitchFamily="18" charset="0"/>
              <a:cs typeface="Times New Roman" pitchFamily="18" charset="0"/>
            </a:rPr>
            <a:t>Trách nhiệm dân sự</a:t>
          </a:r>
        </a:p>
        <a:p>
          <a:pPr algn="just"/>
          <a:r>
            <a:rPr lang="en-US" sz="2200">
              <a:latin typeface="Times New Roman" pitchFamily="18" charset="0"/>
              <a:cs typeface="Times New Roman" pitchFamily="18" charset="0"/>
            </a:rPr>
            <a:t>- </a:t>
          </a:r>
          <a:r>
            <a:rPr lang="en-US" sz="2000">
              <a:latin typeface="Times New Roman" pitchFamily="18" charset="0"/>
              <a:cs typeface="Times New Roman" pitchFamily="18" charset="0"/>
            </a:rPr>
            <a:t>Áp dụng với:cá nhân hoặc tổ chức</a:t>
          </a:r>
        </a:p>
        <a:p>
          <a:pPr algn="just"/>
          <a:r>
            <a:rPr lang="en-US" sz="2000">
              <a:latin typeface="Times New Roman" pitchFamily="18" charset="0"/>
              <a:cs typeface="Times New Roman" pitchFamily="18" charset="0"/>
            </a:rPr>
            <a:t>- Hình thức: Bồi thường, đính chính, xin lỗi. . .</a:t>
          </a:r>
        </a:p>
        <a:p>
          <a:pPr algn="just"/>
          <a:r>
            <a:rPr lang="en-US" sz="2000">
              <a:latin typeface="Times New Roman" pitchFamily="18" charset="0"/>
              <a:cs typeface="Times New Roman" pitchFamily="18" charset="0"/>
            </a:rPr>
            <a:t>- Chủ thể áp dụng: Các bên, TA, Trọng tài</a:t>
          </a:r>
        </a:p>
      </dgm:t>
    </dgm:pt>
    <dgm:pt modelId="{1BEBDE98-444B-404F-AA57-DE8D96964FE2}" type="parTrans" cxnId="{EB26AF2D-0644-44A1-BED4-447A2A420542}">
      <dgm:prSet/>
      <dgm:spPr/>
      <dgm:t>
        <a:bodyPr/>
        <a:lstStyle/>
        <a:p>
          <a:endParaRPr lang="en-US"/>
        </a:p>
      </dgm:t>
    </dgm:pt>
    <dgm:pt modelId="{912A0542-93D4-44BE-9353-4E4B3D5ABAB7}" type="sibTrans" cxnId="{EB26AF2D-0644-44A1-BED4-447A2A420542}">
      <dgm:prSet/>
      <dgm:spPr/>
      <dgm:t>
        <a:bodyPr/>
        <a:lstStyle/>
        <a:p>
          <a:endParaRPr lang="en-US"/>
        </a:p>
      </dgm:t>
    </dgm:pt>
    <dgm:pt modelId="{B1759CD6-1430-4531-97F4-5140B6B832F8}">
      <dgm:prSet phldrT="[Text]" custT="1"/>
      <dgm:spPr/>
      <dgm:t>
        <a:bodyPr/>
        <a:lstStyle/>
        <a:p>
          <a:pPr algn="ctr"/>
          <a:r>
            <a:rPr lang="en-US" sz="3100"/>
            <a:t> </a:t>
          </a:r>
          <a:r>
            <a:rPr lang="en-US" sz="2400">
              <a:latin typeface="Times New Roman" pitchFamily="18" charset="0"/>
              <a:cs typeface="Times New Roman" pitchFamily="18" charset="0"/>
            </a:rPr>
            <a:t>Trách nhiệm hành chính</a:t>
          </a:r>
        </a:p>
        <a:p>
          <a:pPr algn="just"/>
          <a:r>
            <a:rPr lang="en-US" sz="2200">
              <a:latin typeface="Times New Roman" pitchFamily="18" charset="0"/>
              <a:cs typeface="Times New Roman" pitchFamily="18" charset="0"/>
            </a:rPr>
            <a:t>- Áp dụng với:Cá nhân hoặc tổ chức</a:t>
          </a:r>
        </a:p>
        <a:p>
          <a:pPr algn="just"/>
          <a:r>
            <a:rPr lang="en-US" sz="2200">
              <a:latin typeface="Times New Roman" pitchFamily="18" charset="0"/>
              <a:cs typeface="Times New Roman" pitchFamily="18" charset="0"/>
            </a:rPr>
            <a:t>- Hình thức: xử phạt (cảnh cáo, phạt tiền, trục xuất. .)</a:t>
          </a:r>
        </a:p>
        <a:p>
          <a:pPr algn="just"/>
          <a:r>
            <a:rPr lang="en-US" sz="2200">
              <a:latin typeface="Times New Roman" pitchFamily="18" charset="0"/>
              <a:cs typeface="Times New Roman" pitchFamily="18" charset="0"/>
            </a:rPr>
            <a:t>- Chủ thể áp dụng: Chủ thể có thẩm quyền tiến hành</a:t>
          </a:r>
        </a:p>
      </dgm:t>
    </dgm:pt>
    <dgm:pt modelId="{B17CF1AA-EF93-4727-95EC-A7B949C29A79}" type="parTrans" cxnId="{44C4E019-6C62-4C17-AB55-25D4F3C0594B}">
      <dgm:prSet/>
      <dgm:spPr/>
      <dgm:t>
        <a:bodyPr/>
        <a:lstStyle/>
        <a:p>
          <a:endParaRPr lang="en-US"/>
        </a:p>
      </dgm:t>
    </dgm:pt>
    <dgm:pt modelId="{152E4237-4FC5-4377-BB56-0C51359D5D19}" type="sibTrans" cxnId="{44C4E019-6C62-4C17-AB55-25D4F3C0594B}">
      <dgm:prSet/>
      <dgm:spPr/>
      <dgm:t>
        <a:bodyPr/>
        <a:lstStyle/>
        <a:p>
          <a:endParaRPr lang="en-US"/>
        </a:p>
      </dgm:t>
    </dgm:pt>
    <dgm:pt modelId="{7A34CE26-0C5F-487B-AA8A-200E4D93BCDF}">
      <dgm:prSet phldrT="[Text]" custT="1"/>
      <dgm:spPr/>
      <dgm:t>
        <a:bodyPr/>
        <a:lstStyle/>
        <a:p>
          <a:pPr algn="ctr"/>
          <a:r>
            <a:rPr lang="en-US" sz="2400">
              <a:latin typeface="Times New Roman" pitchFamily="18" charset="0"/>
              <a:cs typeface="Times New Roman" pitchFamily="18" charset="0"/>
            </a:rPr>
            <a:t>Trách nhiệm kỉ luật</a:t>
          </a:r>
        </a:p>
        <a:p>
          <a:pPr algn="just"/>
          <a:r>
            <a:rPr lang="en-US" sz="2000">
              <a:latin typeface="Times New Roman" pitchFamily="18" charset="0"/>
              <a:cs typeface="Times New Roman" pitchFamily="18" charset="0"/>
            </a:rPr>
            <a:t>- Áp dụng với: Cá nhân trong tổ chức</a:t>
          </a:r>
        </a:p>
        <a:p>
          <a:pPr algn="just"/>
          <a:r>
            <a:rPr lang="en-US" sz="2000">
              <a:latin typeface="Times New Roman" pitchFamily="18" charset="0"/>
              <a:cs typeface="Times New Roman" pitchFamily="18" charset="0"/>
            </a:rPr>
            <a:t>- Hình thức: Khiển trách, cảnh cáo, cách chức. . .</a:t>
          </a:r>
        </a:p>
        <a:p>
          <a:pPr algn="just"/>
          <a:r>
            <a:rPr lang="en-US" sz="2000">
              <a:latin typeface="Times New Roman" pitchFamily="18" charset="0"/>
              <a:cs typeface="Times New Roman" pitchFamily="18" charset="0"/>
            </a:rPr>
            <a:t>- Chủ thể áp dụng: Đại diện hợp pháp của tổ chức</a:t>
          </a:r>
        </a:p>
      </dgm:t>
    </dgm:pt>
    <dgm:pt modelId="{1CF298AC-FA06-44B9-BF83-24203E3CC61D}" type="parTrans" cxnId="{BF51A578-F964-47C7-A382-E9066F22F817}">
      <dgm:prSet/>
      <dgm:spPr/>
      <dgm:t>
        <a:bodyPr/>
        <a:lstStyle/>
        <a:p>
          <a:endParaRPr lang="en-US"/>
        </a:p>
      </dgm:t>
    </dgm:pt>
    <dgm:pt modelId="{E58C01AA-FD27-407B-BA2E-31D83ECD088A}" type="sibTrans" cxnId="{BF51A578-F964-47C7-A382-E9066F22F817}">
      <dgm:prSet/>
      <dgm:spPr/>
      <dgm:t>
        <a:bodyPr/>
        <a:lstStyle/>
        <a:p>
          <a:endParaRPr lang="en-US"/>
        </a:p>
      </dgm:t>
    </dgm:pt>
    <dgm:pt modelId="{D11AF53F-59AF-498D-B54E-6D8D235DF095}" type="pres">
      <dgm:prSet presAssocID="{A09A2F58-71A3-4485-B32A-6EC15AA28327}" presName="matrix" presStyleCnt="0">
        <dgm:presLayoutVars>
          <dgm:chMax val="1"/>
          <dgm:dir/>
          <dgm:resizeHandles val="exact"/>
        </dgm:presLayoutVars>
      </dgm:prSet>
      <dgm:spPr/>
    </dgm:pt>
    <dgm:pt modelId="{D4BC7D7F-B0B8-4AB5-BAF0-2BE182EA9ADB}" type="pres">
      <dgm:prSet presAssocID="{A09A2F58-71A3-4485-B32A-6EC15AA28327}" presName="axisShape" presStyleLbl="bgShp" presStyleIdx="0" presStyleCnt="1" custScaleX="166667"/>
      <dgm:spPr/>
    </dgm:pt>
    <dgm:pt modelId="{8A295F36-4497-4667-BE44-7A22342A108F}" type="pres">
      <dgm:prSet presAssocID="{A09A2F58-71A3-4485-B32A-6EC15AA28327}" presName="rect1" presStyleLbl="node1" presStyleIdx="0" presStyleCnt="4" custScaleX="193543" custScaleY="116667" custLinFactNeighborX="-49166" custLinFactNeighborY="-7917">
        <dgm:presLayoutVars>
          <dgm:chMax val="0"/>
          <dgm:chPref val="0"/>
          <dgm:bulletEnabled val="1"/>
        </dgm:presLayoutVars>
      </dgm:prSet>
      <dgm:spPr/>
    </dgm:pt>
    <dgm:pt modelId="{BDB96EE3-5103-4A57-ACA5-53F409481AFB}" type="pres">
      <dgm:prSet presAssocID="{A09A2F58-71A3-4485-B32A-6EC15AA28327}" presName="rect2" presStyleLbl="node1" presStyleIdx="1" presStyleCnt="4" custScaleX="193021" custScaleY="117709" custLinFactNeighborX="50000" custLinFactNeighborY="-7917">
        <dgm:presLayoutVars>
          <dgm:chMax val="0"/>
          <dgm:chPref val="0"/>
          <dgm:bulletEnabled val="1"/>
        </dgm:presLayoutVars>
      </dgm:prSet>
      <dgm:spPr/>
    </dgm:pt>
    <dgm:pt modelId="{98AE24E8-2FD3-4863-A2B3-6BCF54DAB3D7}" type="pres">
      <dgm:prSet presAssocID="{A09A2F58-71A3-4485-B32A-6EC15AA28327}" presName="rect3" presStyleLbl="node1" presStyleIdx="2" presStyleCnt="4" custScaleX="204377" custScaleY="125520" custLinFactNeighborX="-46093" custLinFactNeighborY="7396">
        <dgm:presLayoutVars>
          <dgm:chMax val="0"/>
          <dgm:chPref val="0"/>
          <dgm:bulletEnabled val="1"/>
        </dgm:presLayoutVars>
      </dgm:prSet>
      <dgm:spPr/>
    </dgm:pt>
    <dgm:pt modelId="{25FD16BF-E9FE-47C5-9515-618F6F04A877}" type="pres">
      <dgm:prSet presAssocID="{A09A2F58-71A3-4485-B32A-6EC15AA28327}" presName="rect4" presStyleLbl="node1" presStyleIdx="3" presStyleCnt="4" custScaleX="189792" custScaleY="116667" custLinFactNeighborX="43959" custLinFactNeighborY="3490">
        <dgm:presLayoutVars>
          <dgm:chMax val="0"/>
          <dgm:chPref val="0"/>
          <dgm:bulletEnabled val="1"/>
        </dgm:presLayoutVars>
      </dgm:prSet>
      <dgm:spPr/>
    </dgm:pt>
  </dgm:ptLst>
  <dgm:cxnLst>
    <dgm:cxn modelId="{44C4E019-6C62-4C17-AB55-25D4F3C0594B}" srcId="{A09A2F58-71A3-4485-B32A-6EC15AA28327}" destId="{B1759CD6-1430-4531-97F4-5140B6B832F8}" srcOrd="2" destOrd="0" parTransId="{B17CF1AA-EF93-4727-95EC-A7B949C29A79}" sibTransId="{152E4237-4FC5-4377-BB56-0C51359D5D19}"/>
    <dgm:cxn modelId="{EB26AF2D-0644-44A1-BED4-447A2A420542}" srcId="{A09A2F58-71A3-4485-B32A-6EC15AA28327}" destId="{BFCA3905-396E-49C9-98C7-9D46E3BAC093}" srcOrd="1" destOrd="0" parTransId="{1BEBDE98-444B-404F-AA57-DE8D96964FE2}" sibTransId="{912A0542-93D4-44BE-9353-4E4B3D5ABAB7}"/>
    <dgm:cxn modelId="{187CCF68-6D47-4452-A95C-66811BDA2F08}" type="presOf" srcId="{B1759CD6-1430-4531-97F4-5140B6B832F8}" destId="{98AE24E8-2FD3-4863-A2B3-6BCF54DAB3D7}" srcOrd="0" destOrd="0" presId="urn:microsoft.com/office/officeart/2005/8/layout/matrix2"/>
    <dgm:cxn modelId="{4E16F869-53B9-4422-9EA1-7B771607B1F2}" type="presOf" srcId="{A09A2F58-71A3-4485-B32A-6EC15AA28327}" destId="{D11AF53F-59AF-498D-B54E-6D8D235DF095}" srcOrd="0" destOrd="0" presId="urn:microsoft.com/office/officeart/2005/8/layout/matrix2"/>
    <dgm:cxn modelId="{D02ADE6F-2200-4162-9CBD-92F668719A28}" srcId="{A09A2F58-71A3-4485-B32A-6EC15AA28327}" destId="{8352672B-5005-4B63-92CA-37001A42FB85}" srcOrd="0" destOrd="0" parTransId="{CFCF05BC-9AE8-42BC-89F9-02EFFA565A97}" sibTransId="{50256039-5F82-4273-BA1F-62382FEC35A5}"/>
    <dgm:cxn modelId="{BF51A578-F964-47C7-A382-E9066F22F817}" srcId="{A09A2F58-71A3-4485-B32A-6EC15AA28327}" destId="{7A34CE26-0C5F-487B-AA8A-200E4D93BCDF}" srcOrd="3" destOrd="0" parTransId="{1CF298AC-FA06-44B9-BF83-24203E3CC61D}" sibTransId="{E58C01AA-FD27-407B-BA2E-31D83ECD088A}"/>
    <dgm:cxn modelId="{647EAB86-246B-4F78-8074-BD92861CCB01}" type="presOf" srcId="{8352672B-5005-4B63-92CA-37001A42FB85}" destId="{8A295F36-4497-4667-BE44-7A22342A108F}" srcOrd="0" destOrd="0" presId="urn:microsoft.com/office/officeart/2005/8/layout/matrix2"/>
    <dgm:cxn modelId="{14960B90-4CA2-4770-B4C4-D0ED795D421D}" type="presOf" srcId="{BFCA3905-396E-49C9-98C7-9D46E3BAC093}" destId="{BDB96EE3-5103-4A57-ACA5-53F409481AFB}" srcOrd="0" destOrd="0" presId="urn:microsoft.com/office/officeart/2005/8/layout/matrix2"/>
    <dgm:cxn modelId="{982A46E3-867B-4481-9417-B2833A0FAFF6}" type="presOf" srcId="{7A34CE26-0C5F-487B-AA8A-200E4D93BCDF}" destId="{25FD16BF-E9FE-47C5-9515-618F6F04A877}" srcOrd="0" destOrd="0" presId="urn:microsoft.com/office/officeart/2005/8/layout/matrix2"/>
    <dgm:cxn modelId="{43461DE1-B3D3-42AD-B185-904E50E6A4FC}" type="presParOf" srcId="{D11AF53F-59AF-498D-B54E-6D8D235DF095}" destId="{D4BC7D7F-B0B8-4AB5-BAF0-2BE182EA9ADB}" srcOrd="0" destOrd="0" presId="urn:microsoft.com/office/officeart/2005/8/layout/matrix2"/>
    <dgm:cxn modelId="{749C75D8-A937-4BE1-9CD1-22EB308A81BB}" type="presParOf" srcId="{D11AF53F-59AF-498D-B54E-6D8D235DF095}" destId="{8A295F36-4497-4667-BE44-7A22342A108F}" srcOrd="1" destOrd="0" presId="urn:microsoft.com/office/officeart/2005/8/layout/matrix2"/>
    <dgm:cxn modelId="{D34E1601-6958-4AD3-AA7E-7740E5E4AFEF}" type="presParOf" srcId="{D11AF53F-59AF-498D-B54E-6D8D235DF095}" destId="{BDB96EE3-5103-4A57-ACA5-53F409481AFB}" srcOrd="2" destOrd="0" presId="urn:microsoft.com/office/officeart/2005/8/layout/matrix2"/>
    <dgm:cxn modelId="{CEDF6271-A422-4279-9265-A413F2B6A75E}" type="presParOf" srcId="{D11AF53F-59AF-498D-B54E-6D8D235DF095}" destId="{98AE24E8-2FD3-4863-A2B3-6BCF54DAB3D7}" srcOrd="3" destOrd="0" presId="urn:microsoft.com/office/officeart/2005/8/layout/matrix2"/>
    <dgm:cxn modelId="{F35BDD35-F561-45BC-A858-89D15BAE8EEA}" type="presParOf" srcId="{D11AF53F-59AF-498D-B54E-6D8D235DF095}" destId="{25FD16BF-E9FE-47C5-9515-618F6F04A877}"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7BC94-4932-4805-9274-2C4A648352BB}">
      <dsp:nvSpPr>
        <dsp:cNvPr id="0" name=""/>
        <dsp:cNvSpPr/>
      </dsp:nvSpPr>
      <dsp:spPr>
        <a:xfrm>
          <a:off x="2557811" y="1585"/>
          <a:ext cx="2286010" cy="1061968"/>
        </a:xfrm>
        <a:prstGeom prst="round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latin typeface="Times New Roman" pitchFamily="18" charset="0"/>
              <a:cs typeface="Times New Roman" pitchFamily="18" charset="0"/>
            </a:rPr>
            <a:t>Hành vi xác định của chủ thể </a:t>
          </a:r>
        </a:p>
      </dsp:txBody>
      <dsp:txXfrm>
        <a:off x="2609652" y="53426"/>
        <a:ext cx="2182328" cy="958286"/>
      </dsp:txXfrm>
    </dsp:sp>
    <dsp:sp modelId="{E0851576-2A7D-48A8-8CEC-A064ED00D382}">
      <dsp:nvSpPr>
        <dsp:cNvPr id="0" name=""/>
        <dsp:cNvSpPr/>
      </dsp:nvSpPr>
      <dsp:spPr>
        <a:xfrm>
          <a:off x="1947386" y="532569"/>
          <a:ext cx="3506860" cy="3506860"/>
        </a:xfrm>
        <a:custGeom>
          <a:avLst/>
          <a:gdLst/>
          <a:ahLst/>
          <a:cxnLst/>
          <a:rect l="0" t="0" r="0" b="0"/>
          <a:pathLst>
            <a:path>
              <a:moveTo>
                <a:pt x="3034557" y="556253"/>
              </a:moveTo>
              <a:arcTo wR="1753430" hR="1753430" stAng="19016406" swAng="1150497"/>
            </a:path>
          </a:pathLst>
        </a:custGeom>
        <a:noFill/>
        <a:ln w="9525" cap="flat" cmpd="sng" algn="ctr">
          <a:solidFill>
            <a:schemeClr val="accent4">
              <a:hueOff val="0"/>
              <a:satOff val="0"/>
              <a:lumOff val="0"/>
              <a:alphaOff val="0"/>
            </a:schemeClr>
          </a:solidFill>
          <a:prstDash val="solid"/>
          <a:tailEnd type="arrow"/>
        </a:ln>
        <a:effectLst/>
        <a:scene3d>
          <a:camera prst="orthographicFront"/>
          <a:lightRig rig="chilly" dir="t"/>
        </a:scene3d>
        <a:sp3d z="-40000" prstMaterial="matte"/>
      </dsp:spPr>
      <dsp:style>
        <a:lnRef idx="1">
          <a:scrgbClr r="0" g="0" b="0"/>
        </a:lnRef>
        <a:fillRef idx="0">
          <a:scrgbClr r="0" g="0" b="0"/>
        </a:fillRef>
        <a:effectRef idx="0">
          <a:scrgbClr r="0" g="0" b="0"/>
        </a:effectRef>
        <a:fontRef idx="minor"/>
      </dsp:style>
    </dsp:sp>
    <dsp:sp modelId="{11A7E158-0E8B-40E0-A3CD-6EC1075B1967}">
      <dsp:nvSpPr>
        <dsp:cNvPr id="0" name=""/>
        <dsp:cNvSpPr/>
      </dsp:nvSpPr>
      <dsp:spPr>
        <a:xfrm>
          <a:off x="3941309" y="1755015"/>
          <a:ext cx="3025875" cy="1061968"/>
        </a:xfrm>
        <a:prstGeom prst="roundRect">
          <a:avLst/>
        </a:prstGeom>
        <a:solidFill>
          <a:schemeClr val="accent4">
            <a:hueOff val="6807678"/>
            <a:satOff val="-7995"/>
            <a:lumOff val="3072"/>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latin typeface="Times New Roman" pitchFamily="18" charset="0"/>
              <a:cs typeface="Times New Roman" pitchFamily="18" charset="0"/>
            </a:rPr>
            <a:t>Do chủ thể đủ năng lực trách nhiệm pháp  lý thực hiện</a:t>
          </a:r>
        </a:p>
      </dsp:txBody>
      <dsp:txXfrm>
        <a:off x="3993150" y="1806856"/>
        <a:ext cx="2922193" cy="958286"/>
      </dsp:txXfrm>
    </dsp:sp>
    <dsp:sp modelId="{6C3CEFF0-CA66-4BD6-AFBB-A036D05222A3}">
      <dsp:nvSpPr>
        <dsp:cNvPr id="0" name=""/>
        <dsp:cNvSpPr/>
      </dsp:nvSpPr>
      <dsp:spPr>
        <a:xfrm>
          <a:off x="1633417" y="218600"/>
          <a:ext cx="3506860" cy="3506860"/>
        </a:xfrm>
        <a:custGeom>
          <a:avLst/>
          <a:gdLst/>
          <a:ahLst/>
          <a:cxnLst/>
          <a:rect l="0" t="0" r="0" b="0"/>
          <a:pathLst>
            <a:path>
              <a:moveTo>
                <a:pt x="3186248" y="2764147"/>
              </a:moveTo>
              <a:arcTo wR="1753430" hR="1753430" stAng="2111960" swAng="1176080"/>
            </a:path>
          </a:pathLst>
        </a:custGeom>
        <a:noFill/>
        <a:ln w="9525" cap="flat" cmpd="sng" algn="ctr">
          <a:solidFill>
            <a:schemeClr val="accent4">
              <a:hueOff val="6807678"/>
              <a:satOff val="-7995"/>
              <a:lumOff val="3072"/>
              <a:alphaOff val="0"/>
            </a:schemeClr>
          </a:solidFill>
          <a:prstDash val="solid"/>
          <a:tailEnd type="arrow"/>
        </a:ln>
        <a:effectLst/>
        <a:scene3d>
          <a:camera prst="orthographicFront"/>
          <a:lightRig rig="chilly" dir="t"/>
        </a:scene3d>
        <a:sp3d z="-40000" prstMaterial="matte"/>
      </dsp:spPr>
      <dsp:style>
        <a:lnRef idx="1">
          <a:scrgbClr r="0" g="0" b="0"/>
        </a:lnRef>
        <a:fillRef idx="0">
          <a:scrgbClr r="0" g="0" b="0"/>
        </a:fillRef>
        <a:effectRef idx="0">
          <a:scrgbClr r="0" g="0" b="0"/>
        </a:effectRef>
        <a:fontRef idx="minor"/>
      </dsp:style>
    </dsp:sp>
    <dsp:sp modelId="{2FD4871A-6082-4D7B-B351-8BF71AEFC839}">
      <dsp:nvSpPr>
        <dsp:cNvPr id="0" name=""/>
        <dsp:cNvSpPr/>
      </dsp:nvSpPr>
      <dsp:spPr>
        <a:xfrm>
          <a:off x="2395183" y="3508446"/>
          <a:ext cx="2611266" cy="1061968"/>
        </a:xfrm>
        <a:prstGeom prst="roundRect">
          <a:avLst/>
        </a:prstGeom>
        <a:solidFill>
          <a:schemeClr val="accent4">
            <a:hueOff val="13615356"/>
            <a:satOff val="-15991"/>
            <a:lumOff val="6144"/>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latin typeface="Times New Roman" pitchFamily="18" charset="0"/>
              <a:cs typeface="Times New Roman" pitchFamily="18" charset="0"/>
            </a:rPr>
            <a:t>Có lỗi của chủ thể </a:t>
          </a:r>
        </a:p>
      </dsp:txBody>
      <dsp:txXfrm>
        <a:off x="2447024" y="3560287"/>
        <a:ext cx="2507584" cy="958286"/>
      </dsp:txXfrm>
    </dsp:sp>
    <dsp:sp modelId="{7BB7B854-F159-480C-9129-74564914EAD2}">
      <dsp:nvSpPr>
        <dsp:cNvPr id="0" name=""/>
        <dsp:cNvSpPr/>
      </dsp:nvSpPr>
      <dsp:spPr>
        <a:xfrm>
          <a:off x="2261355" y="218600"/>
          <a:ext cx="3506860" cy="3506860"/>
        </a:xfrm>
        <a:custGeom>
          <a:avLst/>
          <a:gdLst/>
          <a:ahLst/>
          <a:cxnLst/>
          <a:rect l="0" t="0" r="0" b="0"/>
          <a:pathLst>
            <a:path>
              <a:moveTo>
                <a:pt x="742713" y="3186248"/>
              </a:moveTo>
              <a:arcTo wR="1753430" hR="1753430" stAng="7511960" swAng="1176080"/>
            </a:path>
          </a:pathLst>
        </a:custGeom>
        <a:noFill/>
        <a:ln w="9525" cap="flat" cmpd="sng" algn="ctr">
          <a:solidFill>
            <a:schemeClr val="accent4">
              <a:hueOff val="13615356"/>
              <a:satOff val="-15991"/>
              <a:lumOff val="6144"/>
              <a:alphaOff val="0"/>
            </a:schemeClr>
          </a:solidFill>
          <a:prstDash val="solid"/>
          <a:tailEnd type="arrow"/>
        </a:ln>
        <a:effectLst/>
        <a:scene3d>
          <a:camera prst="orthographicFront"/>
          <a:lightRig rig="chilly" dir="t"/>
        </a:scene3d>
        <a:sp3d z="-40000" prstMaterial="matte"/>
      </dsp:spPr>
      <dsp:style>
        <a:lnRef idx="1">
          <a:scrgbClr r="0" g="0" b="0"/>
        </a:lnRef>
        <a:fillRef idx="0">
          <a:scrgbClr r="0" g="0" b="0"/>
        </a:fillRef>
        <a:effectRef idx="0">
          <a:scrgbClr r="0" g="0" b="0"/>
        </a:effectRef>
        <a:fontRef idx="minor"/>
      </dsp:style>
    </dsp:sp>
    <dsp:sp modelId="{D4F63CE5-322E-48FD-8ED8-9A16633F23C4}">
      <dsp:nvSpPr>
        <dsp:cNvPr id="0" name=""/>
        <dsp:cNvSpPr/>
      </dsp:nvSpPr>
      <dsp:spPr>
        <a:xfrm>
          <a:off x="805214" y="1755015"/>
          <a:ext cx="2284343" cy="1061968"/>
        </a:xfrm>
        <a:prstGeom prst="roundRect">
          <a:avLst/>
        </a:prstGeom>
        <a:solidFill>
          <a:schemeClr val="accent4">
            <a:hueOff val="20423033"/>
            <a:satOff val="-23986"/>
            <a:lumOff val="9216"/>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solidFill>
                <a:schemeClr val="tx1"/>
              </a:solidFill>
              <a:latin typeface="Times New Roman" pitchFamily="18" charset="0"/>
              <a:cs typeface="Times New Roman" pitchFamily="18" charset="0"/>
            </a:rPr>
            <a:t>Trái với quy định của pháp luật</a:t>
          </a:r>
        </a:p>
      </dsp:txBody>
      <dsp:txXfrm>
        <a:off x="857055" y="1806856"/>
        <a:ext cx="2180661" cy="958286"/>
      </dsp:txXfrm>
    </dsp:sp>
    <dsp:sp modelId="{3CB7D97A-E272-4DBD-B4AD-F6D02C42E761}">
      <dsp:nvSpPr>
        <dsp:cNvPr id="0" name=""/>
        <dsp:cNvSpPr/>
      </dsp:nvSpPr>
      <dsp:spPr>
        <a:xfrm>
          <a:off x="1947386" y="532569"/>
          <a:ext cx="3506860" cy="3506860"/>
        </a:xfrm>
        <a:custGeom>
          <a:avLst/>
          <a:gdLst/>
          <a:ahLst/>
          <a:cxnLst/>
          <a:rect l="0" t="0" r="0" b="0"/>
          <a:pathLst>
            <a:path>
              <a:moveTo>
                <a:pt x="150163" y="1043464"/>
              </a:moveTo>
              <a:arcTo wR="1753430" hR="1753430" stAng="12233096" swAng="1150497"/>
            </a:path>
          </a:pathLst>
        </a:custGeom>
        <a:noFill/>
        <a:ln w="9525" cap="flat" cmpd="sng" algn="ctr">
          <a:solidFill>
            <a:schemeClr val="accent4">
              <a:hueOff val="20423033"/>
              <a:satOff val="-23986"/>
              <a:lumOff val="9216"/>
              <a:alphaOff val="0"/>
            </a:schemeClr>
          </a:solidFill>
          <a:prstDash val="solid"/>
          <a:tailEnd type="arrow"/>
        </a:ln>
        <a:effectLst/>
        <a:scene3d>
          <a:camera prst="orthographicFront"/>
          <a:lightRig rig="chilly" dir="t"/>
        </a:scene3d>
        <a:sp3d z="-40000" prstMaterial="matte"/>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C7D7F-B0B8-4AB5-BAF0-2BE182EA9ADB}">
      <dsp:nvSpPr>
        <dsp:cNvPr id="0" name=""/>
        <dsp:cNvSpPr/>
      </dsp:nvSpPr>
      <dsp:spPr>
        <a:xfrm>
          <a:off x="76192" y="0"/>
          <a:ext cx="7620015" cy="4572000"/>
        </a:xfrm>
        <a:prstGeom prst="quadArrow">
          <a:avLst>
            <a:gd name="adj1" fmla="val 2000"/>
            <a:gd name="adj2" fmla="val 4000"/>
            <a:gd name="adj3" fmla="val 5000"/>
          </a:avLst>
        </a:prstGeom>
        <a:blipFill>
          <a:blip xmlns:r="http://schemas.openxmlformats.org/officeDocument/2006/relationships" r:embed="rId1">
            <a:duotone>
              <a:schemeClr val="accent4">
                <a:tint val="40000"/>
                <a:hueOff val="0"/>
                <a:satOff val="0"/>
                <a:lumOff val="0"/>
                <a:alphaOff val="0"/>
                <a:shade val="22000"/>
                <a:satMod val="160000"/>
              </a:schemeClr>
              <a:schemeClr val="accent4">
                <a:tint val="40000"/>
                <a:hueOff val="0"/>
                <a:satOff val="0"/>
                <a:lumOff val="0"/>
                <a:alphaOff val="0"/>
                <a:shade val="45000"/>
                <a:satMod val="100000"/>
              </a:schemeClr>
            </a:duotone>
          </a:blip>
          <a:tile tx="0" ty="0" sx="65000" sy="65000" flip="none" algn="ctr"/>
        </a:blip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8A295F36-4497-4667-BE44-7A22342A108F}">
      <dsp:nvSpPr>
        <dsp:cNvPr id="0" name=""/>
        <dsp:cNvSpPr/>
      </dsp:nvSpPr>
      <dsp:spPr>
        <a:xfrm>
          <a:off x="0" y="0"/>
          <a:ext cx="3825264" cy="2133606"/>
        </a:xfrm>
        <a:prstGeom prst="roundRect">
          <a:avLst/>
        </a:prstGeom>
        <a:blipFill>
          <a:blip xmlns:r="http://schemas.openxmlformats.org/officeDocument/2006/relationships" r:embed="rId1">
            <a:duotone>
              <a:schemeClr val="accent4">
                <a:hueOff val="0"/>
                <a:satOff val="0"/>
                <a:lumOff val="0"/>
                <a:alphaOff val="0"/>
                <a:shade val="22000"/>
                <a:satMod val="160000"/>
              </a:schemeClr>
              <a:schemeClr val="accent4">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en-US" sz="3200" kern="1200">
              <a:latin typeface="Times New Roman" pitchFamily="18" charset="0"/>
              <a:cs typeface="Times New Roman" pitchFamily="18" charset="0"/>
            </a:rPr>
            <a:t>Vi phạm hình sự</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Xâm hại đến độc lập, chủ quyền,tính mạng, sức khỏe , TS. . .</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Chủ thể vi phạm Cá nhân</a:t>
          </a:r>
        </a:p>
      </dsp:txBody>
      <dsp:txXfrm>
        <a:off x="104154" y="104154"/>
        <a:ext cx="3616956" cy="1925298"/>
      </dsp:txXfrm>
    </dsp:sp>
    <dsp:sp modelId="{BDB96EE3-5103-4A57-ACA5-53F409481AFB}">
      <dsp:nvSpPr>
        <dsp:cNvPr id="0" name=""/>
        <dsp:cNvSpPr/>
      </dsp:nvSpPr>
      <dsp:spPr>
        <a:xfrm>
          <a:off x="4038603" y="0"/>
          <a:ext cx="3672833" cy="2133606"/>
        </a:xfrm>
        <a:prstGeom prst="roundRect">
          <a:avLst/>
        </a:prstGeom>
        <a:blipFill>
          <a:blip xmlns:r="http://schemas.openxmlformats.org/officeDocument/2006/relationships" r:embed="rId1">
            <a:duotone>
              <a:schemeClr val="accent4">
                <a:hueOff val="6807678"/>
                <a:satOff val="-7995"/>
                <a:lumOff val="3072"/>
                <a:alphaOff val="0"/>
                <a:shade val="22000"/>
                <a:satMod val="160000"/>
              </a:schemeClr>
              <a:schemeClr val="accent4">
                <a:hueOff val="6807678"/>
                <a:satOff val="-7995"/>
                <a:lumOff val="3072"/>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Vi phạm dân sự</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Xâm hại đến quan hệ tài sản; quan hệ nhân thân</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Chủ thể vi phạm: cá nhân hoặc tổ chức</a:t>
          </a:r>
        </a:p>
      </dsp:txBody>
      <dsp:txXfrm>
        <a:off x="4142757" y="104154"/>
        <a:ext cx="3464525" cy="1925298"/>
      </dsp:txXfrm>
    </dsp:sp>
    <dsp:sp modelId="{98AE24E8-2FD3-4863-A2B3-6BCF54DAB3D7}">
      <dsp:nvSpPr>
        <dsp:cNvPr id="0" name=""/>
        <dsp:cNvSpPr/>
      </dsp:nvSpPr>
      <dsp:spPr>
        <a:xfrm>
          <a:off x="0" y="2362196"/>
          <a:ext cx="3977621" cy="2133606"/>
        </a:xfrm>
        <a:prstGeom prst="roundRect">
          <a:avLst/>
        </a:prstGeom>
        <a:blipFill>
          <a:blip xmlns:r="http://schemas.openxmlformats.org/officeDocument/2006/relationships" r:embed="rId1">
            <a:duotone>
              <a:schemeClr val="accent4">
                <a:hueOff val="13615356"/>
                <a:satOff val="-15991"/>
                <a:lumOff val="6144"/>
                <a:alphaOff val="0"/>
                <a:shade val="22000"/>
                <a:satMod val="160000"/>
              </a:schemeClr>
              <a:schemeClr val="accent4">
                <a:hueOff val="13615356"/>
                <a:satOff val="-15991"/>
                <a:lumOff val="6144"/>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latin typeface="Times New Roman" pitchFamily="18" charset="0"/>
              <a:cs typeface="Times New Roman" pitchFamily="18" charset="0"/>
            </a:rPr>
            <a:t>Vi phạm hành chính</a:t>
          </a:r>
        </a:p>
        <a:p>
          <a:pPr marL="0" lvl="0" indent="0" algn="just" defTabSz="1377950">
            <a:lnSpc>
              <a:spcPct val="90000"/>
            </a:lnSpc>
            <a:spcBef>
              <a:spcPct val="0"/>
            </a:spcBef>
            <a:spcAft>
              <a:spcPct val="35000"/>
            </a:spcAft>
            <a:buNone/>
          </a:pPr>
          <a:r>
            <a:rPr lang="en-US" sz="2200" kern="1200">
              <a:latin typeface="Times New Roman" pitchFamily="18" charset="0"/>
              <a:cs typeface="Times New Roman" pitchFamily="18" charset="0"/>
            </a:rPr>
            <a:t>- Xâm phạm đến quy tắc quản lý của nhà nước</a:t>
          </a:r>
        </a:p>
        <a:p>
          <a:pPr marL="0" lvl="0" indent="0" algn="just" defTabSz="1377950">
            <a:lnSpc>
              <a:spcPct val="90000"/>
            </a:lnSpc>
            <a:spcBef>
              <a:spcPct val="0"/>
            </a:spcBef>
            <a:spcAft>
              <a:spcPct val="35000"/>
            </a:spcAft>
            <a:buNone/>
          </a:pPr>
          <a:r>
            <a:rPr lang="en-US" sz="2200" kern="1200">
              <a:latin typeface="Times New Roman" pitchFamily="18" charset="0"/>
              <a:cs typeface="Times New Roman" pitchFamily="18" charset="0"/>
            </a:rPr>
            <a:t>- Chủ thể vi phạm: Cá nhân hoặc tổ chức</a:t>
          </a:r>
        </a:p>
      </dsp:txBody>
      <dsp:txXfrm>
        <a:off x="104154" y="2466350"/>
        <a:ext cx="3769313" cy="1925298"/>
      </dsp:txXfrm>
    </dsp:sp>
    <dsp:sp modelId="{25FD16BF-E9FE-47C5-9515-618F6F04A877}">
      <dsp:nvSpPr>
        <dsp:cNvPr id="0" name=""/>
        <dsp:cNvSpPr/>
      </dsp:nvSpPr>
      <dsp:spPr>
        <a:xfrm>
          <a:off x="4038603" y="2285990"/>
          <a:ext cx="3672833" cy="2133606"/>
        </a:xfrm>
        <a:prstGeom prst="roundRect">
          <a:avLst/>
        </a:prstGeom>
        <a:blipFill>
          <a:blip xmlns:r="http://schemas.openxmlformats.org/officeDocument/2006/relationships" r:embed="rId1">
            <a:duotone>
              <a:schemeClr val="accent4">
                <a:hueOff val="20423033"/>
                <a:satOff val="-23986"/>
                <a:lumOff val="9216"/>
                <a:alphaOff val="0"/>
                <a:shade val="22000"/>
                <a:satMod val="160000"/>
              </a:schemeClr>
              <a:schemeClr val="accent4">
                <a:hueOff val="20423033"/>
                <a:satOff val="-23986"/>
                <a:lumOff val="9216"/>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Vi phạm kỉ luật</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Xâm hại đến các quy tắc xác lập trật tự trong các tổ chức.</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Chủ thể vi phạm: Cá nhân trong tổ chức</a:t>
          </a:r>
        </a:p>
      </dsp:txBody>
      <dsp:txXfrm>
        <a:off x="4142757" y="2390144"/>
        <a:ext cx="3464525" cy="19252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454EC-3E38-4D4D-A8E2-3A3EBF676529}">
      <dsp:nvSpPr>
        <dsp:cNvPr id="0" name=""/>
        <dsp:cNvSpPr/>
      </dsp:nvSpPr>
      <dsp:spPr>
        <a:xfrm>
          <a:off x="461486" y="2857"/>
          <a:ext cx="2853928" cy="1712356"/>
        </a:xfrm>
        <a:prstGeom prst="roundRect">
          <a:avLst>
            <a:gd name="adj" fmla="val 10000"/>
          </a:avLst>
        </a:prstGeom>
        <a:solidFill>
          <a:schemeClr val="accent3">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Mặt khách quan của vi phạm pháp luật</a:t>
          </a:r>
        </a:p>
      </dsp:txBody>
      <dsp:txXfrm>
        <a:off x="511639" y="53010"/>
        <a:ext cx="2753622" cy="1612050"/>
      </dsp:txXfrm>
    </dsp:sp>
    <dsp:sp modelId="{5F71616B-329E-4CB3-A43C-4ABBB1272E91}">
      <dsp:nvSpPr>
        <dsp:cNvPr id="0" name=""/>
        <dsp:cNvSpPr/>
      </dsp:nvSpPr>
      <dsp:spPr>
        <a:xfrm>
          <a:off x="3566560" y="505148"/>
          <a:ext cx="605032" cy="707774"/>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3566560" y="646703"/>
        <a:ext cx="423522" cy="424664"/>
      </dsp:txXfrm>
    </dsp:sp>
    <dsp:sp modelId="{B8D94A24-04B9-4B5A-974F-F2B24546BFD7}">
      <dsp:nvSpPr>
        <dsp:cNvPr id="0" name=""/>
        <dsp:cNvSpPr/>
      </dsp:nvSpPr>
      <dsp:spPr>
        <a:xfrm>
          <a:off x="4456985" y="2857"/>
          <a:ext cx="2853928" cy="1712356"/>
        </a:xfrm>
        <a:prstGeom prst="roundRect">
          <a:avLst>
            <a:gd name="adj" fmla="val 10000"/>
          </a:avLst>
        </a:prstGeom>
        <a:solidFill>
          <a:schemeClr val="accent3">
            <a:hueOff val="-471397"/>
            <a:satOff val="2142"/>
            <a:lumOff val="-2484"/>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Mặt chủ quan của vi phạm pháp luật</a:t>
          </a:r>
        </a:p>
      </dsp:txBody>
      <dsp:txXfrm>
        <a:off x="4507138" y="53010"/>
        <a:ext cx="2753622" cy="1612050"/>
      </dsp:txXfrm>
    </dsp:sp>
    <dsp:sp modelId="{15737EA3-0985-46F1-8F55-E3739CD07024}">
      <dsp:nvSpPr>
        <dsp:cNvPr id="0" name=""/>
        <dsp:cNvSpPr/>
      </dsp:nvSpPr>
      <dsp:spPr>
        <a:xfrm rot="5400000">
          <a:off x="5581433" y="1914989"/>
          <a:ext cx="605032" cy="707774"/>
        </a:xfrm>
        <a:prstGeom prst="rightArrow">
          <a:avLst>
            <a:gd name="adj1" fmla="val 60000"/>
            <a:gd name="adj2" fmla="val 50000"/>
          </a:avLst>
        </a:prstGeom>
        <a:solidFill>
          <a:schemeClr val="accent3">
            <a:hueOff val="-707096"/>
            <a:satOff val="3212"/>
            <a:lumOff val="-3725"/>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rot="-5400000">
        <a:off x="5671617" y="1966360"/>
        <a:ext cx="424664" cy="423522"/>
      </dsp:txXfrm>
    </dsp:sp>
    <dsp:sp modelId="{1D577957-E4AC-4B1A-9B02-2E99E1176247}">
      <dsp:nvSpPr>
        <dsp:cNvPr id="0" name=""/>
        <dsp:cNvSpPr/>
      </dsp:nvSpPr>
      <dsp:spPr>
        <a:xfrm>
          <a:off x="4456985" y="2856785"/>
          <a:ext cx="2853928" cy="1712356"/>
        </a:xfrm>
        <a:prstGeom prst="roundRect">
          <a:avLst>
            <a:gd name="adj" fmla="val 10000"/>
          </a:avLst>
        </a:prstGeom>
        <a:solidFill>
          <a:schemeClr val="accent3">
            <a:hueOff val="-942795"/>
            <a:satOff val="4283"/>
            <a:lumOff val="-4967"/>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Chủ thể vi phạm pháp luật</a:t>
          </a:r>
        </a:p>
      </dsp:txBody>
      <dsp:txXfrm>
        <a:off x="4507138" y="2906938"/>
        <a:ext cx="2753622" cy="1612050"/>
      </dsp:txXfrm>
    </dsp:sp>
    <dsp:sp modelId="{3D1E0BD9-45D2-42EE-87E8-473BE0B21C59}">
      <dsp:nvSpPr>
        <dsp:cNvPr id="0" name=""/>
        <dsp:cNvSpPr/>
      </dsp:nvSpPr>
      <dsp:spPr>
        <a:xfrm rot="10800000">
          <a:off x="3600807" y="3359076"/>
          <a:ext cx="605032" cy="707774"/>
        </a:xfrm>
        <a:prstGeom prst="rightArrow">
          <a:avLst>
            <a:gd name="adj1" fmla="val 60000"/>
            <a:gd name="adj2" fmla="val 50000"/>
          </a:avLst>
        </a:prstGeom>
        <a:solidFill>
          <a:schemeClr val="accent3">
            <a:hueOff val="-1414192"/>
            <a:satOff val="6425"/>
            <a:lumOff val="-745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rot="10800000">
        <a:off x="3782317" y="3500631"/>
        <a:ext cx="423522" cy="424664"/>
      </dsp:txXfrm>
    </dsp:sp>
    <dsp:sp modelId="{8F32436B-5F59-4B0E-9D90-AB9F9D701A40}">
      <dsp:nvSpPr>
        <dsp:cNvPr id="0" name=""/>
        <dsp:cNvSpPr/>
      </dsp:nvSpPr>
      <dsp:spPr>
        <a:xfrm>
          <a:off x="461486" y="2856785"/>
          <a:ext cx="2853928" cy="1712356"/>
        </a:xfrm>
        <a:prstGeom prst="roundRect">
          <a:avLst>
            <a:gd name="adj" fmla="val 10000"/>
          </a:avLst>
        </a:prstGeom>
        <a:solidFill>
          <a:schemeClr val="accent3">
            <a:hueOff val="-1414192"/>
            <a:satOff val="6425"/>
            <a:lumOff val="-7451"/>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Khách thể của vi phạm pháp luật</a:t>
          </a:r>
        </a:p>
      </dsp:txBody>
      <dsp:txXfrm>
        <a:off x="511639" y="2906938"/>
        <a:ext cx="2753622" cy="16120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82B56C-479E-4DE4-8DCA-1E75A8F2E635}">
      <dsp:nvSpPr>
        <dsp:cNvPr id="0" name=""/>
        <dsp:cNvSpPr/>
      </dsp:nvSpPr>
      <dsp:spPr>
        <a:xfrm>
          <a:off x="2045055" y="297179"/>
          <a:ext cx="3840480" cy="3840480"/>
        </a:xfrm>
        <a:prstGeom prst="pie">
          <a:avLst>
            <a:gd name="adj1" fmla="val 16200000"/>
            <a:gd name="adj2" fmla="val 1800000"/>
          </a:avLst>
        </a:prstGeom>
        <a:solidFill>
          <a:schemeClr val="accent4">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latin typeface="Times New Roman" pitchFamily="18" charset="0"/>
              <a:cs typeface="Times New Roman" pitchFamily="18" charset="0"/>
            </a:rPr>
            <a:t>Hậu quả mà hành vi trái PL gây ra</a:t>
          </a:r>
        </a:p>
      </dsp:txBody>
      <dsp:txXfrm>
        <a:off x="4069080" y="1110995"/>
        <a:ext cx="1371600" cy="1143000"/>
      </dsp:txXfrm>
    </dsp:sp>
    <dsp:sp modelId="{8DAE5C1C-2A4F-41B9-A30F-C50BA1BD505E}">
      <dsp:nvSpPr>
        <dsp:cNvPr id="0" name=""/>
        <dsp:cNvSpPr/>
      </dsp:nvSpPr>
      <dsp:spPr>
        <a:xfrm>
          <a:off x="1965960" y="434339"/>
          <a:ext cx="3840480" cy="3840480"/>
        </a:xfrm>
        <a:prstGeom prst="pie">
          <a:avLst>
            <a:gd name="adj1" fmla="val 1800000"/>
            <a:gd name="adj2" fmla="val 9000000"/>
          </a:avLst>
        </a:prstGeom>
        <a:solidFill>
          <a:schemeClr val="accent4">
            <a:hueOff val="10211516"/>
            <a:satOff val="-11993"/>
            <a:lumOff val="4608"/>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latin typeface="Times New Roman" pitchFamily="18" charset="0"/>
              <a:cs typeface="Times New Roman" pitchFamily="18" charset="0"/>
            </a:rPr>
            <a:t>Mối quan hệ giữa hành vi và hậu quả</a:t>
          </a:r>
        </a:p>
      </dsp:txBody>
      <dsp:txXfrm>
        <a:off x="2880359" y="2926080"/>
        <a:ext cx="2057400" cy="1005840"/>
      </dsp:txXfrm>
    </dsp:sp>
    <dsp:sp modelId="{79D8AF14-7178-41C5-A614-7788905090A0}">
      <dsp:nvSpPr>
        <dsp:cNvPr id="0" name=""/>
        <dsp:cNvSpPr/>
      </dsp:nvSpPr>
      <dsp:spPr>
        <a:xfrm>
          <a:off x="1886864" y="297179"/>
          <a:ext cx="3840480" cy="3840480"/>
        </a:xfrm>
        <a:prstGeom prst="pie">
          <a:avLst>
            <a:gd name="adj1" fmla="val 9000000"/>
            <a:gd name="adj2" fmla="val 16200000"/>
          </a:avLst>
        </a:prstGeom>
        <a:solidFill>
          <a:schemeClr val="accent4">
            <a:hueOff val="20423033"/>
            <a:satOff val="-23986"/>
            <a:lumOff val="9216"/>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latin typeface="Times New Roman" pitchFamily="18" charset="0"/>
              <a:cs typeface="Times New Roman" pitchFamily="18" charset="0"/>
            </a:rPr>
            <a:t>Hành vi trái pháp luật của chủ thể</a:t>
          </a:r>
        </a:p>
      </dsp:txBody>
      <dsp:txXfrm>
        <a:off x="2331719" y="1110995"/>
        <a:ext cx="1371600" cy="1143000"/>
      </dsp:txXfrm>
    </dsp:sp>
    <dsp:sp modelId="{63669E11-BA57-4C3A-B1AE-FD1E874FAF1A}">
      <dsp:nvSpPr>
        <dsp:cNvPr id="0" name=""/>
        <dsp:cNvSpPr/>
      </dsp:nvSpPr>
      <dsp:spPr>
        <a:xfrm>
          <a:off x="1807628" y="59435"/>
          <a:ext cx="4315968" cy="4315968"/>
        </a:xfrm>
        <a:prstGeom prst="circularArrow">
          <a:avLst>
            <a:gd name="adj1" fmla="val 5085"/>
            <a:gd name="adj2" fmla="val 327528"/>
            <a:gd name="adj3" fmla="val 1472472"/>
            <a:gd name="adj4" fmla="val 16199432"/>
            <a:gd name="adj5" fmla="val 5932"/>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11489DE0-935C-40B7-95F6-D60E2701108B}">
      <dsp:nvSpPr>
        <dsp:cNvPr id="0" name=""/>
        <dsp:cNvSpPr/>
      </dsp:nvSpPr>
      <dsp:spPr>
        <a:xfrm>
          <a:off x="1728216" y="196353"/>
          <a:ext cx="4315968" cy="4315968"/>
        </a:xfrm>
        <a:prstGeom prst="circularArrow">
          <a:avLst>
            <a:gd name="adj1" fmla="val 5085"/>
            <a:gd name="adj2" fmla="val 327528"/>
            <a:gd name="adj3" fmla="val 8671970"/>
            <a:gd name="adj4" fmla="val 1800502"/>
            <a:gd name="adj5" fmla="val 5932"/>
          </a:avLst>
        </a:prstGeom>
        <a:solidFill>
          <a:schemeClr val="accent4">
            <a:hueOff val="10211516"/>
            <a:satOff val="-11993"/>
            <a:lumOff val="4608"/>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85FE4E0F-4760-430C-BE55-AA2B9135F30C}">
      <dsp:nvSpPr>
        <dsp:cNvPr id="0" name=""/>
        <dsp:cNvSpPr/>
      </dsp:nvSpPr>
      <dsp:spPr>
        <a:xfrm>
          <a:off x="1648803" y="59435"/>
          <a:ext cx="4315968" cy="4315968"/>
        </a:xfrm>
        <a:prstGeom prst="circularArrow">
          <a:avLst>
            <a:gd name="adj1" fmla="val 5085"/>
            <a:gd name="adj2" fmla="val 327528"/>
            <a:gd name="adj3" fmla="val 15873039"/>
            <a:gd name="adj4" fmla="val 9000000"/>
            <a:gd name="adj5" fmla="val 5932"/>
          </a:avLst>
        </a:prstGeom>
        <a:solidFill>
          <a:schemeClr val="accent4">
            <a:hueOff val="20423033"/>
            <a:satOff val="-23986"/>
            <a:lumOff val="9216"/>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DFD122-592C-4352-997D-CE687C089DAE}">
      <dsp:nvSpPr>
        <dsp:cNvPr id="0" name=""/>
        <dsp:cNvSpPr/>
      </dsp:nvSpPr>
      <dsp:spPr>
        <a:xfrm>
          <a:off x="2702123" y="1160"/>
          <a:ext cx="2368153" cy="1184076"/>
        </a:xfrm>
        <a:prstGeom prst="roundRect">
          <a:avLst>
            <a:gd name="adj" fmla="val 10000"/>
          </a:avLst>
        </a:prstGeom>
        <a:solidFill>
          <a:schemeClr val="accent5">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Yếu tố lỗi</a:t>
          </a:r>
        </a:p>
      </dsp:txBody>
      <dsp:txXfrm>
        <a:off x="2736803" y="35840"/>
        <a:ext cx="2298793" cy="1114716"/>
      </dsp:txXfrm>
    </dsp:sp>
    <dsp:sp modelId="{5255922C-4AEC-4A66-9618-F205EBB31F8B}">
      <dsp:nvSpPr>
        <dsp:cNvPr id="0" name=""/>
        <dsp:cNvSpPr/>
      </dsp:nvSpPr>
      <dsp:spPr>
        <a:xfrm rot="3600000">
          <a:off x="4247057" y="2078786"/>
          <a:ext cx="1232962" cy="414426"/>
        </a:xfrm>
        <a:prstGeom prst="lef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371385" y="2161671"/>
        <a:ext cx="984306" cy="248656"/>
      </dsp:txXfrm>
    </dsp:sp>
    <dsp:sp modelId="{ED39D135-F767-455C-8998-50FC73F8192F}">
      <dsp:nvSpPr>
        <dsp:cNvPr id="0" name=""/>
        <dsp:cNvSpPr/>
      </dsp:nvSpPr>
      <dsp:spPr>
        <a:xfrm>
          <a:off x="4656801" y="3386762"/>
          <a:ext cx="2368153" cy="1184076"/>
        </a:xfrm>
        <a:prstGeom prst="roundRect">
          <a:avLst>
            <a:gd name="adj" fmla="val 10000"/>
          </a:avLst>
        </a:prstGeom>
        <a:solidFill>
          <a:schemeClr val="accent5">
            <a:hueOff val="-10661560"/>
            <a:satOff val="6060"/>
            <a:lumOff val="-500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Động cơ vi phạm PL</a:t>
          </a:r>
        </a:p>
      </dsp:txBody>
      <dsp:txXfrm>
        <a:off x="4691481" y="3421442"/>
        <a:ext cx="2298793" cy="1114716"/>
      </dsp:txXfrm>
    </dsp:sp>
    <dsp:sp modelId="{187285D6-D22A-40C5-B1B6-F6CAD9E68D7F}">
      <dsp:nvSpPr>
        <dsp:cNvPr id="0" name=""/>
        <dsp:cNvSpPr/>
      </dsp:nvSpPr>
      <dsp:spPr>
        <a:xfrm rot="10800000">
          <a:off x="3269718" y="3771587"/>
          <a:ext cx="1232962" cy="414426"/>
        </a:xfrm>
        <a:prstGeom prst="leftRightArrow">
          <a:avLst>
            <a:gd name="adj1" fmla="val 60000"/>
            <a:gd name="adj2" fmla="val 50000"/>
          </a:avLst>
        </a:prstGeom>
        <a:solidFill>
          <a:schemeClr val="accent5">
            <a:hueOff val="-10661560"/>
            <a:satOff val="6060"/>
            <a:lumOff val="-500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rot="10800000">
        <a:off x="3394046" y="3854472"/>
        <a:ext cx="984306" cy="248656"/>
      </dsp:txXfrm>
    </dsp:sp>
    <dsp:sp modelId="{D956C167-5560-415A-A142-09573F29C306}">
      <dsp:nvSpPr>
        <dsp:cNvPr id="0" name=""/>
        <dsp:cNvSpPr/>
      </dsp:nvSpPr>
      <dsp:spPr>
        <a:xfrm>
          <a:off x="747445" y="3386762"/>
          <a:ext cx="2368153" cy="1184076"/>
        </a:xfrm>
        <a:prstGeom prst="roundRect">
          <a:avLst>
            <a:gd name="adj" fmla="val 10000"/>
          </a:avLst>
        </a:prstGeom>
        <a:solidFill>
          <a:schemeClr val="accent5">
            <a:hueOff val="-21323121"/>
            <a:satOff val="12119"/>
            <a:lumOff val="-1000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Mục đích vi phạm PL</a:t>
          </a:r>
        </a:p>
      </dsp:txBody>
      <dsp:txXfrm>
        <a:off x="782125" y="3421442"/>
        <a:ext cx="2298793" cy="1114716"/>
      </dsp:txXfrm>
    </dsp:sp>
    <dsp:sp modelId="{46294A55-1BF1-48AD-AC7E-0C6A20BCB1B9}">
      <dsp:nvSpPr>
        <dsp:cNvPr id="0" name=""/>
        <dsp:cNvSpPr/>
      </dsp:nvSpPr>
      <dsp:spPr>
        <a:xfrm rot="18000000">
          <a:off x="2292379" y="2078786"/>
          <a:ext cx="1232962" cy="414426"/>
        </a:xfrm>
        <a:prstGeom prst="leftRightArrow">
          <a:avLst>
            <a:gd name="adj1" fmla="val 60000"/>
            <a:gd name="adj2" fmla="val 50000"/>
          </a:avLst>
        </a:prstGeom>
        <a:solidFill>
          <a:schemeClr val="accent5">
            <a:hueOff val="-21323121"/>
            <a:satOff val="12119"/>
            <a:lumOff val="-1000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416707" y="2161671"/>
        <a:ext cx="984306" cy="2486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CB990F-B35B-41AF-8961-8D1A6418B037}">
      <dsp:nvSpPr>
        <dsp:cNvPr id="0" name=""/>
        <dsp:cNvSpPr/>
      </dsp:nvSpPr>
      <dsp:spPr>
        <a:xfrm>
          <a:off x="4274" y="0"/>
          <a:ext cx="2564892" cy="2194560"/>
        </a:xfrm>
        <a:prstGeom prst="upArrow">
          <a:avLst/>
        </a:prstGeom>
        <a:solidFill>
          <a:schemeClr val="accent3">
            <a:shade val="50000"/>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7B8B2F71-727C-462A-A377-34D5BA98B075}">
      <dsp:nvSpPr>
        <dsp:cNvPr id="0" name=""/>
        <dsp:cNvSpPr/>
      </dsp:nvSpPr>
      <dsp:spPr>
        <a:xfrm>
          <a:off x="2646113" y="0"/>
          <a:ext cx="4352544" cy="219456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itchFamily="18" charset="0"/>
              <a:cs typeface="Times New Roman" pitchFamily="18" charset="0"/>
            </a:rPr>
            <a:t>Khách thể của vi phạm pháp luật là những quan hệ xã hội được pháp luật bảo vệ nhưng bị hành vi trái PL xâm hại</a:t>
          </a:r>
        </a:p>
      </dsp:txBody>
      <dsp:txXfrm>
        <a:off x="2646113" y="0"/>
        <a:ext cx="4352544" cy="2194560"/>
      </dsp:txXfrm>
    </dsp:sp>
    <dsp:sp modelId="{0D46B5D9-1ED1-4E7C-A4A5-7DB661748744}">
      <dsp:nvSpPr>
        <dsp:cNvPr id="0" name=""/>
        <dsp:cNvSpPr/>
      </dsp:nvSpPr>
      <dsp:spPr>
        <a:xfrm>
          <a:off x="773742" y="2377439"/>
          <a:ext cx="2564892" cy="2194560"/>
        </a:xfrm>
        <a:prstGeom prst="downArrow">
          <a:avLst/>
        </a:prstGeom>
        <a:solidFill>
          <a:schemeClr val="accent3">
            <a:shade val="50000"/>
            <a:hueOff val="-167762"/>
            <a:satOff val="-4591"/>
            <a:lumOff val="41023"/>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C33DD43-9334-46F8-AEA4-922D2CCCA941}">
      <dsp:nvSpPr>
        <dsp:cNvPr id="0" name=""/>
        <dsp:cNvSpPr/>
      </dsp:nvSpPr>
      <dsp:spPr>
        <a:xfrm>
          <a:off x="3415581" y="2377439"/>
          <a:ext cx="4352544" cy="2194560"/>
        </a:xfrm>
        <a:prstGeom prst="rect">
          <a:avLst/>
        </a:prstGeom>
        <a:noFill/>
        <a:ln w="9525" cap="flat" cmpd="sng" algn="ctr">
          <a:solidFill>
            <a:schemeClr val="dk1">
              <a:alpha val="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itchFamily="18" charset="0"/>
              <a:cs typeface="Times New Roman" pitchFamily="18" charset="0"/>
            </a:rPr>
            <a:t>Lưu ý: phân biệt khách thể của vi phạm pháp luật và khách thể của  pháp luật</a:t>
          </a:r>
        </a:p>
      </dsp:txBody>
      <dsp:txXfrm>
        <a:off x="3415581" y="2377439"/>
        <a:ext cx="4352544" cy="21945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1F6BE-3851-4281-B055-2D1E9A33957A}">
      <dsp:nvSpPr>
        <dsp:cNvPr id="0" name=""/>
        <dsp:cNvSpPr/>
      </dsp:nvSpPr>
      <dsp:spPr>
        <a:xfrm>
          <a:off x="887298" y="1503"/>
          <a:ext cx="1666056" cy="1666056"/>
        </a:xfrm>
        <a:prstGeom prst="ellipse">
          <a:avLst/>
        </a:prstGeom>
        <a:solidFill>
          <a:schemeClr val="accent4">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Cá nhân</a:t>
          </a:r>
        </a:p>
      </dsp:txBody>
      <dsp:txXfrm>
        <a:off x="1131286" y="245491"/>
        <a:ext cx="1178080" cy="1178080"/>
      </dsp:txXfrm>
    </dsp:sp>
    <dsp:sp modelId="{01623E96-19DD-422E-AFBA-23436403815C}">
      <dsp:nvSpPr>
        <dsp:cNvPr id="0" name=""/>
        <dsp:cNvSpPr/>
      </dsp:nvSpPr>
      <dsp:spPr>
        <a:xfrm>
          <a:off x="1237170" y="1802843"/>
          <a:ext cx="966312" cy="966312"/>
        </a:xfrm>
        <a:prstGeom prst="mathPlus">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365255" y="2172361"/>
        <a:ext cx="710142" cy="227276"/>
      </dsp:txXfrm>
    </dsp:sp>
    <dsp:sp modelId="{A400236E-6D3D-4485-AE56-8EA38A62D126}">
      <dsp:nvSpPr>
        <dsp:cNvPr id="0" name=""/>
        <dsp:cNvSpPr/>
      </dsp:nvSpPr>
      <dsp:spPr>
        <a:xfrm>
          <a:off x="887298" y="2904440"/>
          <a:ext cx="1666056" cy="1666056"/>
        </a:xfrm>
        <a:prstGeom prst="ellipse">
          <a:avLst/>
        </a:prstGeom>
        <a:solidFill>
          <a:schemeClr val="accent4">
            <a:hueOff val="10211516"/>
            <a:satOff val="-11993"/>
            <a:lumOff val="4608"/>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Tổ chức</a:t>
          </a:r>
        </a:p>
      </dsp:txBody>
      <dsp:txXfrm>
        <a:off x="1131286" y="3148428"/>
        <a:ext cx="1178080" cy="1178080"/>
      </dsp:txXfrm>
    </dsp:sp>
    <dsp:sp modelId="{F2DF87A5-7FE3-495D-89CC-44E0A3CC1364}">
      <dsp:nvSpPr>
        <dsp:cNvPr id="0" name=""/>
        <dsp:cNvSpPr/>
      </dsp:nvSpPr>
      <dsp:spPr>
        <a:xfrm>
          <a:off x="2803263" y="1976113"/>
          <a:ext cx="529805" cy="619772"/>
        </a:xfrm>
        <a:prstGeom prst="rightArrow">
          <a:avLst>
            <a:gd name="adj1" fmla="val 60000"/>
            <a:gd name="adj2" fmla="val 50000"/>
          </a:avLst>
        </a:prstGeom>
        <a:solidFill>
          <a:schemeClr val="accent4">
            <a:hueOff val="20423033"/>
            <a:satOff val="-23986"/>
            <a:lumOff val="9216"/>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2803263" y="2100067"/>
        <a:ext cx="370864" cy="371864"/>
      </dsp:txXfrm>
    </dsp:sp>
    <dsp:sp modelId="{18A36297-2EBE-484E-9B6B-73152EB16118}">
      <dsp:nvSpPr>
        <dsp:cNvPr id="0" name=""/>
        <dsp:cNvSpPr/>
      </dsp:nvSpPr>
      <dsp:spPr>
        <a:xfrm>
          <a:off x="3552988" y="619943"/>
          <a:ext cx="3332112" cy="3332112"/>
        </a:xfrm>
        <a:prstGeom prst="ellipse">
          <a:avLst/>
        </a:prstGeom>
        <a:solidFill>
          <a:schemeClr val="accent4">
            <a:hueOff val="20423033"/>
            <a:satOff val="-23986"/>
            <a:lumOff val="9216"/>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r>
            <a:rPr lang="en-US" sz="3200" kern="1200"/>
            <a:t>Phải có năng lực trách nhiệm pháp lý</a:t>
          </a:r>
        </a:p>
      </dsp:txBody>
      <dsp:txXfrm>
        <a:off x="4040965" y="1107920"/>
        <a:ext cx="2356158" cy="23561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BC7D7F-B0B8-4AB5-BAF0-2BE182EA9ADB}">
      <dsp:nvSpPr>
        <dsp:cNvPr id="0" name=""/>
        <dsp:cNvSpPr/>
      </dsp:nvSpPr>
      <dsp:spPr>
        <a:xfrm>
          <a:off x="-177808" y="0"/>
          <a:ext cx="8128016" cy="4876800"/>
        </a:xfrm>
        <a:prstGeom prst="quadArrow">
          <a:avLst>
            <a:gd name="adj1" fmla="val 2000"/>
            <a:gd name="adj2" fmla="val 4000"/>
            <a:gd name="adj3" fmla="val 5000"/>
          </a:avLst>
        </a:prstGeom>
        <a:blipFill>
          <a:blip xmlns:r="http://schemas.openxmlformats.org/officeDocument/2006/relationships" r:embed="rId1">
            <a:duotone>
              <a:schemeClr val="accent4">
                <a:tint val="40000"/>
                <a:hueOff val="0"/>
                <a:satOff val="0"/>
                <a:lumOff val="0"/>
                <a:alphaOff val="0"/>
                <a:shade val="22000"/>
                <a:satMod val="160000"/>
              </a:schemeClr>
              <a:schemeClr val="accent4">
                <a:tint val="40000"/>
                <a:hueOff val="0"/>
                <a:satOff val="0"/>
                <a:lumOff val="0"/>
                <a:alphaOff val="0"/>
                <a:shade val="45000"/>
                <a:satMod val="100000"/>
              </a:schemeClr>
            </a:duotone>
          </a:blip>
          <a:tile tx="0" ty="0" sx="65000" sy="65000" flip="none" algn="ctr"/>
        </a:blip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8A295F36-4497-4667-BE44-7A22342A108F}">
      <dsp:nvSpPr>
        <dsp:cNvPr id="0" name=""/>
        <dsp:cNvSpPr/>
      </dsp:nvSpPr>
      <dsp:spPr>
        <a:xfrm>
          <a:off x="0" y="0"/>
          <a:ext cx="3775482" cy="2275846"/>
        </a:xfrm>
        <a:prstGeom prst="roundRect">
          <a:avLst/>
        </a:prstGeom>
        <a:blipFill>
          <a:blip xmlns:r="http://schemas.openxmlformats.org/officeDocument/2006/relationships" r:embed="rId1">
            <a:duotone>
              <a:schemeClr val="accent4">
                <a:hueOff val="0"/>
                <a:satOff val="0"/>
                <a:lumOff val="0"/>
                <a:alphaOff val="0"/>
                <a:shade val="22000"/>
                <a:satMod val="160000"/>
              </a:schemeClr>
              <a:schemeClr val="accent4">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just" defTabSz="1244600">
            <a:lnSpc>
              <a:spcPct val="90000"/>
            </a:lnSpc>
            <a:spcBef>
              <a:spcPct val="0"/>
            </a:spcBef>
            <a:spcAft>
              <a:spcPct val="35000"/>
            </a:spcAft>
            <a:buNone/>
          </a:pPr>
          <a:r>
            <a:rPr lang="en-US" sz="2800" kern="1200">
              <a:latin typeface="Times New Roman" pitchFamily="18" charset="0"/>
              <a:cs typeface="Times New Roman" pitchFamily="18" charset="0"/>
            </a:rPr>
            <a:t>Trách nhiệm hình sự</a:t>
          </a:r>
        </a:p>
        <a:p>
          <a:pPr marL="0" lvl="0" indent="0" algn="just" defTabSz="1244600">
            <a:lnSpc>
              <a:spcPct val="90000"/>
            </a:lnSpc>
            <a:spcBef>
              <a:spcPct val="0"/>
            </a:spcBef>
            <a:spcAft>
              <a:spcPct val="35000"/>
            </a:spcAft>
            <a:buNone/>
          </a:pPr>
          <a:r>
            <a:rPr lang="en-US" sz="2200" kern="1200">
              <a:latin typeface="Times New Roman" pitchFamily="18" charset="0"/>
              <a:cs typeface="Times New Roman" pitchFamily="18" charset="0"/>
            </a:rPr>
            <a:t>- Áp dụng đới với tội phạm</a:t>
          </a:r>
        </a:p>
        <a:p>
          <a:pPr marL="0" lvl="0" indent="0" algn="just" defTabSz="1244600">
            <a:lnSpc>
              <a:spcPct val="90000"/>
            </a:lnSpc>
            <a:spcBef>
              <a:spcPct val="0"/>
            </a:spcBef>
            <a:spcAft>
              <a:spcPct val="35000"/>
            </a:spcAft>
            <a:buNone/>
          </a:pPr>
          <a:r>
            <a:rPr lang="en-US" sz="2200" kern="1200">
              <a:latin typeface="Times New Roman" pitchFamily="18" charset="0"/>
              <a:cs typeface="Times New Roman" pitchFamily="18" charset="0"/>
            </a:rPr>
            <a:t>- Hình thức: Hình phạt</a:t>
          </a:r>
        </a:p>
        <a:p>
          <a:pPr marL="0" lvl="0" indent="0" algn="just" defTabSz="1244600">
            <a:lnSpc>
              <a:spcPct val="90000"/>
            </a:lnSpc>
            <a:spcBef>
              <a:spcPct val="0"/>
            </a:spcBef>
            <a:spcAft>
              <a:spcPct val="35000"/>
            </a:spcAft>
            <a:buNone/>
          </a:pPr>
          <a:r>
            <a:rPr lang="en-US" sz="2200" kern="1200">
              <a:latin typeface="Times New Roman" pitchFamily="18" charset="0"/>
              <a:cs typeface="Times New Roman" pitchFamily="18" charset="0"/>
            </a:rPr>
            <a:t>- Chủ thể áp dụng: Tòa Án</a:t>
          </a:r>
        </a:p>
      </dsp:txBody>
      <dsp:txXfrm>
        <a:off x="111098" y="111098"/>
        <a:ext cx="3553286" cy="2053650"/>
      </dsp:txXfrm>
    </dsp:sp>
    <dsp:sp modelId="{BDB96EE3-5103-4A57-ACA5-53F409481AFB}">
      <dsp:nvSpPr>
        <dsp:cNvPr id="0" name=""/>
        <dsp:cNvSpPr/>
      </dsp:nvSpPr>
      <dsp:spPr>
        <a:xfrm>
          <a:off x="4007100" y="0"/>
          <a:ext cx="3765299" cy="2296173"/>
        </a:xfrm>
        <a:prstGeom prst="roundRect">
          <a:avLst/>
        </a:prstGeom>
        <a:blipFill>
          <a:blip xmlns:r="http://schemas.openxmlformats.org/officeDocument/2006/relationships" r:embed="rId1">
            <a:duotone>
              <a:schemeClr val="accent4">
                <a:hueOff val="6807678"/>
                <a:satOff val="-7995"/>
                <a:lumOff val="3072"/>
                <a:alphaOff val="0"/>
                <a:shade val="22000"/>
                <a:satMod val="160000"/>
              </a:schemeClr>
              <a:schemeClr val="accent4">
                <a:hueOff val="6807678"/>
                <a:satOff val="-7995"/>
                <a:lumOff val="3072"/>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Times New Roman" pitchFamily="18" charset="0"/>
              <a:cs typeface="Times New Roman" pitchFamily="18" charset="0"/>
            </a:rPr>
            <a:t> </a:t>
          </a:r>
          <a:r>
            <a:rPr lang="en-US" sz="2800" kern="1200">
              <a:latin typeface="Times New Roman" pitchFamily="18" charset="0"/>
              <a:cs typeface="Times New Roman" pitchFamily="18" charset="0"/>
            </a:rPr>
            <a:t>Trách nhiệm dân sự</a:t>
          </a:r>
        </a:p>
        <a:p>
          <a:pPr marL="0" lvl="0" indent="0" algn="just" defTabSz="1422400">
            <a:lnSpc>
              <a:spcPct val="90000"/>
            </a:lnSpc>
            <a:spcBef>
              <a:spcPct val="0"/>
            </a:spcBef>
            <a:spcAft>
              <a:spcPct val="35000"/>
            </a:spcAft>
            <a:buNone/>
          </a:pPr>
          <a:r>
            <a:rPr lang="en-US" sz="2200" kern="1200">
              <a:latin typeface="Times New Roman" pitchFamily="18" charset="0"/>
              <a:cs typeface="Times New Roman" pitchFamily="18" charset="0"/>
            </a:rPr>
            <a:t>- </a:t>
          </a:r>
          <a:r>
            <a:rPr lang="en-US" sz="2000" kern="1200">
              <a:latin typeface="Times New Roman" pitchFamily="18" charset="0"/>
              <a:cs typeface="Times New Roman" pitchFamily="18" charset="0"/>
            </a:rPr>
            <a:t>Áp dụng với:cá nhân hoặc tổ chức</a:t>
          </a:r>
        </a:p>
        <a:p>
          <a:pPr marL="0" lvl="0" indent="0" algn="just" defTabSz="1422400">
            <a:lnSpc>
              <a:spcPct val="90000"/>
            </a:lnSpc>
            <a:spcBef>
              <a:spcPct val="0"/>
            </a:spcBef>
            <a:spcAft>
              <a:spcPct val="35000"/>
            </a:spcAft>
            <a:buNone/>
          </a:pPr>
          <a:r>
            <a:rPr lang="en-US" sz="2000" kern="1200">
              <a:latin typeface="Times New Roman" pitchFamily="18" charset="0"/>
              <a:cs typeface="Times New Roman" pitchFamily="18" charset="0"/>
            </a:rPr>
            <a:t>- Hình thức: Bồi thường, đính chính, xin lỗi. . .</a:t>
          </a:r>
        </a:p>
        <a:p>
          <a:pPr marL="0" lvl="0" indent="0" algn="just" defTabSz="1422400">
            <a:lnSpc>
              <a:spcPct val="90000"/>
            </a:lnSpc>
            <a:spcBef>
              <a:spcPct val="0"/>
            </a:spcBef>
            <a:spcAft>
              <a:spcPct val="35000"/>
            </a:spcAft>
            <a:buNone/>
          </a:pPr>
          <a:r>
            <a:rPr lang="en-US" sz="2000" kern="1200">
              <a:latin typeface="Times New Roman" pitchFamily="18" charset="0"/>
              <a:cs typeface="Times New Roman" pitchFamily="18" charset="0"/>
            </a:rPr>
            <a:t>- Chủ thể áp dụng: Các bên, TA, Trọng tài</a:t>
          </a:r>
        </a:p>
      </dsp:txBody>
      <dsp:txXfrm>
        <a:off x="4119190" y="112090"/>
        <a:ext cx="3541119" cy="2071993"/>
      </dsp:txXfrm>
    </dsp:sp>
    <dsp:sp modelId="{98AE24E8-2FD3-4863-A2B3-6BCF54DAB3D7}">
      <dsp:nvSpPr>
        <dsp:cNvPr id="0" name=""/>
        <dsp:cNvSpPr/>
      </dsp:nvSpPr>
      <dsp:spPr>
        <a:xfrm>
          <a:off x="0" y="2428256"/>
          <a:ext cx="3986823" cy="2448543"/>
        </a:xfrm>
        <a:prstGeom prst="roundRect">
          <a:avLst/>
        </a:prstGeom>
        <a:blipFill>
          <a:blip xmlns:r="http://schemas.openxmlformats.org/officeDocument/2006/relationships" r:embed="rId1">
            <a:duotone>
              <a:schemeClr val="accent4">
                <a:hueOff val="13615356"/>
                <a:satOff val="-15991"/>
                <a:lumOff val="6144"/>
                <a:alphaOff val="0"/>
                <a:shade val="22000"/>
                <a:satMod val="160000"/>
              </a:schemeClr>
              <a:schemeClr val="accent4">
                <a:hueOff val="13615356"/>
                <a:satOff val="-15991"/>
                <a:lumOff val="6144"/>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 </a:t>
          </a:r>
          <a:r>
            <a:rPr lang="en-US" sz="2400" kern="1200">
              <a:latin typeface="Times New Roman" pitchFamily="18" charset="0"/>
              <a:cs typeface="Times New Roman" pitchFamily="18" charset="0"/>
            </a:rPr>
            <a:t>Trách nhiệm hành chính</a:t>
          </a:r>
        </a:p>
        <a:p>
          <a:pPr marL="0" lvl="0" indent="0" algn="just" defTabSz="1377950">
            <a:lnSpc>
              <a:spcPct val="90000"/>
            </a:lnSpc>
            <a:spcBef>
              <a:spcPct val="0"/>
            </a:spcBef>
            <a:spcAft>
              <a:spcPct val="35000"/>
            </a:spcAft>
            <a:buNone/>
          </a:pPr>
          <a:r>
            <a:rPr lang="en-US" sz="2200" kern="1200">
              <a:latin typeface="Times New Roman" pitchFamily="18" charset="0"/>
              <a:cs typeface="Times New Roman" pitchFamily="18" charset="0"/>
            </a:rPr>
            <a:t>- Áp dụng với:Cá nhân hoặc tổ chức</a:t>
          </a:r>
        </a:p>
        <a:p>
          <a:pPr marL="0" lvl="0" indent="0" algn="just" defTabSz="1377950">
            <a:lnSpc>
              <a:spcPct val="90000"/>
            </a:lnSpc>
            <a:spcBef>
              <a:spcPct val="0"/>
            </a:spcBef>
            <a:spcAft>
              <a:spcPct val="35000"/>
            </a:spcAft>
            <a:buNone/>
          </a:pPr>
          <a:r>
            <a:rPr lang="en-US" sz="2200" kern="1200">
              <a:latin typeface="Times New Roman" pitchFamily="18" charset="0"/>
              <a:cs typeface="Times New Roman" pitchFamily="18" charset="0"/>
            </a:rPr>
            <a:t>- Hình thức: xử phạt (cảnh cáo, phạt tiền, trục xuất. .)</a:t>
          </a:r>
        </a:p>
        <a:p>
          <a:pPr marL="0" lvl="0" indent="0" algn="just" defTabSz="1377950">
            <a:lnSpc>
              <a:spcPct val="90000"/>
            </a:lnSpc>
            <a:spcBef>
              <a:spcPct val="0"/>
            </a:spcBef>
            <a:spcAft>
              <a:spcPct val="35000"/>
            </a:spcAft>
            <a:buNone/>
          </a:pPr>
          <a:r>
            <a:rPr lang="en-US" sz="2200" kern="1200">
              <a:latin typeface="Times New Roman" pitchFamily="18" charset="0"/>
              <a:cs typeface="Times New Roman" pitchFamily="18" charset="0"/>
            </a:rPr>
            <a:t>- Chủ thể áp dụng: Chủ thể có thẩm quyền tiến hành</a:t>
          </a:r>
        </a:p>
      </dsp:txBody>
      <dsp:txXfrm>
        <a:off x="119528" y="2547784"/>
        <a:ext cx="3747767" cy="2209487"/>
      </dsp:txXfrm>
    </dsp:sp>
    <dsp:sp modelId="{25FD16BF-E9FE-47C5-9515-618F6F04A877}">
      <dsp:nvSpPr>
        <dsp:cNvPr id="0" name=""/>
        <dsp:cNvSpPr/>
      </dsp:nvSpPr>
      <dsp:spPr>
        <a:xfrm>
          <a:off x="4038609" y="2514604"/>
          <a:ext cx="3702310" cy="2275846"/>
        </a:xfrm>
        <a:prstGeom prst="roundRect">
          <a:avLst/>
        </a:prstGeom>
        <a:blipFill>
          <a:blip xmlns:r="http://schemas.openxmlformats.org/officeDocument/2006/relationships" r:embed="rId1">
            <a:duotone>
              <a:schemeClr val="accent4">
                <a:hueOff val="20423033"/>
                <a:satOff val="-23986"/>
                <a:lumOff val="9216"/>
                <a:alphaOff val="0"/>
                <a:shade val="22000"/>
                <a:satMod val="160000"/>
              </a:schemeClr>
              <a:schemeClr val="accent4">
                <a:hueOff val="20423033"/>
                <a:satOff val="-23986"/>
                <a:lumOff val="9216"/>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pitchFamily="18" charset="0"/>
              <a:cs typeface="Times New Roman" pitchFamily="18" charset="0"/>
            </a:rPr>
            <a:t>Trách nhiệm kỉ luật</a:t>
          </a:r>
        </a:p>
        <a:p>
          <a:pPr marL="0" lvl="0" indent="0" algn="just" defTabSz="1066800">
            <a:lnSpc>
              <a:spcPct val="90000"/>
            </a:lnSpc>
            <a:spcBef>
              <a:spcPct val="0"/>
            </a:spcBef>
            <a:spcAft>
              <a:spcPct val="35000"/>
            </a:spcAft>
            <a:buNone/>
          </a:pPr>
          <a:r>
            <a:rPr lang="en-US" sz="2000" kern="1200">
              <a:latin typeface="Times New Roman" pitchFamily="18" charset="0"/>
              <a:cs typeface="Times New Roman" pitchFamily="18" charset="0"/>
            </a:rPr>
            <a:t>- Áp dụng với: Cá nhân trong tổ chức</a:t>
          </a:r>
        </a:p>
        <a:p>
          <a:pPr marL="0" lvl="0" indent="0" algn="just" defTabSz="1066800">
            <a:lnSpc>
              <a:spcPct val="90000"/>
            </a:lnSpc>
            <a:spcBef>
              <a:spcPct val="0"/>
            </a:spcBef>
            <a:spcAft>
              <a:spcPct val="35000"/>
            </a:spcAft>
            <a:buNone/>
          </a:pPr>
          <a:r>
            <a:rPr lang="en-US" sz="2000" kern="1200">
              <a:latin typeface="Times New Roman" pitchFamily="18" charset="0"/>
              <a:cs typeface="Times New Roman" pitchFamily="18" charset="0"/>
            </a:rPr>
            <a:t>- Hình thức: Khiển trách, cảnh cáo, cách chức. . .</a:t>
          </a:r>
        </a:p>
        <a:p>
          <a:pPr marL="0" lvl="0" indent="0" algn="just" defTabSz="1066800">
            <a:lnSpc>
              <a:spcPct val="90000"/>
            </a:lnSpc>
            <a:spcBef>
              <a:spcPct val="0"/>
            </a:spcBef>
            <a:spcAft>
              <a:spcPct val="35000"/>
            </a:spcAft>
            <a:buNone/>
          </a:pPr>
          <a:r>
            <a:rPr lang="en-US" sz="2000" kern="1200">
              <a:latin typeface="Times New Roman" pitchFamily="18" charset="0"/>
              <a:cs typeface="Times New Roman" pitchFamily="18" charset="0"/>
            </a:rPr>
            <a:t>- Chủ thể áp dụng: Đại diện hợp pháp của tổ chức</a:t>
          </a:r>
        </a:p>
      </dsp:txBody>
      <dsp:txXfrm>
        <a:off x="4149707" y="2625702"/>
        <a:ext cx="3480114" cy="2053650"/>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8.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8117E0-0640-4209-B46A-727AFE59014C}" type="datetimeFigureOut">
              <a:rPr lang="en-US" smtClean="0"/>
              <a:pPr/>
              <a:t>8/17/2020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AE3F32-0B8D-4994-93AF-D6CD1F1B45B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EAE3F32-0B8D-4994-93AF-D6CD1F1B45B5}"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DBADFEFE-F4FA-42F9-AAD0-4363B4889A9C}" type="datetime1">
              <a:rPr lang="en-US" smtClean="0"/>
              <a:pPr/>
              <a:t>8/17/2020</a:t>
            </a:fld>
            <a:endParaRPr lang="en-US"/>
          </a:p>
        </p:txBody>
      </p:sp>
      <p:sp>
        <p:nvSpPr>
          <p:cNvPr id="17" name="Footer Placeholder 16"/>
          <p:cNvSpPr>
            <a:spLocks noGrp="1"/>
          </p:cNvSpPr>
          <p:nvPr>
            <p:ph type="ftr" sz="quarter" idx="11"/>
          </p:nvPr>
        </p:nvSpPr>
        <p:spPr/>
        <p:txBody>
          <a:bodyPr/>
          <a:lstStyle/>
          <a:p>
            <a:r>
              <a:rPr lang="en-US"/>
              <a:t>Nguyễn Thị Yến</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4A5F5AA-C01D-44B4-9D21-1C0970D2C39C}"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2B4C4FF-0BE0-4A3A-89DB-AFFEC733A0F0}"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4A5F5AA-C01D-44B4-9D21-1C0970D2C39C}"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7E1106F-6112-489D-B6DA-96F4C236426C}" type="datetime1">
              <a:rPr lang="en-US" smtClean="0"/>
              <a:pPr/>
              <a:t>8/17/2020</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Nguyễn Thị Yến</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4A5F5AA-C01D-44B4-9D21-1C0970D2C39C}"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5936DED6-FCBF-4EF8-8BFC-1D7834E300C0}" type="datetime1">
              <a:rPr lang="en-US" smtClean="0"/>
              <a:pPr/>
              <a:t>8/17/2020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C4A5F5AA-C01D-44B4-9D21-1C0970D2C39C}"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AC642094-D68D-4996-99BD-20991825DF10}" type="datetime1">
              <a:rPr lang="en-US" smtClean="0"/>
              <a:pPr/>
              <a:t>8/17/2020</a:t>
            </a:fld>
            <a:endParaRPr lang="en-US"/>
          </a:p>
        </p:txBody>
      </p:sp>
      <p:sp>
        <p:nvSpPr>
          <p:cNvPr id="8" name="Footer Placeholder 7"/>
          <p:cNvSpPr>
            <a:spLocks noGrp="1"/>
          </p:cNvSpPr>
          <p:nvPr>
            <p:ph type="ftr" sz="quarter" idx="11"/>
          </p:nvPr>
        </p:nvSpPr>
        <p:spPr/>
        <p:txBody>
          <a:bodyPr/>
          <a:lstStyle/>
          <a:p>
            <a:r>
              <a:rPr lang="en-US"/>
              <a:t>Nguyễn Thị Yến</a:t>
            </a:r>
          </a:p>
        </p:txBody>
      </p:sp>
      <p:sp>
        <p:nvSpPr>
          <p:cNvPr id="9" name="Slide Number Placeholder 8"/>
          <p:cNvSpPr>
            <a:spLocks noGrp="1"/>
          </p:cNvSpPr>
          <p:nvPr>
            <p:ph type="sldNum" sz="quarter" idx="12"/>
          </p:nvPr>
        </p:nvSpPr>
        <p:spPr/>
        <p:txBody>
          <a:bodyPr/>
          <a:lstStyle/>
          <a:p>
            <a:fld id="{C4A5F5AA-C01D-44B4-9D21-1C0970D2C39C}"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B9AD5AA-EE6F-4D3D-9903-0B763EECDC0A}" type="datetime1">
              <a:rPr lang="en-US" smtClean="0"/>
              <a:pPr/>
              <a:t>8/17/2020</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C4A5F5AA-C01D-44B4-9D21-1C0970D2C39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0B8740-A32E-45D6-B7BB-33D90BEF1F23}" type="datetime1">
              <a:rPr lang="en-US" smtClean="0"/>
              <a:pPr/>
              <a:t>8/17/2020</a:t>
            </a:fld>
            <a:endParaRPr lang="en-US"/>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49C5B08-5072-4C39-BD9A-F7B33DC53681}" type="datetime1">
              <a:rPr lang="en-US" smtClean="0"/>
              <a:pPr/>
              <a:t>8/17/2020</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C4A5F5AA-C01D-44B4-9D21-1C0970D2C39C}"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92C4981-487E-4F5E-ABA1-7D321D0FC6B8}" type="datetime1">
              <a:rPr lang="en-US" smtClean="0"/>
              <a:pPr/>
              <a:t>8/17/2020</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Nguyễn Thị Yến</a:t>
            </a:r>
          </a:p>
        </p:txBody>
      </p:sp>
      <p:sp>
        <p:nvSpPr>
          <p:cNvPr id="7" name="Slide Number Placeholder 6"/>
          <p:cNvSpPr>
            <a:spLocks noGrp="1"/>
          </p:cNvSpPr>
          <p:nvPr>
            <p:ph type="sldNum" sz="quarter" idx="12"/>
          </p:nvPr>
        </p:nvSpPr>
        <p:spPr>
          <a:xfrm>
            <a:off x="146304" y="6208776"/>
            <a:ext cx="457200" cy="457200"/>
          </a:xfrm>
        </p:spPr>
        <p:txBody>
          <a:bodyPr/>
          <a:lstStyle/>
          <a:p>
            <a:fld id="{C4A5F5AA-C01D-44B4-9D21-1C0970D2C39C}"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2C23B09-E92E-45EF-8233-881F44ABF823}"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4A5F5AA-C01D-44B4-9D21-1C0970D2C39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D3C08F1-22FE-4F79-A750-3DC5F013C206}" type="datetime1">
              <a:rPr lang="en-US" smtClean="0"/>
              <a:pPr/>
              <a:t>8/17/2020</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C4A5F5AA-C01D-44B4-9D21-1C0970D2C39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2E4012A6-F233-41F1-8DC0-E37459136515}" type="datetime1">
              <a:rPr lang="en-US" smtClean="0"/>
              <a:pPr/>
              <a:t>8/17/2020</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Nguyễn Thị Yến</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4A5F5AA-C01D-44B4-9D21-1C0970D2C39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5.1 Thực hiện pháp luật</a:t>
            </a:r>
          </a:p>
        </p:txBody>
      </p:sp>
      <p:sp>
        <p:nvSpPr>
          <p:cNvPr id="3" name="Content Placeholder 2"/>
          <p:cNvSpPr>
            <a:spLocks noGrp="1"/>
          </p:cNvSpPr>
          <p:nvPr>
            <p:ph sz="quarter" idx="1"/>
          </p:nvPr>
        </p:nvSpPr>
        <p:spPr/>
        <p:txBody>
          <a:bodyPr/>
          <a:lstStyle/>
          <a:p>
            <a:r>
              <a:rPr lang="en-US">
                <a:latin typeface="Times New Roman" pitchFamily="18" charset="0"/>
                <a:cs typeface="Times New Roman" pitchFamily="18" charset="0"/>
              </a:rPr>
              <a:t>Khái niệm</a:t>
            </a:r>
          </a:p>
          <a:p>
            <a:r>
              <a:rPr lang="en-US">
                <a:latin typeface="Times New Roman" pitchFamily="18" charset="0"/>
                <a:cs typeface="Times New Roman" pitchFamily="18" charset="0"/>
              </a:rPr>
              <a:t>Các trường hợp thực hiện pháp luật</a:t>
            </a:r>
          </a:p>
          <a:p>
            <a:r>
              <a:rPr lang="en-US">
                <a:latin typeface="Times New Roman" pitchFamily="18" charset="0"/>
                <a:cs typeface="Times New Roman" pitchFamily="18" charset="0"/>
              </a:rPr>
              <a:t>Áp dụng pháp luật</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a:t>
            </a:fld>
            <a:endParaRPr lang="en-US"/>
          </a:p>
        </p:txBody>
      </p:sp>
      <p:sp>
        <p:nvSpPr>
          <p:cNvPr id="5" name="Footer Placeholder 4"/>
          <p:cNvSpPr>
            <a:spLocks noGrp="1"/>
          </p:cNvSpPr>
          <p:nvPr>
            <p:ph type="ftr" sz="quarter" idx="11"/>
          </p:nvPr>
        </p:nvSpPr>
        <p:spPr/>
        <p:txBody>
          <a:bodyPr/>
          <a:lstStyle/>
          <a:p>
            <a:r>
              <a:rPr lang="en-US"/>
              <a:t>Nguyễn Thị Yến</a:t>
            </a:r>
          </a:p>
        </p:txBody>
      </p:sp>
      <p:pic>
        <p:nvPicPr>
          <p:cNvPr id="16386" name="Picture 2" descr="http://www.duhaime.org/Portals/duhaime/images/law-dictionary-roger.jpg"/>
          <p:cNvPicPr>
            <a:picLocks noChangeAspect="1" noChangeArrowheads="1"/>
          </p:cNvPicPr>
          <p:nvPr/>
        </p:nvPicPr>
        <p:blipFill>
          <a:blip r:embed="rId2"/>
          <a:srcRect/>
          <a:stretch>
            <a:fillRect/>
          </a:stretch>
        </p:blipFill>
        <p:spPr bwMode="auto">
          <a:xfrm>
            <a:off x="2362200" y="3200400"/>
            <a:ext cx="4238625" cy="2533651"/>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C4A5F5AA-C01D-44B4-9D21-1C0970D2C39C}" type="slidenum">
              <a:rPr lang="en-US" smtClean="0"/>
              <a:pPr/>
              <a:t>2</a:t>
            </a:fld>
            <a:endParaRPr lang="en-US"/>
          </a:p>
        </p:txBody>
      </p:sp>
      <p:sp>
        <p:nvSpPr>
          <p:cNvPr id="5" name="Down Arrow 4"/>
          <p:cNvSpPr/>
          <p:nvPr/>
        </p:nvSpPr>
        <p:spPr>
          <a:xfrm>
            <a:off x="1524000" y="457200"/>
            <a:ext cx="6400800" cy="2514600"/>
          </a:xfrm>
          <a:prstGeom prst="down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a:latin typeface="Times New Roman" pitchFamily="18" charset="0"/>
                <a:cs typeface="Times New Roman" pitchFamily="18" charset="0"/>
              </a:rPr>
              <a:t>Thực hiện pháp luật</a:t>
            </a:r>
          </a:p>
        </p:txBody>
      </p:sp>
      <p:sp>
        <p:nvSpPr>
          <p:cNvPr id="6" name="Oval 5"/>
          <p:cNvSpPr/>
          <p:nvPr/>
        </p:nvSpPr>
        <p:spPr>
          <a:xfrm>
            <a:off x="1371600" y="2971800"/>
            <a:ext cx="6629400" cy="31242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just"/>
            <a:r>
              <a:rPr lang="en-US" sz="2800">
                <a:latin typeface="Times New Roman" pitchFamily="18" charset="0"/>
                <a:cs typeface="Times New Roman" pitchFamily="18" charset="0"/>
              </a:rPr>
              <a:t>Là quá trình hoạt động có mục đích, làm cho những quy định của pháp luật đi vào cuộc sống</a:t>
            </a:r>
            <a:r>
              <a:rPr lang="en-US">
                <a:latin typeface="Times New Roman" pitchFamily="18" charset="0"/>
                <a:cs typeface="Times New Roman" pitchFamily="18"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Các hình thức thực hiện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3</a:t>
            </a:fld>
            <a:endParaRPr lang="en-US"/>
          </a:p>
        </p:txBody>
      </p:sp>
      <p:sp>
        <p:nvSpPr>
          <p:cNvPr id="5" name="Rounded Rectangle 4"/>
          <p:cNvSpPr/>
          <p:nvPr/>
        </p:nvSpPr>
        <p:spPr>
          <a:xfrm>
            <a:off x="838200" y="1905000"/>
            <a:ext cx="1447800" cy="3124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a:latin typeface="Times New Roman" pitchFamily="18" charset="0"/>
                <a:cs typeface="Times New Roman" pitchFamily="18" charset="0"/>
              </a:rPr>
              <a:t>Tuân thủ pháp luật </a:t>
            </a:r>
          </a:p>
        </p:txBody>
      </p:sp>
      <p:sp>
        <p:nvSpPr>
          <p:cNvPr id="8" name="Rounded Rectangle 7"/>
          <p:cNvSpPr/>
          <p:nvPr/>
        </p:nvSpPr>
        <p:spPr>
          <a:xfrm>
            <a:off x="2895600" y="1905000"/>
            <a:ext cx="1447800" cy="3124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a:latin typeface="Times New Roman" pitchFamily="18" charset="0"/>
                <a:cs typeface="Times New Roman" pitchFamily="18" charset="0"/>
              </a:rPr>
              <a:t>Thi hành pháp luật</a:t>
            </a:r>
          </a:p>
        </p:txBody>
      </p:sp>
      <p:sp>
        <p:nvSpPr>
          <p:cNvPr id="9" name="Rounded Rectangle 8"/>
          <p:cNvSpPr/>
          <p:nvPr/>
        </p:nvSpPr>
        <p:spPr>
          <a:xfrm>
            <a:off x="4876800" y="1905000"/>
            <a:ext cx="1447800" cy="3124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a:latin typeface="Times New Roman" pitchFamily="18" charset="0"/>
                <a:cs typeface="Times New Roman" pitchFamily="18" charset="0"/>
              </a:rPr>
              <a:t>Vận dụng  (sử dụng) pháp luật</a:t>
            </a:r>
          </a:p>
        </p:txBody>
      </p:sp>
      <p:sp>
        <p:nvSpPr>
          <p:cNvPr id="10" name="Rounded Rectangle 9"/>
          <p:cNvSpPr/>
          <p:nvPr/>
        </p:nvSpPr>
        <p:spPr>
          <a:xfrm>
            <a:off x="6934200" y="1905000"/>
            <a:ext cx="1447800" cy="312420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800">
                <a:latin typeface="Times New Roman" pitchFamily="18" charset="0"/>
                <a:cs typeface="Times New Roman" pitchFamily="18" charset="0"/>
              </a:rPr>
              <a:t>Áp dụng pháp luật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Áp dụng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4</a:t>
            </a:fld>
            <a:endParaRPr lang="en-US"/>
          </a:p>
        </p:txBody>
      </p:sp>
      <p:sp>
        <p:nvSpPr>
          <p:cNvPr id="5" name="Content Placeholder 4"/>
          <p:cNvSpPr>
            <a:spLocks noGrp="1"/>
          </p:cNvSpPr>
          <p:nvPr>
            <p:ph sz="quarter" idx="1"/>
          </p:nvPr>
        </p:nvSpPr>
        <p:spPr/>
        <p:txBody>
          <a:bodyPr>
            <a:normAutofit lnSpcReduction="10000"/>
          </a:bodyPr>
          <a:lstStyle/>
          <a:p>
            <a:r>
              <a:rPr lang="en-US">
                <a:latin typeface="Times New Roman" pitchFamily="18" charset="0"/>
                <a:cs typeface="Times New Roman" pitchFamily="18" charset="0"/>
              </a:rPr>
              <a:t>Có sự can thiệp của nhà nước để cho pháp luật được thực hiện đúng, áp dụng các quy phạm pháp luật vào các trường hợp cụ thể.</a:t>
            </a:r>
          </a:p>
          <a:p>
            <a:pPr>
              <a:buFont typeface="Wingdings" pitchFamily="2" charset="2"/>
              <a:buChar char="Ø"/>
            </a:pPr>
            <a:r>
              <a:rPr lang="en-US">
                <a:latin typeface="Times New Roman" pitchFamily="18" charset="0"/>
                <a:cs typeface="Times New Roman" pitchFamily="18" charset="0"/>
              </a:rPr>
              <a:t>Khi quyền, nghĩa vụ của chủ thể không mặc nhiên phát sinh nếu thiếu sự can thiệp của nhà nước.</a:t>
            </a:r>
          </a:p>
          <a:p>
            <a:pPr>
              <a:buFont typeface="Wingdings" pitchFamily="2" charset="2"/>
              <a:buChar char="Ø"/>
            </a:pPr>
            <a:r>
              <a:rPr lang="en-US">
                <a:latin typeface="Times New Roman" pitchFamily="18" charset="0"/>
                <a:cs typeface="Times New Roman" pitchFamily="18" charset="0"/>
              </a:rPr>
              <a:t>Khi xảy ra tranh chấp về quyền, nghĩa vụ giữa các bên mà các bên không thể tự giải quyết được.</a:t>
            </a:r>
          </a:p>
          <a:p>
            <a:pPr>
              <a:buFont typeface="Wingdings" pitchFamily="2" charset="2"/>
              <a:buChar char="Ø"/>
            </a:pPr>
            <a:r>
              <a:rPr lang="en-US">
                <a:latin typeface="Times New Roman" pitchFamily="18" charset="0"/>
                <a:cs typeface="Times New Roman" pitchFamily="18" charset="0"/>
              </a:rPr>
              <a:t>Khi áp dụng chế tài đối với những cá nhân, tổ chức vi phạm pháp luật</a:t>
            </a:r>
          </a:p>
          <a:p>
            <a:pPr>
              <a:buFont typeface="Wingdings" pitchFamily="2" charset="2"/>
              <a:buChar char="Ø"/>
            </a:pPr>
            <a:r>
              <a:rPr lang="en-US">
                <a:latin typeface="Times New Roman" pitchFamily="18" charset="0"/>
                <a:cs typeface="Times New Roman" pitchFamily="18" charset="0"/>
              </a:rPr>
              <a:t>Nhà nước xác nhận sự tồn tại hay không tồn tại một sự kiện thực tế cụ thể nào đó.</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5.2 </a:t>
            </a:r>
            <a:r>
              <a:rPr lang="en-US">
                <a:latin typeface="Times New Roman" pitchFamily="18" charset="0"/>
                <a:cs typeface="Times New Roman" pitchFamily="18" charset="0"/>
              </a:rPr>
              <a:t>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5</a:t>
            </a:fld>
            <a:endParaRPr lang="en-US"/>
          </a:p>
        </p:txBody>
      </p:sp>
      <p:sp>
        <p:nvSpPr>
          <p:cNvPr id="5" name="Content Placeholder 4"/>
          <p:cNvSpPr>
            <a:spLocks noGrp="1"/>
          </p:cNvSpPr>
          <p:nvPr>
            <p:ph sz="quarter" idx="1"/>
          </p:nvPr>
        </p:nvSpPr>
        <p:spPr/>
        <p:txBody>
          <a:bodyPr/>
          <a:lstStyle/>
          <a:p>
            <a:r>
              <a:rPr lang="en-US">
                <a:latin typeface="Times New Roman" pitchFamily="18" charset="0"/>
                <a:cs typeface="Times New Roman" pitchFamily="18" charset="0"/>
              </a:rPr>
              <a:t>Hành vi xác định của con người trái với quy định của pháp luật, có lỗi, do chủ thể có đủ năng lực trách nhiệm pháp lý thực hiện xâm hại hoặc đe dọa xâm hại đến các quan hệ xã hội được pháp luật bảo vệ.</a:t>
            </a:r>
          </a:p>
          <a:p>
            <a:pPr>
              <a:buFont typeface="Wingdings" pitchFamily="2" charset="2"/>
              <a:buChar char="Ø"/>
            </a:pPr>
            <a:r>
              <a:rPr lang="en-US">
                <a:latin typeface="Times New Roman" pitchFamily="18" charset="0"/>
                <a:cs typeface="Times New Roman" pitchFamily="18" charset="0"/>
              </a:rPr>
              <a:t>Không thực hiện các quy định của pháp luật</a:t>
            </a:r>
          </a:p>
          <a:p>
            <a:pPr>
              <a:buFont typeface="Wingdings" pitchFamily="2" charset="2"/>
              <a:buChar char="Ø"/>
            </a:pPr>
            <a:r>
              <a:rPr lang="en-US">
                <a:latin typeface="Times New Roman" pitchFamily="18" charset="0"/>
                <a:cs typeface="Times New Roman" pitchFamily="18" charset="0"/>
              </a:rPr>
              <a:t>Thực hiện không đúng các quy định của pháp luật</a:t>
            </a:r>
          </a:p>
          <a:p>
            <a:pPr>
              <a:buFont typeface="Wingdings" pitchFamily="2" charset="2"/>
              <a:buChar char="Ø"/>
            </a:pPr>
            <a:r>
              <a:rPr lang="en-US">
                <a:latin typeface="Times New Roman" pitchFamily="18" charset="0"/>
                <a:cs typeface="Times New Roman" pitchFamily="18" charset="0"/>
              </a:rPr>
              <a:t>Thực hiện những quy định cấm của pháp luật</a:t>
            </a:r>
          </a:p>
          <a:p>
            <a:pPr>
              <a:buFont typeface="Wingdings" pitchFamily="2" charset="2"/>
              <a:buChar char="Ø"/>
            </a:pPr>
            <a:r>
              <a:rPr lang="en-US">
                <a:latin typeface="Times New Roman" pitchFamily="18" charset="0"/>
                <a:cs typeface="Times New Roman" pitchFamily="18" charset="0"/>
              </a:rPr>
              <a:t>Thực hiện quyền vượt quá phạm vi cho phép.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2.Dấu hiệu của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6</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Times New Roman" pitchFamily="18" charset="0"/>
                <a:cs typeface="Times New Roman" pitchFamily="18" charset="0"/>
              </a:rPr>
              <a:t>Phân loại vi phạm pháp luật </a:t>
            </a:r>
            <a:r>
              <a:rPr lang="en-US" sz="2700">
                <a:latin typeface="Times New Roman" pitchFamily="18" charset="0"/>
                <a:cs typeface="Times New Roman" pitchFamily="18" charset="0"/>
              </a:rPr>
              <a:t>(căn cứ vào đặc điểm khách thể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7</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3. </a:t>
            </a:r>
            <a:r>
              <a:rPr lang="en-US">
                <a:latin typeface="Times New Roman" pitchFamily="18" charset="0"/>
                <a:cs typeface="Times New Roman" pitchFamily="18" charset="0"/>
              </a:rPr>
              <a:t>Cấu thành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8</a:t>
            </a:fld>
            <a:endParaRPr lang="en-US"/>
          </a:p>
        </p:txBody>
      </p:sp>
      <p:graphicFrame>
        <p:nvGraphicFramePr>
          <p:cNvPr id="7" name="Content Placeholder 6"/>
          <p:cNvGraphicFramePr>
            <a:graphicFrameLocks noGrp="1"/>
          </p:cNvGraphicFramePr>
          <p:nvPr>
            <p:ph sz="quarter" idx="1"/>
          </p:nvPr>
        </p:nvGraphicFramePr>
        <p:xfrm>
          <a:off x="914400" y="15240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atin typeface="Times New Roman" pitchFamily="18" charset="0"/>
                <a:cs typeface="Times New Roman" pitchFamily="18" charset="0"/>
              </a:rPr>
              <a:t>a.Mặt khách quan của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9</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b.Mặt chủ quan của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10</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atin typeface="Times New Roman" pitchFamily="18" charset="0"/>
                <a:cs typeface="Times New Roman" pitchFamily="18" charset="0"/>
              </a:rPr>
              <a:t>c.Khách thể của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11</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d.Chủ thể của vi phạm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12</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5.3 Trách nhiệm pháp lý</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13</a:t>
            </a:fld>
            <a:endParaRPr lang="en-US"/>
          </a:p>
        </p:txBody>
      </p:sp>
      <p:sp>
        <p:nvSpPr>
          <p:cNvPr id="5" name="Content Placeholder 4"/>
          <p:cNvSpPr>
            <a:spLocks noGrp="1"/>
          </p:cNvSpPr>
          <p:nvPr>
            <p:ph sz="quarter" idx="1"/>
          </p:nvPr>
        </p:nvSpPr>
        <p:spPr/>
        <p:txBody>
          <a:bodyPr/>
          <a:lstStyle/>
          <a:p>
            <a:r>
              <a:rPr lang="en-US">
                <a:latin typeface="Times New Roman" pitchFamily="18" charset="0"/>
                <a:cs typeface="Times New Roman" pitchFamily="18" charset="0"/>
              </a:rPr>
              <a:t>Trách nhiệm pháp lý là quan hệ pháp luật đặc biệt phát sinh giữa nhà nước và chủ thể vi phạm pháp luật. Trong đó, Nhà nước thông qua các chủ thể có thẩm quyền áp dụng các biện pháp cưỡng chế được quy định ở chế tài của QPPL đối với chủ thể vi phạm pháp luật. Chủ thể này có nghĩa vụ phải gánh chịu những hậu quả bất lợi do hành vi của mình gây ra.</a:t>
            </a:r>
          </a:p>
        </p:txBody>
      </p:sp>
      <p:pic>
        <p:nvPicPr>
          <p:cNvPr id="6" name="Picture 2" descr="http://www.houghtonlaw.net/images/home.png"/>
          <p:cNvPicPr>
            <a:picLocks noChangeAspect="1" noChangeArrowheads="1"/>
          </p:cNvPicPr>
          <p:nvPr/>
        </p:nvPicPr>
        <p:blipFill>
          <a:blip r:embed="rId2"/>
          <a:srcRect/>
          <a:stretch>
            <a:fillRect/>
          </a:stretch>
        </p:blipFill>
        <p:spPr bwMode="auto">
          <a:xfrm>
            <a:off x="4648200" y="4359126"/>
            <a:ext cx="4495800" cy="2555087"/>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Trách nhiệm pháp lý</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14</a:t>
            </a:fld>
            <a:endParaRPr lang="en-US"/>
          </a:p>
        </p:txBody>
      </p:sp>
      <p:sp>
        <p:nvSpPr>
          <p:cNvPr id="5" name="Content Placeholder 4"/>
          <p:cNvSpPr>
            <a:spLocks noGrp="1"/>
          </p:cNvSpPr>
          <p:nvPr>
            <p:ph sz="quarter" idx="1"/>
          </p:nvPr>
        </p:nvSpPr>
        <p:spPr/>
        <p:txBody>
          <a:bodyPr/>
          <a:lstStyle/>
          <a:p>
            <a:r>
              <a:rPr lang="en-US">
                <a:latin typeface="Times New Roman" pitchFamily="18" charset="0"/>
                <a:cs typeface="Times New Roman" pitchFamily="18" charset="0"/>
              </a:rPr>
              <a:t>Đặc điểm của trách nhiệm pháp lý.</a:t>
            </a:r>
          </a:p>
          <a:p>
            <a:pPr>
              <a:buFont typeface="Wingdings" pitchFamily="2" charset="2"/>
              <a:buChar char="Ø"/>
            </a:pPr>
            <a:r>
              <a:rPr lang="en-US">
                <a:latin typeface="Times New Roman" pitchFamily="18" charset="0"/>
                <a:cs typeface="Times New Roman" pitchFamily="18" charset="0"/>
              </a:rPr>
              <a:t>Cơ sở phát sinh TNPL: Vi phạm pháp luật</a:t>
            </a:r>
          </a:p>
          <a:p>
            <a:pPr>
              <a:buFont typeface="Wingdings" pitchFamily="2" charset="2"/>
              <a:buChar char="Ø"/>
            </a:pPr>
            <a:r>
              <a:rPr lang="en-US">
                <a:latin typeface="Times New Roman" pitchFamily="18" charset="0"/>
                <a:cs typeface="Times New Roman" pitchFamily="18" charset="0"/>
              </a:rPr>
              <a:t>Hậu quả: Liên quan mật thiết với cưỡng chế nhà nước</a:t>
            </a:r>
          </a:p>
          <a:p>
            <a:pPr>
              <a:buFont typeface="Wingdings" pitchFamily="2" charset="2"/>
              <a:buChar char="Ø"/>
            </a:pPr>
            <a:r>
              <a:rPr lang="en-US">
                <a:latin typeface="Times New Roman" pitchFamily="18" charset="0"/>
                <a:cs typeface="Times New Roman" pitchFamily="18" charset="0"/>
              </a:rPr>
              <a:t>Chủ thể áp dụng: Chủ thể có thẩm quyền</a:t>
            </a:r>
          </a:p>
        </p:txBody>
      </p:sp>
      <p:pic>
        <p:nvPicPr>
          <p:cNvPr id="7" name="Picture 2" descr="https://encrypted-tbn0.gstatic.com/images?q=tbn:ANd9GcQVEELl2yXsScG2mLXgg5u9yw5D9E5f901NSpMeb6wBFxDw4I0V"/>
          <p:cNvPicPr>
            <a:picLocks noChangeAspect="1" noChangeArrowheads="1"/>
          </p:cNvPicPr>
          <p:nvPr/>
        </p:nvPicPr>
        <p:blipFill>
          <a:blip r:embed="rId2"/>
          <a:srcRect/>
          <a:stretch>
            <a:fillRect/>
          </a:stretch>
        </p:blipFill>
        <p:spPr bwMode="auto">
          <a:xfrm>
            <a:off x="3200400" y="3810000"/>
            <a:ext cx="3962400" cy="25146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normAutofit/>
          </a:bodyPr>
          <a:lstStyle/>
          <a:p>
            <a:r>
              <a:rPr lang="en-US" sz="3600"/>
              <a:t>Các loại trách nhiệm pháp lý</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15</a:t>
            </a:fld>
            <a:endParaRPr lang="en-US"/>
          </a:p>
        </p:txBody>
      </p:sp>
      <p:graphicFrame>
        <p:nvGraphicFramePr>
          <p:cNvPr id="6" name="Content Placeholder 5"/>
          <p:cNvGraphicFramePr>
            <a:graphicFrameLocks noGrp="1"/>
          </p:cNvGraphicFramePr>
          <p:nvPr>
            <p:ph sz="quarter" idx="1"/>
          </p:nvPr>
        </p:nvGraphicFramePr>
        <p:xfrm>
          <a:off x="838200" y="1219200"/>
          <a:ext cx="77724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Câu hỏi ôn tập chương</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C4A5F5AA-C01D-44B4-9D21-1C0970D2C39C}" type="slidenum">
              <a:rPr lang="en-US" smtClean="0"/>
              <a:pPr/>
              <a:t>16</a:t>
            </a:fld>
            <a:endParaRPr lang="en-US"/>
          </a:p>
        </p:txBody>
      </p:sp>
      <p:sp>
        <p:nvSpPr>
          <p:cNvPr id="5" name="Content Placeholder 4"/>
          <p:cNvSpPr>
            <a:spLocks noGrp="1"/>
          </p:cNvSpPr>
          <p:nvPr>
            <p:ph sz="quarter" idx="1"/>
          </p:nvPr>
        </p:nvSpPr>
        <p:spPr/>
        <p:txBody>
          <a:bodyPr>
            <a:normAutofit fontScale="92500"/>
          </a:bodyPr>
          <a:lstStyle/>
          <a:p>
            <a:r>
              <a:rPr lang="en-US">
                <a:latin typeface="Times New Roman" pitchFamily="18" charset="0"/>
                <a:cs typeface="Times New Roman" pitchFamily="18" charset="0"/>
              </a:rPr>
              <a:t>Mọi hành vi vi phạm pháp luật đều là hành vi trái pháp luật.</a:t>
            </a:r>
          </a:p>
          <a:p>
            <a:r>
              <a:rPr lang="en-US">
                <a:latin typeface="Times New Roman" pitchFamily="18" charset="0"/>
                <a:cs typeface="Times New Roman" pitchFamily="18" charset="0"/>
              </a:rPr>
              <a:t>Mọi hành vi trái pháp luật đều là hành vi vi phạm pháp luật.</a:t>
            </a:r>
          </a:p>
          <a:p>
            <a:r>
              <a:rPr lang="en-US">
                <a:latin typeface="Times New Roman" pitchFamily="18" charset="0"/>
                <a:cs typeface="Times New Roman" pitchFamily="18" charset="0"/>
              </a:rPr>
              <a:t>Sự thiệt hại về vật chất là dấu hiệu bắt buộc của vi phạm pháp luật.</a:t>
            </a:r>
          </a:p>
          <a:p>
            <a:r>
              <a:rPr lang="en-US">
                <a:latin typeface="Times New Roman" pitchFamily="18" charset="0"/>
                <a:cs typeface="Times New Roman" pitchFamily="18" charset="0"/>
              </a:rPr>
              <a:t>Không thấy trước được hành vi của mình là nguy hiểm cho xã hội thì không bị xem là có lỗi.</a:t>
            </a:r>
          </a:p>
          <a:p>
            <a:r>
              <a:rPr lang="en-US">
                <a:latin typeface="Times New Roman" pitchFamily="18" charset="0"/>
                <a:cs typeface="Times New Roman" pitchFamily="18" charset="0"/>
              </a:rPr>
              <a:t>Trình bày dấu hiệu của vi phạm pháp luật? Các yếu tố cấu thành của vi phạm pháp luật.</a:t>
            </a:r>
          </a:p>
          <a:p>
            <a:r>
              <a:rPr lang="en-US">
                <a:latin typeface="Times New Roman" pitchFamily="18" charset="0"/>
                <a:cs typeface="Times New Roman" pitchFamily="18" charset="0"/>
              </a:rPr>
              <a:t>Phân biệt hành vi trái pháp luật với hành vi vi phạm pháp luật.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B497AE2-A5B7-41DE-9E16-88EA179CD91A}"/>
</file>

<file path=customXml/itemProps2.xml><?xml version="1.0" encoding="utf-8"?>
<ds:datastoreItem xmlns:ds="http://schemas.openxmlformats.org/officeDocument/2006/customXml" ds:itemID="{0D7AF8FE-587A-43D6-8E1D-C76C19AEB3B1}"/>
</file>

<file path=customXml/itemProps3.xml><?xml version="1.0" encoding="utf-8"?>
<ds:datastoreItem xmlns:ds="http://schemas.openxmlformats.org/officeDocument/2006/customXml" ds:itemID="{5F096A8B-DFCA-47A8-AEA3-501F3F8A0D6A}"/>
</file>

<file path=docProps/app.xml><?xml version="1.0" encoding="utf-8"?>
<Properties xmlns="http://schemas.openxmlformats.org/officeDocument/2006/extended-properties" xmlns:vt="http://schemas.openxmlformats.org/officeDocument/2006/docPropsVTypes">
  <Template>Equity</Template>
  <TotalTime>1523</TotalTime>
  <Words>1094</Words>
  <Application>Microsoft Office PowerPoint</Application>
  <PresentationFormat>On-screen Show (4:3)</PresentationFormat>
  <Paragraphs>125</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Calibri</vt:lpstr>
      <vt:lpstr>Franklin Gothic Book</vt:lpstr>
      <vt:lpstr>Perpetua</vt:lpstr>
      <vt:lpstr>Times New Roman</vt:lpstr>
      <vt:lpstr>Wingdings</vt:lpstr>
      <vt:lpstr>Wingdings 2</vt:lpstr>
      <vt:lpstr>Equity</vt:lpstr>
      <vt:lpstr>5.1 Thực hiện pháp luật</vt:lpstr>
      <vt:lpstr>PowerPoint Presentation</vt:lpstr>
      <vt:lpstr>Các hình thức thực hiện pháp luật</vt:lpstr>
      <vt:lpstr>Áp dụng pháp luật</vt:lpstr>
      <vt:lpstr>5.2 Vi phạm pháp luật</vt:lpstr>
      <vt:lpstr>2.Dấu hiệu của vi phạm pháp luật</vt:lpstr>
      <vt:lpstr>Phân loại vi phạm pháp luật (căn cứ vào đặc điểm khách thể vi phạm pháp luật)</vt:lpstr>
      <vt:lpstr>3. Cấu thành vi phạm pháp luật</vt:lpstr>
      <vt:lpstr>a.Mặt khách quan của vi phạm pháp luật</vt:lpstr>
      <vt:lpstr>b.Mặt chủ quan của vi phạm pháp luật</vt:lpstr>
      <vt:lpstr>c.Khách thể của vi phạm pháp luật</vt:lpstr>
      <vt:lpstr>d.Chủ thể của vi phạm pháp luật</vt:lpstr>
      <vt:lpstr>5.3 Trách nhiệm pháp lý</vt:lpstr>
      <vt:lpstr>Trách nhiệm pháp lý</vt:lpstr>
      <vt:lpstr>Các loại trách nhiệm pháp lý</vt:lpstr>
      <vt:lpstr>Câu hỏi ôn tập chương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5. Thực hiện pháp luật, vi phạm pháp luật và trách nhiệm pháp lý</dc:title>
  <dc:creator>sony</dc:creator>
  <cp:lastModifiedBy>Đỗ Huy Hoàng</cp:lastModifiedBy>
  <cp:revision>93</cp:revision>
  <dcterms:created xsi:type="dcterms:W3CDTF">2013-07-01T15:35:42Z</dcterms:created>
  <dcterms:modified xsi:type="dcterms:W3CDTF">2020-08-17T09:38:20Z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