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9.xml" ContentType="application/vnd.openxmlformats-officedocument.drawingml.diagramData+xml"/>
  <Override PartName="/ppt/diagrams/data1.xml" ContentType="application/vnd.openxmlformats-officedocument.drawingml.diagramData+xml"/>
  <Override PartName="/ppt/diagrams/data8.xml" ContentType="application/vnd.openxmlformats-officedocument.drawingml.diagramData+xml"/>
  <Override PartName="/ppt/slides/slide34.xml" ContentType="application/vnd.openxmlformats-officedocument.presentationml.slide+xml"/>
  <Override PartName="/ppt/slides/slide24.xml" ContentType="application/vnd.openxmlformats-officedocument.presentationml.slide+xml"/>
  <Override PartName="/ppt/slides/slide3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7.xml" ContentType="application/vnd.openxmlformats-officedocument.presentationml.slide+xml"/>
  <Override PartName="/ppt/slides/slide23.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6.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2.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diagrams/quickStyle4.xml" ContentType="application/vnd.openxmlformats-officedocument.drawingml.diagramStyle+xml"/>
  <Override PartName="/ppt/diagrams/layout5.xml" ContentType="application/vnd.openxmlformats-officedocument.drawingml.diagramLayout+xml"/>
  <Override PartName="/ppt/diagrams/layout4.xml" ContentType="application/vnd.openxmlformats-officedocument.drawingml.diagramLayout+xml"/>
  <Override PartName="/ppt/diagrams/colors4.xml" ContentType="application/vnd.openxmlformats-officedocument.drawingml.diagramColors+xml"/>
  <Override PartName="/ppt/diagrams/colors5.xml" ContentType="application/vnd.openxmlformats-officedocument.drawingml.diagramColors+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quickStyle5.xml" ContentType="application/vnd.openxmlformats-officedocument.drawingml.diagramStyle+xml"/>
  <Override PartName="/ppt/diagrams/quickStyle3.xml" ContentType="application/vnd.openxmlformats-officedocument.drawingml.diagramStyle+xml"/>
  <Override PartName="/ppt/diagrams/layout3.xml" ContentType="application/vnd.openxmlformats-officedocument.drawingml.diagramLayout+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theme/theme1.xml" ContentType="application/vnd.openxmlformats-officedocument.theme+xml"/>
  <Override PartName="/ppt/diagrams/colors3.xml" ContentType="application/vnd.openxmlformats-officedocument.drawingml.diagramColors+xml"/>
  <Override PartName="/ppt/diagrams/quickStyle7.xml" ContentType="application/vnd.openxmlformats-officedocument.drawingml.diagramStyle+xml"/>
  <Override PartName="/ppt/diagrams/quickStyle9.xml" ContentType="application/vnd.openxmlformats-officedocument.drawingml.diagramStyle+xml"/>
  <Override PartName="/ppt/diagrams/colors9.xml" ContentType="application/vnd.openxmlformats-officedocument.drawingml.diagramColors+xml"/>
  <Override PartName="/ppt/notesMasters/notesMaster1.xml" ContentType="application/vnd.openxmlformats-officedocument.presentationml.notesMaster+xml"/>
  <Override PartName="/ppt/diagrams/layout9.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colors7.xml" ContentType="application/vnd.openxmlformats-officedocument.drawingml.diagramColors+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core.xml" ContentType="application/vnd.openxmlformats-package.core-properties+xml"/>
  <Override PartName="/docProps/app.xml" ContentType="application/vnd.openxmlformats-officedocument.extended-properties+xml"/>
  <Override PartName="/ppt/diagrams/drawing6.xml" ContentType="application/vnd.ms-office.drawingml.diagramDrawing+xml"/>
  <Override PartName="/ppt/diagrams/drawing3.xml" ContentType="application/vnd.ms-office.drawingml.diagramDrawing+xml"/>
  <Override PartName="/ppt/diagrams/drawing8.xml" ContentType="application/vnd.ms-office.drawingml.diagramDrawing+xml"/>
  <Override PartName="/ppt/diagrams/drawing2.xml" ContentType="application/vnd.ms-office.drawingml.diagramDrawing+xml"/>
  <Override PartName="/ppt/diagrams/drawing4.xml" ContentType="application/vnd.ms-office.drawingml.diagramDrawing+xml"/>
  <Override PartName="/ppt/diagrams/drawing1.xml" ContentType="application/vnd.ms-office.drawingml.diagramDrawing+xml"/>
  <Override PartName="/ppt/diagrams/drawing5.xml" ContentType="application/vnd.ms-office.drawingml.diagramDrawing+xml"/>
  <Override PartName="/ppt/diagrams/drawing7.xml" ContentType="application/vnd.ms-office.drawingml.diagramDrawing+xml"/>
  <Override PartName="/ppt/diagrams/drawing9.xml" ContentType="application/vnd.ms-office.drawingml.diagramDrawing+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37"/>
  </p:notesMasterIdLst>
  <p:sldIdLst>
    <p:sldId id="256" r:id="rId2"/>
    <p:sldId id="257" r:id="rId3"/>
    <p:sldId id="297" r:id="rId4"/>
    <p:sldId id="259" r:id="rId5"/>
    <p:sldId id="299" r:id="rId6"/>
    <p:sldId id="261" r:id="rId7"/>
    <p:sldId id="262" r:id="rId8"/>
    <p:sldId id="263" r:id="rId9"/>
    <p:sldId id="265" r:id="rId10"/>
    <p:sldId id="266" r:id="rId11"/>
    <p:sldId id="267" r:id="rId12"/>
    <p:sldId id="268" r:id="rId13"/>
    <p:sldId id="269" r:id="rId14"/>
    <p:sldId id="276" r:id="rId15"/>
    <p:sldId id="277" r:id="rId16"/>
    <p:sldId id="278" r:id="rId17"/>
    <p:sldId id="279" r:id="rId18"/>
    <p:sldId id="280" r:id="rId19"/>
    <p:sldId id="281" r:id="rId20"/>
    <p:sldId id="282" r:id="rId21"/>
    <p:sldId id="283" r:id="rId22"/>
    <p:sldId id="302" r:id="rId23"/>
    <p:sldId id="284" r:id="rId24"/>
    <p:sldId id="285" r:id="rId25"/>
    <p:sldId id="286" r:id="rId26"/>
    <p:sldId id="287" r:id="rId27"/>
    <p:sldId id="288" r:id="rId28"/>
    <p:sldId id="289" r:id="rId29"/>
    <p:sldId id="290" r:id="rId30"/>
    <p:sldId id="298" r:id="rId31"/>
    <p:sldId id="291" r:id="rId32"/>
    <p:sldId id="300" r:id="rId33"/>
    <p:sldId id="293" r:id="rId34"/>
    <p:sldId id="295" r:id="rId35"/>
    <p:sldId id="301"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ustomXml" Target="../customXml/item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2.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3.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4.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6.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7.xml.rels><?xml version="1.0" encoding="UTF-8" standalone="yes"?>
<Relationships xmlns="http://schemas.openxmlformats.org/package/2006/relationships"><Relationship Id="rId1" Type="http://schemas.openxmlformats.org/officeDocument/2006/relationships/image" Target="../media/image11.jpeg"/></Relationships>
</file>

<file path=ppt/diagrams/_rels/drawing8.xml.rels><?xml version="1.0" encoding="UTF-8" standalone="yes"?>
<Relationships xmlns="http://schemas.openxmlformats.org/package/2006/relationships"><Relationship Id="rId1" Type="http://schemas.openxmlformats.org/officeDocument/2006/relationships/image" Target="../media/image11.jpe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C6E5B6E-B04A-4551-A8C5-817B38C05D03}" type="doc">
      <dgm:prSet loTypeId="urn:microsoft.com/office/officeart/2005/8/layout/vList6" loCatId="list" qsTypeId="urn:microsoft.com/office/officeart/2005/8/quickstyle/3d2#1" qsCatId="3D" csTypeId="urn:microsoft.com/office/officeart/2005/8/colors/colorful4" csCatId="colorful" phldr="1"/>
      <dgm:spPr/>
      <dgm:t>
        <a:bodyPr/>
        <a:lstStyle/>
        <a:p>
          <a:endParaRPr lang="en-US"/>
        </a:p>
      </dgm:t>
    </dgm:pt>
    <dgm:pt modelId="{1FBDAA12-C20F-44E6-B411-7854FE70D921}">
      <dgm:prSet phldrT="[Text]" custT="1"/>
      <dgm:spPr/>
      <dgm:t>
        <a:bodyPr/>
        <a:lstStyle/>
        <a:p>
          <a:r>
            <a:rPr lang="en-US" sz="3200"/>
            <a:t>Hệ thống pháp luật quốc gia</a:t>
          </a:r>
        </a:p>
      </dgm:t>
    </dgm:pt>
    <dgm:pt modelId="{405CE749-A3C1-4EC1-9599-91871EDF7565}" type="parTrans" cxnId="{8EC8D2A6-8415-471E-A2B9-68E39B131BCE}">
      <dgm:prSet/>
      <dgm:spPr/>
      <dgm:t>
        <a:bodyPr/>
        <a:lstStyle/>
        <a:p>
          <a:endParaRPr lang="en-US"/>
        </a:p>
      </dgm:t>
    </dgm:pt>
    <dgm:pt modelId="{2EDC4FB9-E70F-49CD-8AFE-F099E49ACB2E}" type="sibTrans" cxnId="{8EC8D2A6-8415-471E-A2B9-68E39B131BCE}">
      <dgm:prSet/>
      <dgm:spPr/>
      <dgm:t>
        <a:bodyPr/>
        <a:lstStyle/>
        <a:p>
          <a:endParaRPr lang="en-US"/>
        </a:p>
      </dgm:t>
    </dgm:pt>
    <dgm:pt modelId="{63D09308-43C5-46F3-B246-51AFF0C7E627}">
      <dgm:prSet phldrT="[Text]" custT="1"/>
      <dgm:spPr/>
      <dgm:t>
        <a:bodyPr/>
        <a:lstStyle/>
        <a:p>
          <a:r>
            <a:rPr lang="en-US" sz="2800"/>
            <a:t>Là cấu trúc toàn bộ các quy phạm của luật thực định của quốc gia đó.</a:t>
          </a:r>
        </a:p>
      </dgm:t>
    </dgm:pt>
    <dgm:pt modelId="{882C7159-14F4-410A-AEBE-128B43CB702B}" type="parTrans" cxnId="{6A03F5DF-0334-40AD-B984-72DB3785934E}">
      <dgm:prSet/>
      <dgm:spPr/>
      <dgm:t>
        <a:bodyPr/>
        <a:lstStyle/>
        <a:p>
          <a:endParaRPr lang="en-US"/>
        </a:p>
      </dgm:t>
    </dgm:pt>
    <dgm:pt modelId="{4449DD27-C498-4FD4-989B-15EC9933619B}" type="sibTrans" cxnId="{6A03F5DF-0334-40AD-B984-72DB3785934E}">
      <dgm:prSet/>
      <dgm:spPr/>
      <dgm:t>
        <a:bodyPr/>
        <a:lstStyle/>
        <a:p>
          <a:endParaRPr lang="en-US"/>
        </a:p>
      </dgm:t>
    </dgm:pt>
    <dgm:pt modelId="{DA75E061-D068-420C-B236-84635FE12F48}">
      <dgm:prSet phldrT="[Text]" custT="1"/>
      <dgm:spPr/>
      <dgm:t>
        <a:bodyPr/>
        <a:lstStyle/>
        <a:p>
          <a:r>
            <a:rPr lang="en-US" sz="3200"/>
            <a:t>Hệ thống pháp luật quốc tế</a:t>
          </a:r>
        </a:p>
      </dgm:t>
    </dgm:pt>
    <dgm:pt modelId="{78C2A5CB-0DAF-4F7E-823B-F62186008E17}" type="parTrans" cxnId="{7A25ECE1-8A0B-4F42-9711-2D3651117B70}">
      <dgm:prSet/>
      <dgm:spPr/>
      <dgm:t>
        <a:bodyPr/>
        <a:lstStyle/>
        <a:p>
          <a:endParaRPr lang="en-US"/>
        </a:p>
      </dgm:t>
    </dgm:pt>
    <dgm:pt modelId="{1442B7D2-FDFF-4408-B384-FD9E38FDA7B8}" type="sibTrans" cxnId="{7A25ECE1-8A0B-4F42-9711-2D3651117B70}">
      <dgm:prSet/>
      <dgm:spPr/>
      <dgm:t>
        <a:bodyPr/>
        <a:lstStyle/>
        <a:p>
          <a:endParaRPr lang="en-US"/>
        </a:p>
      </dgm:t>
    </dgm:pt>
    <dgm:pt modelId="{BD87059C-CFA7-49DF-B158-03C59F738FCF}">
      <dgm:prSet phldrT="[Text]" custT="1"/>
      <dgm:spPr/>
      <dgm:t>
        <a:bodyPr/>
        <a:lstStyle/>
        <a:p>
          <a:r>
            <a:rPr lang="en-US" sz="2800"/>
            <a:t>Tập hợp một số hệ thống pháp luật quốc gia có nhiều điểm tương đồng theo tiêu chí nhất định.</a:t>
          </a:r>
        </a:p>
      </dgm:t>
    </dgm:pt>
    <dgm:pt modelId="{F7F94993-F5C4-4E07-BF2D-DF3CA283DAA9}" type="parTrans" cxnId="{0C2C7380-98EA-406C-A6FD-D87A66D2E0CF}">
      <dgm:prSet/>
      <dgm:spPr/>
      <dgm:t>
        <a:bodyPr/>
        <a:lstStyle/>
        <a:p>
          <a:endParaRPr lang="en-US"/>
        </a:p>
      </dgm:t>
    </dgm:pt>
    <dgm:pt modelId="{DC595C32-66C8-4022-BFCC-8F75B8FFBF73}" type="sibTrans" cxnId="{0C2C7380-98EA-406C-A6FD-D87A66D2E0CF}">
      <dgm:prSet/>
      <dgm:spPr/>
      <dgm:t>
        <a:bodyPr/>
        <a:lstStyle/>
        <a:p>
          <a:endParaRPr lang="en-US"/>
        </a:p>
      </dgm:t>
    </dgm:pt>
    <dgm:pt modelId="{5621649F-1557-4122-AFB8-D6566A645681}" type="pres">
      <dgm:prSet presAssocID="{6C6E5B6E-B04A-4551-A8C5-817B38C05D03}" presName="Name0" presStyleCnt="0">
        <dgm:presLayoutVars>
          <dgm:dir/>
          <dgm:animLvl val="lvl"/>
          <dgm:resizeHandles/>
        </dgm:presLayoutVars>
      </dgm:prSet>
      <dgm:spPr/>
      <dgm:t>
        <a:bodyPr/>
        <a:lstStyle/>
        <a:p>
          <a:endParaRPr lang="en-US"/>
        </a:p>
      </dgm:t>
    </dgm:pt>
    <dgm:pt modelId="{BDC0BBA9-6DAF-4D53-BCD8-C7EBDFCE9CAB}" type="pres">
      <dgm:prSet presAssocID="{1FBDAA12-C20F-44E6-B411-7854FE70D921}" presName="linNode" presStyleCnt="0"/>
      <dgm:spPr/>
    </dgm:pt>
    <dgm:pt modelId="{F8AD3ABC-05EC-4472-A5B0-2211959BFC6A}" type="pres">
      <dgm:prSet presAssocID="{1FBDAA12-C20F-44E6-B411-7854FE70D921}" presName="parentShp" presStyleLbl="node1" presStyleIdx="0" presStyleCnt="2">
        <dgm:presLayoutVars>
          <dgm:bulletEnabled val="1"/>
        </dgm:presLayoutVars>
      </dgm:prSet>
      <dgm:spPr/>
      <dgm:t>
        <a:bodyPr/>
        <a:lstStyle/>
        <a:p>
          <a:endParaRPr lang="en-US"/>
        </a:p>
      </dgm:t>
    </dgm:pt>
    <dgm:pt modelId="{CAEC87A5-459D-4B09-AFBA-6A671A15B6E6}" type="pres">
      <dgm:prSet presAssocID="{1FBDAA12-C20F-44E6-B411-7854FE70D921}" presName="childShp" presStyleLbl="bgAccFollowNode1" presStyleIdx="0" presStyleCnt="2">
        <dgm:presLayoutVars>
          <dgm:bulletEnabled val="1"/>
        </dgm:presLayoutVars>
      </dgm:prSet>
      <dgm:spPr/>
      <dgm:t>
        <a:bodyPr/>
        <a:lstStyle/>
        <a:p>
          <a:endParaRPr lang="en-US"/>
        </a:p>
      </dgm:t>
    </dgm:pt>
    <dgm:pt modelId="{E89B54C9-D463-4AA7-91FB-2866AFDB66CA}" type="pres">
      <dgm:prSet presAssocID="{2EDC4FB9-E70F-49CD-8AFE-F099E49ACB2E}" presName="spacing" presStyleCnt="0"/>
      <dgm:spPr/>
    </dgm:pt>
    <dgm:pt modelId="{6535C4E3-C6C4-4CC7-B00F-CE847FEFDDB5}" type="pres">
      <dgm:prSet presAssocID="{DA75E061-D068-420C-B236-84635FE12F48}" presName="linNode" presStyleCnt="0"/>
      <dgm:spPr/>
    </dgm:pt>
    <dgm:pt modelId="{011C6491-2579-4C11-9D37-52F9B8ED231D}" type="pres">
      <dgm:prSet presAssocID="{DA75E061-D068-420C-B236-84635FE12F48}" presName="parentShp" presStyleLbl="node1" presStyleIdx="1" presStyleCnt="2">
        <dgm:presLayoutVars>
          <dgm:bulletEnabled val="1"/>
        </dgm:presLayoutVars>
      </dgm:prSet>
      <dgm:spPr/>
      <dgm:t>
        <a:bodyPr/>
        <a:lstStyle/>
        <a:p>
          <a:endParaRPr lang="en-US"/>
        </a:p>
      </dgm:t>
    </dgm:pt>
    <dgm:pt modelId="{318DDA23-EB55-4567-93C3-1FA10AB6DD07}" type="pres">
      <dgm:prSet presAssocID="{DA75E061-D068-420C-B236-84635FE12F48}" presName="childShp" presStyleLbl="bgAccFollowNode1" presStyleIdx="1" presStyleCnt="2">
        <dgm:presLayoutVars>
          <dgm:bulletEnabled val="1"/>
        </dgm:presLayoutVars>
      </dgm:prSet>
      <dgm:spPr/>
      <dgm:t>
        <a:bodyPr/>
        <a:lstStyle/>
        <a:p>
          <a:endParaRPr lang="en-US"/>
        </a:p>
      </dgm:t>
    </dgm:pt>
  </dgm:ptLst>
  <dgm:cxnLst>
    <dgm:cxn modelId="{87D6AA55-6D4C-40E2-8CC1-6AB2F80DB069}" type="presOf" srcId="{6C6E5B6E-B04A-4551-A8C5-817B38C05D03}" destId="{5621649F-1557-4122-AFB8-D6566A645681}" srcOrd="0" destOrd="0" presId="urn:microsoft.com/office/officeart/2005/8/layout/vList6"/>
    <dgm:cxn modelId="{B7FED579-DDC7-4630-A4FD-9295A444DC9F}" type="presOf" srcId="{1FBDAA12-C20F-44E6-B411-7854FE70D921}" destId="{F8AD3ABC-05EC-4472-A5B0-2211959BFC6A}" srcOrd="0" destOrd="0" presId="urn:microsoft.com/office/officeart/2005/8/layout/vList6"/>
    <dgm:cxn modelId="{7A25ECE1-8A0B-4F42-9711-2D3651117B70}" srcId="{6C6E5B6E-B04A-4551-A8C5-817B38C05D03}" destId="{DA75E061-D068-420C-B236-84635FE12F48}" srcOrd="1" destOrd="0" parTransId="{78C2A5CB-0DAF-4F7E-823B-F62186008E17}" sibTransId="{1442B7D2-FDFF-4408-B384-FD9E38FDA7B8}"/>
    <dgm:cxn modelId="{6A03F5DF-0334-40AD-B984-72DB3785934E}" srcId="{1FBDAA12-C20F-44E6-B411-7854FE70D921}" destId="{63D09308-43C5-46F3-B246-51AFF0C7E627}" srcOrd="0" destOrd="0" parTransId="{882C7159-14F4-410A-AEBE-128B43CB702B}" sibTransId="{4449DD27-C498-4FD4-989B-15EC9933619B}"/>
    <dgm:cxn modelId="{22B0B21E-AC37-482F-9299-F29B82D57A2C}" type="presOf" srcId="{DA75E061-D068-420C-B236-84635FE12F48}" destId="{011C6491-2579-4C11-9D37-52F9B8ED231D}" srcOrd="0" destOrd="0" presId="urn:microsoft.com/office/officeart/2005/8/layout/vList6"/>
    <dgm:cxn modelId="{56870199-9CEC-4853-874F-286D6299D2FF}" type="presOf" srcId="{BD87059C-CFA7-49DF-B158-03C59F738FCF}" destId="{318DDA23-EB55-4567-93C3-1FA10AB6DD07}" srcOrd="0" destOrd="0" presId="urn:microsoft.com/office/officeart/2005/8/layout/vList6"/>
    <dgm:cxn modelId="{8EC8D2A6-8415-471E-A2B9-68E39B131BCE}" srcId="{6C6E5B6E-B04A-4551-A8C5-817B38C05D03}" destId="{1FBDAA12-C20F-44E6-B411-7854FE70D921}" srcOrd="0" destOrd="0" parTransId="{405CE749-A3C1-4EC1-9599-91871EDF7565}" sibTransId="{2EDC4FB9-E70F-49CD-8AFE-F099E49ACB2E}"/>
    <dgm:cxn modelId="{4EBDAE66-ADF0-4C88-954F-BF433DFD2A8F}" type="presOf" srcId="{63D09308-43C5-46F3-B246-51AFF0C7E627}" destId="{CAEC87A5-459D-4B09-AFBA-6A671A15B6E6}" srcOrd="0" destOrd="0" presId="urn:microsoft.com/office/officeart/2005/8/layout/vList6"/>
    <dgm:cxn modelId="{0C2C7380-98EA-406C-A6FD-D87A66D2E0CF}" srcId="{DA75E061-D068-420C-B236-84635FE12F48}" destId="{BD87059C-CFA7-49DF-B158-03C59F738FCF}" srcOrd="0" destOrd="0" parTransId="{F7F94993-F5C4-4E07-BF2D-DF3CA283DAA9}" sibTransId="{DC595C32-66C8-4022-BFCC-8F75B8FFBF73}"/>
    <dgm:cxn modelId="{A2D57641-F3D5-4B6C-AE43-15E74FE1C074}" type="presParOf" srcId="{5621649F-1557-4122-AFB8-D6566A645681}" destId="{BDC0BBA9-6DAF-4D53-BCD8-C7EBDFCE9CAB}" srcOrd="0" destOrd="0" presId="urn:microsoft.com/office/officeart/2005/8/layout/vList6"/>
    <dgm:cxn modelId="{38C95167-30F5-4A15-A2F6-1B1FB7F23F0B}" type="presParOf" srcId="{BDC0BBA9-6DAF-4D53-BCD8-C7EBDFCE9CAB}" destId="{F8AD3ABC-05EC-4472-A5B0-2211959BFC6A}" srcOrd="0" destOrd="0" presId="urn:microsoft.com/office/officeart/2005/8/layout/vList6"/>
    <dgm:cxn modelId="{0B131505-F48F-4617-94A8-B34E66C738EB}" type="presParOf" srcId="{BDC0BBA9-6DAF-4D53-BCD8-C7EBDFCE9CAB}" destId="{CAEC87A5-459D-4B09-AFBA-6A671A15B6E6}" srcOrd="1" destOrd="0" presId="urn:microsoft.com/office/officeart/2005/8/layout/vList6"/>
    <dgm:cxn modelId="{408D5736-EAD5-4AAA-9BEE-A01C66DF4FD8}" type="presParOf" srcId="{5621649F-1557-4122-AFB8-D6566A645681}" destId="{E89B54C9-D463-4AA7-91FB-2866AFDB66CA}" srcOrd="1" destOrd="0" presId="urn:microsoft.com/office/officeart/2005/8/layout/vList6"/>
    <dgm:cxn modelId="{F160A634-671A-468E-B016-5B50CC05CA26}" type="presParOf" srcId="{5621649F-1557-4122-AFB8-D6566A645681}" destId="{6535C4E3-C6C4-4CC7-B00F-CE847FEFDDB5}" srcOrd="2" destOrd="0" presId="urn:microsoft.com/office/officeart/2005/8/layout/vList6"/>
    <dgm:cxn modelId="{99AE553E-8D65-4A1F-8F42-BE4AFAA3FBBB}" type="presParOf" srcId="{6535C4E3-C6C4-4CC7-B00F-CE847FEFDDB5}" destId="{011C6491-2579-4C11-9D37-52F9B8ED231D}" srcOrd="0" destOrd="0" presId="urn:microsoft.com/office/officeart/2005/8/layout/vList6"/>
    <dgm:cxn modelId="{5BCE9B88-75E0-46EB-BD76-DBFA43B89E42}" type="presParOf" srcId="{6535C4E3-C6C4-4CC7-B00F-CE847FEFDDB5}" destId="{318DDA23-EB55-4567-93C3-1FA10AB6DD07}" srcOrd="1" destOrd="0" presId="urn:microsoft.com/office/officeart/2005/8/layout/vList6"/>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1960FC6-5154-496D-BD7D-FB3BD3DF77AF}" type="doc">
      <dgm:prSet loTypeId="urn:microsoft.com/office/officeart/2005/8/layout/process1" loCatId="process" qsTypeId="urn:microsoft.com/office/officeart/2005/8/quickstyle/3d1" qsCatId="3D" csTypeId="urn:microsoft.com/office/officeart/2005/8/colors/colorful4" csCatId="colorful" phldr="1"/>
      <dgm:spPr/>
    </dgm:pt>
    <dgm:pt modelId="{F483EF37-C172-4E5E-9200-D7261358874C}">
      <dgm:prSet phldrT="[Text]" custT="1"/>
      <dgm:spPr/>
      <dgm:t>
        <a:bodyPr/>
        <a:lstStyle/>
        <a:p>
          <a:pPr algn="just"/>
          <a:r>
            <a:rPr lang="en-US" sz="2200"/>
            <a:t>Trường hợp, điều kiện, hoàn cảnh nào mà quy phạm pháp luật tác động tới?</a:t>
          </a:r>
        </a:p>
      </dgm:t>
    </dgm:pt>
    <dgm:pt modelId="{86B33336-0F09-4AFA-A879-C3E8358B498E}" type="parTrans" cxnId="{ED8514CC-7682-45F7-9BA6-6037C8EA9E5C}">
      <dgm:prSet/>
      <dgm:spPr/>
      <dgm:t>
        <a:bodyPr/>
        <a:lstStyle/>
        <a:p>
          <a:endParaRPr lang="en-US"/>
        </a:p>
      </dgm:t>
    </dgm:pt>
    <dgm:pt modelId="{322C7EDD-6118-4AC1-90D6-F0A0F64B5F52}" type="sibTrans" cxnId="{ED8514CC-7682-45F7-9BA6-6037C8EA9E5C}">
      <dgm:prSet/>
      <dgm:spPr/>
      <dgm:t>
        <a:bodyPr/>
        <a:lstStyle/>
        <a:p>
          <a:endParaRPr lang="en-US"/>
        </a:p>
      </dgm:t>
    </dgm:pt>
    <dgm:pt modelId="{EB75C275-7934-49EE-B62E-F96A43D9DB89}">
      <dgm:prSet phldrT="[Text]" custT="1"/>
      <dgm:spPr/>
      <dgm:t>
        <a:bodyPr/>
        <a:lstStyle/>
        <a:p>
          <a:pPr algn="just"/>
          <a:r>
            <a:rPr lang="en-US" sz="2200"/>
            <a:t>Gặp những trường hợp đó, người ta phải xử sự như thế nào cho đúng luật?</a:t>
          </a:r>
        </a:p>
      </dgm:t>
    </dgm:pt>
    <dgm:pt modelId="{3410AE73-BE59-4C0D-AA79-697399656E00}" type="parTrans" cxnId="{C8DFCBD4-FEBD-432C-9BB8-84A59BBD4D50}">
      <dgm:prSet/>
      <dgm:spPr/>
      <dgm:t>
        <a:bodyPr/>
        <a:lstStyle/>
        <a:p>
          <a:endParaRPr lang="en-US"/>
        </a:p>
      </dgm:t>
    </dgm:pt>
    <dgm:pt modelId="{63F878BF-16F0-4E80-9241-43901324E9E5}" type="sibTrans" cxnId="{C8DFCBD4-FEBD-432C-9BB8-84A59BBD4D50}">
      <dgm:prSet/>
      <dgm:spPr/>
      <dgm:t>
        <a:bodyPr/>
        <a:lstStyle/>
        <a:p>
          <a:endParaRPr lang="en-US"/>
        </a:p>
      </dgm:t>
    </dgm:pt>
    <dgm:pt modelId="{2A6F5F89-9581-4F78-8128-60DB978A1B0F}">
      <dgm:prSet phldrT="[Text]" custT="1"/>
      <dgm:spPr/>
      <dgm:t>
        <a:bodyPr/>
        <a:lstStyle/>
        <a:p>
          <a:pPr algn="just"/>
          <a:r>
            <a:rPr lang="en-US" sz="2200"/>
            <a:t>Nếu không xử sự đúng các quy định của pháp luật thì sẽ bị cưỡng chế như thế nào</a:t>
          </a:r>
          <a:r>
            <a:rPr lang="en-US" sz="2000"/>
            <a:t>?</a:t>
          </a:r>
        </a:p>
      </dgm:t>
    </dgm:pt>
    <dgm:pt modelId="{3AC29E6A-9CDA-48FA-A2AE-8E17FB0A82CD}" type="parTrans" cxnId="{6A163BE3-4E87-458F-BC9A-D35D927E3D0F}">
      <dgm:prSet/>
      <dgm:spPr/>
      <dgm:t>
        <a:bodyPr/>
        <a:lstStyle/>
        <a:p>
          <a:endParaRPr lang="en-US"/>
        </a:p>
      </dgm:t>
    </dgm:pt>
    <dgm:pt modelId="{F3D0039C-0AD2-4438-8B8E-65EF2C9001EA}" type="sibTrans" cxnId="{6A163BE3-4E87-458F-BC9A-D35D927E3D0F}">
      <dgm:prSet/>
      <dgm:spPr/>
      <dgm:t>
        <a:bodyPr/>
        <a:lstStyle/>
        <a:p>
          <a:endParaRPr lang="en-US"/>
        </a:p>
      </dgm:t>
    </dgm:pt>
    <dgm:pt modelId="{04BA7EA7-E4E4-49DE-A661-074EC3B61CCB}" type="pres">
      <dgm:prSet presAssocID="{01960FC6-5154-496D-BD7D-FB3BD3DF77AF}" presName="Name0" presStyleCnt="0">
        <dgm:presLayoutVars>
          <dgm:dir/>
          <dgm:resizeHandles val="exact"/>
        </dgm:presLayoutVars>
      </dgm:prSet>
      <dgm:spPr/>
    </dgm:pt>
    <dgm:pt modelId="{145B6E6D-3130-4316-81B6-2F49C9A1D2BC}" type="pres">
      <dgm:prSet presAssocID="{F483EF37-C172-4E5E-9200-D7261358874C}" presName="node" presStyleLbl="node1" presStyleIdx="0" presStyleCnt="3" custScaleX="91542" custScaleY="160937" custLinFactNeighborX="7975" custLinFactNeighborY="-51111">
        <dgm:presLayoutVars>
          <dgm:bulletEnabled val="1"/>
        </dgm:presLayoutVars>
      </dgm:prSet>
      <dgm:spPr/>
      <dgm:t>
        <a:bodyPr/>
        <a:lstStyle/>
        <a:p>
          <a:endParaRPr lang="en-US"/>
        </a:p>
      </dgm:t>
    </dgm:pt>
    <dgm:pt modelId="{B9746F10-AB11-41D0-B21D-6946A4D67CA1}" type="pres">
      <dgm:prSet presAssocID="{322C7EDD-6118-4AC1-90D6-F0A0F64B5F52}" presName="sibTrans" presStyleLbl="sibTrans2D1" presStyleIdx="0" presStyleCnt="2"/>
      <dgm:spPr/>
      <dgm:t>
        <a:bodyPr/>
        <a:lstStyle/>
        <a:p>
          <a:endParaRPr lang="en-US"/>
        </a:p>
      </dgm:t>
    </dgm:pt>
    <dgm:pt modelId="{9C7B779C-AAD7-4FAD-B6BC-6B753798F670}" type="pres">
      <dgm:prSet presAssocID="{322C7EDD-6118-4AC1-90D6-F0A0F64B5F52}" presName="connectorText" presStyleLbl="sibTrans2D1" presStyleIdx="0" presStyleCnt="2"/>
      <dgm:spPr/>
      <dgm:t>
        <a:bodyPr/>
        <a:lstStyle/>
        <a:p>
          <a:endParaRPr lang="en-US"/>
        </a:p>
      </dgm:t>
    </dgm:pt>
    <dgm:pt modelId="{7DEFD1C2-65C9-49A4-8994-1785E008605C}" type="pres">
      <dgm:prSet presAssocID="{EB75C275-7934-49EE-B62E-F96A43D9DB89}" presName="node" presStyleLbl="node1" presStyleIdx="1" presStyleCnt="3" custScaleY="160937" custLinFactNeighborX="1635" custLinFactNeighborY="-51111">
        <dgm:presLayoutVars>
          <dgm:bulletEnabled val="1"/>
        </dgm:presLayoutVars>
      </dgm:prSet>
      <dgm:spPr/>
      <dgm:t>
        <a:bodyPr/>
        <a:lstStyle/>
        <a:p>
          <a:endParaRPr lang="en-US"/>
        </a:p>
      </dgm:t>
    </dgm:pt>
    <dgm:pt modelId="{4D78E1CE-CB96-414C-BF46-81A003834CEA}" type="pres">
      <dgm:prSet presAssocID="{63F878BF-16F0-4E80-9241-43901324E9E5}" presName="sibTrans" presStyleLbl="sibTrans2D1" presStyleIdx="1" presStyleCnt="2"/>
      <dgm:spPr/>
      <dgm:t>
        <a:bodyPr/>
        <a:lstStyle/>
        <a:p>
          <a:endParaRPr lang="en-US"/>
        </a:p>
      </dgm:t>
    </dgm:pt>
    <dgm:pt modelId="{154E5039-59DB-4596-90F7-E73A2BB8336B}" type="pres">
      <dgm:prSet presAssocID="{63F878BF-16F0-4E80-9241-43901324E9E5}" presName="connectorText" presStyleLbl="sibTrans2D1" presStyleIdx="1" presStyleCnt="2"/>
      <dgm:spPr/>
      <dgm:t>
        <a:bodyPr/>
        <a:lstStyle/>
        <a:p>
          <a:endParaRPr lang="en-US"/>
        </a:p>
      </dgm:t>
    </dgm:pt>
    <dgm:pt modelId="{643F8909-9BF9-4B9C-B73C-979C0EC70CF6}" type="pres">
      <dgm:prSet presAssocID="{2A6F5F89-9581-4F78-8128-60DB978A1B0F}" presName="node" presStyleLbl="node1" presStyleIdx="2" presStyleCnt="3" custScaleY="160937" custLinFactNeighborX="-22329" custLinFactNeighborY="-51111">
        <dgm:presLayoutVars>
          <dgm:bulletEnabled val="1"/>
        </dgm:presLayoutVars>
      </dgm:prSet>
      <dgm:spPr/>
      <dgm:t>
        <a:bodyPr/>
        <a:lstStyle/>
        <a:p>
          <a:endParaRPr lang="en-US"/>
        </a:p>
      </dgm:t>
    </dgm:pt>
  </dgm:ptLst>
  <dgm:cxnLst>
    <dgm:cxn modelId="{8EAF89E8-78DA-4980-B7F1-47DBC3E66CC7}" type="presOf" srcId="{2A6F5F89-9581-4F78-8128-60DB978A1B0F}" destId="{643F8909-9BF9-4B9C-B73C-979C0EC70CF6}" srcOrd="0" destOrd="0" presId="urn:microsoft.com/office/officeart/2005/8/layout/process1"/>
    <dgm:cxn modelId="{36BD0CED-DF47-4217-AA37-1F3F8606BBC2}" type="presOf" srcId="{63F878BF-16F0-4E80-9241-43901324E9E5}" destId="{154E5039-59DB-4596-90F7-E73A2BB8336B}" srcOrd="1" destOrd="0" presId="urn:microsoft.com/office/officeart/2005/8/layout/process1"/>
    <dgm:cxn modelId="{54219159-EB03-48D2-BBB7-A50F3C6499AA}" type="presOf" srcId="{EB75C275-7934-49EE-B62E-F96A43D9DB89}" destId="{7DEFD1C2-65C9-49A4-8994-1785E008605C}" srcOrd="0" destOrd="0" presId="urn:microsoft.com/office/officeart/2005/8/layout/process1"/>
    <dgm:cxn modelId="{ADBB4856-2AAA-4780-9DFD-CB2414894396}" type="presOf" srcId="{01960FC6-5154-496D-BD7D-FB3BD3DF77AF}" destId="{04BA7EA7-E4E4-49DE-A661-074EC3B61CCB}" srcOrd="0" destOrd="0" presId="urn:microsoft.com/office/officeart/2005/8/layout/process1"/>
    <dgm:cxn modelId="{4BE95B7B-B86F-4D4C-B9DE-F2DC5D63B6F7}" type="presOf" srcId="{322C7EDD-6118-4AC1-90D6-F0A0F64B5F52}" destId="{B9746F10-AB11-41D0-B21D-6946A4D67CA1}" srcOrd="0" destOrd="0" presId="urn:microsoft.com/office/officeart/2005/8/layout/process1"/>
    <dgm:cxn modelId="{6A163BE3-4E87-458F-BC9A-D35D927E3D0F}" srcId="{01960FC6-5154-496D-BD7D-FB3BD3DF77AF}" destId="{2A6F5F89-9581-4F78-8128-60DB978A1B0F}" srcOrd="2" destOrd="0" parTransId="{3AC29E6A-9CDA-48FA-A2AE-8E17FB0A82CD}" sibTransId="{F3D0039C-0AD2-4438-8B8E-65EF2C9001EA}"/>
    <dgm:cxn modelId="{BF6E948C-89E1-4C4D-87E1-9600163BF5B4}" type="presOf" srcId="{63F878BF-16F0-4E80-9241-43901324E9E5}" destId="{4D78E1CE-CB96-414C-BF46-81A003834CEA}" srcOrd="0" destOrd="0" presId="urn:microsoft.com/office/officeart/2005/8/layout/process1"/>
    <dgm:cxn modelId="{A697F302-9382-4D1F-B5AE-8C24C5F4DE2D}" type="presOf" srcId="{322C7EDD-6118-4AC1-90D6-F0A0F64B5F52}" destId="{9C7B779C-AAD7-4FAD-B6BC-6B753798F670}" srcOrd="1" destOrd="0" presId="urn:microsoft.com/office/officeart/2005/8/layout/process1"/>
    <dgm:cxn modelId="{C8DFCBD4-FEBD-432C-9BB8-84A59BBD4D50}" srcId="{01960FC6-5154-496D-BD7D-FB3BD3DF77AF}" destId="{EB75C275-7934-49EE-B62E-F96A43D9DB89}" srcOrd="1" destOrd="0" parTransId="{3410AE73-BE59-4C0D-AA79-697399656E00}" sibTransId="{63F878BF-16F0-4E80-9241-43901324E9E5}"/>
    <dgm:cxn modelId="{ED8514CC-7682-45F7-9BA6-6037C8EA9E5C}" srcId="{01960FC6-5154-496D-BD7D-FB3BD3DF77AF}" destId="{F483EF37-C172-4E5E-9200-D7261358874C}" srcOrd="0" destOrd="0" parTransId="{86B33336-0F09-4AFA-A879-C3E8358B498E}" sibTransId="{322C7EDD-6118-4AC1-90D6-F0A0F64B5F52}"/>
    <dgm:cxn modelId="{B861F991-8750-4932-AE0D-F4E64BE6CB6D}" type="presOf" srcId="{F483EF37-C172-4E5E-9200-D7261358874C}" destId="{145B6E6D-3130-4316-81B6-2F49C9A1D2BC}" srcOrd="0" destOrd="0" presId="urn:microsoft.com/office/officeart/2005/8/layout/process1"/>
    <dgm:cxn modelId="{758030DD-FAC4-4754-8069-9C8E675B7AC5}" type="presParOf" srcId="{04BA7EA7-E4E4-49DE-A661-074EC3B61CCB}" destId="{145B6E6D-3130-4316-81B6-2F49C9A1D2BC}" srcOrd="0" destOrd="0" presId="urn:microsoft.com/office/officeart/2005/8/layout/process1"/>
    <dgm:cxn modelId="{A2F2AB0A-67A6-41F4-B4C7-0617616A4FA5}" type="presParOf" srcId="{04BA7EA7-E4E4-49DE-A661-074EC3B61CCB}" destId="{B9746F10-AB11-41D0-B21D-6946A4D67CA1}" srcOrd="1" destOrd="0" presId="urn:microsoft.com/office/officeart/2005/8/layout/process1"/>
    <dgm:cxn modelId="{222F508F-C08F-4327-82F7-BE79325987AE}" type="presParOf" srcId="{B9746F10-AB11-41D0-B21D-6946A4D67CA1}" destId="{9C7B779C-AAD7-4FAD-B6BC-6B753798F670}" srcOrd="0" destOrd="0" presId="urn:microsoft.com/office/officeart/2005/8/layout/process1"/>
    <dgm:cxn modelId="{9F3710D7-63B5-4B3F-A743-9A2A733FF162}" type="presParOf" srcId="{04BA7EA7-E4E4-49DE-A661-074EC3B61CCB}" destId="{7DEFD1C2-65C9-49A4-8994-1785E008605C}" srcOrd="2" destOrd="0" presId="urn:microsoft.com/office/officeart/2005/8/layout/process1"/>
    <dgm:cxn modelId="{0C53603C-AAC3-412A-A9C9-B4A1785BC547}" type="presParOf" srcId="{04BA7EA7-E4E4-49DE-A661-074EC3B61CCB}" destId="{4D78E1CE-CB96-414C-BF46-81A003834CEA}" srcOrd="3" destOrd="0" presId="urn:microsoft.com/office/officeart/2005/8/layout/process1"/>
    <dgm:cxn modelId="{0B1A2CA0-5FD8-4283-A49E-23A0F3C3FA79}" type="presParOf" srcId="{4D78E1CE-CB96-414C-BF46-81A003834CEA}" destId="{154E5039-59DB-4596-90F7-E73A2BB8336B}" srcOrd="0" destOrd="0" presId="urn:microsoft.com/office/officeart/2005/8/layout/process1"/>
    <dgm:cxn modelId="{8D41BD14-C97A-4128-BEEC-82B4DCB136E6}" type="presParOf" srcId="{04BA7EA7-E4E4-49DE-A661-074EC3B61CCB}" destId="{643F8909-9BF9-4B9C-B73C-979C0EC70CF6}" srcOrd="4" destOrd="0" presId="urn:microsoft.com/office/officeart/2005/8/layout/process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921B86A-35AA-4091-BFD4-024C3FEA6523}" type="doc">
      <dgm:prSet loTypeId="urn:microsoft.com/office/officeart/2005/8/layout/process2" loCatId="process" qsTypeId="urn:microsoft.com/office/officeart/2005/8/quickstyle/simple3" qsCatId="simple" csTypeId="urn:microsoft.com/office/officeart/2005/8/colors/accent1_2" csCatId="accent1" phldr="1"/>
      <dgm:spPr/>
    </dgm:pt>
    <dgm:pt modelId="{1A934B5B-DD78-4651-BAB9-C457B7F90D5C}">
      <dgm:prSet phldrT="[Text]" custT="1"/>
      <dgm:spPr/>
      <dgm:t>
        <a:bodyPr/>
        <a:lstStyle/>
        <a:p>
          <a:r>
            <a:rPr lang="en-US" sz="2000"/>
            <a:t>Người (tổ chức) nào?</a:t>
          </a:r>
        </a:p>
      </dgm:t>
    </dgm:pt>
    <dgm:pt modelId="{18D67A58-5547-4210-8E56-A6C929580358}" type="parTrans" cxnId="{325FE18A-1A3F-44FA-BF9C-34D8857F4BE5}">
      <dgm:prSet/>
      <dgm:spPr/>
    </dgm:pt>
    <dgm:pt modelId="{96EB4046-F14A-4B62-9970-304D9FF55777}" type="sibTrans" cxnId="{325FE18A-1A3F-44FA-BF9C-34D8857F4BE5}">
      <dgm:prSet/>
      <dgm:spPr/>
      <dgm:t>
        <a:bodyPr/>
        <a:lstStyle/>
        <a:p>
          <a:endParaRPr lang="en-US"/>
        </a:p>
      </dgm:t>
    </dgm:pt>
    <dgm:pt modelId="{78510260-BE4E-48D5-85AC-1AC44090EC41}">
      <dgm:prSet phldrT="[Text]" custT="1"/>
      <dgm:spPr/>
      <dgm:t>
        <a:bodyPr/>
        <a:lstStyle/>
        <a:p>
          <a:r>
            <a:rPr lang="en-US" sz="2000"/>
            <a:t>Khi nào?</a:t>
          </a:r>
        </a:p>
      </dgm:t>
    </dgm:pt>
    <dgm:pt modelId="{8088771C-5768-492B-88B1-10C2908926FF}" type="parTrans" cxnId="{833AB868-8565-42C8-B033-886A8B5A2A29}">
      <dgm:prSet/>
      <dgm:spPr/>
    </dgm:pt>
    <dgm:pt modelId="{413DA034-9A05-459D-AC82-54B1B3E9F562}" type="sibTrans" cxnId="{833AB868-8565-42C8-B033-886A8B5A2A29}">
      <dgm:prSet/>
      <dgm:spPr/>
      <dgm:t>
        <a:bodyPr/>
        <a:lstStyle/>
        <a:p>
          <a:endParaRPr lang="en-US"/>
        </a:p>
      </dgm:t>
    </dgm:pt>
    <dgm:pt modelId="{EA8245AB-C558-4674-827A-C87B806ABBCD}">
      <dgm:prSet phldrT="[Text]" custT="1"/>
      <dgm:spPr/>
      <dgm:t>
        <a:bodyPr/>
        <a:lstStyle/>
        <a:p>
          <a:r>
            <a:rPr lang="en-US" sz="2000"/>
            <a:t>Trong điều kiện, hoàn cảnh nào?</a:t>
          </a:r>
        </a:p>
      </dgm:t>
    </dgm:pt>
    <dgm:pt modelId="{F1729966-C542-42AF-B94F-27913626EB29}" type="parTrans" cxnId="{F3FC29A1-AF15-4380-B683-5CE34956478D}">
      <dgm:prSet/>
      <dgm:spPr/>
    </dgm:pt>
    <dgm:pt modelId="{44952DA6-7E1F-438C-9471-B07D0E4AAD94}" type="sibTrans" cxnId="{F3FC29A1-AF15-4380-B683-5CE34956478D}">
      <dgm:prSet/>
      <dgm:spPr/>
    </dgm:pt>
    <dgm:pt modelId="{8F8EF5A0-24CB-4FC8-AF39-AEBA190AFB49}" type="pres">
      <dgm:prSet presAssocID="{B921B86A-35AA-4091-BFD4-024C3FEA6523}" presName="linearFlow" presStyleCnt="0">
        <dgm:presLayoutVars>
          <dgm:resizeHandles val="exact"/>
        </dgm:presLayoutVars>
      </dgm:prSet>
      <dgm:spPr/>
    </dgm:pt>
    <dgm:pt modelId="{28DEE2CC-7735-47FB-A70D-7B1B275BBE15}" type="pres">
      <dgm:prSet presAssocID="{1A934B5B-DD78-4651-BAB9-C457B7F90D5C}" presName="node" presStyleLbl="node1" presStyleIdx="0" presStyleCnt="3">
        <dgm:presLayoutVars>
          <dgm:bulletEnabled val="1"/>
        </dgm:presLayoutVars>
      </dgm:prSet>
      <dgm:spPr/>
      <dgm:t>
        <a:bodyPr/>
        <a:lstStyle/>
        <a:p>
          <a:endParaRPr lang="en-US"/>
        </a:p>
      </dgm:t>
    </dgm:pt>
    <dgm:pt modelId="{021B3C05-CD78-4B66-A3A4-E294537AE7BB}" type="pres">
      <dgm:prSet presAssocID="{96EB4046-F14A-4B62-9970-304D9FF55777}" presName="sibTrans" presStyleLbl="sibTrans2D1" presStyleIdx="0" presStyleCnt="2"/>
      <dgm:spPr/>
      <dgm:t>
        <a:bodyPr/>
        <a:lstStyle/>
        <a:p>
          <a:endParaRPr lang="en-US"/>
        </a:p>
      </dgm:t>
    </dgm:pt>
    <dgm:pt modelId="{E201CBD7-EB80-4A09-8D04-85AC31DE4DA0}" type="pres">
      <dgm:prSet presAssocID="{96EB4046-F14A-4B62-9970-304D9FF55777}" presName="connectorText" presStyleLbl="sibTrans2D1" presStyleIdx="0" presStyleCnt="2"/>
      <dgm:spPr/>
      <dgm:t>
        <a:bodyPr/>
        <a:lstStyle/>
        <a:p>
          <a:endParaRPr lang="en-US"/>
        </a:p>
      </dgm:t>
    </dgm:pt>
    <dgm:pt modelId="{F5B7B693-6949-4CB4-8A2E-21B21CAD9E3A}" type="pres">
      <dgm:prSet presAssocID="{78510260-BE4E-48D5-85AC-1AC44090EC41}" presName="node" presStyleLbl="node1" presStyleIdx="1" presStyleCnt="3">
        <dgm:presLayoutVars>
          <dgm:bulletEnabled val="1"/>
        </dgm:presLayoutVars>
      </dgm:prSet>
      <dgm:spPr/>
      <dgm:t>
        <a:bodyPr/>
        <a:lstStyle/>
        <a:p>
          <a:endParaRPr lang="en-US"/>
        </a:p>
      </dgm:t>
    </dgm:pt>
    <dgm:pt modelId="{9F1E51C7-1A41-4709-A266-728CF1774BDE}" type="pres">
      <dgm:prSet presAssocID="{413DA034-9A05-459D-AC82-54B1B3E9F562}" presName="sibTrans" presStyleLbl="sibTrans2D1" presStyleIdx="1" presStyleCnt="2"/>
      <dgm:spPr/>
      <dgm:t>
        <a:bodyPr/>
        <a:lstStyle/>
        <a:p>
          <a:endParaRPr lang="en-US"/>
        </a:p>
      </dgm:t>
    </dgm:pt>
    <dgm:pt modelId="{CA5CBF34-1A81-414E-B950-CBA674ABC27E}" type="pres">
      <dgm:prSet presAssocID="{413DA034-9A05-459D-AC82-54B1B3E9F562}" presName="connectorText" presStyleLbl="sibTrans2D1" presStyleIdx="1" presStyleCnt="2"/>
      <dgm:spPr/>
      <dgm:t>
        <a:bodyPr/>
        <a:lstStyle/>
        <a:p>
          <a:endParaRPr lang="en-US"/>
        </a:p>
      </dgm:t>
    </dgm:pt>
    <dgm:pt modelId="{D2134AE4-0680-4BA8-9626-FCAB5B4606EF}" type="pres">
      <dgm:prSet presAssocID="{EA8245AB-C558-4674-827A-C87B806ABBCD}" presName="node" presStyleLbl="node1" presStyleIdx="2" presStyleCnt="3">
        <dgm:presLayoutVars>
          <dgm:bulletEnabled val="1"/>
        </dgm:presLayoutVars>
      </dgm:prSet>
      <dgm:spPr/>
      <dgm:t>
        <a:bodyPr/>
        <a:lstStyle/>
        <a:p>
          <a:endParaRPr lang="en-US"/>
        </a:p>
      </dgm:t>
    </dgm:pt>
  </dgm:ptLst>
  <dgm:cxnLst>
    <dgm:cxn modelId="{833AB868-8565-42C8-B033-886A8B5A2A29}" srcId="{B921B86A-35AA-4091-BFD4-024C3FEA6523}" destId="{78510260-BE4E-48D5-85AC-1AC44090EC41}" srcOrd="1" destOrd="0" parTransId="{8088771C-5768-492B-88B1-10C2908926FF}" sibTransId="{413DA034-9A05-459D-AC82-54B1B3E9F562}"/>
    <dgm:cxn modelId="{F3FC29A1-AF15-4380-B683-5CE34956478D}" srcId="{B921B86A-35AA-4091-BFD4-024C3FEA6523}" destId="{EA8245AB-C558-4674-827A-C87B806ABBCD}" srcOrd="2" destOrd="0" parTransId="{F1729966-C542-42AF-B94F-27913626EB29}" sibTransId="{44952DA6-7E1F-438C-9471-B07D0E4AAD94}"/>
    <dgm:cxn modelId="{5B00E340-2DE1-4F45-86ED-7F8F79E4F25B}" type="presOf" srcId="{96EB4046-F14A-4B62-9970-304D9FF55777}" destId="{021B3C05-CD78-4B66-A3A4-E294537AE7BB}" srcOrd="0" destOrd="0" presId="urn:microsoft.com/office/officeart/2005/8/layout/process2"/>
    <dgm:cxn modelId="{325FE18A-1A3F-44FA-BF9C-34D8857F4BE5}" srcId="{B921B86A-35AA-4091-BFD4-024C3FEA6523}" destId="{1A934B5B-DD78-4651-BAB9-C457B7F90D5C}" srcOrd="0" destOrd="0" parTransId="{18D67A58-5547-4210-8E56-A6C929580358}" sibTransId="{96EB4046-F14A-4B62-9970-304D9FF55777}"/>
    <dgm:cxn modelId="{7A4FE5BE-4A0B-40C8-A57A-8F8AD10C1445}" type="presOf" srcId="{EA8245AB-C558-4674-827A-C87B806ABBCD}" destId="{D2134AE4-0680-4BA8-9626-FCAB5B4606EF}" srcOrd="0" destOrd="0" presId="urn:microsoft.com/office/officeart/2005/8/layout/process2"/>
    <dgm:cxn modelId="{80086BD0-FF85-4C2A-A1DF-CCB5074FD752}" type="presOf" srcId="{1A934B5B-DD78-4651-BAB9-C457B7F90D5C}" destId="{28DEE2CC-7735-47FB-A70D-7B1B275BBE15}" srcOrd="0" destOrd="0" presId="urn:microsoft.com/office/officeart/2005/8/layout/process2"/>
    <dgm:cxn modelId="{9C4BAF4B-C907-43A2-AAD3-41F8D11676BE}" type="presOf" srcId="{B921B86A-35AA-4091-BFD4-024C3FEA6523}" destId="{8F8EF5A0-24CB-4FC8-AF39-AEBA190AFB49}" srcOrd="0" destOrd="0" presId="urn:microsoft.com/office/officeart/2005/8/layout/process2"/>
    <dgm:cxn modelId="{A717C42D-F18E-48A5-95F1-CB91151270B5}" type="presOf" srcId="{413DA034-9A05-459D-AC82-54B1B3E9F562}" destId="{CA5CBF34-1A81-414E-B950-CBA674ABC27E}" srcOrd="1" destOrd="0" presId="urn:microsoft.com/office/officeart/2005/8/layout/process2"/>
    <dgm:cxn modelId="{B6EE22F2-04E7-4294-914E-9C62768EE97D}" type="presOf" srcId="{96EB4046-F14A-4B62-9970-304D9FF55777}" destId="{E201CBD7-EB80-4A09-8D04-85AC31DE4DA0}" srcOrd="1" destOrd="0" presId="urn:microsoft.com/office/officeart/2005/8/layout/process2"/>
    <dgm:cxn modelId="{F2E8DEA0-816C-4947-AE46-2C137CF66ABB}" type="presOf" srcId="{413DA034-9A05-459D-AC82-54B1B3E9F562}" destId="{9F1E51C7-1A41-4709-A266-728CF1774BDE}" srcOrd="0" destOrd="0" presId="urn:microsoft.com/office/officeart/2005/8/layout/process2"/>
    <dgm:cxn modelId="{3E7F20BE-2B0D-478E-B6C1-FDB7A8743A39}" type="presOf" srcId="{78510260-BE4E-48D5-85AC-1AC44090EC41}" destId="{F5B7B693-6949-4CB4-8A2E-21B21CAD9E3A}" srcOrd="0" destOrd="0" presId="urn:microsoft.com/office/officeart/2005/8/layout/process2"/>
    <dgm:cxn modelId="{1E2CAF45-53B4-49D2-9144-BBF1CB70E37E}" type="presParOf" srcId="{8F8EF5A0-24CB-4FC8-AF39-AEBA190AFB49}" destId="{28DEE2CC-7735-47FB-A70D-7B1B275BBE15}" srcOrd="0" destOrd="0" presId="urn:microsoft.com/office/officeart/2005/8/layout/process2"/>
    <dgm:cxn modelId="{97E69E56-FBC9-45F9-AEEA-02E591ED13B1}" type="presParOf" srcId="{8F8EF5A0-24CB-4FC8-AF39-AEBA190AFB49}" destId="{021B3C05-CD78-4B66-A3A4-E294537AE7BB}" srcOrd="1" destOrd="0" presId="urn:microsoft.com/office/officeart/2005/8/layout/process2"/>
    <dgm:cxn modelId="{2DA3B745-47ED-4014-B150-6DA8AD599047}" type="presParOf" srcId="{021B3C05-CD78-4B66-A3A4-E294537AE7BB}" destId="{E201CBD7-EB80-4A09-8D04-85AC31DE4DA0}" srcOrd="0" destOrd="0" presId="urn:microsoft.com/office/officeart/2005/8/layout/process2"/>
    <dgm:cxn modelId="{20DE0E63-EB8B-4BDA-B575-E434C853D8D3}" type="presParOf" srcId="{8F8EF5A0-24CB-4FC8-AF39-AEBA190AFB49}" destId="{F5B7B693-6949-4CB4-8A2E-21B21CAD9E3A}" srcOrd="2" destOrd="0" presId="urn:microsoft.com/office/officeart/2005/8/layout/process2"/>
    <dgm:cxn modelId="{FF35E5BE-6EF6-4AD5-8463-BA0D4B928ADE}" type="presParOf" srcId="{8F8EF5A0-24CB-4FC8-AF39-AEBA190AFB49}" destId="{9F1E51C7-1A41-4709-A266-728CF1774BDE}" srcOrd="3" destOrd="0" presId="urn:microsoft.com/office/officeart/2005/8/layout/process2"/>
    <dgm:cxn modelId="{A09B5082-FBDE-4548-88FC-A42A8F937A5D}" type="presParOf" srcId="{9F1E51C7-1A41-4709-A266-728CF1774BDE}" destId="{CA5CBF34-1A81-414E-B950-CBA674ABC27E}" srcOrd="0" destOrd="0" presId="urn:microsoft.com/office/officeart/2005/8/layout/process2"/>
    <dgm:cxn modelId="{259AA334-509D-48BA-9555-EDFB6E341703}" type="presParOf" srcId="{8F8EF5A0-24CB-4FC8-AF39-AEBA190AFB49}" destId="{D2134AE4-0680-4BA8-9626-FCAB5B4606EF}" srcOrd="4" destOrd="0" presId="urn:microsoft.com/office/officeart/2005/8/layout/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21B86A-35AA-4091-BFD4-024C3FEA6523}" type="doc">
      <dgm:prSet loTypeId="urn:microsoft.com/office/officeart/2005/8/layout/process2" loCatId="process" qsTypeId="urn:microsoft.com/office/officeart/2005/8/quickstyle/simple3" qsCatId="simple" csTypeId="urn:microsoft.com/office/officeart/2005/8/colors/accent1_2" csCatId="accent1" phldr="1"/>
      <dgm:spPr/>
    </dgm:pt>
    <dgm:pt modelId="{1A934B5B-DD78-4651-BAB9-C457B7F90D5C}">
      <dgm:prSet phldrT="[Text]" custT="1"/>
      <dgm:spPr/>
      <dgm:t>
        <a:bodyPr/>
        <a:lstStyle/>
        <a:p>
          <a:r>
            <a:rPr lang="en-US" sz="2000"/>
            <a:t>Phải làm gì?</a:t>
          </a:r>
        </a:p>
      </dgm:t>
    </dgm:pt>
    <dgm:pt modelId="{18D67A58-5547-4210-8E56-A6C929580358}" type="parTrans" cxnId="{325FE18A-1A3F-44FA-BF9C-34D8857F4BE5}">
      <dgm:prSet/>
      <dgm:spPr/>
    </dgm:pt>
    <dgm:pt modelId="{96EB4046-F14A-4B62-9970-304D9FF55777}" type="sibTrans" cxnId="{325FE18A-1A3F-44FA-BF9C-34D8857F4BE5}">
      <dgm:prSet/>
      <dgm:spPr/>
      <dgm:t>
        <a:bodyPr/>
        <a:lstStyle/>
        <a:p>
          <a:endParaRPr lang="en-US"/>
        </a:p>
      </dgm:t>
    </dgm:pt>
    <dgm:pt modelId="{78510260-BE4E-48D5-85AC-1AC44090EC41}">
      <dgm:prSet phldrT="[Text]" custT="1"/>
      <dgm:spPr/>
      <dgm:t>
        <a:bodyPr/>
        <a:lstStyle/>
        <a:p>
          <a:r>
            <a:rPr lang="en-US" sz="2000"/>
            <a:t>Được làm gì, không được làm gì?</a:t>
          </a:r>
        </a:p>
      </dgm:t>
    </dgm:pt>
    <dgm:pt modelId="{8088771C-5768-492B-88B1-10C2908926FF}" type="parTrans" cxnId="{833AB868-8565-42C8-B033-886A8B5A2A29}">
      <dgm:prSet/>
      <dgm:spPr/>
    </dgm:pt>
    <dgm:pt modelId="{413DA034-9A05-459D-AC82-54B1B3E9F562}" type="sibTrans" cxnId="{833AB868-8565-42C8-B033-886A8B5A2A29}">
      <dgm:prSet/>
      <dgm:spPr/>
      <dgm:t>
        <a:bodyPr/>
        <a:lstStyle/>
        <a:p>
          <a:endParaRPr lang="en-US"/>
        </a:p>
      </dgm:t>
    </dgm:pt>
    <dgm:pt modelId="{EA8245AB-C558-4674-827A-C87B806ABBCD}">
      <dgm:prSet phldrT="[Text]" custT="1"/>
      <dgm:spPr/>
      <dgm:t>
        <a:bodyPr/>
        <a:lstStyle/>
        <a:p>
          <a:r>
            <a:rPr lang="en-US" sz="2000"/>
            <a:t>Làm như thế nào?</a:t>
          </a:r>
        </a:p>
      </dgm:t>
    </dgm:pt>
    <dgm:pt modelId="{F1729966-C542-42AF-B94F-27913626EB29}" type="parTrans" cxnId="{F3FC29A1-AF15-4380-B683-5CE34956478D}">
      <dgm:prSet/>
      <dgm:spPr/>
    </dgm:pt>
    <dgm:pt modelId="{44952DA6-7E1F-438C-9471-B07D0E4AAD94}" type="sibTrans" cxnId="{F3FC29A1-AF15-4380-B683-5CE34956478D}">
      <dgm:prSet/>
      <dgm:spPr/>
    </dgm:pt>
    <dgm:pt modelId="{8F8EF5A0-24CB-4FC8-AF39-AEBA190AFB49}" type="pres">
      <dgm:prSet presAssocID="{B921B86A-35AA-4091-BFD4-024C3FEA6523}" presName="linearFlow" presStyleCnt="0">
        <dgm:presLayoutVars>
          <dgm:resizeHandles val="exact"/>
        </dgm:presLayoutVars>
      </dgm:prSet>
      <dgm:spPr/>
    </dgm:pt>
    <dgm:pt modelId="{28DEE2CC-7735-47FB-A70D-7B1B275BBE15}" type="pres">
      <dgm:prSet presAssocID="{1A934B5B-DD78-4651-BAB9-C457B7F90D5C}" presName="node" presStyleLbl="node1" presStyleIdx="0" presStyleCnt="3">
        <dgm:presLayoutVars>
          <dgm:bulletEnabled val="1"/>
        </dgm:presLayoutVars>
      </dgm:prSet>
      <dgm:spPr/>
      <dgm:t>
        <a:bodyPr/>
        <a:lstStyle/>
        <a:p>
          <a:endParaRPr lang="en-US"/>
        </a:p>
      </dgm:t>
    </dgm:pt>
    <dgm:pt modelId="{021B3C05-CD78-4B66-A3A4-E294537AE7BB}" type="pres">
      <dgm:prSet presAssocID="{96EB4046-F14A-4B62-9970-304D9FF55777}" presName="sibTrans" presStyleLbl="sibTrans2D1" presStyleIdx="0" presStyleCnt="2"/>
      <dgm:spPr/>
      <dgm:t>
        <a:bodyPr/>
        <a:lstStyle/>
        <a:p>
          <a:endParaRPr lang="en-US"/>
        </a:p>
      </dgm:t>
    </dgm:pt>
    <dgm:pt modelId="{E201CBD7-EB80-4A09-8D04-85AC31DE4DA0}" type="pres">
      <dgm:prSet presAssocID="{96EB4046-F14A-4B62-9970-304D9FF55777}" presName="connectorText" presStyleLbl="sibTrans2D1" presStyleIdx="0" presStyleCnt="2"/>
      <dgm:spPr/>
      <dgm:t>
        <a:bodyPr/>
        <a:lstStyle/>
        <a:p>
          <a:endParaRPr lang="en-US"/>
        </a:p>
      </dgm:t>
    </dgm:pt>
    <dgm:pt modelId="{F5B7B693-6949-4CB4-8A2E-21B21CAD9E3A}" type="pres">
      <dgm:prSet presAssocID="{78510260-BE4E-48D5-85AC-1AC44090EC41}" presName="node" presStyleLbl="node1" presStyleIdx="1" presStyleCnt="3">
        <dgm:presLayoutVars>
          <dgm:bulletEnabled val="1"/>
        </dgm:presLayoutVars>
      </dgm:prSet>
      <dgm:spPr/>
      <dgm:t>
        <a:bodyPr/>
        <a:lstStyle/>
        <a:p>
          <a:endParaRPr lang="en-US"/>
        </a:p>
      </dgm:t>
    </dgm:pt>
    <dgm:pt modelId="{9F1E51C7-1A41-4709-A266-728CF1774BDE}" type="pres">
      <dgm:prSet presAssocID="{413DA034-9A05-459D-AC82-54B1B3E9F562}" presName="sibTrans" presStyleLbl="sibTrans2D1" presStyleIdx="1" presStyleCnt="2"/>
      <dgm:spPr/>
      <dgm:t>
        <a:bodyPr/>
        <a:lstStyle/>
        <a:p>
          <a:endParaRPr lang="en-US"/>
        </a:p>
      </dgm:t>
    </dgm:pt>
    <dgm:pt modelId="{CA5CBF34-1A81-414E-B950-CBA674ABC27E}" type="pres">
      <dgm:prSet presAssocID="{413DA034-9A05-459D-AC82-54B1B3E9F562}" presName="connectorText" presStyleLbl="sibTrans2D1" presStyleIdx="1" presStyleCnt="2"/>
      <dgm:spPr/>
      <dgm:t>
        <a:bodyPr/>
        <a:lstStyle/>
        <a:p>
          <a:endParaRPr lang="en-US"/>
        </a:p>
      </dgm:t>
    </dgm:pt>
    <dgm:pt modelId="{D2134AE4-0680-4BA8-9626-FCAB5B4606EF}" type="pres">
      <dgm:prSet presAssocID="{EA8245AB-C558-4674-827A-C87B806ABBCD}" presName="node" presStyleLbl="node1" presStyleIdx="2" presStyleCnt="3">
        <dgm:presLayoutVars>
          <dgm:bulletEnabled val="1"/>
        </dgm:presLayoutVars>
      </dgm:prSet>
      <dgm:spPr/>
      <dgm:t>
        <a:bodyPr/>
        <a:lstStyle/>
        <a:p>
          <a:endParaRPr lang="en-US"/>
        </a:p>
      </dgm:t>
    </dgm:pt>
  </dgm:ptLst>
  <dgm:cxnLst>
    <dgm:cxn modelId="{833AB868-8565-42C8-B033-886A8B5A2A29}" srcId="{B921B86A-35AA-4091-BFD4-024C3FEA6523}" destId="{78510260-BE4E-48D5-85AC-1AC44090EC41}" srcOrd="1" destOrd="0" parTransId="{8088771C-5768-492B-88B1-10C2908926FF}" sibTransId="{413DA034-9A05-459D-AC82-54B1B3E9F562}"/>
    <dgm:cxn modelId="{DF0FA168-B34F-4AE4-8990-2804B85E6992}" type="presOf" srcId="{B921B86A-35AA-4091-BFD4-024C3FEA6523}" destId="{8F8EF5A0-24CB-4FC8-AF39-AEBA190AFB49}" srcOrd="0" destOrd="0" presId="urn:microsoft.com/office/officeart/2005/8/layout/process2"/>
    <dgm:cxn modelId="{F3FC29A1-AF15-4380-B683-5CE34956478D}" srcId="{B921B86A-35AA-4091-BFD4-024C3FEA6523}" destId="{EA8245AB-C558-4674-827A-C87B806ABBCD}" srcOrd="2" destOrd="0" parTransId="{F1729966-C542-42AF-B94F-27913626EB29}" sibTransId="{44952DA6-7E1F-438C-9471-B07D0E4AAD94}"/>
    <dgm:cxn modelId="{325FE18A-1A3F-44FA-BF9C-34D8857F4BE5}" srcId="{B921B86A-35AA-4091-BFD4-024C3FEA6523}" destId="{1A934B5B-DD78-4651-BAB9-C457B7F90D5C}" srcOrd="0" destOrd="0" parTransId="{18D67A58-5547-4210-8E56-A6C929580358}" sibTransId="{96EB4046-F14A-4B62-9970-304D9FF55777}"/>
    <dgm:cxn modelId="{7AF98184-2EB6-4766-B29D-1C6E165E3DBD}" type="presOf" srcId="{413DA034-9A05-459D-AC82-54B1B3E9F562}" destId="{CA5CBF34-1A81-414E-B950-CBA674ABC27E}" srcOrd="1" destOrd="0" presId="urn:microsoft.com/office/officeart/2005/8/layout/process2"/>
    <dgm:cxn modelId="{45118F72-F486-46DD-8B15-41BF96E793B8}" type="presOf" srcId="{96EB4046-F14A-4B62-9970-304D9FF55777}" destId="{021B3C05-CD78-4B66-A3A4-E294537AE7BB}" srcOrd="0" destOrd="0" presId="urn:microsoft.com/office/officeart/2005/8/layout/process2"/>
    <dgm:cxn modelId="{09D6AD39-8366-4C30-8256-944B0A6624FF}" type="presOf" srcId="{EA8245AB-C558-4674-827A-C87B806ABBCD}" destId="{D2134AE4-0680-4BA8-9626-FCAB5B4606EF}" srcOrd="0" destOrd="0" presId="urn:microsoft.com/office/officeart/2005/8/layout/process2"/>
    <dgm:cxn modelId="{38145F53-CF77-4356-B16C-4A02E761DA79}" type="presOf" srcId="{78510260-BE4E-48D5-85AC-1AC44090EC41}" destId="{F5B7B693-6949-4CB4-8A2E-21B21CAD9E3A}" srcOrd="0" destOrd="0" presId="urn:microsoft.com/office/officeart/2005/8/layout/process2"/>
    <dgm:cxn modelId="{A5E45148-E811-4D8F-89F9-140E64A5C908}" type="presOf" srcId="{96EB4046-F14A-4B62-9970-304D9FF55777}" destId="{E201CBD7-EB80-4A09-8D04-85AC31DE4DA0}" srcOrd="1" destOrd="0" presId="urn:microsoft.com/office/officeart/2005/8/layout/process2"/>
    <dgm:cxn modelId="{72CA306E-79AA-4727-AD8E-96C1CC47C758}" type="presOf" srcId="{413DA034-9A05-459D-AC82-54B1B3E9F562}" destId="{9F1E51C7-1A41-4709-A266-728CF1774BDE}" srcOrd="0" destOrd="0" presId="urn:microsoft.com/office/officeart/2005/8/layout/process2"/>
    <dgm:cxn modelId="{08BEF8E3-651D-41C2-B72E-A1A29C8A2F16}" type="presOf" srcId="{1A934B5B-DD78-4651-BAB9-C457B7F90D5C}" destId="{28DEE2CC-7735-47FB-A70D-7B1B275BBE15}" srcOrd="0" destOrd="0" presId="urn:microsoft.com/office/officeart/2005/8/layout/process2"/>
    <dgm:cxn modelId="{401BF8DF-7E17-438E-9E4B-955BFD1613F7}" type="presParOf" srcId="{8F8EF5A0-24CB-4FC8-AF39-AEBA190AFB49}" destId="{28DEE2CC-7735-47FB-A70D-7B1B275BBE15}" srcOrd="0" destOrd="0" presId="urn:microsoft.com/office/officeart/2005/8/layout/process2"/>
    <dgm:cxn modelId="{8A5098E3-534D-45F9-8F10-C2B1F6B3649C}" type="presParOf" srcId="{8F8EF5A0-24CB-4FC8-AF39-AEBA190AFB49}" destId="{021B3C05-CD78-4B66-A3A4-E294537AE7BB}" srcOrd="1" destOrd="0" presId="urn:microsoft.com/office/officeart/2005/8/layout/process2"/>
    <dgm:cxn modelId="{4401DED2-A4F3-4FD3-AA55-37E9511401B8}" type="presParOf" srcId="{021B3C05-CD78-4B66-A3A4-E294537AE7BB}" destId="{E201CBD7-EB80-4A09-8D04-85AC31DE4DA0}" srcOrd="0" destOrd="0" presId="urn:microsoft.com/office/officeart/2005/8/layout/process2"/>
    <dgm:cxn modelId="{82AE531A-E779-42AB-B5FD-BB948724F3EB}" type="presParOf" srcId="{8F8EF5A0-24CB-4FC8-AF39-AEBA190AFB49}" destId="{F5B7B693-6949-4CB4-8A2E-21B21CAD9E3A}" srcOrd="2" destOrd="0" presId="urn:microsoft.com/office/officeart/2005/8/layout/process2"/>
    <dgm:cxn modelId="{70378360-55E7-4CB0-B3F4-30A937589408}" type="presParOf" srcId="{8F8EF5A0-24CB-4FC8-AF39-AEBA190AFB49}" destId="{9F1E51C7-1A41-4709-A266-728CF1774BDE}" srcOrd="3" destOrd="0" presId="urn:microsoft.com/office/officeart/2005/8/layout/process2"/>
    <dgm:cxn modelId="{FBE4DA54-2142-49B9-9533-59FBDFF01184}" type="presParOf" srcId="{9F1E51C7-1A41-4709-A266-728CF1774BDE}" destId="{CA5CBF34-1A81-414E-B950-CBA674ABC27E}" srcOrd="0" destOrd="0" presId="urn:microsoft.com/office/officeart/2005/8/layout/process2"/>
    <dgm:cxn modelId="{100B29A1-9D8F-4577-9506-9A266BF734FA}" type="presParOf" srcId="{8F8EF5A0-24CB-4FC8-AF39-AEBA190AFB49}" destId="{D2134AE4-0680-4BA8-9626-FCAB5B4606EF}" srcOrd="4" destOrd="0" presId="urn:microsoft.com/office/officeart/2005/8/layout/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59B4CA-8C6D-4522-8BCB-9B5541D384ED}" type="doc">
      <dgm:prSet loTypeId="urn:microsoft.com/office/officeart/2005/8/layout/funnel1" loCatId="process" qsTypeId="urn:microsoft.com/office/officeart/2005/8/quickstyle/simple1" qsCatId="simple" csTypeId="urn:microsoft.com/office/officeart/2005/8/colors/colorful4" csCatId="colorful" phldr="1"/>
      <dgm:spPr/>
      <dgm:t>
        <a:bodyPr/>
        <a:lstStyle/>
        <a:p>
          <a:endParaRPr lang="en-US"/>
        </a:p>
      </dgm:t>
    </dgm:pt>
    <dgm:pt modelId="{512F65AF-085D-4D29-9F07-D80B6B669150}">
      <dgm:prSet phldrT="[Text]" custT="1"/>
      <dgm:spPr/>
      <dgm:t>
        <a:bodyPr/>
        <a:lstStyle/>
        <a:p>
          <a:r>
            <a:rPr lang="en-US" sz="2000"/>
            <a:t>Quy định tùy nghi</a:t>
          </a:r>
        </a:p>
      </dgm:t>
    </dgm:pt>
    <dgm:pt modelId="{AC75C6FB-2094-4CEF-8C8E-4E6B0B55E670}" type="parTrans" cxnId="{DBC014B5-832F-4957-91D8-A922F1824161}">
      <dgm:prSet/>
      <dgm:spPr/>
      <dgm:t>
        <a:bodyPr/>
        <a:lstStyle/>
        <a:p>
          <a:endParaRPr lang="en-US"/>
        </a:p>
      </dgm:t>
    </dgm:pt>
    <dgm:pt modelId="{993CAA5E-FE35-429B-9110-C5892D2CFC8A}" type="sibTrans" cxnId="{DBC014B5-832F-4957-91D8-A922F1824161}">
      <dgm:prSet/>
      <dgm:spPr/>
      <dgm:t>
        <a:bodyPr/>
        <a:lstStyle/>
        <a:p>
          <a:endParaRPr lang="en-US"/>
        </a:p>
      </dgm:t>
    </dgm:pt>
    <dgm:pt modelId="{419D495F-54AE-4EA0-8627-6FA6249FBBF0}">
      <dgm:prSet phldrT="[Text]" custT="1"/>
      <dgm:spPr/>
      <dgm:t>
        <a:bodyPr/>
        <a:lstStyle/>
        <a:p>
          <a:r>
            <a:rPr lang="en-US" sz="2000"/>
            <a:t>Quy định mệnh lệnh</a:t>
          </a:r>
        </a:p>
      </dgm:t>
    </dgm:pt>
    <dgm:pt modelId="{7DF4CCD8-C7BF-4B7C-BEFC-F21753CBB38D}" type="parTrans" cxnId="{996C7D0E-3FA1-492E-821D-B57B6BD6EF11}">
      <dgm:prSet/>
      <dgm:spPr/>
      <dgm:t>
        <a:bodyPr/>
        <a:lstStyle/>
        <a:p>
          <a:endParaRPr lang="en-US"/>
        </a:p>
      </dgm:t>
    </dgm:pt>
    <dgm:pt modelId="{15099AEF-034A-4F04-BB9A-FF7CFE249FEF}" type="sibTrans" cxnId="{996C7D0E-3FA1-492E-821D-B57B6BD6EF11}">
      <dgm:prSet/>
      <dgm:spPr/>
      <dgm:t>
        <a:bodyPr/>
        <a:lstStyle/>
        <a:p>
          <a:endParaRPr lang="en-US"/>
        </a:p>
      </dgm:t>
    </dgm:pt>
    <dgm:pt modelId="{E9730AA1-D059-4E77-9DF4-804F5A1F39E5}">
      <dgm:prSet phldrT="[Text]" custT="1"/>
      <dgm:spPr/>
      <dgm:t>
        <a:bodyPr/>
        <a:lstStyle/>
        <a:p>
          <a:r>
            <a:rPr lang="en-US" sz="2000"/>
            <a:t>Quy định giao quyền</a:t>
          </a:r>
        </a:p>
      </dgm:t>
    </dgm:pt>
    <dgm:pt modelId="{97986473-2A82-4446-8380-3CADEB1E2DD3}" type="parTrans" cxnId="{E20A68F1-BF6F-4C4E-9661-A4988C023B0C}">
      <dgm:prSet/>
      <dgm:spPr/>
      <dgm:t>
        <a:bodyPr/>
        <a:lstStyle/>
        <a:p>
          <a:endParaRPr lang="en-US"/>
        </a:p>
      </dgm:t>
    </dgm:pt>
    <dgm:pt modelId="{822AD2EE-FB67-4D1C-9611-3E38DA849A06}" type="sibTrans" cxnId="{E20A68F1-BF6F-4C4E-9661-A4988C023B0C}">
      <dgm:prSet/>
      <dgm:spPr/>
      <dgm:t>
        <a:bodyPr/>
        <a:lstStyle/>
        <a:p>
          <a:endParaRPr lang="en-US"/>
        </a:p>
      </dgm:t>
    </dgm:pt>
    <dgm:pt modelId="{8555299A-EE1C-4628-817E-1CD069B92692}">
      <dgm:prSet phldrT="[Text]"/>
      <dgm:spPr/>
      <dgm:t>
        <a:bodyPr/>
        <a:lstStyle/>
        <a:p>
          <a:r>
            <a:rPr lang="en-US"/>
            <a:t>Quy định</a:t>
          </a:r>
        </a:p>
      </dgm:t>
    </dgm:pt>
    <dgm:pt modelId="{CAB383A5-365D-4305-B9FD-CBA0E80EE3F4}" type="parTrans" cxnId="{46246C7A-3B80-4406-936B-A51FB0FDD42E}">
      <dgm:prSet/>
      <dgm:spPr/>
      <dgm:t>
        <a:bodyPr/>
        <a:lstStyle/>
        <a:p>
          <a:endParaRPr lang="en-US"/>
        </a:p>
      </dgm:t>
    </dgm:pt>
    <dgm:pt modelId="{7E40967E-2876-42A8-8A8A-24D2E5F62E05}" type="sibTrans" cxnId="{46246C7A-3B80-4406-936B-A51FB0FDD42E}">
      <dgm:prSet/>
      <dgm:spPr/>
      <dgm:t>
        <a:bodyPr/>
        <a:lstStyle/>
        <a:p>
          <a:endParaRPr lang="en-US"/>
        </a:p>
      </dgm:t>
    </dgm:pt>
    <dgm:pt modelId="{9E5D5F31-C978-4DE4-BD6B-0CAFC2DC889F}" type="pres">
      <dgm:prSet presAssocID="{9259B4CA-8C6D-4522-8BCB-9B5541D384ED}" presName="Name0" presStyleCnt="0">
        <dgm:presLayoutVars>
          <dgm:chMax val="4"/>
          <dgm:resizeHandles val="exact"/>
        </dgm:presLayoutVars>
      </dgm:prSet>
      <dgm:spPr/>
      <dgm:t>
        <a:bodyPr/>
        <a:lstStyle/>
        <a:p>
          <a:endParaRPr lang="en-US"/>
        </a:p>
      </dgm:t>
    </dgm:pt>
    <dgm:pt modelId="{4E22981E-DF74-446B-AEA1-5DE911E09EE8}" type="pres">
      <dgm:prSet presAssocID="{9259B4CA-8C6D-4522-8BCB-9B5541D384ED}" presName="ellipse" presStyleLbl="trBgShp" presStyleIdx="0" presStyleCnt="1"/>
      <dgm:spPr/>
    </dgm:pt>
    <dgm:pt modelId="{F0B47152-4A67-4658-80FF-0D408BD05BC3}" type="pres">
      <dgm:prSet presAssocID="{9259B4CA-8C6D-4522-8BCB-9B5541D384ED}" presName="arrow1" presStyleLbl="fgShp" presStyleIdx="0" presStyleCnt="1"/>
      <dgm:spPr/>
    </dgm:pt>
    <dgm:pt modelId="{BBCC02A0-E8BF-41E4-B46E-08D9423F5293}" type="pres">
      <dgm:prSet presAssocID="{9259B4CA-8C6D-4522-8BCB-9B5541D384ED}" presName="rectangle" presStyleLbl="revTx" presStyleIdx="0" presStyleCnt="1">
        <dgm:presLayoutVars>
          <dgm:bulletEnabled val="1"/>
        </dgm:presLayoutVars>
      </dgm:prSet>
      <dgm:spPr/>
      <dgm:t>
        <a:bodyPr/>
        <a:lstStyle/>
        <a:p>
          <a:endParaRPr lang="en-US"/>
        </a:p>
      </dgm:t>
    </dgm:pt>
    <dgm:pt modelId="{A25FDCD9-71D2-42A0-9526-A1B41F81859B}" type="pres">
      <dgm:prSet presAssocID="{419D495F-54AE-4EA0-8627-6FA6249FBBF0}" presName="item1" presStyleLbl="node1" presStyleIdx="0" presStyleCnt="3" custScaleX="230532">
        <dgm:presLayoutVars>
          <dgm:bulletEnabled val="1"/>
        </dgm:presLayoutVars>
      </dgm:prSet>
      <dgm:spPr/>
      <dgm:t>
        <a:bodyPr/>
        <a:lstStyle/>
        <a:p>
          <a:endParaRPr lang="en-US"/>
        </a:p>
      </dgm:t>
    </dgm:pt>
    <dgm:pt modelId="{9489E92A-EE9B-48F9-B8B4-6B278FAC3881}" type="pres">
      <dgm:prSet presAssocID="{E9730AA1-D059-4E77-9DF4-804F5A1F39E5}" presName="item2" presStyleLbl="node1" presStyleIdx="1" presStyleCnt="3" custScaleX="224977" custLinFactNeighborX="-41904" custLinFactNeighborY="-28708">
        <dgm:presLayoutVars>
          <dgm:bulletEnabled val="1"/>
        </dgm:presLayoutVars>
      </dgm:prSet>
      <dgm:spPr/>
      <dgm:t>
        <a:bodyPr/>
        <a:lstStyle/>
        <a:p>
          <a:endParaRPr lang="en-US"/>
        </a:p>
      </dgm:t>
    </dgm:pt>
    <dgm:pt modelId="{F2770D0F-0E2C-4B15-B323-05A36BD422D4}" type="pres">
      <dgm:prSet presAssocID="{8555299A-EE1C-4628-817E-1CD069B92692}" presName="item3" presStyleLbl="node1" presStyleIdx="2" presStyleCnt="3" custScaleX="229061" custLinFactNeighborX="73419" custLinFactNeighborY="-4530">
        <dgm:presLayoutVars>
          <dgm:bulletEnabled val="1"/>
        </dgm:presLayoutVars>
      </dgm:prSet>
      <dgm:spPr/>
      <dgm:t>
        <a:bodyPr/>
        <a:lstStyle/>
        <a:p>
          <a:endParaRPr lang="en-US"/>
        </a:p>
      </dgm:t>
    </dgm:pt>
    <dgm:pt modelId="{2DEA0D63-1AEE-49AB-8625-9F391A04D952}" type="pres">
      <dgm:prSet presAssocID="{9259B4CA-8C6D-4522-8BCB-9B5541D384ED}" presName="funnel" presStyleLbl="trAlignAcc1" presStyleIdx="0" presStyleCnt="1" custScaleX="161683" custLinFactNeighborX="28" custLinFactNeighborY="1512"/>
      <dgm:spPr/>
    </dgm:pt>
  </dgm:ptLst>
  <dgm:cxnLst>
    <dgm:cxn modelId="{0DD07D01-FE61-401D-B5DA-F236A4AE7B0B}" type="presOf" srcId="{512F65AF-085D-4D29-9F07-D80B6B669150}" destId="{F2770D0F-0E2C-4B15-B323-05A36BD422D4}" srcOrd="0" destOrd="0" presId="urn:microsoft.com/office/officeart/2005/8/layout/funnel1"/>
    <dgm:cxn modelId="{3F726A57-0997-4756-9CAC-BA6E24FDA68B}" type="presOf" srcId="{8555299A-EE1C-4628-817E-1CD069B92692}" destId="{BBCC02A0-E8BF-41E4-B46E-08D9423F5293}" srcOrd="0" destOrd="0" presId="urn:microsoft.com/office/officeart/2005/8/layout/funnel1"/>
    <dgm:cxn modelId="{E20A68F1-BF6F-4C4E-9661-A4988C023B0C}" srcId="{9259B4CA-8C6D-4522-8BCB-9B5541D384ED}" destId="{E9730AA1-D059-4E77-9DF4-804F5A1F39E5}" srcOrd="2" destOrd="0" parTransId="{97986473-2A82-4446-8380-3CADEB1E2DD3}" sibTransId="{822AD2EE-FB67-4D1C-9611-3E38DA849A06}"/>
    <dgm:cxn modelId="{D62BC6C4-A773-4C24-BC27-26D8B37C12C3}" type="presOf" srcId="{E9730AA1-D059-4E77-9DF4-804F5A1F39E5}" destId="{A25FDCD9-71D2-42A0-9526-A1B41F81859B}" srcOrd="0" destOrd="0" presId="urn:microsoft.com/office/officeart/2005/8/layout/funnel1"/>
    <dgm:cxn modelId="{46246C7A-3B80-4406-936B-A51FB0FDD42E}" srcId="{9259B4CA-8C6D-4522-8BCB-9B5541D384ED}" destId="{8555299A-EE1C-4628-817E-1CD069B92692}" srcOrd="3" destOrd="0" parTransId="{CAB383A5-365D-4305-B9FD-CBA0E80EE3F4}" sibTransId="{7E40967E-2876-42A8-8A8A-24D2E5F62E05}"/>
    <dgm:cxn modelId="{DBC014B5-832F-4957-91D8-A922F1824161}" srcId="{9259B4CA-8C6D-4522-8BCB-9B5541D384ED}" destId="{512F65AF-085D-4D29-9F07-D80B6B669150}" srcOrd="0" destOrd="0" parTransId="{AC75C6FB-2094-4CEF-8C8E-4E6B0B55E670}" sibTransId="{993CAA5E-FE35-429B-9110-C5892D2CFC8A}"/>
    <dgm:cxn modelId="{996C7D0E-3FA1-492E-821D-B57B6BD6EF11}" srcId="{9259B4CA-8C6D-4522-8BCB-9B5541D384ED}" destId="{419D495F-54AE-4EA0-8627-6FA6249FBBF0}" srcOrd="1" destOrd="0" parTransId="{7DF4CCD8-C7BF-4B7C-BEFC-F21753CBB38D}" sibTransId="{15099AEF-034A-4F04-BB9A-FF7CFE249FEF}"/>
    <dgm:cxn modelId="{610359BB-8D31-4F9C-8095-E8799C6816A5}" type="presOf" srcId="{9259B4CA-8C6D-4522-8BCB-9B5541D384ED}" destId="{9E5D5F31-C978-4DE4-BD6B-0CAFC2DC889F}" srcOrd="0" destOrd="0" presId="urn:microsoft.com/office/officeart/2005/8/layout/funnel1"/>
    <dgm:cxn modelId="{F9394E01-87E2-464B-952C-E0B7EEB7A672}" type="presOf" srcId="{419D495F-54AE-4EA0-8627-6FA6249FBBF0}" destId="{9489E92A-EE9B-48F9-B8B4-6B278FAC3881}" srcOrd="0" destOrd="0" presId="urn:microsoft.com/office/officeart/2005/8/layout/funnel1"/>
    <dgm:cxn modelId="{183C9648-0206-4348-A044-40A7E4BA5840}" type="presParOf" srcId="{9E5D5F31-C978-4DE4-BD6B-0CAFC2DC889F}" destId="{4E22981E-DF74-446B-AEA1-5DE911E09EE8}" srcOrd="0" destOrd="0" presId="urn:microsoft.com/office/officeart/2005/8/layout/funnel1"/>
    <dgm:cxn modelId="{320FE663-2E50-4312-91E9-55C1FA1AEB01}" type="presParOf" srcId="{9E5D5F31-C978-4DE4-BD6B-0CAFC2DC889F}" destId="{F0B47152-4A67-4658-80FF-0D408BD05BC3}" srcOrd="1" destOrd="0" presId="urn:microsoft.com/office/officeart/2005/8/layout/funnel1"/>
    <dgm:cxn modelId="{6B2CEFEE-3DCD-47F7-AAAE-66AA97479B4B}" type="presParOf" srcId="{9E5D5F31-C978-4DE4-BD6B-0CAFC2DC889F}" destId="{BBCC02A0-E8BF-41E4-B46E-08D9423F5293}" srcOrd="2" destOrd="0" presId="urn:microsoft.com/office/officeart/2005/8/layout/funnel1"/>
    <dgm:cxn modelId="{E4CB3D05-51F9-4533-9A8F-62A56A33FB8D}" type="presParOf" srcId="{9E5D5F31-C978-4DE4-BD6B-0CAFC2DC889F}" destId="{A25FDCD9-71D2-42A0-9526-A1B41F81859B}" srcOrd="3" destOrd="0" presId="urn:microsoft.com/office/officeart/2005/8/layout/funnel1"/>
    <dgm:cxn modelId="{A9D4B744-77C4-4B32-8956-3E535CCD96A5}" type="presParOf" srcId="{9E5D5F31-C978-4DE4-BD6B-0CAFC2DC889F}" destId="{9489E92A-EE9B-48F9-B8B4-6B278FAC3881}" srcOrd="4" destOrd="0" presId="urn:microsoft.com/office/officeart/2005/8/layout/funnel1"/>
    <dgm:cxn modelId="{BC45255E-20C2-4A2A-A17E-CFDFAC49EA24}" type="presParOf" srcId="{9E5D5F31-C978-4DE4-BD6B-0CAFC2DC889F}" destId="{F2770D0F-0E2C-4B15-B323-05A36BD422D4}" srcOrd="5" destOrd="0" presId="urn:microsoft.com/office/officeart/2005/8/layout/funnel1"/>
    <dgm:cxn modelId="{0CE4E97D-8994-412E-934A-8CC8A2AF2DF0}" type="presParOf" srcId="{9E5D5F31-C978-4DE4-BD6B-0CAFC2DC889F}" destId="{2DEA0D63-1AEE-49AB-8625-9F391A04D952}" srcOrd="6" destOrd="0" presId="urn:microsoft.com/office/officeart/2005/8/layout/funnel1"/>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921B86A-35AA-4091-BFD4-024C3FEA6523}" type="doc">
      <dgm:prSet loTypeId="urn:microsoft.com/office/officeart/2005/8/layout/process2" loCatId="process" qsTypeId="urn:microsoft.com/office/officeart/2005/8/quickstyle/simple3" qsCatId="simple" csTypeId="urn:microsoft.com/office/officeart/2005/8/colors/accent1_2" csCatId="accent1" phldr="1"/>
      <dgm:spPr/>
    </dgm:pt>
    <dgm:pt modelId="{1A934B5B-DD78-4651-BAB9-C457B7F90D5C}">
      <dgm:prSet phldrT="[Text]" custT="1"/>
      <dgm:spPr/>
      <dgm:t>
        <a:bodyPr/>
        <a:lstStyle/>
        <a:p>
          <a:r>
            <a:rPr lang="en-US" sz="2400"/>
            <a:t>Hậu quả như thế nào?</a:t>
          </a:r>
        </a:p>
      </dgm:t>
    </dgm:pt>
    <dgm:pt modelId="{18D67A58-5547-4210-8E56-A6C929580358}" type="parTrans" cxnId="{325FE18A-1A3F-44FA-BF9C-34D8857F4BE5}">
      <dgm:prSet/>
      <dgm:spPr/>
    </dgm:pt>
    <dgm:pt modelId="{96EB4046-F14A-4B62-9970-304D9FF55777}" type="sibTrans" cxnId="{325FE18A-1A3F-44FA-BF9C-34D8857F4BE5}">
      <dgm:prSet/>
      <dgm:spPr/>
      <dgm:t>
        <a:bodyPr/>
        <a:lstStyle/>
        <a:p>
          <a:endParaRPr lang="en-US"/>
        </a:p>
      </dgm:t>
    </dgm:pt>
    <dgm:pt modelId="{78510260-BE4E-48D5-85AC-1AC44090EC41}">
      <dgm:prSet phldrT="[Text]" custT="1"/>
      <dgm:spPr/>
      <dgm:t>
        <a:bodyPr/>
        <a:lstStyle/>
        <a:p>
          <a:r>
            <a:rPr lang="en-US" sz="2400"/>
            <a:t>Mức độ?</a:t>
          </a:r>
        </a:p>
      </dgm:t>
    </dgm:pt>
    <dgm:pt modelId="{8088771C-5768-492B-88B1-10C2908926FF}" type="parTrans" cxnId="{833AB868-8565-42C8-B033-886A8B5A2A29}">
      <dgm:prSet/>
      <dgm:spPr/>
    </dgm:pt>
    <dgm:pt modelId="{413DA034-9A05-459D-AC82-54B1B3E9F562}" type="sibTrans" cxnId="{833AB868-8565-42C8-B033-886A8B5A2A29}">
      <dgm:prSet/>
      <dgm:spPr/>
      <dgm:t>
        <a:bodyPr/>
        <a:lstStyle/>
        <a:p>
          <a:endParaRPr lang="en-US"/>
        </a:p>
      </dgm:t>
    </dgm:pt>
    <dgm:pt modelId="{8F8EF5A0-24CB-4FC8-AF39-AEBA190AFB49}" type="pres">
      <dgm:prSet presAssocID="{B921B86A-35AA-4091-BFD4-024C3FEA6523}" presName="linearFlow" presStyleCnt="0">
        <dgm:presLayoutVars>
          <dgm:resizeHandles val="exact"/>
        </dgm:presLayoutVars>
      </dgm:prSet>
      <dgm:spPr/>
    </dgm:pt>
    <dgm:pt modelId="{28DEE2CC-7735-47FB-A70D-7B1B275BBE15}" type="pres">
      <dgm:prSet presAssocID="{1A934B5B-DD78-4651-BAB9-C457B7F90D5C}" presName="node" presStyleLbl="node1" presStyleIdx="0" presStyleCnt="2">
        <dgm:presLayoutVars>
          <dgm:bulletEnabled val="1"/>
        </dgm:presLayoutVars>
      </dgm:prSet>
      <dgm:spPr/>
      <dgm:t>
        <a:bodyPr/>
        <a:lstStyle/>
        <a:p>
          <a:endParaRPr lang="en-US"/>
        </a:p>
      </dgm:t>
    </dgm:pt>
    <dgm:pt modelId="{021B3C05-CD78-4B66-A3A4-E294537AE7BB}" type="pres">
      <dgm:prSet presAssocID="{96EB4046-F14A-4B62-9970-304D9FF55777}" presName="sibTrans" presStyleLbl="sibTrans2D1" presStyleIdx="0" presStyleCnt="1"/>
      <dgm:spPr/>
      <dgm:t>
        <a:bodyPr/>
        <a:lstStyle/>
        <a:p>
          <a:endParaRPr lang="en-US"/>
        </a:p>
      </dgm:t>
    </dgm:pt>
    <dgm:pt modelId="{E201CBD7-EB80-4A09-8D04-85AC31DE4DA0}" type="pres">
      <dgm:prSet presAssocID="{96EB4046-F14A-4B62-9970-304D9FF55777}" presName="connectorText" presStyleLbl="sibTrans2D1" presStyleIdx="0" presStyleCnt="1"/>
      <dgm:spPr/>
      <dgm:t>
        <a:bodyPr/>
        <a:lstStyle/>
        <a:p>
          <a:endParaRPr lang="en-US"/>
        </a:p>
      </dgm:t>
    </dgm:pt>
    <dgm:pt modelId="{F5B7B693-6949-4CB4-8A2E-21B21CAD9E3A}" type="pres">
      <dgm:prSet presAssocID="{78510260-BE4E-48D5-85AC-1AC44090EC41}" presName="node" presStyleLbl="node1" presStyleIdx="1" presStyleCnt="2">
        <dgm:presLayoutVars>
          <dgm:bulletEnabled val="1"/>
        </dgm:presLayoutVars>
      </dgm:prSet>
      <dgm:spPr/>
      <dgm:t>
        <a:bodyPr/>
        <a:lstStyle/>
        <a:p>
          <a:endParaRPr lang="en-US"/>
        </a:p>
      </dgm:t>
    </dgm:pt>
  </dgm:ptLst>
  <dgm:cxnLst>
    <dgm:cxn modelId="{833AB868-8565-42C8-B033-886A8B5A2A29}" srcId="{B921B86A-35AA-4091-BFD4-024C3FEA6523}" destId="{78510260-BE4E-48D5-85AC-1AC44090EC41}" srcOrd="1" destOrd="0" parTransId="{8088771C-5768-492B-88B1-10C2908926FF}" sibTransId="{413DA034-9A05-459D-AC82-54B1B3E9F562}"/>
    <dgm:cxn modelId="{C54E1A00-F247-44D5-B4A4-4ECAB29221BB}" type="presOf" srcId="{78510260-BE4E-48D5-85AC-1AC44090EC41}" destId="{F5B7B693-6949-4CB4-8A2E-21B21CAD9E3A}" srcOrd="0" destOrd="0" presId="urn:microsoft.com/office/officeart/2005/8/layout/process2"/>
    <dgm:cxn modelId="{325FE18A-1A3F-44FA-BF9C-34D8857F4BE5}" srcId="{B921B86A-35AA-4091-BFD4-024C3FEA6523}" destId="{1A934B5B-DD78-4651-BAB9-C457B7F90D5C}" srcOrd="0" destOrd="0" parTransId="{18D67A58-5547-4210-8E56-A6C929580358}" sibTransId="{96EB4046-F14A-4B62-9970-304D9FF55777}"/>
    <dgm:cxn modelId="{1A163421-2088-4448-9A55-3227859B9B53}" type="presOf" srcId="{B921B86A-35AA-4091-BFD4-024C3FEA6523}" destId="{8F8EF5A0-24CB-4FC8-AF39-AEBA190AFB49}" srcOrd="0" destOrd="0" presId="urn:microsoft.com/office/officeart/2005/8/layout/process2"/>
    <dgm:cxn modelId="{5CD97D0A-3B7E-42FC-A5DC-7B443E2824BD}" type="presOf" srcId="{96EB4046-F14A-4B62-9970-304D9FF55777}" destId="{021B3C05-CD78-4B66-A3A4-E294537AE7BB}" srcOrd="0" destOrd="0" presId="urn:microsoft.com/office/officeart/2005/8/layout/process2"/>
    <dgm:cxn modelId="{3249DCE2-2B8A-4F0F-B7E6-00DF77342E32}" type="presOf" srcId="{96EB4046-F14A-4B62-9970-304D9FF55777}" destId="{E201CBD7-EB80-4A09-8D04-85AC31DE4DA0}" srcOrd="1" destOrd="0" presId="urn:microsoft.com/office/officeart/2005/8/layout/process2"/>
    <dgm:cxn modelId="{8E47C6C7-2920-446E-BF50-0E0402CDDEAF}" type="presOf" srcId="{1A934B5B-DD78-4651-BAB9-C457B7F90D5C}" destId="{28DEE2CC-7735-47FB-A70D-7B1B275BBE15}" srcOrd="0" destOrd="0" presId="urn:microsoft.com/office/officeart/2005/8/layout/process2"/>
    <dgm:cxn modelId="{6638FB75-B608-41D6-BB03-6644D612F016}" type="presParOf" srcId="{8F8EF5A0-24CB-4FC8-AF39-AEBA190AFB49}" destId="{28DEE2CC-7735-47FB-A70D-7B1B275BBE15}" srcOrd="0" destOrd="0" presId="urn:microsoft.com/office/officeart/2005/8/layout/process2"/>
    <dgm:cxn modelId="{3DD68B2B-5B08-463A-B417-7506078A68FE}" type="presParOf" srcId="{8F8EF5A0-24CB-4FC8-AF39-AEBA190AFB49}" destId="{021B3C05-CD78-4B66-A3A4-E294537AE7BB}" srcOrd="1" destOrd="0" presId="urn:microsoft.com/office/officeart/2005/8/layout/process2"/>
    <dgm:cxn modelId="{866DAF8C-2571-4696-B3C3-EE6509932711}" type="presParOf" srcId="{021B3C05-CD78-4B66-A3A4-E294537AE7BB}" destId="{E201CBD7-EB80-4A09-8D04-85AC31DE4DA0}" srcOrd="0" destOrd="0" presId="urn:microsoft.com/office/officeart/2005/8/layout/process2"/>
    <dgm:cxn modelId="{8A821F6B-A216-413B-8BFC-A36DE15E6521}" type="presParOf" srcId="{8F8EF5A0-24CB-4FC8-AF39-AEBA190AFB49}" destId="{F5B7B693-6949-4CB4-8A2E-21B21CAD9E3A}" srcOrd="2" destOrd="0" presId="urn:microsoft.com/office/officeart/2005/8/layout/process2"/>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D19D0C0-5465-4325-A2C8-0459B4AB386C}" type="doc">
      <dgm:prSet loTypeId="urn:microsoft.com/office/officeart/2005/8/layout/vList5" loCatId="list" qsTypeId="urn:microsoft.com/office/officeart/2005/8/quickstyle/3d2#2" qsCatId="3D" csTypeId="urn:microsoft.com/office/officeart/2005/8/colors/accent1_2" csCatId="accent1" phldr="1"/>
      <dgm:spPr/>
      <dgm:t>
        <a:bodyPr/>
        <a:lstStyle/>
        <a:p>
          <a:endParaRPr lang="en-US"/>
        </a:p>
      </dgm:t>
    </dgm:pt>
    <dgm:pt modelId="{7380007E-451D-45C7-A4FF-BA0682C3F215}">
      <dgm:prSet phldrT="[Text]" custT="1"/>
      <dgm:spPr/>
      <dgm:t>
        <a:bodyPr/>
        <a:lstStyle/>
        <a:p>
          <a:r>
            <a:rPr lang="en-US" sz="2800"/>
            <a:t>Chế tài hình sự</a:t>
          </a:r>
        </a:p>
      </dgm:t>
    </dgm:pt>
    <dgm:pt modelId="{0F5DD1E5-806B-451E-9A9B-B44D3364ED62}" type="parTrans" cxnId="{0E350EFC-2D10-46DC-B7D4-690D9FE824B5}">
      <dgm:prSet/>
      <dgm:spPr/>
      <dgm:t>
        <a:bodyPr/>
        <a:lstStyle/>
        <a:p>
          <a:endParaRPr lang="en-US"/>
        </a:p>
      </dgm:t>
    </dgm:pt>
    <dgm:pt modelId="{C1C77A74-A00B-4250-AD14-417409FD4EF9}" type="sibTrans" cxnId="{0E350EFC-2D10-46DC-B7D4-690D9FE824B5}">
      <dgm:prSet/>
      <dgm:spPr/>
      <dgm:t>
        <a:bodyPr/>
        <a:lstStyle/>
        <a:p>
          <a:endParaRPr lang="en-US"/>
        </a:p>
      </dgm:t>
    </dgm:pt>
    <dgm:pt modelId="{69B99E6F-958F-4919-BA1B-2FCEA5F1DFAB}">
      <dgm:prSet phldrT="[Text]" custT="1"/>
      <dgm:spPr/>
      <dgm:t>
        <a:bodyPr/>
        <a:lstStyle/>
        <a:p>
          <a:r>
            <a:rPr lang="en-US" sz="2000"/>
            <a:t>Hình phạt (Cảnh cáo, phạt tiền, cải tạo không giam giữ, trục xuất, tù có thời hạn, tù chung thân, tử hình).</a:t>
          </a:r>
        </a:p>
      </dgm:t>
    </dgm:pt>
    <dgm:pt modelId="{8B7B3659-39F1-4B88-995D-6666341611FE}" type="parTrans" cxnId="{C9D085D0-5E1D-4A9A-ADDD-089AA53A7D22}">
      <dgm:prSet/>
      <dgm:spPr/>
      <dgm:t>
        <a:bodyPr/>
        <a:lstStyle/>
        <a:p>
          <a:endParaRPr lang="en-US"/>
        </a:p>
      </dgm:t>
    </dgm:pt>
    <dgm:pt modelId="{BBC2BFA9-B98E-413C-AAD8-067A34B0A7A2}" type="sibTrans" cxnId="{C9D085D0-5E1D-4A9A-ADDD-089AA53A7D22}">
      <dgm:prSet/>
      <dgm:spPr/>
      <dgm:t>
        <a:bodyPr/>
        <a:lstStyle/>
        <a:p>
          <a:endParaRPr lang="en-US"/>
        </a:p>
      </dgm:t>
    </dgm:pt>
    <dgm:pt modelId="{D409E65E-9647-479A-883A-9FC5B3109A78}">
      <dgm:prSet phldrT="[Text]" custT="1"/>
      <dgm:spPr/>
      <dgm:t>
        <a:bodyPr/>
        <a:lstStyle/>
        <a:p>
          <a:r>
            <a:rPr lang="en-US" sz="2800"/>
            <a:t>Chế tài hành chính</a:t>
          </a:r>
        </a:p>
      </dgm:t>
    </dgm:pt>
    <dgm:pt modelId="{10B2EA0B-0F3F-413E-BA33-29645A4FDC82}" type="parTrans" cxnId="{7FA82AC5-127C-49C4-B9A1-362EA2303B47}">
      <dgm:prSet/>
      <dgm:spPr/>
      <dgm:t>
        <a:bodyPr/>
        <a:lstStyle/>
        <a:p>
          <a:endParaRPr lang="en-US"/>
        </a:p>
      </dgm:t>
    </dgm:pt>
    <dgm:pt modelId="{EBB366B7-7F48-4EC8-A334-7661FB198F8B}" type="sibTrans" cxnId="{7FA82AC5-127C-49C4-B9A1-362EA2303B47}">
      <dgm:prSet/>
      <dgm:spPr/>
      <dgm:t>
        <a:bodyPr/>
        <a:lstStyle/>
        <a:p>
          <a:endParaRPr lang="en-US"/>
        </a:p>
      </dgm:t>
    </dgm:pt>
    <dgm:pt modelId="{D638EE5C-44D1-4FF3-A907-325F750EE6D9}">
      <dgm:prSet phldrT="[Text]" custT="1"/>
      <dgm:spPr/>
      <dgm:t>
        <a:bodyPr/>
        <a:lstStyle/>
        <a:p>
          <a:r>
            <a:rPr lang="en-US" sz="2000"/>
            <a:t>Xử phạt hành chính (Cảnh cáo, phạt tiền, trục xuất)</a:t>
          </a:r>
        </a:p>
      </dgm:t>
    </dgm:pt>
    <dgm:pt modelId="{50148110-496C-4B74-8D5C-AC1D7ADE74C2}" type="parTrans" cxnId="{6709E946-D466-440A-9B3D-1DC60CA27AA6}">
      <dgm:prSet/>
      <dgm:spPr/>
      <dgm:t>
        <a:bodyPr/>
        <a:lstStyle/>
        <a:p>
          <a:endParaRPr lang="en-US"/>
        </a:p>
      </dgm:t>
    </dgm:pt>
    <dgm:pt modelId="{FF464C3E-E0DA-46D4-BB34-14F8F1311A02}" type="sibTrans" cxnId="{6709E946-D466-440A-9B3D-1DC60CA27AA6}">
      <dgm:prSet/>
      <dgm:spPr/>
      <dgm:t>
        <a:bodyPr/>
        <a:lstStyle/>
        <a:p>
          <a:endParaRPr lang="en-US"/>
        </a:p>
      </dgm:t>
    </dgm:pt>
    <dgm:pt modelId="{102163FA-528B-4C48-A33F-3A71CC3EB13F}">
      <dgm:prSet phldrT="[Text]" custT="1"/>
      <dgm:spPr/>
      <dgm:t>
        <a:bodyPr/>
        <a:lstStyle/>
        <a:p>
          <a:r>
            <a:rPr lang="en-US" sz="2000"/>
            <a:t>Hình phạt bổ sung (Cấm đảm nhiệm chức vụ, hành nghề, cấm cư trú. . .)</a:t>
          </a:r>
        </a:p>
      </dgm:t>
    </dgm:pt>
    <dgm:pt modelId="{C7310238-B625-4333-9807-7175263BCFA2}" type="parTrans" cxnId="{2BA51724-1624-410B-90C7-36FFDEA38C46}">
      <dgm:prSet/>
      <dgm:spPr/>
    </dgm:pt>
    <dgm:pt modelId="{A5E42652-96FA-4DEF-AF67-5C3C0C9EE5D4}" type="sibTrans" cxnId="{2BA51724-1624-410B-90C7-36FFDEA38C46}">
      <dgm:prSet/>
      <dgm:spPr/>
    </dgm:pt>
    <dgm:pt modelId="{6BDEAE26-930D-438D-8188-4CA04B771031}">
      <dgm:prSet phldrT="[Text]" custT="1"/>
      <dgm:spPr/>
      <dgm:t>
        <a:bodyPr/>
        <a:lstStyle/>
        <a:p>
          <a:r>
            <a:rPr lang="en-US" sz="2000"/>
            <a:t>Biện pháp tư pháp  (buộc chữa bệnh, trả lại tài sản. . .)</a:t>
          </a:r>
        </a:p>
      </dgm:t>
    </dgm:pt>
    <dgm:pt modelId="{100CD79F-9655-430F-9AB6-FE5F0C312050}" type="parTrans" cxnId="{0650D65D-F654-4F4A-BBC4-1C426F1F10DA}">
      <dgm:prSet/>
      <dgm:spPr/>
    </dgm:pt>
    <dgm:pt modelId="{965E3B40-F599-4934-A1CE-ABB30C085446}" type="sibTrans" cxnId="{0650D65D-F654-4F4A-BBC4-1C426F1F10DA}">
      <dgm:prSet/>
      <dgm:spPr/>
    </dgm:pt>
    <dgm:pt modelId="{990D7E24-A8D4-4961-8DB2-D4EDCE1CA79F}">
      <dgm:prSet phldrT="[Text]" custT="1"/>
      <dgm:spPr/>
      <dgm:t>
        <a:bodyPr/>
        <a:lstStyle/>
        <a:p>
          <a:r>
            <a:rPr lang="en-US" sz="2000"/>
            <a:t>Hình thức xử phạt bổ sung (Tước quyền xử dụng giấy phép; chứng chỉ hành nghề, tịch thu tang vật, phương tiện).</a:t>
          </a:r>
        </a:p>
      </dgm:t>
    </dgm:pt>
    <dgm:pt modelId="{251A3FB0-2B9F-456F-B415-F6B4C0403B1B}" type="parTrans" cxnId="{3AD88213-7C8B-43C0-84C6-4E8C9B1AB8FB}">
      <dgm:prSet/>
      <dgm:spPr/>
    </dgm:pt>
    <dgm:pt modelId="{8AC94ED6-13A9-4EF9-B545-F3E66AB6F517}" type="sibTrans" cxnId="{3AD88213-7C8B-43C0-84C6-4E8C9B1AB8FB}">
      <dgm:prSet/>
      <dgm:spPr/>
    </dgm:pt>
    <dgm:pt modelId="{724D9BF6-95D2-4891-8F69-9DB4DA714B9E}">
      <dgm:prSet phldrT="[Text]" custT="1"/>
      <dgm:spPr/>
      <dgm:t>
        <a:bodyPr/>
        <a:lstStyle/>
        <a:p>
          <a:endParaRPr lang="en-US" sz="2000"/>
        </a:p>
      </dgm:t>
    </dgm:pt>
    <dgm:pt modelId="{08D6701C-4803-4F4F-96A0-165814BC6842}" type="parTrans" cxnId="{A625365D-104E-4AA9-B51C-5B449240A451}">
      <dgm:prSet/>
      <dgm:spPr/>
    </dgm:pt>
    <dgm:pt modelId="{3BCA351D-CD43-4B5F-A365-909266F75134}" type="sibTrans" cxnId="{A625365D-104E-4AA9-B51C-5B449240A451}">
      <dgm:prSet/>
      <dgm:spPr/>
    </dgm:pt>
    <dgm:pt modelId="{8D50A95F-7221-4486-B56D-5E0235862BA7}">
      <dgm:prSet phldrT="[Text]" custT="1"/>
      <dgm:spPr/>
      <dgm:t>
        <a:bodyPr/>
        <a:lstStyle/>
        <a:p>
          <a:r>
            <a:rPr lang="en-US" sz="2000"/>
            <a:t>Biện pháp khắc phục hậu quả (buộc khôi phục lại tình trạng ban đầu, buộc tháo dỡ cong trình</a:t>
          </a:r>
        </a:p>
      </dgm:t>
    </dgm:pt>
    <dgm:pt modelId="{FA70D455-90EC-4011-9310-6C2C2AA370E5}" type="parTrans" cxnId="{931CABC0-904B-4078-ABEB-39207A5D3635}">
      <dgm:prSet/>
      <dgm:spPr/>
    </dgm:pt>
    <dgm:pt modelId="{D1264810-027B-4EFC-B9CC-8673005F9B9F}" type="sibTrans" cxnId="{931CABC0-904B-4078-ABEB-39207A5D3635}">
      <dgm:prSet/>
      <dgm:spPr/>
    </dgm:pt>
    <dgm:pt modelId="{7ED7DFF3-E074-4A7D-AADB-477799D64CFF}" type="pres">
      <dgm:prSet presAssocID="{7D19D0C0-5465-4325-A2C8-0459B4AB386C}" presName="Name0" presStyleCnt="0">
        <dgm:presLayoutVars>
          <dgm:dir/>
          <dgm:animLvl val="lvl"/>
          <dgm:resizeHandles val="exact"/>
        </dgm:presLayoutVars>
      </dgm:prSet>
      <dgm:spPr/>
      <dgm:t>
        <a:bodyPr/>
        <a:lstStyle/>
        <a:p>
          <a:endParaRPr lang="en-US"/>
        </a:p>
      </dgm:t>
    </dgm:pt>
    <dgm:pt modelId="{A488F48F-7F11-41B6-AACB-B084DF2BFEFD}" type="pres">
      <dgm:prSet presAssocID="{7380007E-451D-45C7-A4FF-BA0682C3F215}" presName="linNode" presStyleCnt="0"/>
      <dgm:spPr/>
    </dgm:pt>
    <dgm:pt modelId="{95E1509B-6465-410A-8E73-96CFF2728C7D}" type="pres">
      <dgm:prSet presAssocID="{7380007E-451D-45C7-A4FF-BA0682C3F215}" presName="parentText" presStyleLbl="node1" presStyleIdx="0" presStyleCnt="2" custScaleX="75064">
        <dgm:presLayoutVars>
          <dgm:chMax val="1"/>
          <dgm:bulletEnabled val="1"/>
        </dgm:presLayoutVars>
      </dgm:prSet>
      <dgm:spPr/>
      <dgm:t>
        <a:bodyPr/>
        <a:lstStyle/>
        <a:p>
          <a:endParaRPr lang="en-US"/>
        </a:p>
      </dgm:t>
    </dgm:pt>
    <dgm:pt modelId="{3859FC63-EFDC-4D3F-B4F9-08717366B32F}" type="pres">
      <dgm:prSet presAssocID="{7380007E-451D-45C7-A4FF-BA0682C3F215}" presName="descendantText" presStyleLbl="alignAccFollowNode1" presStyleIdx="0" presStyleCnt="2" custScaleX="116809" custScaleY="125479">
        <dgm:presLayoutVars>
          <dgm:bulletEnabled val="1"/>
        </dgm:presLayoutVars>
      </dgm:prSet>
      <dgm:spPr/>
      <dgm:t>
        <a:bodyPr/>
        <a:lstStyle/>
        <a:p>
          <a:endParaRPr lang="en-US"/>
        </a:p>
      </dgm:t>
    </dgm:pt>
    <dgm:pt modelId="{D66A5979-1BEE-47A5-BDF5-2BAF98EB0DD3}" type="pres">
      <dgm:prSet presAssocID="{C1C77A74-A00B-4250-AD14-417409FD4EF9}" presName="sp" presStyleCnt="0"/>
      <dgm:spPr/>
    </dgm:pt>
    <dgm:pt modelId="{9D5D3B01-DA07-46DB-B8E8-87E6BDDE2EB9}" type="pres">
      <dgm:prSet presAssocID="{D409E65E-9647-479A-883A-9FC5B3109A78}" presName="linNode" presStyleCnt="0"/>
      <dgm:spPr/>
    </dgm:pt>
    <dgm:pt modelId="{68AE6D51-4233-4304-A76D-F93D34957431}" type="pres">
      <dgm:prSet presAssocID="{D409E65E-9647-479A-883A-9FC5B3109A78}" presName="parentText" presStyleLbl="node1" presStyleIdx="1" presStyleCnt="2" custScaleX="79946" custScaleY="112409">
        <dgm:presLayoutVars>
          <dgm:chMax val="1"/>
          <dgm:bulletEnabled val="1"/>
        </dgm:presLayoutVars>
      </dgm:prSet>
      <dgm:spPr/>
      <dgm:t>
        <a:bodyPr/>
        <a:lstStyle/>
        <a:p>
          <a:endParaRPr lang="en-US"/>
        </a:p>
      </dgm:t>
    </dgm:pt>
    <dgm:pt modelId="{52E10279-4B58-432E-91F7-DC7A79610C2F}" type="pres">
      <dgm:prSet presAssocID="{D409E65E-9647-479A-883A-9FC5B3109A78}" presName="descendantText" presStyleLbl="alignAccFollowNode1" presStyleIdx="1" presStyleCnt="2" custScaleX="121003" custScaleY="135710">
        <dgm:presLayoutVars>
          <dgm:bulletEnabled val="1"/>
        </dgm:presLayoutVars>
      </dgm:prSet>
      <dgm:spPr/>
      <dgm:t>
        <a:bodyPr/>
        <a:lstStyle/>
        <a:p>
          <a:endParaRPr lang="en-US"/>
        </a:p>
      </dgm:t>
    </dgm:pt>
  </dgm:ptLst>
  <dgm:cxnLst>
    <dgm:cxn modelId="{ADFCA769-1AA4-4076-A9EB-838506521130}" type="presOf" srcId="{8D50A95F-7221-4486-B56D-5E0235862BA7}" destId="{52E10279-4B58-432E-91F7-DC7A79610C2F}" srcOrd="0" destOrd="2" presId="urn:microsoft.com/office/officeart/2005/8/layout/vList5"/>
    <dgm:cxn modelId="{655C60A0-6D5E-44F2-8B5A-DC83BC2DD81E}" type="presOf" srcId="{69B99E6F-958F-4919-BA1B-2FCEA5F1DFAB}" destId="{3859FC63-EFDC-4D3F-B4F9-08717366B32F}" srcOrd="0" destOrd="0" presId="urn:microsoft.com/office/officeart/2005/8/layout/vList5"/>
    <dgm:cxn modelId="{3E0DC637-CE25-4902-87F7-4FD4481E0E83}" type="presOf" srcId="{990D7E24-A8D4-4961-8DB2-D4EDCE1CA79F}" destId="{52E10279-4B58-432E-91F7-DC7A79610C2F}" srcOrd="0" destOrd="1" presId="urn:microsoft.com/office/officeart/2005/8/layout/vList5"/>
    <dgm:cxn modelId="{C322AD1E-7484-49FC-88A5-B88873447799}" type="presOf" srcId="{D638EE5C-44D1-4FF3-A907-325F750EE6D9}" destId="{52E10279-4B58-432E-91F7-DC7A79610C2F}" srcOrd="0" destOrd="0" presId="urn:microsoft.com/office/officeart/2005/8/layout/vList5"/>
    <dgm:cxn modelId="{931CABC0-904B-4078-ABEB-39207A5D3635}" srcId="{D409E65E-9647-479A-883A-9FC5B3109A78}" destId="{8D50A95F-7221-4486-B56D-5E0235862BA7}" srcOrd="2" destOrd="0" parTransId="{FA70D455-90EC-4011-9310-6C2C2AA370E5}" sibTransId="{D1264810-027B-4EFC-B9CC-8673005F9B9F}"/>
    <dgm:cxn modelId="{A7AA176C-8565-441C-B33D-4ACB8B8BE26C}" type="presOf" srcId="{102163FA-528B-4C48-A33F-3A71CC3EB13F}" destId="{3859FC63-EFDC-4D3F-B4F9-08717366B32F}" srcOrd="0" destOrd="1" presId="urn:microsoft.com/office/officeart/2005/8/layout/vList5"/>
    <dgm:cxn modelId="{0650D65D-F654-4F4A-BBC4-1C426F1F10DA}" srcId="{7380007E-451D-45C7-A4FF-BA0682C3F215}" destId="{6BDEAE26-930D-438D-8188-4CA04B771031}" srcOrd="2" destOrd="0" parTransId="{100CD79F-9655-430F-9AB6-FE5F0C312050}" sibTransId="{965E3B40-F599-4934-A1CE-ABB30C085446}"/>
    <dgm:cxn modelId="{A99ACFDF-0169-4C50-A948-FAED0A886344}" type="presOf" srcId="{D409E65E-9647-479A-883A-9FC5B3109A78}" destId="{68AE6D51-4233-4304-A76D-F93D34957431}" srcOrd="0" destOrd="0" presId="urn:microsoft.com/office/officeart/2005/8/layout/vList5"/>
    <dgm:cxn modelId="{3AD88213-7C8B-43C0-84C6-4E8C9B1AB8FB}" srcId="{D409E65E-9647-479A-883A-9FC5B3109A78}" destId="{990D7E24-A8D4-4961-8DB2-D4EDCE1CA79F}" srcOrd="1" destOrd="0" parTransId="{251A3FB0-2B9F-456F-B415-F6B4C0403B1B}" sibTransId="{8AC94ED6-13A9-4EF9-B545-F3E66AB6F517}"/>
    <dgm:cxn modelId="{A625365D-104E-4AA9-B51C-5B449240A451}" srcId="{D409E65E-9647-479A-883A-9FC5B3109A78}" destId="{724D9BF6-95D2-4891-8F69-9DB4DA714B9E}" srcOrd="3" destOrd="0" parTransId="{08D6701C-4803-4F4F-96A0-165814BC6842}" sibTransId="{3BCA351D-CD43-4B5F-A365-909266F75134}"/>
    <dgm:cxn modelId="{30846775-00EC-4DAE-B20A-992DA0CE70A3}" type="presOf" srcId="{7D19D0C0-5465-4325-A2C8-0459B4AB386C}" destId="{7ED7DFF3-E074-4A7D-AADB-477799D64CFF}" srcOrd="0" destOrd="0" presId="urn:microsoft.com/office/officeart/2005/8/layout/vList5"/>
    <dgm:cxn modelId="{2BA51724-1624-410B-90C7-36FFDEA38C46}" srcId="{7380007E-451D-45C7-A4FF-BA0682C3F215}" destId="{102163FA-528B-4C48-A33F-3A71CC3EB13F}" srcOrd="1" destOrd="0" parTransId="{C7310238-B625-4333-9807-7175263BCFA2}" sibTransId="{A5E42652-96FA-4DEF-AF67-5C3C0C9EE5D4}"/>
    <dgm:cxn modelId="{C836DF6C-0396-4775-9AAA-9682D8D5972F}" type="presOf" srcId="{6BDEAE26-930D-438D-8188-4CA04B771031}" destId="{3859FC63-EFDC-4D3F-B4F9-08717366B32F}" srcOrd="0" destOrd="2" presId="urn:microsoft.com/office/officeart/2005/8/layout/vList5"/>
    <dgm:cxn modelId="{C9D085D0-5E1D-4A9A-ADDD-089AA53A7D22}" srcId="{7380007E-451D-45C7-A4FF-BA0682C3F215}" destId="{69B99E6F-958F-4919-BA1B-2FCEA5F1DFAB}" srcOrd="0" destOrd="0" parTransId="{8B7B3659-39F1-4B88-995D-6666341611FE}" sibTransId="{BBC2BFA9-B98E-413C-AAD8-067A34B0A7A2}"/>
    <dgm:cxn modelId="{6709E946-D466-440A-9B3D-1DC60CA27AA6}" srcId="{D409E65E-9647-479A-883A-9FC5B3109A78}" destId="{D638EE5C-44D1-4FF3-A907-325F750EE6D9}" srcOrd="0" destOrd="0" parTransId="{50148110-496C-4B74-8D5C-AC1D7ADE74C2}" sibTransId="{FF464C3E-E0DA-46D4-BB34-14F8F1311A02}"/>
    <dgm:cxn modelId="{7FA82AC5-127C-49C4-B9A1-362EA2303B47}" srcId="{7D19D0C0-5465-4325-A2C8-0459B4AB386C}" destId="{D409E65E-9647-479A-883A-9FC5B3109A78}" srcOrd="1" destOrd="0" parTransId="{10B2EA0B-0F3F-413E-BA33-29645A4FDC82}" sibTransId="{EBB366B7-7F48-4EC8-A334-7661FB198F8B}"/>
    <dgm:cxn modelId="{75315579-0FEA-4829-B24D-55A6AE273460}" type="presOf" srcId="{7380007E-451D-45C7-A4FF-BA0682C3F215}" destId="{95E1509B-6465-410A-8E73-96CFF2728C7D}" srcOrd="0" destOrd="0" presId="urn:microsoft.com/office/officeart/2005/8/layout/vList5"/>
    <dgm:cxn modelId="{23047431-2474-4326-B4E1-1A0C65105793}" type="presOf" srcId="{724D9BF6-95D2-4891-8F69-9DB4DA714B9E}" destId="{52E10279-4B58-432E-91F7-DC7A79610C2F}" srcOrd="0" destOrd="3" presId="urn:microsoft.com/office/officeart/2005/8/layout/vList5"/>
    <dgm:cxn modelId="{0E350EFC-2D10-46DC-B7D4-690D9FE824B5}" srcId="{7D19D0C0-5465-4325-A2C8-0459B4AB386C}" destId="{7380007E-451D-45C7-A4FF-BA0682C3F215}" srcOrd="0" destOrd="0" parTransId="{0F5DD1E5-806B-451E-9A9B-B44D3364ED62}" sibTransId="{C1C77A74-A00B-4250-AD14-417409FD4EF9}"/>
    <dgm:cxn modelId="{42F669D5-289D-4E9C-9C11-696C69361113}" type="presParOf" srcId="{7ED7DFF3-E074-4A7D-AADB-477799D64CFF}" destId="{A488F48F-7F11-41B6-AACB-B084DF2BFEFD}" srcOrd="0" destOrd="0" presId="urn:microsoft.com/office/officeart/2005/8/layout/vList5"/>
    <dgm:cxn modelId="{D945A8A5-F3FF-405A-8788-A6F60FEE63FF}" type="presParOf" srcId="{A488F48F-7F11-41B6-AACB-B084DF2BFEFD}" destId="{95E1509B-6465-410A-8E73-96CFF2728C7D}" srcOrd="0" destOrd="0" presId="urn:microsoft.com/office/officeart/2005/8/layout/vList5"/>
    <dgm:cxn modelId="{86F811CD-4D14-40C2-BF2F-C6C18AA28C6B}" type="presParOf" srcId="{A488F48F-7F11-41B6-AACB-B084DF2BFEFD}" destId="{3859FC63-EFDC-4D3F-B4F9-08717366B32F}" srcOrd="1" destOrd="0" presId="urn:microsoft.com/office/officeart/2005/8/layout/vList5"/>
    <dgm:cxn modelId="{817D04E4-D391-4A81-8C8B-1295953154E5}" type="presParOf" srcId="{7ED7DFF3-E074-4A7D-AADB-477799D64CFF}" destId="{D66A5979-1BEE-47A5-BDF5-2BAF98EB0DD3}" srcOrd="1" destOrd="0" presId="urn:microsoft.com/office/officeart/2005/8/layout/vList5"/>
    <dgm:cxn modelId="{84D95ADE-E058-4F8A-A482-8482F2F8149C}" type="presParOf" srcId="{7ED7DFF3-E074-4A7D-AADB-477799D64CFF}" destId="{9D5D3B01-DA07-46DB-B8E8-87E6BDDE2EB9}" srcOrd="2" destOrd="0" presId="urn:microsoft.com/office/officeart/2005/8/layout/vList5"/>
    <dgm:cxn modelId="{CD33FFD5-5E06-4AF6-BAB6-9BCBEF6EFAD9}" type="presParOf" srcId="{9D5D3B01-DA07-46DB-B8E8-87E6BDDE2EB9}" destId="{68AE6D51-4233-4304-A76D-F93D34957431}" srcOrd="0" destOrd="0" presId="urn:microsoft.com/office/officeart/2005/8/layout/vList5"/>
    <dgm:cxn modelId="{16715083-5CC0-4AC5-8574-FD50EBE69C6E}" type="presParOf" srcId="{9D5D3B01-DA07-46DB-B8E8-87E6BDDE2EB9}" destId="{52E10279-4B58-432E-91F7-DC7A79610C2F}" srcOrd="1"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7D19D0C0-5465-4325-A2C8-0459B4AB386C}" type="doc">
      <dgm:prSet loTypeId="urn:microsoft.com/office/officeart/2005/8/layout/vList5" loCatId="list" qsTypeId="urn:microsoft.com/office/officeart/2005/8/quickstyle/3d2#3" qsCatId="3D" csTypeId="urn:microsoft.com/office/officeart/2005/8/colors/accent1_2" csCatId="accent1" phldr="1"/>
      <dgm:spPr/>
      <dgm:t>
        <a:bodyPr/>
        <a:lstStyle/>
        <a:p>
          <a:endParaRPr lang="en-US"/>
        </a:p>
      </dgm:t>
    </dgm:pt>
    <dgm:pt modelId="{7380007E-451D-45C7-A4FF-BA0682C3F215}">
      <dgm:prSet phldrT="[Text]" custT="1"/>
      <dgm:spPr/>
      <dgm:t>
        <a:bodyPr/>
        <a:lstStyle/>
        <a:p>
          <a:r>
            <a:rPr lang="en-US" sz="2800"/>
            <a:t>Chế tài dân sự</a:t>
          </a:r>
        </a:p>
      </dgm:t>
    </dgm:pt>
    <dgm:pt modelId="{0F5DD1E5-806B-451E-9A9B-B44D3364ED62}" type="parTrans" cxnId="{0E350EFC-2D10-46DC-B7D4-690D9FE824B5}">
      <dgm:prSet/>
      <dgm:spPr/>
      <dgm:t>
        <a:bodyPr/>
        <a:lstStyle/>
        <a:p>
          <a:endParaRPr lang="en-US"/>
        </a:p>
      </dgm:t>
    </dgm:pt>
    <dgm:pt modelId="{C1C77A74-A00B-4250-AD14-417409FD4EF9}" type="sibTrans" cxnId="{0E350EFC-2D10-46DC-B7D4-690D9FE824B5}">
      <dgm:prSet/>
      <dgm:spPr/>
      <dgm:t>
        <a:bodyPr/>
        <a:lstStyle/>
        <a:p>
          <a:endParaRPr lang="en-US"/>
        </a:p>
      </dgm:t>
    </dgm:pt>
    <dgm:pt modelId="{69B99E6F-958F-4919-BA1B-2FCEA5F1DFAB}">
      <dgm:prSet phldrT="[Text]" custT="1"/>
      <dgm:spPr/>
      <dgm:t>
        <a:bodyPr/>
        <a:lstStyle/>
        <a:p>
          <a:r>
            <a:rPr lang="en-US" sz="2000"/>
            <a:t>Bồi thường thiệt hại (bồi thường những thiệt hại về vật chất, tổn thất về tinh thần).</a:t>
          </a:r>
        </a:p>
      </dgm:t>
    </dgm:pt>
    <dgm:pt modelId="{8B7B3659-39F1-4B88-995D-6666341611FE}" type="parTrans" cxnId="{C9D085D0-5E1D-4A9A-ADDD-089AA53A7D22}">
      <dgm:prSet/>
      <dgm:spPr/>
      <dgm:t>
        <a:bodyPr/>
        <a:lstStyle/>
        <a:p>
          <a:endParaRPr lang="en-US"/>
        </a:p>
      </dgm:t>
    </dgm:pt>
    <dgm:pt modelId="{BBC2BFA9-B98E-413C-AAD8-067A34B0A7A2}" type="sibTrans" cxnId="{C9D085D0-5E1D-4A9A-ADDD-089AA53A7D22}">
      <dgm:prSet/>
      <dgm:spPr/>
      <dgm:t>
        <a:bodyPr/>
        <a:lstStyle/>
        <a:p>
          <a:endParaRPr lang="en-US"/>
        </a:p>
      </dgm:t>
    </dgm:pt>
    <dgm:pt modelId="{D409E65E-9647-479A-883A-9FC5B3109A78}">
      <dgm:prSet phldrT="[Text]" custT="1"/>
      <dgm:spPr/>
      <dgm:t>
        <a:bodyPr/>
        <a:lstStyle/>
        <a:p>
          <a:r>
            <a:rPr lang="en-US" sz="2800"/>
            <a:t>Chế tài kỉ luật</a:t>
          </a:r>
        </a:p>
      </dgm:t>
    </dgm:pt>
    <dgm:pt modelId="{10B2EA0B-0F3F-413E-BA33-29645A4FDC82}" type="parTrans" cxnId="{7FA82AC5-127C-49C4-B9A1-362EA2303B47}">
      <dgm:prSet/>
      <dgm:spPr/>
      <dgm:t>
        <a:bodyPr/>
        <a:lstStyle/>
        <a:p>
          <a:endParaRPr lang="en-US"/>
        </a:p>
      </dgm:t>
    </dgm:pt>
    <dgm:pt modelId="{EBB366B7-7F48-4EC8-A334-7661FB198F8B}" type="sibTrans" cxnId="{7FA82AC5-127C-49C4-B9A1-362EA2303B47}">
      <dgm:prSet/>
      <dgm:spPr/>
      <dgm:t>
        <a:bodyPr/>
        <a:lstStyle/>
        <a:p>
          <a:endParaRPr lang="en-US"/>
        </a:p>
      </dgm:t>
    </dgm:pt>
    <dgm:pt modelId="{D638EE5C-44D1-4FF3-A907-325F750EE6D9}">
      <dgm:prSet phldrT="[Text]" custT="1"/>
      <dgm:spPr/>
      <dgm:t>
        <a:bodyPr/>
        <a:lstStyle/>
        <a:p>
          <a:endParaRPr lang="en-US" sz="2000"/>
        </a:p>
      </dgm:t>
    </dgm:pt>
    <dgm:pt modelId="{50148110-496C-4B74-8D5C-AC1D7ADE74C2}" type="parTrans" cxnId="{6709E946-D466-440A-9B3D-1DC60CA27AA6}">
      <dgm:prSet/>
      <dgm:spPr/>
      <dgm:t>
        <a:bodyPr/>
        <a:lstStyle/>
        <a:p>
          <a:endParaRPr lang="en-US"/>
        </a:p>
      </dgm:t>
    </dgm:pt>
    <dgm:pt modelId="{FF464C3E-E0DA-46D4-BB34-14F8F1311A02}" type="sibTrans" cxnId="{6709E946-D466-440A-9B3D-1DC60CA27AA6}">
      <dgm:prSet/>
      <dgm:spPr/>
      <dgm:t>
        <a:bodyPr/>
        <a:lstStyle/>
        <a:p>
          <a:endParaRPr lang="en-US"/>
        </a:p>
      </dgm:t>
    </dgm:pt>
    <dgm:pt modelId="{724D9BF6-95D2-4891-8F69-9DB4DA714B9E}">
      <dgm:prSet phldrT="[Text]" custT="1"/>
      <dgm:spPr/>
      <dgm:t>
        <a:bodyPr/>
        <a:lstStyle/>
        <a:p>
          <a:r>
            <a:rPr lang="en-US" sz="2000"/>
            <a:t>Phê bình; khiển trách</a:t>
          </a:r>
        </a:p>
      </dgm:t>
    </dgm:pt>
    <dgm:pt modelId="{08D6701C-4803-4F4F-96A0-165814BC6842}" type="parTrans" cxnId="{A625365D-104E-4AA9-B51C-5B449240A451}">
      <dgm:prSet/>
      <dgm:spPr/>
    </dgm:pt>
    <dgm:pt modelId="{3BCA351D-CD43-4B5F-A365-909266F75134}" type="sibTrans" cxnId="{A625365D-104E-4AA9-B51C-5B449240A451}">
      <dgm:prSet/>
      <dgm:spPr/>
    </dgm:pt>
    <dgm:pt modelId="{770530A0-450B-4547-AD43-BF4FFF5372BB}">
      <dgm:prSet phldrT="[Text]" custT="1"/>
      <dgm:spPr/>
      <dgm:t>
        <a:bodyPr/>
        <a:lstStyle/>
        <a:p>
          <a:r>
            <a:rPr lang="en-US" sz="2000"/>
            <a:t>Phạt vi phạm</a:t>
          </a:r>
        </a:p>
      </dgm:t>
    </dgm:pt>
    <dgm:pt modelId="{F1780E0C-83B6-43DF-835C-71AB864995E6}" type="parTrans" cxnId="{E78D74B9-DAE7-4EAF-8011-278375221D45}">
      <dgm:prSet/>
      <dgm:spPr/>
    </dgm:pt>
    <dgm:pt modelId="{EDFC0BC9-D3A8-4594-86AA-51C4315407BA}" type="sibTrans" cxnId="{E78D74B9-DAE7-4EAF-8011-278375221D45}">
      <dgm:prSet/>
      <dgm:spPr/>
    </dgm:pt>
    <dgm:pt modelId="{F5C1DAE0-9568-4EC1-9DDC-104E8F135B1B}">
      <dgm:prSet phldrT="[Text]" custT="1"/>
      <dgm:spPr/>
      <dgm:t>
        <a:bodyPr/>
        <a:lstStyle/>
        <a:p>
          <a:r>
            <a:rPr lang="en-US" sz="2000"/>
            <a:t>Xin lỗi, cải chính công khai</a:t>
          </a:r>
        </a:p>
      </dgm:t>
    </dgm:pt>
    <dgm:pt modelId="{873E7590-07A4-4B97-A83D-8CB6F4E73EE0}" type="parTrans" cxnId="{659A5111-3844-41FA-970F-0B776ACE7BFB}">
      <dgm:prSet/>
      <dgm:spPr/>
    </dgm:pt>
    <dgm:pt modelId="{E680240F-ABBC-44B8-9B7B-42F427F82799}" type="sibTrans" cxnId="{659A5111-3844-41FA-970F-0B776ACE7BFB}">
      <dgm:prSet/>
      <dgm:spPr/>
    </dgm:pt>
    <dgm:pt modelId="{D268E9CA-613B-4CDE-87E9-F9D2F16235B6}">
      <dgm:prSet phldrT="[Text]" custT="1"/>
      <dgm:spPr/>
      <dgm:t>
        <a:bodyPr/>
        <a:lstStyle/>
        <a:p>
          <a:r>
            <a:rPr lang="en-US" sz="2000"/>
            <a:t>Cảnh cáo</a:t>
          </a:r>
        </a:p>
      </dgm:t>
    </dgm:pt>
    <dgm:pt modelId="{5D1BAC70-3BE7-4170-8F07-5A80935A120E}" type="parTrans" cxnId="{41E5DA4F-97FE-4958-BAD1-ACDC362E58A4}">
      <dgm:prSet/>
      <dgm:spPr/>
    </dgm:pt>
    <dgm:pt modelId="{996E9E29-88DB-4EA5-8E91-F205B461F14E}" type="sibTrans" cxnId="{41E5DA4F-97FE-4958-BAD1-ACDC362E58A4}">
      <dgm:prSet/>
      <dgm:spPr/>
    </dgm:pt>
    <dgm:pt modelId="{3505D42F-78B7-4AA9-BCB8-003BC3104F5B}">
      <dgm:prSet phldrT="[Text]" custT="1"/>
      <dgm:spPr/>
      <dgm:t>
        <a:bodyPr/>
        <a:lstStyle/>
        <a:p>
          <a:r>
            <a:rPr lang="en-US" sz="2000"/>
            <a:t>Hạ bậc lương</a:t>
          </a:r>
        </a:p>
      </dgm:t>
    </dgm:pt>
    <dgm:pt modelId="{1989E21B-BD78-454C-ABAC-C4131C65983A}" type="parTrans" cxnId="{686FC14A-3DDE-4015-A856-68526D41E771}">
      <dgm:prSet/>
      <dgm:spPr/>
    </dgm:pt>
    <dgm:pt modelId="{F97AFBD6-571F-49C0-B4E1-705FE843734C}" type="sibTrans" cxnId="{686FC14A-3DDE-4015-A856-68526D41E771}">
      <dgm:prSet/>
      <dgm:spPr/>
    </dgm:pt>
    <dgm:pt modelId="{E0F62289-01E2-4FB7-8FC5-97B3C70656FE}">
      <dgm:prSet phldrT="[Text]" custT="1"/>
      <dgm:spPr/>
      <dgm:t>
        <a:bodyPr/>
        <a:lstStyle/>
        <a:p>
          <a:r>
            <a:rPr lang="en-US" sz="2000"/>
            <a:t>Buộc thôi việc</a:t>
          </a:r>
        </a:p>
      </dgm:t>
    </dgm:pt>
    <dgm:pt modelId="{55BF8D4C-9452-42F1-A7F3-6528CB8112B7}" type="parTrans" cxnId="{6980C734-BCAC-4680-8943-0A0C28C6BAF7}">
      <dgm:prSet/>
      <dgm:spPr/>
    </dgm:pt>
    <dgm:pt modelId="{43EAF6AD-491B-4214-8BF9-98080939A3C5}" type="sibTrans" cxnId="{6980C734-BCAC-4680-8943-0A0C28C6BAF7}">
      <dgm:prSet/>
      <dgm:spPr/>
    </dgm:pt>
    <dgm:pt modelId="{7ED7DFF3-E074-4A7D-AADB-477799D64CFF}" type="pres">
      <dgm:prSet presAssocID="{7D19D0C0-5465-4325-A2C8-0459B4AB386C}" presName="Name0" presStyleCnt="0">
        <dgm:presLayoutVars>
          <dgm:dir/>
          <dgm:animLvl val="lvl"/>
          <dgm:resizeHandles val="exact"/>
        </dgm:presLayoutVars>
      </dgm:prSet>
      <dgm:spPr/>
      <dgm:t>
        <a:bodyPr/>
        <a:lstStyle/>
        <a:p>
          <a:endParaRPr lang="en-US"/>
        </a:p>
      </dgm:t>
    </dgm:pt>
    <dgm:pt modelId="{A488F48F-7F11-41B6-AACB-B084DF2BFEFD}" type="pres">
      <dgm:prSet presAssocID="{7380007E-451D-45C7-A4FF-BA0682C3F215}" presName="linNode" presStyleCnt="0"/>
      <dgm:spPr/>
    </dgm:pt>
    <dgm:pt modelId="{95E1509B-6465-410A-8E73-96CFF2728C7D}" type="pres">
      <dgm:prSet presAssocID="{7380007E-451D-45C7-A4FF-BA0682C3F215}" presName="parentText" presStyleLbl="node1" presStyleIdx="0" presStyleCnt="2">
        <dgm:presLayoutVars>
          <dgm:chMax val="1"/>
          <dgm:bulletEnabled val="1"/>
        </dgm:presLayoutVars>
      </dgm:prSet>
      <dgm:spPr/>
      <dgm:t>
        <a:bodyPr/>
        <a:lstStyle/>
        <a:p>
          <a:endParaRPr lang="en-US"/>
        </a:p>
      </dgm:t>
    </dgm:pt>
    <dgm:pt modelId="{3859FC63-EFDC-4D3F-B4F9-08717366B32F}" type="pres">
      <dgm:prSet presAssocID="{7380007E-451D-45C7-A4FF-BA0682C3F215}" presName="descendantText" presStyleLbl="alignAccFollowNode1" presStyleIdx="0" presStyleCnt="2" custScaleY="108538">
        <dgm:presLayoutVars>
          <dgm:bulletEnabled val="1"/>
        </dgm:presLayoutVars>
      </dgm:prSet>
      <dgm:spPr/>
      <dgm:t>
        <a:bodyPr/>
        <a:lstStyle/>
        <a:p>
          <a:endParaRPr lang="en-US"/>
        </a:p>
      </dgm:t>
    </dgm:pt>
    <dgm:pt modelId="{D66A5979-1BEE-47A5-BDF5-2BAF98EB0DD3}" type="pres">
      <dgm:prSet presAssocID="{C1C77A74-A00B-4250-AD14-417409FD4EF9}" presName="sp" presStyleCnt="0"/>
      <dgm:spPr/>
    </dgm:pt>
    <dgm:pt modelId="{9D5D3B01-DA07-46DB-B8E8-87E6BDDE2EB9}" type="pres">
      <dgm:prSet presAssocID="{D409E65E-9647-479A-883A-9FC5B3109A78}" presName="linNode" presStyleCnt="0"/>
      <dgm:spPr/>
    </dgm:pt>
    <dgm:pt modelId="{68AE6D51-4233-4304-A76D-F93D34957431}" type="pres">
      <dgm:prSet presAssocID="{D409E65E-9647-479A-883A-9FC5B3109A78}" presName="parentText" presStyleLbl="node1" presStyleIdx="1" presStyleCnt="2">
        <dgm:presLayoutVars>
          <dgm:chMax val="1"/>
          <dgm:bulletEnabled val="1"/>
        </dgm:presLayoutVars>
      </dgm:prSet>
      <dgm:spPr/>
      <dgm:t>
        <a:bodyPr/>
        <a:lstStyle/>
        <a:p>
          <a:endParaRPr lang="en-US"/>
        </a:p>
      </dgm:t>
    </dgm:pt>
    <dgm:pt modelId="{52E10279-4B58-432E-91F7-DC7A79610C2F}" type="pres">
      <dgm:prSet presAssocID="{D409E65E-9647-479A-883A-9FC5B3109A78}" presName="descendantText" presStyleLbl="alignAccFollowNode1" presStyleIdx="1" presStyleCnt="2" custScaleY="114628">
        <dgm:presLayoutVars>
          <dgm:bulletEnabled val="1"/>
        </dgm:presLayoutVars>
      </dgm:prSet>
      <dgm:spPr/>
      <dgm:t>
        <a:bodyPr/>
        <a:lstStyle/>
        <a:p>
          <a:endParaRPr lang="en-US"/>
        </a:p>
      </dgm:t>
    </dgm:pt>
  </dgm:ptLst>
  <dgm:cxnLst>
    <dgm:cxn modelId="{1C9991BA-6E01-4275-BB83-61414E66A24C}" type="presOf" srcId="{D409E65E-9647-479A-883A-9FC5B3109A78}" destId="{68AE6D51-4233-4304-A76D-F93D34957431}" srcOrd="0" destOrd="0" presId="urn:microsoft.com/office/officeart/2005/8/layout/vList5"/>
    <dgm:cxn modelId="{41E5DA4F-97FE-4958-BAD1-ACDC362E58A4}" srcId="{D409E65E-9647-479A-883A-9FC5B3109A78}" destId="{D268E9CA-613B-4CDE-87E9-F9D2F16235B6}" srcOrd="2" destOrd="0" parTransId="{5D1BAC70-3BE7-4170-8F07-5A80935A120E}" sibTransId="{996E9E29-88DB-4EA5-8E91-F205B461F14E}"/>
    <dgm:cxn modelId="{786845EA-CA30-4383-931A-EA15B02FF941}" type="presOf" srcId="{E0F62289-01E2-4FB7-8FC5-97B3C70656FE}" destId="{52E10279-4B58-432E-91F7-DC7A79610C2F}" srcOrd="0" destOrd="4" presId="urn:microsoft.com/office/officeart/2005/8/layout/vList5"/>
    <dgm:cxn modelId="{FD208E6B-52C3-49D5-924C-43C406E90B9C}" type="presOf" srcId="{D268E9CA-613B-4CDE-87E9-F9D2F16235B6}" destId="{52E10279-4B58-432E-91F7-DC7A79610C2F}" srcOrd="0" destOrd="2" presId="urn:microsoft.com/office/officeart/2005/8/layout/vList5"/>
    <dgm:cxn modelId="{8F8D560F-C4F4-4520-A554-0F6A60148A0B}" type="presOf" srcId="{724D9BF6-95D2-4891-8F69-9DB4DA714B9E}" destId="{52E10279-4B58-432E-91F7-DC7A79610C2F}" srcOrd="0" destOrd="1" presId="urn:microsoft.com/office/officeart/2005/8/layout/vList5"/>
    <dgm:cxn modelId="{659A5111-3844-41FA-970F-0B776ACE7BFB}" srcId="{7380007E-451D-45C7-A4FF-BA0682C3F215}" destId="{F5C1DAE0-9568-4EC1-9DDC-104E8F135B1B}" srcOrd="2" destOrd="0" parTransId="{873E7590-07A4-4B97-A83D-8CB6F4E73EE0}" sibTransId="{E680240F-ABBC-44B8-9B7B-42F427F82799}"/>
    <dgm:cxn modelId="{686FC14A-3DDE-4015-A856-68526D41E771}" srcId="{D409E65E-9647-479A-883A-9FC5B3109A78}" destId="{3505D42F-78B7-4AA9-BCB8-003BC3104F5B}" srcOrd="3" destOrd="0" parTransId="{1989E21B-BD78-454C-ABAC-C4131C65983A}" sibTransId="{F97AFBD6-571F-49C0-B4E1-705FE843734C}"/>
    <dgm:cxn modelId="{B01A91C4-EC5C-4AB6-AC23-E3E7E179AADD}" type="presOf" srcId="{7380007E-451D-45C7-A4FF-BA0682C3F215}" destId="{95E1509B-6465-410A-8E73-96CFF2728C7D}" srcOrd="0" destOrd="0" presId="urn:microsoft.com/office/officeart/2005/8/layout/vList5"/>
    <dgm:cxn modelId="{C9D085D0-5E1D-4A9A-ADDD-089AA53A7D22}" srcId="{7380007E-451D-45C7-A4FF-BA0682C3F215}" destId="{69B99E6F-958F-4919-BA1B-2FCEA5F1DFAB}" srcOrd="0" destOrd="0" parTransId="{8B7B3659-39F1-4B88-995D-6666341611FE}" sibTransId="{BBC2BFA9-B98E-413C-AAD8-067A34B0A7A2}"/>
    <dgm:cxn modelId="{15221AEF-2C9A-42F6-9996-45FA0C770797}" type="presOf" srcId="{7D19D0C0-5465-4325-A2C8-0459B4AB386C}" destId="{7ED7DFF3-E074-4A7D-AADB-477799D64CFF}" srcOrd="0" destOrd="0" presId="urn:microsoft.com/office/officeart/2005/8/layout/vList5"/>
    <dgm:cxn modelId="{0E350EFC-2D10-46DC-B7D4-690D9FE824B5}" srcId="{7D19D0C0-5465-4325-A2C8-0459B4AB386C}" destId="{7380007E-451D-45C7-A4FF-BA0682C3F215}" srcOrd="0" destOrd="0" parTransId="{0F5DD1E5-806B-451E-9A9B-B44D3364ED62}" sibTransId="{C1C77A74-A00B-4250-AD14-417409FD4EF9}"/>
    <dgm:cxn modelId="{7FA82AC5-127C-49C4-B9A1-362EA2303B47}" srcId="{7D19D0C0-5465-4325-A2C8-0459B4AB386C}" destId="{D409E65E-9647-479A-883A-9FC5B3109A78}" srcOrd="1" destOrd="0" parTransId="{10B2EA0B-0F3F-413E-BA33-29645A4FDC82}" sibTransId="{EBB366B7-7F48-4EC8-A334-7661FB198F8B}"/>
    <dgm:cxn modelId="{E3B8257B-FA41-49EF-8EAD-60F50A8BFA93}" type="presOf" srcId="{F5C1DAE0-9568-4EC1-9DDC-104E8F135B1B}" destId="{3859FC63-EFDC-4D3F-B4F9-08717366B32F}" srcOrd="0" destOrd="2" presId="urn:microsoft.com/office/officeart/2005/8/layout/vList5"/>
    <dgm:cxn modelId="{A625365D-104E-4AA9-B51C-5B449240A451}" srcId="{D409E65E-9647-479A-883A-9FC5B3109A78}" destId="{724D9BF6-95D2-4891-8F69-9DB4DA714B9E}" srcOrd="1" destOrd="0" parTransId="{08D6701C-4803-4F4F-96A0-165814BC6842}" sibTransId="{3BCA351D-CD43-4B5F-A365-909266F75134}"/>
    <dgm:cxn modelId="{487E09A6-9873-4A05-A0C0-522C591FDF24}" type="presOf" srcId="{770530A0-450B-4547-AD43-BF4FFF5372BB}" destId="{3859FC63-EFDC-4D3F-B4F9-08717366B32F}" srcOrd="0" destOrd="1" presId="urn:microsoft.com/office/officeart/2005/8/layout/vList5"/>
    <dgm:cxn modelId="{6709E946-D466-440A-9B3D-1DC60CA27AA6}" srcId="{D409E65E-9647-479A-883A-9FC5B3109A78}" destId="{D638EE5C-44D1-4FF3-A907-325F750EE6D9}" srcOrd="0" destOrd="0" parTransId="{50148110-496C-4B74-8D5C-AC1D7ADE74C2}" sibTransId="{FF464C3E-E0DA-46D4-BB34-14F8F1311A02}"/>
    <dgm:cxn modelId="{587BD634-478F-4323-9DF4-B2CCDCC6A71E}" type="presOf" srcId="{69B99E6F-958F-4919-BA1B-2FCEA5F1DFAB}" destId="{3859FC63-EFDC-4D3F-B4F9-08717366B32F}" srcOrd="0" destOrd="0" presId="urn:microsoft.com/office/officeart/2005/8/layout/vList5"/>
    <dgm:cxn modelId="{E78D74B9-DAE7-4EAF-8011-278375221D45}" srcId="{7380007E-451D-45C7-A4FF-BA0682C3F215}" destId="{770530A0-450B-4547-AD43-BF4FFF5372BB}" srcOrd="1" destOrd="0" parTransId="{F1780E0C-83B6-43DF-835C-71AB864995E6}" sibTransId="{EDFC0BC9-D3A8-4594-86AA-51C4315407BA}"/>
    <dgm:cxn modelId="{E612E81A-FAA5-462C-A2AC-EE6E3DD05B03}" type="presOf" srcId="{3505D42F-78B7-4AA9-BCB8-003BC3104F5B}" destId="{52E10279-4B58-432E-91F7-DC7A79610C2F}" srcOrd="0" destOrd="3" presId="urn:microsoft.com/office/officeart/2005/8/layout/vList5"/>
    <dgm:cxn modelId="{7F31F29D-F87C-4E0F-ACDC-EC4AC8BACE9C}" type="presOf" srcId="{D638EE5C-44D1-4FF3-A907-325F750EE6D9}" destId="{52E10279-4B58-432E-91F7-DC7A79610C2F}" srcOrd="0" destOrd="0" presId="urn:microsoft.com/office/officeart/2005/8/layout/vList5"/>
    <dgm:cxn modelId="{6980C734-BCAC-4680-8943-0A0C28C6BAF7}" srcId="{D409E65E-9647-479A-883A-9FC5B3109A78}" destId="{E0F62289-01E2-4FB7-8FC5-97B3C70656FE}" srcOrd="4" destOrd="0" parTransId="{55BF8D4C-9452-42F1-A7F3-6528CB8112B7}" sibTransId="{43EAF6AD-491B-4214-8BF9-98080939A3C5}"/>
    <dgm:cxn modelId="{AF211134-41B6-4A41-8FD7-7E4B01EFCE06}" type="presParOf" srcId="{7ED7DFF3-E074-4A7D-AADB-477799D64CFF}" destId="{A488F48F-7F11-41B6-AACB-B084DF2BFEFD}" srcOrd="0" destOrd="0" presId="urn:microsoft.com/office/officeart/2005/8/layout/vList5"/>
    <dgm:cxn modelId="{F588FA19-7175-4A1A-8528-64DF4A8667EB}" type="presParOf" srcId="{A488F48F-7F11-41B6-AACB-B084DF2BFEFD}" destId="{95E1509B-6465-410A-8E73-96CFF2728C7D}" srcOrd="0" destOrd="0" presId="urn:microsoft.com/office/officeart/2005/8/layout/vList5"/>
    <dgm:cxn modelId="{6A862B89-C364-47CC-B25F-3DF9519AB083}" type="presParOf" srcId="{A488F48F-7F11-41B6-AACB-B084DF2BFEFD}" destId="{3859FC63-EFDC-4D3F-B4F9-08717366B32F}" srcOrd="1" destOrd="0" presId="urn:microsoft.com/office/officeart/2005/8/layout/vList5"/>
    <dgm:cxn modelId="{D65F4360-BDD1-4486-BA0E-28DD56DDA4CA}" type="presParOf" srcId="{7ED7DFF3-E074-4A7D-AADB-477799D64CFF}" destId="{D66A5979-1BEE-47A5-BDF5-2BAF98EB0DD3}" srcOrd="1" destOrd="0" presId="urn:microsoft.com/office/officeart/2005/8/layout/vList5"/>
    <dgm:cxn modelId="{939A596C-2007-4B78-969D-E073D5651AAC}" type="presParOf" srcId="{7ED7DFF3-E074-4A7D-AADB-477799D64CFF}" destId="{9D5D3B01-DA07-46DB-B8E8-87E6BDDE2EB9}" srcOrd="2" destOrd="0" presId="urn:microsoft.com/office/officeart/2005/8/layout/vList5"/>
    <dgm:cxn modelId="{5E9CA8FB-19F3-421D-8100-89A70E5B96DA}" type="presParOf" srcId="{9D5D3B01-DA07-46DB-B8E8-87E6BDDE2EB9}" destId="{68AE6D51-4233-4304-A76D-F93D34957431}" srcOrd="0" destOrd="0" presId="urn:microsoft.com/office/officeart/2005/8/layout/vList5"/>
    <dgm:cxn modelId="{8DAA9387-18C8-4A2E-98C8-FE3EA31261FE}" type="presParOf" srcId="{9D5D3B01-DA07-46DB-B8E8-87E6BDDE2EB9}" destId="{52E10279-4B58-432E-91F7-DC7A79610C2F}" srcOrd="1" destOrd="0" presId="urn:microsoft.com/office/officeart/2005/8/layout/vList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18C29DE-63C2-47AD-865A-96045B68915E}" type="doc">
      <dgm:prSet loTypeId="urn:microsoft.com/office/officeart/2005/8/layout/radial5" loCatId="cycle" qsTypeId="urn:microsoft.com/office/officeart/2005/8/quickstyle/3d3" qsCatId="3D" csTypeId="urn:microsoft.com/office/officeart/2005/8/colors/colorful5" csCatId="colorful" phldr="1"/>
      <dgm:spPr/>
      <dgm:t>
        <a:bodyPr/>
        <a:lstStyle/>
        <a:p>
          <a:endParaRPr lang="en-US"/>
        </a:p>
      </dgm:t>
    </dgm:pt>
    <dgm:pt modelId="{1CE0BF5C-7ABF-4DB0-A129-F764B1B0DBDB}">
      <dgm:prSet phldrT="[Text]" custT="1"/>
      <dgm:spPr/>
      <dgm:t>
        <a:bodyPr/>
        <a:lstStyle/>
        <a:p>
          <a:r>
            <a:rPr lang="en-US" sz="2400"/>
            <a:t>Quan hệ pháp luật</a:t>
          </a:r>
        </a:p>
      </dgm:t>
    </dgm:pt>
    <dgm:pt modelId="{8A74B42D-C688-4DE2-97B6-9FB4C4D699DF}" type="parTrans" cxnId="{9AA01605-9D71-430C-8B10-1C87F47C8D65}">
      <dgm:prSet/>
      <dgm:spPr/>
      <dgm:t>
        <a:bodyPr/>
        <a:lstStyle/>
        <a:p>
          <a:endParaRPr lang="en-US"/>
        </a:p>
      </dgm:t>
    </dgm:pt>
    <dgm:pt modelId="{3097E75C-D7A7-4720-9EBE-D5FEDCCB31FB}" type="sibTrans" cxnId="{9AA01605-9D71-430C-8B10-1C87F47C8D65}">
      <dgm:prSet/>
      <dgm:spPr/>
      <dgm:t>
        <a:bodyPr/>
        <a:lstStyle/>
        <a:p>
          <a:endParaRPr lang="en-US"/>
        </a:p>
      </dgm:t>
    </dgm:pt>
    <dgm:pt modelId="{2AE7A634-3448-4E9D-B366-2B29E866E034}">
      <dgm:prSet phldrT="[Text]" custT="1"/>
      <dgm:spPr/>
      <dgm:t>
        <a:bodyPr/>
        <a:lstStyle/>
        <a:p>
          <a:r>
            <a:rPr lang="en-US" sz="2800"/>
            <a:t>Chủ thể </a:t>
          </a:r>
        </a:p>
      </dgm:t>
    </dgm:pt>
    <dgm:pt modelId="{70F36C22-8682-4F0A-B98C-696E632C488E}" type="parTrans" cxnId="{77498B2C-5ECF-438B-BC53-92611CBBF044}">
      <dgm:prSet/>
      <dgm:spPr/>
      <dgm:t>
        <a:bodyPr/>
        <a:lstStyle/>
        <a:p>
          <a:endParaRPr lang="en-US"/>
        </a:p>
      </dgm:t>
    </dgm:pt>
    <dgm:pt modelId="{6A1B162A-DC95-4FCE-83A4-0AAF4311325D}" type="sibTrans" cxnId="{77498B2C-5ECF-438B-BC53-92611CBBF044}">
      <dgm:prSet/>
      <dgm:spPr/>
      <dgm:t>
        <a:bodyPr/>
        <a:lstStyle/>
        <a:p>
          <a:endParaRPr lang="en-US"/>
        </a:p>
      </dgm:t>
    </dgm:pt>
    <dgm:pt modelId="{BB4B5BE2-2337-4BC2-8115-7F7AAAF69187}">
      <dgm:prSet phldrT="[Text]" custT="1"/>
      <dgm:spPr/>
      <dgm:t>
        <a:bodyPr/>
        <a:lstStyle/>
        <a:p>
          <a:r>
            <a:rPr lang="en-US" sz="2800"/>
            <a:t>Nội dung</a:t>
          </a:r>
        </a:p>
      </dgm:t>
    </dgm:pt>
    <dgm:pt modelId="{7E39F8F6-E8C3-4F2A-A676-E59ECE34AB0B}" type="parTrans" cxnId="{EAD2C7C8-C187-4E80-BC01-223EFABD9BF3}">
      <dgm:prSet/>
      <dgm:spPr/>
      <dgm:t>
        <a:bodyPr/>
        <a:lstStyle/>
        <a:p>
          <a:endParaRPr lang="en-US"/>
        </a:p>
      </dgm:t>
    </dgm:pt>
    <dgm:pt modelId="{35F68921-9F32-4159-B70E-70D4123AA3EB}" type="sibTrans" cxnId="{EAD2C7C8-C187-4E80-BC01-223EFABD9BF3}">
      <dgm:prSet/>
      <dgm:spPr/>
      <dgm:t>
        <a:bodyPr/>
        <a:lstStyle/>
        <a:p>
          <a:endParaRPr lang="en-US"/>
        </a:p>
      </dgm:t>
    </dgm:pt>
    <dgm:pt modelId="{2236F549-CDD2-4D41-ABB7-502173E82102}">
      <dgm:prSet phldrT="[Text]" custT="1"/>
      <dgm:spPr/>
      <dgm:t>
        <a:bodyPr/>
        <a:lstStyle/>
        <a:p>
          <a:r>
            <a:rPr lang="en-US" sz="2800"/>
            <a:t>khách thể</a:t>
          </a:r>
        </a:p>
      </dgm:t>
    </dgm:pt>
    <dgm:pt modelId="{F21ACF4A-4E73-4962-8DA1-BD1CB58B8561}" type="parTrans" cxnId="{A32E2C8A-4F41-4BE3-83FD-86757CC09CD5}">
      <dgm:prSet/>
      <dgm:spPr/>
      <dgm:t>
        <a:bodyPr/>
        <a:lstStyle/>
        <a:p>
          <a:endParaRPr lang="en-US"/>
        </a:p>
      </dgm:t>
    </dgm:pt>
    <dgm:pt modelId="{656B7C54-53A8-4B76-AA2D-B05F78FBBD72}" type="sibTrans" cxnId="{A32E2C8A-4F41-4BE3-83FD-86757CC09CD5}">
      <dgm:prSet/>
      <dgm:spPr/>
      <dgm:t>
        <a:bodyPr/>
        <a:lstStyle/>
        <a:p>
          <a:endParaRPr lang="en-US"/>
        </a:p>
      </dgm:t>
    </dgm:pt>
    <dgm:pt modelId="{3459A773-1CDC-46CE-8246-EC6BB44B0F0F}" type="pres">
      <dgm:prSet presAssocID="{118C29DE-63C2-47AD-865A-96045B68915E}" presName="Name0" presStyleCnt="0">
        <dgm:presLayoutVars>
          <dgm:chMax val="1"/>
          <dgm:dir/>
          <dgm:animLvl val="ctr"/>
          <dgm:resizeHandles val="exact"/>
        </dgm:presLayoutVars>
      </dgm:prSet>
      <dgm:spPr/>
      <dgm:t>
        <a:bodyPr/>
        <a:lstStyle/>
        <a:p>
          <a:endParaRPr lang="en-US"/>
        </a:p>
      </dgm:t>
    </dgm:pt>
    <dgm:pt modelId="{20DC792E-B376-4B50-8215-55E3A37ECBAF}" type="pres">
      <dgm:prSet presAssocID="{1CE0BF5C-7ABF-4DB0-A129-F764B1B0DBDB}" presName="centerShape" presStyleLbl="node0" presStyleIdx="0" presStyleCnt="1"/>
      <dgm:spPr/>
      <dgm:t>
        <a:bodyPr/>
        <a:lstStyle/>
        <a:p>
          <a:endParaRPr lang="en-US"/>
        </a:p>
      </dgm:t>
    </dgm:pt>
    <dgm:pt modelId="{8F99A2C7-9CD9-4257-9D26-D75FFB67BFF0}" type="pres">
      <dgm:prSet presAssocID="{70F36C22-8682-4F0A-B98C-696E632C488E}" presName="parTrans" presStyleLbl="sibTrans2D1" presStyleIdx="0" presStyleCnt="3"/>
      <dgm:spPr/>
      <dgm:t>
        <a:bodyPr/>
        <a:lstStyle/>
        <a:p>
          <a:endParaRPr lang="en-US"/>
        </a:p>
      </dgm:t>
    </dgm:pt>
    <dgm:pt modelId="{FE8BBF68-EB97-4082-9201-445F8C7D5699}" type="pres">
      <dgm:prSet presAssocID="{70F36C22-8682-4F0A-B98C-696E632C488E}" presName="connectorText" presStyleLbl="sibTrans2D1" presStyleIdx="0" presStyleCnt="3"/>
      <dgm:spPr/>
      <dgm:t>
        <a:bodyPr/>
        <a:lstStyle/>
        <a:p>
          <a:endParaRPr lang="en-US"/>
        </a:p>
      </dgm:t>
    </dgm:pt>
    <dgm:pt modelId="{0B4E61DA-8983-462D-97D6-A35289E09E9D}" type="pres">
      <dgm:prSet presAssocID="{2AE7A634-3448-4E9D-B366-2B29E866E034}" presName="node" presStyleLbl="node1" presStyleIdx="0" presStyleCnt="3">
        <dgm:presLayoutVars>
          <dgm:bulletEnabled val="1"/>
        </dgm:presLayoutVars>
      </dgm:prSet>
      <dgm:spPr/>
      <dgm:t>
        <a:bodyPr/>
        <a:lstStyle/>
        <a:p>
          <a:endParaRPr lang="en-US"/>
        </a:p>
      </dgm:t>
    </dgm:pt>
    <dgm:pt modelId="{0452EA0D-25FD-4DB1-958B-1FB3E9947EF2}" type="pres">
      <dgm:prSet presAssocID="{7E39F8F6-E8C3-4F2A-A676-E59ECE34AB0B}" presName="parTrans" presStyleLbl="sibTrans2D1" presStyleIdx="1" presStyleCnt="3"/>
      <dgm:spPr/>
      <dgm:t>
        <a:bodyPr/>
        <a:lstStyle/>
        <a:p>
          <a:endParaRPr lang="en-US"/>
        </a:p>
      </dgm:t>
    </dgm:pt>
    <dgm:pt modelId="{C8998617-9C4D-4BA5-A6FF-A4D826E58EAB}" type="pres">
      <dgm:prSet presAssocID="{7E39F8F6-E8C3-4F2A-A676-E59ECE34AB0B}" presName="connectorText" presStyleLbl="sibTrans2D1" presStyleIdx="1" presStyleCnt="3"/>
      <dgm:spPr/>
      <dgm:t>
        <a:bodyPr/>
        <a:lstStyle/>
        <a:p>
          <a:endParaRPr lang="en-US"/>
        </a:p>
      </dgm:t>
    </dgm:pt>
    <dgm:pt modelId="{B79B345E-D9E7-4118-8A3C-3C0897F7390A}" type="pres">
      <dgm:prSet presAssocID="{BB4B5BE2-2337-4BC2-8115-7F7AAAF69187}" presName="node" presStyleLbl="node1" presStyleIdx="1" presStyleCnt="3">
        <dgm:presLayoutVars>
          <dgm:bulletEnabled val="1"/>
        </dgm:presLayoutVars>
      </dgm:prSet>
      <dgm:spPr/>
      <dgm:t>
        <a:bodyPr/>
        <a:lstStyle/>
        <a:p>
          <a:endParaRPr lang="en-US"/>
        </a:p>
      </dgm:t>
    </dgm:pt>
    <dgm:pt modelId="{9C65DAF2-2E41-424A-9AC7-7E72033A6B0D}" type="pres">
      <dgm:prSet presAssocID="{F21ACF4A-4E73-4962-8DA1-BD1CB58B8561}" presName="parTrans" presStyleLbl="sibTrans2D1" presStyleIdx="2" presStyleCnt="3"/>
      <dgm:spPr/>
      <dgm:t>
        <a:bodyPr/>
        <a:lstStyle/>
        <a:p>
          <a:endParaRPr lang="en-US"/>
        </a:p>
      </dgm:t>
    </dgm:pt>
    <dgm:pt modelId="{66E5F9AF-FE0F-4A3D-8596-D405CFEC7C38}" type="pres">
      <dgm:prSet presAssocID="{F21ACF4A-4E73-4962-8DA1-BD1CB58B8561}" presName="connectorText" presStyleLbl="sibTrans2D1" presStyleIdx="2" presStyleCnt="3"/>
      <dgm:spPr/>
      <dgm:t>
        <a:bodyPr/>
        <a:lstStyle/>
        <a:p>
          <a:endParaRPr lang="en-US"/>
        </a:p>
      </dgm:t>
    </dgm:pt>
    <dgm:pt modelId="{71977E46-1CED-45AD-96B8-B28602534F7A}" type="pres">
      <dgm:prSet presAssocID="{2236F549-CDD2-4D41-ABB7-502173E82102}" presName="node" presStyleLbl="node1" presStyleIdx="2" presStyleCnt="3">
        <dgm:presLayoutVars>
          <dgm:bulletEnabled val="1"/>
        </dgm:presLayoutVars>
      </dgm:prSet>
      <dgm:spPr/>
      <dgm:t>
        <a:bodyPr/>
        <a:lstStyle/>
        <a:p>
          <a:endParaRPr lang="en-US"/>
        </a:p>
      </dgm:t>
    </dgm:pt>
  </dgm:ptLst>
  <dgm:cxnLst>
    <dgm:cxn modelId="{A32E2C8A-4F41-4BE3-83FD-86757CC09CD5}" srcId="{1CE0BF5C-7ABF-4DB0-A129-F764B1B0DBDB}" destId="{2236F549-CDD2-4D41-ABB7-502173E82102}" srcOrd="2" destOrd="0" parTransId="{F21ACF4A-4E73-4962-8DA1-BD1CB58B8561}" sibTransId="{656B7C54-53A8-4B76-AA2D-B05F78FBBD72}"/>
    <dgm:cxn modelId="{77498B2C-5ECF-438B-BC53-92611CBBF044}" srcId="{1CE0BF5C-7ABF-4DB0-A129-F764B1B0DBDB}" destId="{2AE7A634-3448-4E9D-B366-2B29E866E034}" srcOrd="0" destOrd="0" parTransId="{70F36C22-8682-4F0A-B98C-696E632C488E}" sibTransId="{6A1B162A-DC95-4FCE-83A4-0AAF4311325D}"/>
    <dgm:cxn modelId="{B89485D0-8F8B-4EDF-BA72-12EBD7EA409B}" type="presOf" srcId="{7E39F8F6-E8C3-4F2A-A676-E59ECE34AB0B}" destId="{C8998617-9C4D-4BA5-A6FF-A4D826E58EAB}" srcOrd="1" destOrd="0" presId="urn:microsoft.com/office/officeart/2005/8/layout/radial5"/>
    <dgm:cxn modelId="{81A32B69-16FC-4D47-9188-3B2356A3DF32}" type="presOf" srcId="{118C29DE-63C2-47AD-865A-96045B68915E}" destId="{3459A773-1CDC-46CE-8246-EC6BB44B0F0F}" srcOrd="0" destOrd="0" presId="urn:microsoft.com/office/officeart/2005/8/layout/radial5"/>
    <dgm:cxn modelId="{A550EBC9-9EEB-493F-ABDC-D5382DD57AA7}" type="presOf" srcId="{7E39F8F6-E8C3-4F2A-A676-E59ECE34AB0B}" destId="{0452EA0D-25FD-4DB1-958B-1FB3E9947EF2}" srcOrd="0" destOrd="0" presId="urn:microsoft.com/office/officeart/2005/8/layout/radial5"/>
    <dgm:cxn modelId="{B2E45A0C-13A1-45F8-8C08-D18BE6DF5968}" type="presOf" srcId="{2236F549-CDD2-4D41-ABB7-502173E82102}" destId="{71977E46-1CED-45AD-96B8-B28602534F7A}" srcOrd="0" destOrd="0" presId="urn:microsoft.com/office/officeart/2005/8/layout/radial5"/>
    <dgm:cxn modelId="{9AA01605-9D71-430C-8B10-1C87F47C8D65}" srcId="{118C29DE-63C2-47AD-865A-96045B68915E}" destId="{1CE0BF5C-7ABF-4DB0-A129-F764B1B0DBDB}" srcOrd="0" destOrd="0" parTransId="{8A74B42D-C688-4DE2-97B6-9FB4C4D699DF}" sibTransId="{3097E75C-D7A7-4720-9EBE-D5FEDCCB31FB}"/>
    <dgm:cxn modelId="{EAD2C7C8-C187-4E80-BC01-223EFABD9BF3}" srcId="{1CE0BF5C-7ABF-4DB0-A129-F764B1B0DBDB}" destId="{BB4B5BE2-2337-4BC2-8115-7F7AAAF69187}" srcOrd="1" destOrd="0" parTransId="{7E39F8F6-E8C3-4F2A-A676-E59ECE34AB0B}" sibTransId="{35F68921-9F32-4159-B70E-70D4123AA3EB}"/>
    <dgm:cxn modelId="{C81A0296-9B2A-4D3D-B37C-71AAB2194F55}" type="presOf" srcId="{F21ACF4A-4E73-4962-8DA1-BD1CB58B8561}" destId="{66E5F9AF-FE0F-4A3D-8596-D405CFEC7C38}" srcOrd="1" destOrd="0" presId="urn:microsoft.com/office/officeart/2005/8/layout/radial5"/>
    <dgm:cxn modelId="{BDD9CDEB-4114-41B5-9DF1-6143F42E59CF}" type="presOf" srcId="{2AE7A634-3448-4E9D-B366-2B29E866E034}" destId="{0B4E61DA-8983-462D-97D6-A35289E09E9D}" srcOrd="0" destOrd="0" presId="urn:microsoft.com/office/officeart/2005/8/layout/radial5"/>
    <dgm:cxn modelId="{7E91A60B-6A9F-40ED-BED2-9A08C1177EB3}" type="presOf" srcId="{1CE0BF5C-7ABF-4DB0-A129-F764B1B0DBDB}" destId="{20DC792E-B376-4B50-8215-55E3A37ECBAF}" srcOrd="0" destOrd="0" presId="urn:microsoft.com/office/officeart/2005/8/layout/radial5"/>
    <dgm:cxn modelId="{C9538A4E-80E6-40ED-A3C8-F879CD9E1C13}" type="presOf" srcId="{70F36C22-8682-4F0A-B98C-696E632C488E}" destId="{FE8BBF68-EB97-4082-9201-445F8C7D5699}" srcOrd="1" destOrd="0" presId="urn:microsoft.com/office/officeart/2005/8/layout/radial5"/>
    <dgm:cxn modelId="{AEB132F9-11E5-4EC8-87E0-614FE6F3A07F}" type="presOf" srcId="{BB4B5BE2-2337-4BC2-8115-7F7AAAF69187}" destId="{B79B345E-D9E7-4118-8A3C-3C0897F7390A}" srcOrd="0" destOrd="0" presId="urn:microsoft.com/office/officeart/2005/8/layout/radial5"/>
    <dgm:cxn modelId="{1979D9CE-C221-4C39-8A2E-67DCF3CCDB63}" type="presOf" srcId="{70F36C22-8682-4F0A-B98C-696E632C488E}" destId="{8F99A2C7-9CD9-4257-9D26-D75FFB67BFF0}" srcOrd="0" destOrd="0" presId="urn:microsoft.com/office/officeart/2005/8/layout/radial5"/>
    <dgm:cxn modelId="{022ECDFA-6657-4433-A739-5EF4CA5AF568}" type="presOf" srcId="{F21ACF4A-4E73-4962-8DA1-BD1CB58B8561}" destId="{9C65DAF2-2E41-424A-9AC7-7E72033A6B0D}" srcOrd="0" destOrd="0" presId="urn:microsoft.com/office/officeart/2005/8/layout/radial5"/>
    <dgm:cxn modelId="{2F17CB62-5581-4B75-9A8E-3C18C797785D}" type="presParOf" srcId="{3459A773-1CDC-46CE-8246-EC6BB44B0F0F}" destId="{20DC792E-B376-4B50-8215-55E3A37ECBAF}" srcOrd="0" destOrd="0" presId="urn:microsoft.com/office/officeart/2005/8/layout/radial5"/>
    <dgm:cxn modelId="{35355BD1-86C9-484B-B78A-1C51880A39A9}" type="presParOf" srcId="{3459A773-1CDC-46CE-8246-EC6BB44B0F0F}" destId="{8F99A2C7-9CD9-4257-9D26-D75FFB67BFF0}" srcOrd="1" destOrd="0" presId="urn:microsoft.com/office/officeart/2005/8/layout/radial5"/>
    <dgm:cxn modelId="{333C0906-D873-4EDF-A5C7-EFDF7305E3FC}" type="presParOf" srcId="{8F99A2C7-9CD9-4257-9D26-D75FFB67BFF0}" destId="{FE8BBF68-EB97-4082-9201-445F8C7D5699}" srcOrd="0" destOrd="0" presId="urn:microsoft.com/office/officeart/2005/8/layout/radial5"/>
    <dgm:cxn modelId="{ECDEA67E-2C7B-476F-B026-49E20D48DB6B}" type="presParOf" srcId="{3459A773-1CDC-46CE-8246-EC6BB44B0F0F}" destId="{0B4E61DA-8983-462D-97D6-A35289E09E9D}" srcOrd="2" destOrd="0" presId="urn:microsoft.com/office/officeart/2005/8/layout/radial5"/>
    <dgm:cxn modelId="{CE525392-4B71-4C56-A14B-F11DA5D2558A}" type="presParOf" srcId="{3459A773-1CDC-46CE-8246-EC6BB44B0F0F}" destId="{0452EA0D-25FD-4DB1-958B-1FB3E9947EF2}" srcOrd="3" destOrd="0" presId="urn:microsoft.com/office/officeart/2005/8/layout/radial5"/>
    <dgm:cxn modelId="{B20F8944-BB90-4872-977E-2D1198093B5A}" type="presParOf" srcId="{0452EA0D-25FD-4DB1-958B-1FB3E9947EF2}" destId="{C8998617-9C4D-4BA5-A6FF-A4D826E58EAB}" srcOrd="0" destOrd="0" presId="urn:microsoft.com/office/officeart/2005/8/layout/radial5"/>
    <dgm:cxn modelId="{04E6148B-FF8B-4528-B2BC-A1519C93E1BF}" type="presParOf" srcId="{3459A773-1CDC-46CE-8246-EC6BB44B0F0F}" destId="{B79B345E-D9E7-4118-8A3C-3C0897F7390A}" srcOrd="4" destOrd="0" presId="urn:microsoft.com/office/officeart/2005/8/layout/radial5"/>
    <dgm:cxn modelId="{42C8EE84-EDEE-458D-AB06-E74273FDFB2B}" type="presParOf" srcId="{3459A773-1CDC-46CE-8246-EC6BB44B0F0F}" destId="{9C65DAF2-2E41-424A-9AC7-7E72033A6B0D}" srcOrd="5" destOrd="0" presId="urn:microsoft.com/office/officeart/2005/8/layout/radial5"/>
    <dgm:cxn modelId="{04ABCF0F-6F5C-453D-80F3-A932172CDBFE}" type="presParOf" srcId="{9C65DAF2-2E41-424A-9AC7-7E72033A6B0D}" destId="{66E5F9AF-FE0F-4A3D-8596-D405CFEC7C38}" srcOrd="0" destOrd="0" presId="urn:microsoft.com/office/officeart/2005/8/layout/radial5"/>
    <dgm:cxn modelId="{7A226C99-ADAB-4713-9039-E436F5634B83}" type="presParOf" srcId="{3459A773-1CDC-46CE-8246-EC6BB44B0F0F}" destId="{71977E46-1CED-45AD-96B8-B28602534F7A}" srcOrd="6" destOrd="0" presId="urn:microsoft.com/office/officeart/2005/8/layout/radial5"/>
  </dgm:cxnLst>
  <dgm:bg/>
  <dgm:whole/>
  <dgm:extLst>
    <a:ext uri="http://schemas.microsoft.com/office/drawing/2008/diagram">
      <dsp:dataModelExt xmlns:dsp="http://schemas.microsoft.com/office/drawing/2008/diagram" xmlns=""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EC87A5-459D-4B09-AFBA-6A671A15B6E6}">
      <dsp:nvSpPr>
        <dsp:cNvPr id="0" name=""/>
        <dsp:cNvSpPr/>
      </dsp:nvSpPr>
      <dsp:spPr>
        <a:xfrm>
          <a:off x="3108960" y="558"/>
          <a:ext cx="4663440" cy="2176611"/>
        </a:xfrm>
        <a:prstGeom prst="rightArrow">
          <a:avLst>
            <a:gd name="adj1" fmla="val 75000"/>
            <a:gd name="adj2" fmla="val 50000"/>
          </a:avLst>
        </a:prstGeom>
        <a:solidFill>
          <a:schemeClr val="accent4">
            <a:tint val="40000"/>
            <a:alpha val="90000"/>
            <a:hueOff val="0"/>
            <a:satOff val="0"/>
            <a:lumOff val="0"/>
            <a:alphaOff val="0"/>
          </a:schemeClr>
        </a:solidFill>
        <a:ln w="9525" cap="flat" cmpd="sng" algn="ctr">
          <a:solidFill>
            <a:schemeClr val="accent4">
              <a:tint val="40000"/>
              <a:alpha val="90000"/>
              <a:hueOff val="0"/>
              <a:satOff val="0"/>
              <a:lumOff val="0"/>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Là cấu trúc toàn bộ các quy phạm của luật thực định của quốc gia đó.</a:t>
          </a:r>
        </a:p>
      </dsp:txBody>
      <dsp:txXfrm>
        <a:off x="3108960" y="272634"/>
        <a:ext cx="3847211" cy="1632459"/>
      </dsp:txXfrm>
    </dsp:sp>
    <dsp:sp modelId="{F8AD3ABC-05EC-4472-A5B0-2211959BFC6A}">
      <dsp:nvSpPr>
        <dsp:cNvPr id="0" name=""/>
        <dsp:cNvSpPr/>
      </dsp:nvSpPr>
      <dsp:spPr>
        <a:xfrm>
          <a:off x="0" y="558"/>
          <a:ext cx="3108960" cy="2176611"/>
        </a:xfrm>
        <a:prstGeom prst="roundRect">
          <a:avLst/>
        </a:prstGeom>
        <a:blipFill>
          <a:blip xmlns:r="http://schemas.openxmlformats.org/officeDocument/2006/relationships" r:embed="rId1">
            <a:duotone>
              <a:schemeClr val="accent4">
                <a:hueOff val="0"/>
                <a:satOff val="0"/>
                <a:lumOff val="0"/>
                <a:alphaOff val="0"/>
                <a:shade val="22000"/>
                <a:satMod val="160000"/>
              </a:schemeClr>
              <a:schemeClr val="accent4">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Hệ thống pháp luật quốc gia</a:t>
          </a:r>
        </a:p>
      </dsp:txBody>
      <dsp:txXfrm>
        <a:off x="106253" y="106811"/>
        <a:ext cx="2896454" cy="1964105"/>
      </dsp:txXfrm>
    </dsp:sp>
    <dsp:sp modelId="{318DDA23-EB55-4567-93C3-1FA10AB6DD07}">
      <dsp:nvSpPr>
        <dsp:cNvPr id="0" name=""/>
        <dsp:cNvSpPr/>
      </dsp:nvSpPr>
      <dsp:spPr>
        <a:xfrm>
          <a:off x="3108960" y="2394830"/>
          <a:ext cx="4663440" cy="2176611"/>
        </a:xfrm>
        <a:prstGeom prst="rightArrow">
          <a:avLst>
            <a:gd name="adj1" fmla="val 75000"/>
            <a:gd name="adj2" fmla="val 50000"/>
          </a:avLst>
        </a:prstGeom>
        <a:solidFill>
          <a:schemeClr val="accent4">
            <a:tint val="40000"/>
            <a:alpha val="90000"/>
            <a:hueOff val="20658461"/>
            <a:satOff val="-11248"/>
            <a:lumOff val="1474"/>
            <a:alphaOff val="0"/>
          </a:schemeClr>
        </a:solidFill>
        <a:ln w="9525" cap="flat" cmpd="sng" algn="ctr">
          <a:solidFill>
            <a:schemeClr val="accent4">
              <a:tint val="40000"/>
              <a:alpha val="90000"/>
              <a:hueOff val="20658461"/>
              <a:satOff val="-11248"/>
              <a:lumOff val="1474"/>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17780" tIns="17780" rIns="17780" bIns="17780" numCol="1" spcCol="1270" anchor="t" anchorCtr="0">
          <a:noAutofit/>
        </a:bodyPr>
        <a:lstStyle/>
        <a:p>
          <a:pPr marL="285750" lvl="1" indent="-285750" algn="l" defTabSz="1244600">
            <a:lnSpc>
              <a:spcPct val="90000"/>
            </a:lnSpc>
            <a:spcBef>
              <a:spcPct val="0"/>
            </a:spcBef>
            <a:spcAft>
              <a:spcPct val="15000"/>
            </a:spcAft>
            <a:buChar char="•"/>
          </a:pPr>
          <a:r>
            <a:rPr lang="en-US" sz="2800" kern="1200"/>
            <a:t>Tập hợp một số hệ thống pháp luật quốc gia có nhiều điểm tương đồng theo tiêu chí nhất định.</a:t>
          </a:r>
        </a:p>
      </dsp:txBody>
      <dsp:txXfrm>
        <a:off x="3108960" y="2666906"/>
        <a:ext cx="3847211" cy="1632459"/>
      </dsp:txXfrm>
    </dsp:sp>
    <dsp:sp modelId="{011C6491-2579-4C11-9D37-52F9B8ED231D}">
      <dsp:nvSpPr>
        <dsp:cNvPr id="0" name=""/>
        <dsp:cNvSpPr/>
      </dsp:nvSpPr>
      <dsp:spPr>
        <a:xfrm>
          <a:off x="0" y="2394830"/>
          <a:ext cx="3108960" cy="2176611"/>
        </a:xfrm>
        <a:prstGeom prst="roundRect">
          <a:avLst/>
        </a:prstGeom>
        <a:blipFill>
          <a:blip xmlns:r="http://schemas.openxmlformats.org/officeDocument/2006/relationships" r:embed="rId1">
            <a:duotone>
              <a:schemeClr val="accent4">
                <a:hueOff val="20423033"/>
                <a:satOff val="-23986"/>
                <a:lumOff val="9216"/>
                <a:alphaOff val="0"/>
                <a:shade val="22000"/>
                <a:satMod val="160000"/>
              </a:schemeClr>
              <a:schemeClr val="accent4">
                <a:hueOff val="20423033"/>
                <a:satOff val="-23986"/>
                <a:lumOff val="9216"/>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90000"/>
            </a:lnSpc>
            <a:spcBef>
              <a:spcPct val="0"/>
            </a:spcBef>
            <a:spcAft>
              <a:spcPct val="35000"/>
            </a:spcAft>
            <a:buNone/>
          </a:pPr>
          <a:r>
            <a:rPr lang="en-US" sz="3200" kern="1200"/>
            <a:t>Hệ thống pháp luật quốc tế</a:t>
          </a:r>
        </a:p>
      </dsp:txBody>
      <dsp:txXfrm>
        <a:off x="106253" y="2501083"/>
        <a:ext cx="2896454" cy="196410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B6E6D-3130-4316-81B6-2F49C9A1D2BC}">
      <dsp:nvSpPr>
        <dsp:cNvPr id="0" name=""/>
        <dsp:cNvSpPr/>
      </dsp:nvSpPr>
      <dsp:spPr>
        <a:xfrm>
          <a:off x="72244" y="0"/>
          <a:ext cx="2026846" cy="3140186"/>
        </a:xfrm>
        <a:prstGeom prst="roundRect">
          <a:avLst>
            <a:gd name="adj" fmla="val 10000"/>
          </a:avLst>
        </a:prstGeom>
        <a:blipFill>
          <a:blip xmlns:r="http://schemas.openxmlformats.org/officeDocument/2006/relationships" r:embed="rId1">
            <a:duotone>
              <a:schemeClr val="accent4">
                <a:hueOff val="0"/>
                <a:satOff val="0"/>
                <a:lumOff val="0"/>
                <a:alphaOff val="0"/>
                <a:shade val="22000"/>
                <a:satMod val="160000"/>
              </a:schemeClr>
              <a:schemeClr val="accent4">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US" sz="2200" kern="1200"/>
            <a:t>Trường hợp, điều kiện, hoàn cảnh nào mà quy phạm pháp luật tác động tới?</a:t>
          </a:r>
        </a:p>
      </dsp:txBody>
      <dsp:txXfrm>
        <a:off x="131608" y="59364"/>
        <a:ext cx="1908118" cy="3021458"/>
      </dsp:txXfrm>
    </dsp:sp>
    <dsp:sp modelId="{B9746F10-AB11-41D0-B21D-6946A4D67CA1}">
      <dsp:nvSpPr>
        <dsp:cNvPr id="0" name=""/>
        <dsp:cNvSpPr/>
      </dsp:nvSpPr>
      <dsp:spPr>
        <a:xfrm>
          <a:off x="2306465" y="1295542"/>
          <a:ext cx="439633" cy="549100"/>
        </a:xfrm>
        <a:prstGeom prst="rightArrow">
          <a:avLst>
            <a:gd name="adj1" fmla="val 60000"/>
            <a:gd name="adj2" fmla="val 50000"/>
          </a:avLst>
        </a:prstGeom>
        <a:blipFill>
          <a:blip xmlns:r="http://schemas.openxmlformats.org/officeDocument/2006/relationships" r:embed="rId1">
            <a:duotone>
              <a:schemeClr val="accent4">
                <a:hueOff val="0"/>
                <a:satOff val="0"/>
                <a:lumOff val="0"/>
                <a:alphaOff val="0"/>
                <a:shade val="22000"/>
                <a:satMod val="160000"/>
              </a:schemeClr>
              <a:schemeClr val="accent4">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2306465" y="1405362"/>
        <a:ext cx="307743" cy="329460"/>
      </dsp:txXfrm>
    </dsp:sp>
    <dsp:sp modelId="{7DEFD1C2-65C9-49A4-8994-1785E008605C}">
      <dsp:nvSpPr>
        <dsp:cNvPr id="0" name=""/>
        <dsp:cNvSpPr/>
      </dsp:nvSpPr>
      <dsp:spPr>
        <a:xfrm>
          <a:off x="2928587" y="0"/>
          <a:ext cx="2214116" cy="3140186"/>
        </a:xfrm>
        <a:prstGeom prst="roundRect">
          <a:avLst>
            <a:gd name="adj" fmla="val 10000"/>
          </a:avLst>
        </a:prstGeom>
        <a:blipFill>
          <a:blip xmlns:r="http://schemas.openxmlformats.org/officeDocument/2006/relationships" r:embed="rId1">
            <a:duotone>
              <a:schemeClr val="accent4">
                <a:hueOff val="10211516"/>
                <a:satOff val="-11993"/>
                <a:lumOff val="4608"/>
                <a:alphaOff val="0"/>
                <a:shade val="22000"/>
                <a:satMod val="160000"/>
              </a:schemeClr>
              <a:schemeClr val="accent4">
                <a:hueOff val="10211516"/>
                <a:satOff val="-11993"/>
                <a:lumOff val="4608"/>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US" sz="2200" kern="1200"/>
            <a:t>Gặp những trường hợp đó, người ta phải xử sự như thế nào cho đúng luật?</a:t>
          </a:r>
        </a:p>
      </dsp:txBody>
      <dsp:txXfrm>
        <a:off x="2993436" y="64849"/>
        <a:ext cx="2084418" cy="3010488"/>
      </dsp:txXfrm>
    </dsp:sp>
    <dsp:sp modelId="{4D78E1CE-CB96-414C-BF46-81A003834CEA}">
      <dsp:nvSpPr>
        <dsp:cNvPr id="0" name=""/>
        <dsp:cNvSpPr/>
      </dsp:nvSpPr>
      <dsp:spPr>
        <a:xfrm>
          <a:off x="5311055" y="1295542"/>
          <a:ext cx="356907" cy="549100"/>
        </a:xfrm>
        <a:prstGeom prst="rightArrow">
          <a:avLst>
            <a:gd name="adj1" fmla="val 60000"/>
            <a:gd name="adj2" fmla="val 50000"/>
          </a:avLst>
        </a:prstGeom>
        <a:blipFill>
          <a:blip xmlns:r="http://schemas.openxmlformats.org/officeDocument/2006/relationships" r:embed="rId1">
            <a:duotone>
              <a:schemeClr val="accent4">
                <a:hueOff val="20423033"/>
                <a:satOff val="-23986"/>
                <a:lumOff val="9216"/>
                <a:alphaOff val="0"/>
                <a:shade val="22000"/>
                <a:satMod val="160000"/>
              </a:schemeClr>
              <a:schemeClr val="accent4">
                <a:hueOff val="20423033"/>
                <a:satOff val="-23986"/>
                <a:lumOff val="9216"/>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1066800">
            <a:lnSpc>
              <a:spcPct val="90000"/>
            </a:lnSpc>
            <a:spcBef>
              <a:spcPct val="0"/>
            </a:spcBef>
            <a:spcAft>
              <a:spcPct val="35000"/>
            </a:spcAft>
            <a:buNone/>
          </a:pPr>
          <a:endParaRPr lang="en-US" sz="2400" kern="1200"/>
        </a:p>
      </dsp:txBody>
      <dsp:txXfrm>
        <a:off x="5311055" y="1405362"/>
        <a:ext cx="249835" cy="329460"/>
      </dsp:txXfrm>
    </dsp:sp>
    <dsp:sp modelId="{643F8909-9BF9-4B9C-B73C-979C0EC70CF6}">
      <dsp:nvSpPr>
        <dsp:cNvPr id="0" name=""/>
        <dsp:cNvSpPr/>
      </dsp:nvSpPr>
      <dsp:spPr>
        <a:xfrm>
          <a:off x="5816113" y="0"/>
          <a:ext cx="2214116" cy="3140186"/>
        </a:xfrm>
        <a:prstGeom prst="roundRect">
          <a:avLst>
            <a:gd name="adj" fmla="val 10000"/>
          </a:avLst>
        </a:prstGeom>
        <a:blipFill>
          <a:blip xmlns:r="http://schemas.openxmlformats.org/officeDocument/2006/relationships" r:embed="rId1">
            <a:duotone>
              <a:schemeClr val="accent4">
                <a:hueOff val="20423033"/>
                <a:satOff val="-23986"/>
                <a:lumOff val="9216"/>
                <a:alphaOff val="0"/>
                <a:shade val="22000"/>
                <a:satMod val="160000"/>
              </a:schemeClr>
              <a:schemeClr val="accent4">
                <a:hueOff val="20423033"/>
                <a:satOff val="-23986"/>
                <a:lumOff val="9216"/>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just" defTabSz="977900">
            <a:lnSpc>
              <a:spcPct val="90000"/>
            </a:lnSpc>
            <a:spcBef>
              <a:spcPct val="0"/>
            </a:spcBef>
            <a:spcAft>
              <a:spcPct val="35000"/>
            </a:spcAft>
            <a:buNone/>
          </a:pPr>
          <a:r>
            <a:rPr lang="en-US" sz="2200" kern="1200"/>
            <a:t>Nếu không xử sự đúng các quy định của pháp luật thì sẽ bị cưỡng chế như thế nào</a:t>
          </a:r>
          <a:r>
            <a:rPr lang="en-US" sz="2000" kern="1200"/>
            <a:t>?</a:t>
          </a:r>
        </a:p>
      </dsp:txBody>
      <dsp:txXfrm>
        <a:off x="5880962" y="64849"/>
        <a:ext cx="2084418" cy="30104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DEE2CC-7735-47FB-A70D-7B1B275BBE15}">
      <dsp:nvSpPr>
        <dsp:cNvPr id="0" name=""/>
        <dsp:cNvSpPr/>
      </dsp:nvSpPr>
      <dsp:spPr>
        <a:xfrm>
          <a:off x="1238924" y="0"/>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Người (tổ chức) nào?</a:t>
          </a:r>
        </a:p>
      </dsp:txBody>
      <dsp:txXfrm>
        <a:off x="1281782" y="42858"/>
        <a:ext cx="2548184" cy="1377562"/>
      </dsp:txXfrm>
    </dsp:sp>
    <dsp:sp modelId="{021B3C05-CD78-4B66-A3A4-E294537AE7BB}">
      <dsp:nvSpPr>
        <dsp:cNvPr id="0" name=""/>
        <dsp:cNvSpPr/>
      </dsp:nvSpPr>
      <dsp:spPr>
        <a:xfrm rot="5400000">
          <a:off x="2281510" y="1499860"/>
          <a:ext cx="548729" cy="658475"/>
        </a:xfrm>
        <a:prstGeom prst="rightArrow">
          <a:avLst>
            <a:gd name="adj1" fmla="val 60000"/>
            <a:gd name="adj2" fmla="val 50000"/>
          </a:avLst>
        </a:prstGeom>
        <a:blipFill>
          <a:blip xmlns:r="http://schemas.openxmlformats.org/officeDocument/2006/relationships" r:embed="rId1">
            <a:duotone>
              <a:schemeClr val="accent1">
                <a:tint val="60000"/>
                <a:hueOff val="0"/>
                <a:satOff val="0"/>
                <a:lumOff val="0"/>
                <a:alphaOff val="0"/>
                <a:tint val="30000"/>
                <a:satMod val="300000"/>
              </a:schemeClr>
              <a:schemeClr val="accent1">
                <a:tint val="60000"/>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5400000">
        <a:off x="2358333" y="1554733"/>
        <a:ext cx="395085" cy="384110"/>
      </dsp:txXfrm>
    </dsp:sp>
    <dsp:sp modelId="{F5B7B693-6949-4CB4-8A2E-21B21CAD9E3A}">
      <dsp:nvSpPr>
        <dsp:cNvPr id="0" name=""/>
        <dsp:cNvSpPr/>
      </dsp:nvSpPr>
      <dsp:spPr>
        <a:xfrm>
          <a:off x="1238924" y="2194917"/>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Khi nào?</a:t>
          </a:r>
        </a:p>
      </dsp:txBody>
      <dsp:txXfrm>
        <a:off x="1281782" y="2237775"/>
        <a:ext cx="2548184" cy="1377562"/>
      </dsp:txXfrm>
    </dsp:sp>
    <dsp:sp modelId="{9F1E51C7-1A41-4709-A266-728CF1774BDE}">
      <dsp:nvSpPr>
        <dsp:cNvPr id="0" name=""/>
        <dsp:cNvSpPr/>
      </dsp:nvSpPr>
      <dsp:spPr>
        <a:xfrm rot="5400000">
          <a:off x="2281510" y="3694777"/>
          <a:ext cx="548729" cy="658475"/>
        </a:xfrm>
        <a:prstGeom prst="rightArrow">
          <a:avLst>
            <a:gd name="adj1" fmla="val 60000"/>
            <a:gd name="adj2" fmla="val 50000"/>
          </a:avLst>
        </a:prstGeom>
        <a:blipFill>
          <a:blip xmlns:r="http://schemas.openxmlformats.org/officeDocument/2006/relationships" r:embed="rId1">
            <a:duotone>
              <a:schemeClr val="accent1">
                <a:tint val="60000"/>
                <a:hueOff val="0"/>
                <a:satOff val="0"/>
                <a:lumOff val="0"/>
                <a:alphaOff val="0"/>
                <a:tint val="30000"/>
                <a:satMod val="300000"/>
              </a:schemeClr>
              <a:schemeClr val="accent1">
                <a:tint val="60000"/>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5400000">
        <a:off x="2358333" y="3749650"/>
        <a:ext cx="395085" cy="384110"/>
      </dsp:txXfrm>
    </dsp:sp>
    <dsp:sp modelId="{D2134AE4-0680-4BA8-9626-FCAB5B4606EF}">
      <dsp:nvSpPr>
        <dsp:cNvPr id="0" name=""/>
        <dsp:cNvSpPr/>
      </dsp:nvSpPr>
      <dsp:spPr>
        <a:xfrm>
          <a:off x="1238924" y="4389834"/>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Trong điều kiện, hoàn cảnh nào?</a:t>
          </a:r>
        </a:p>
      </dsp:txBody>
      <dsp:txXfrm>
        <a:off x="1281782" y="4432692"/>
        <a:ext cx="2548184" cy="137756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DEE2CC-7735-47FB-A70D-7B1B275BBE15}">
      <dsp:nvSpPr>
        <dsp:cNvPr id="0" name=""/>
        <dsp:cNvSpPr/>
      </dsp:nvSpPr>
      <dsp:spPr>
        <a:xfrm>
          <a:off x="1238924" y="0"/>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Phải làm gì?</a:t>
          </a:r>
        </a:p>
      </dsp:txBody>
      <dsp:txXfrm>
        <a:off x="1281782" y="42858"/>
        <a:ext cx="2548184" cy="1377562"/>
      </dsp:txXfrm>
    </dsp:sp>
    <dsp:sp modelId="{021B3C05-CD78-4B66-A3A4-E294537AE7BB}">
      <dsp:nvSpPr>
        <dsp:cNvPr id="0" name=""/>
        <dsp:cNvSpPr/>
      </dsp:nvSpPr>
      <dsp:spPr>
        <a:xfrm rot="5400000">
          <a:off x="2281510" y="1499860"/>
          <a:ext cx="548729" cy="658475"/>
        </a:xfrm>
        <a:prstGeom prst="rightArrow">
          <a:avLst>
            <a:gd name="adj1" fmla="val 60000"/>
            <a:gd name="adj2" fmla="val 50000"/>
          </a:avLst>
        </a:prstGeom>
        <a:blipFill>
          <a:blip xmlns:r="http://schemas.openxmlformats.org/officeDocument/2006/relationships" r:embed="rId1">
            <a:duotone>
              <a:schemeClr val="accent1">
                <a:tint val="60000"/>
                <a:hueOff val="0"/>
                <a:satOff val="0"/>
                <a:lumOff val="0"/>
                <a:alphaOff val="0"/>
                <a:tint val="30000"/>
                <a:satMod val="300000"/>
              </a:schemeClr>
              <a:schemeClr val="accent1">
                <a:tint val="60000"/>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5400000">
        <a:off x="2358333" y="1554733"/>
        <a:ext cx="395085" cy="384110"/>
      </dsp:txXfrm>
    </dsp:sp>
    <dsp:sp modelId="{F5B7B693-6949-4CB4-8A2E-21B21CAD9E3A}">
      <dsp:nvSpPr>
        <dsp:cNvPr id="0" name=""/>
        <dsp:cNvSpPr/>
      </dsp:nvSpPr>
      <dsp:spPr>
        <a:xfrm>
          <a:off x="1238924" y="2194917"/>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Được làm gì, không được làm gì?</a:t>
          </a:r>
        </a:p>
      </dsp:txBody>
      <dsp:txXfrm>
        <a:off x="1281782" y="2237775"/>
        <a:ext cx="2548184" cy="1377562"/>
      </dsp:txXfrm>
    </dsp:sp>
    <dsp:sp modelId="{9F1E51C7-1A41-4709-A266-728CF1774BDE}">
      <dsp:nvSpPr>
        <dsp:cNvPr id="0" name=""/>
        <dsp:cNvSpPr/>
      </dsp:nvSpPr>
      <dsp:spPr>
        <a:xfrm rot="5400000">
          <a:off x="2281510" y="3694777"/>
          <a:ext cx="548729" cy="658475"/>
        </a:xfrm>
        <a:prstGeom prst="rightArrow">
          <a:avLst>
            <a:gd name="adj1" fmla="val 60000"/>
            <a:gd name="adj2" fmla="val 50000"/>
          </a:avLst>
        </a:prstGeom>
        <a:blipFill>
          <a:blip xmlns:r="http://schemas.openxmlformats.org/officeDocument/2006/relationships" r:embed="rId1">
            <a:duotone>
              <a:schemeClr val="accent1">
                <a:tint val="60000"/>
                <a:hueOff val="0"/>
                <a:satOff val="0"/>
                <a:lumOff val="0"/>
                <a:alphaOff val="0"/>
                <a:tint val="30000"/>
                <a:satMod val="300000"/>
              </a:schemeClr>
              <a:schemeClr val="accent1">
                <a:tint val="60000"/>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1244600">
            <a:lnSpc>
              <a:spcPct val="90000"/>
            </a:lnSpc>
            <a:spcBef>
              <a:spcPct val="0"/>
            </a:spcBef>
            <a:spcAft>
              <a:spcPct val="35000"/>
            </a:spcAft>
            <a:buNone/>
          </a:pPr>
          <a:endParaRPr lang="en-US" sz="2800" kern="1200"/>
        </a:p>
      </dsp:txBody>
      <dsp:txXfrm rot="-5400000">
        <a:off x="2358333" y="3749650"/>
        <a:ext cx="395085" cy="384110"/>
      </dsp:txXfrm>
    </dsp:sp>
    <dsp:sp modelId="{D2134AE4-0680-4BA8-9626-FCAB5B4606EF}">
      <dsp:nvSpPr>
        <dsp:cNvPr id="0" name=""/>
        <dsp:cNvSpPr/>
      </dsp:nvSpPr>
      <dsp:spPr>
        <a:xfrm>
          <a:off x="1238924" y="4389834"/>
          <a:ext cx="2633900" cy="1463278"/>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kern="1200"/>
            <a:t>Làm như thế nào?</a:t>
          </a:r>
        </a:p>
      </dsp:txBody>
      <dsp:txXfrm>
        <a:off x="1281782" y="4432692"/>
        <a:ext cx="2548184" cy="137756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22981E-DF74-446B-AEA1-5DE911E09EE8}">
      <dsp:nvSpPr>
        <dsp:cNvPr id="0" name=""/>
        <dsp:cNvSpPr/>
      </dsp:nvSpPr>
      <dsp:spPr>
        <a:xfrm>
          <a:off x="2284613" y="183867"/>
          <a:ext cx="3649057" cy="1267269"/>
        </a:xfrm>
        <a:prstGeom prst="ellipse">
          <a:avLst/>
        </a:prstGeom>
        <a:solidFill>
          <a:schemeClr val="accent4">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B47152-4A67-4658-80FF-0D408BD05BC3}">
      <dsp:nvSpPr>
        <dsp:cNvPr id="0" name=""/>
        <dsp:cNvSpPr/>
      </dsp:nvSpPr>
      <dsp:spPr>
        <a:xfrm>
          <a:off x="3761209" y="3286980"/>
          <a:ext cx="707181" cy="452596"/>
        </a:xfrm>
        <a:prstGeom prst="downArrow">
          <a:avLst/>
        </a:prstGeom>
        <a:solidFill>
          <a:schemeClr val="accent4">
            <a:tint val="4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BCC02A0-E8BF-41E4-B46E-08D9423F5293}">
      <dsp:nvSpPr>
        <dsp:cNvPr id="0" name=""/>
        <dsp:cNvSpPr/>
      </dsp:nvSpPr>
      <dsp:spPr>
        <a:xfrm>
          <a:off x="2417563" y="3649057"/>
          <a:ext cx="3394472" cy="8486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a:t>Quy định</a:t>
          </a:r>
        </a:p>
      </dsp:txBody>
      <dsp:txXfrm>
        <a:off x="2417563" y="3649057"/>
        <a:ext cx="3394472" cy="848618"/>
      </dsp:txXfrm>
    </dsp:sp>
    <dsp:sp modelId="{A25FDCD9-71D2-42A0-9526-A1B41F81859B}">
      <dsp:nvSpPr>
        <dsp:cNvPr id="0" name=""/>
        <dsp:cNvSpPr/>
      </dsp:nvSpPr>
      <dsp:spPr>
        <a:xfrm>
          <a:off x="2780498" y="1549010"/>
          <a:ext cx="2934504" cy="1272927"/>
        </a:xfrm>
        <a:prstGeom prst="ellipse">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Quy định giao quyền</a:t>
          </a:r>
        </a:p>
      </dsp:txBody>
      <dsp:txXfrm>
        <a:off x="3210246" y="1735426"/>
        <a:ext cx="2075008" cy="900095"/>
      </dsp:txXfrm>
    </dsp:sp>
    <dsp:sp modelId="{9489E92A-EE9B-48F9-B8B4-6B278FAC3881}">
      <dsp:nvSpPr>
        <dsp:cNvPr id="0" name=""/>
        <dsp:cNvSpPr/>
      </dsp:nvSpPr>
      <dsp:spPr>
        <a:xfrm>
          <a:off x="1371596" y="228600"/>
          <a:ext cx="2863793" cy="1272927"/>
        </a:xfrm>
        <a:prstGeom prst="ellipse">
          <a:avLst/>
        </a:prstGeom>
        <a:solidFill>
          <a:schemeClr val="accent4">
            <a:hueOff val="10211516"/>
            <a:satOff val="-11993"/>
            <a:lumOff val="460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Quy định mệnh lệnh</a:t>
          </a:r>
        </a:p>
      </dsp:txBody>
      <dsp:txXfrm>
        <a:off x="1790989" y="415016"/>
        <a:ext cx="2025007" cy="900095"/>
      </dsp:txXfrm>
    </dsp:sp>
    <dsp:sp modelId="{F2770D0F-0E2C-4B15-B323-05A36BD422D4}">
      <dsp:nvSpPr>
        <dsp:cNvPr id="0" name=""/>
        <dsp:cNvSpPr/>
      </dsp:nvSpPr>
      <dsp:spPr>
        <a:xfrm>
          <a:off x="4114795" y="228603"/>
          <a:ext cx="2915779" cy="1272927"/>
        </a:xfrm>
        <a:prstGeom prst="ellipse">
          <a:avLst/>
        </a:prstGeom>
        <a:solidFill>
          <a:schemeClr val="accent4">
            <a:hueOff val="20423033"/>
            <a:satOff val="-23986"/>
            <a:lumOff val="921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a:t>Quy định tùy nghi</a:t>
          </a:r>
        </a:p>
      </dsp:txBody>
      <dsp:txXfrm>
        <a:off x="4541801" y="415019"/>
        <a:ext cx="2061767" cy="900095"/>
      </dsp:txXfrm>
    </dsp:sp>
    <dsp:sp modelId="{2DEA0D63-1AEE-49AB-8625-9F391A04D952}">
      <dsp:nvSpPr>
        <dsp:cNvPr id="0" name=""/>
        <dsp:cNvSpPr/>
      </dsp:nvSpPr>
      <dsp:spPr>
        <a:xfrm>
          <a:off x="914409" y="76190"/>
          <a:ext cx="6402998" cy="3168174"/>
        </a:xfrm>
        <a:prstGeom prst="funnel">
          <a:avLst/>
        </a:prstGeom>
        <a:solidFill>
          <a:schemeClr val="lt1">
            <a:alpha val="40000"/>
            <a:hueOff val="0"/>
            <a:satOff val="0"/>
            <a:lumOff val="0"/>
            <a:alphaOff val="0"/>
          </a:schemeClr>
        </a:solidFill>
        <a:ln w="9525" cap="flat" cmpd="sng" algn="ctr">
          <a:solidFill>
            <a:schemeClr val="accent4">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DEE2CC-7735-47FB-A70D-7B1B275BBE15}">
      <dsp:nvSpPr>
        <dsp:cNvPr id="0" name=""/>
        <dsp:cNvSpPr/>
      </dsp:nvSpPr>
      <dsp:spPr>
        <a:xfrm>
          <a:off x="449268" y="714"/>
          <a:ext cx="4213212" cy="2340673"/>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Hậu quả như thế nào?</a:t>
          </a:r>
        </a:p>
      </dsp:txBody>
      <dsp:txXfrm>
        <a:off x="517824" y="69270"/>
        <a:ext cx="4076100" cy="2203561"/>
      </dsp:txXfrm>
    </dsp:sp>
    <dsp:sp modelId="{021B3C05-CD78-4B66-A3A4-E294537AE7BB}">
      <dsp:nvSpPr>
        <dsp:cNvPr id="0" name=""/>
        <dsp:cNvSpPr/>
      </dsp:nvSpPr>
      <dsp:spPr>
        <a:xfrm rot="5400000">
          <a:off x="2116998" y="2399904"/>
          <a:ext cx="877752" cy="1053303"/>
        </a:xfrm>
        <a:prstGeom prst="rightArrow">
          <a:avLst>
            <a:gd name="adj1" fmla="val 60000"/>
            <a:gd name="adj2" fmla="val 50000"/>
          </a:avLst>
        </a:prstGeom>
        <a:blipFill>
          <a:blip xmlns:r="http://schemas.openxmlformats.org/officeDocument/2006/relationships" r:embed="rId1">
            <a:duotone>
              <a:schemeClr val="accent1">
                <a:tint val="60000"/>
                <a:hueOff val="0"/>
                <a:satOff val="0"/>
                <a:lumOff val="0"/>
                <a:alphaOff val="0"/>
                <a:tint val="30000"/>
                <a:satMod val="300000"/>
              </a:schemeClr>
              <a:schemeClr val="accent1">
                <a:tint val="60000"/>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2000250">
            <a:lnSpc>
              <a:spcPct val="90000"/>
            </a:lnSpc>
            <a:spcBef>
              <a:spcPct val="0"/>
            </a:spcBef>
            <a:spcAft>
              <a:spcPct val="35000"/>
            </a:spcAft>
            <a:buNone/>
          </a:pPr>
          <a:endParaRPr lang="en-US" sz="4500" kern="1200"/>
        </a:p>
      </dsp:txBody>
      <dsp:txXfrm rot="-5400000">
        <a:off x="2239884" y="2487679"/>
        <a:ext cx="631981" cy="614426"/>
      </dsp:txXfrm>
    </dsp:sp>
    <dsp:sp modelId="{F5B7B693-6949-4CB4-8A2E-21B21CAD9E3A}">
      <dsp:nvSpPr>
        <dsp:cNvPr id="0" name=""/>
        <dsp:cNvSpPr/>
      </dsp:nvSpPr>
      <dsp:spPr>
        <a:xfrm>
          <a:off x="449268" y="3511724"/>
          <a:ext cx="4213212" cy="2340673"/>
        </a:xfrm>
        <a:prstGeom prst="roundRect">
          <a:avLst>
            <a:gd name="adj" fmla="val 10000"/>
          </a:avLst>
        </a:prstGeom>
        <a:blipFill>
          <a:blip xmlns:r="http://schemas.openxmlformats.org/officeDocument/2006/relationships" r:embed="rId1">
            <a:duotone>
              <a:schemeClr val="accent1">
                <a:hueOff val="0"/>
                <a:satOff val="0"/>
                <a:lumOff val="0"/>
                <a:alphaOff val="0"/>
                <a:tint val="30000"/>
                <a:satMod val="300000"/>
              </a:schemeClr>
              <a:schemeClr val="accent1">
                <a:hueOff val="0"/>
                <a:satOff val="0"/>
                <a:lumOff val="0"/>
                <a:alphaOff val="0"/>
                <a:tint val="40000"/>
                <a:satMod val="200000"/>
              </a:schemeClr>
            </a:duotone>
          </a:blip>
          <a:tile tx="0" ty="0" sx="70000" sy="70000" flip="none" algn="ctr"/>
        </a:blipFill>
        <a:ln>
          <a:noFill/>
        </a:ln>
        <a:effectLst>
          <a:outerShdw blurRad="38100" dist="25400" dir="5400000" algn="t" rotWithShape="0">
            <a:srgbClr val="000000">
              <a:alpha val="50000"/>
            </a:srgbClr>
          </a:outerShdw>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kern="1200"/>
            <a:t>Mức độ?</a:t>
          </a:r>
        </a:p>
      </dsp:txBody>
      <dsp:txXfrm>
        <a:off x="517824" y="3580280"/>
        <a:ext cx="4076100" cy="22035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9FC63-EFDC-4D3F-B4F9-08717366B32F}">
      <dsp:nvSpPr>
        <dsp:cNvPr id="0" name=""/>
        <dsp:cNvSpPr/>
      </dsp:nvSpPr>
      <dsp:spPr>
        <a:xfrm rot="5400000">
          <a:off x="4164264" y="-1978573"/>
          <a:ext cx="2085306" cy="6044119"/>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a:t>Hình phạt (Cảnh cáo, phạt tiền, cải tạo không giam giữ, trục xuất, tù có thời hạn, tù chung thân, tử hình).</a:t>
          </a:r>
        </a:p>
        <a:p>
          <a:pPr marL="228600" lvl="1" indent="-228600" algn="l" defTabSz="889000">
            <a:lnSpc>
              <a:spcPct val="90000"/>
            </a:lnSpc>
            <a:spcBef>
              <a:spcPct val="0"/>
            </a:spcBef>
            <a:spcAft>
              <a:spcPct val="15000"/>
            </a:spcAft>
            <a:buChar char="•"/>
          </a:pPr>
          <a:r>
            <a:rPr lang="en-US" sz="2000" kern="1200"/>
            <a:t>Hình phạt bổ sung (Cấm đảm nhiệm chức vụ, hành nghề, cấm cư trú. . .)</a:t>
          </a:r>
        </a:p>
        <a:p>
          <a:pPr marL="228600" lvl="1" indent="-228600" algn="l" defTabSz="889000">
            <a:lnSpc>
              <a:spcPct val="90000"/>
            </a:lnSpc>
            <a:spcBef>
              <a:spcPct val="0"/>
            </a:spcBef>
            <a:spcAft>
              <a:spcPct val="15000"/>
            </a:spcAft>
            <a:buChar char="•"/>
          </a:pPr>
          <a:r>
            <a:rPr lang="en-US" sz="2000" kern="1200"/>
            <a:t>Biện pháp tư pháp  (buộc chữa bệnh, trả lại tài sản. . .)</a:t>
          </a:r>
        </a:p>
      </dsp:txBody>
      <dsp:txXfrm rot="-5400000">
        <a:off x="2184858" y="102629"/>
        <a:ext cx="5942323" cy="1881714"/>
      </dsp:txXfrm>
    </dsp:sp>
    <dsp:sp modelId="{95E1509B-6465-410A-8E73-96CFF2728C7D}">
      <dsp:nvSpPr>
        <dsp:cNvPr id="0" name=""/>
        <dsp:cNvSpPr/>
      </dsp:nvSpPr>
      <dsp:spPr>
        <a:xfrm>
          <a:off x="61" y="4812"/>
          <a:ext cx="2184796" cy="2077346"/>
        </a:xfrm>
        <a:prstGeom prst="roundRect">
          <a:avLst/>
        </a:prstGeom>
        <a:blipFill>
          <a:blip xmlns:r="http://schemas.openxmlformats.org/officeDocument/2006/relationships" r:embed="rId1">
            <a:duotone>
              <a:schemeClr val="accent1">
                <a:hueOff val="0"/>
                <a:satOff val="0"/>
                <a:lumOff val="0"/>
                <a:alphaOff val="0"/>
                <a:shade val="22000"/>
                <a:satMod val="160000"/>
              </a:schemeClr>
              <a:schemeClr val="accent1">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Chế tài hình sự</a:t>
          </a:r>
        </a:p>
      </dsp:txBody>
      <dsp:txXfrm>
        <a:off x="101469" y="106220"/>
        <a:ext cx="1981980" cy="1874530"/>
      </dsp:txXfrm>
    </dsp:sp>
    <dsp:sp modelId="{52E10279-4B58-432E-91F7-DC7A79610C2F}">
      <dsp:nvSpPr>
        <dsp:cNvPr id="0" name=""/>
        <dsp:cNvSpPr/>
      </dsp:nvSpPr>
      <dsp:spPr>
        <a:xfrm rot="5400000">
          <a:off x="4102005" y="357702"/>
          <a:ext cx="2255333" cy="5999732"/>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a:t>Xử phạt hành chính (Cảnh cáo, phạt tiền, trục xuất)</a:t>
          </a:r>
        </a:p>
        <a:p>
          <a:pPr marL="228600" lvl="1" indent="-228600" algn="l" defTabSz="889000">
            <a:lnSpc>
              <a:spcPct val="90000"/>
            </a:lnSpc>
            <a:spcBef>
              <a:spcPct val="0"/>
            </a:spcBef>
            <a:spcAft>
              <a:spcPct val="15000"/>
            </a:spcAft>
            <a:buChar char="•"/>
          </a:pPr>
          <a:r>
            <a:rPr lang="en-US" sz="2000" kern="1200"/>
            <a:t>Hình thức xử phạt bổ sung (Tước quyền xử dụng giấy phép; chứng chỉ hành nghề, tịch thu tang vật, phương tiện).</a:t>
          </a:r>
        </a:p>
        <a:p>
          <a:pPr marL="228600" lvl="1" indent="-228600" algn="l" defTabSz="889000">
            <a:lnSpc>
              <a:spcPct val="90000"/>
            </a:lnSpc>
            <a:spcBef>
              <a:spcPct val="0"/>
            </a:spcBef>
            <a:spcAft>
              <a:spcPct val="15000"/>
            </a:spcAft>
            <a:buChar char="•"/>
          </a:pPr>
          <a:r>
            <a:rPr lang="en-US" sz="2000" kern="1200"/>
            <a:t>Biện pháp khắc phục hậu quả (buộc khôi phục lại tình trạng ban đầu, buộc tháo dỡ cong trình</a:t>
          </a:r>
        </a:p>
        <a:p>
          <a:pPr marL="228600" lvl="1" indent="-228600" algn="l" defTabSz="889000">
            <a:lnSpc>
              <a:spcPct val="90000"/>
            </a:lnSpc>
            <a:spcBef>
              <a:spcPct val="0"/>
            </a:spcBef>
            <a:spcAft>
              <a:spcPct val="15000"/>
            </a:spcAft>
            <a:buChar char="•"/>
          </a:pPr>
          <a:endParaRPr lang="en-US" sz="2000" kern="1200"/>
        </a:p>
      </dsp:txBody>
      <dsp:txXfrm rot="-5400000">
        <a:off x="2229806" y="2339997"/>
        <a:ext cx="5889636" cy="2035141"/>
      </dsp:txXfrm>
    </dsp:sp>
    <dsp:sp modelId="{68AE6D51-4233-4304-A76D-F93D34957431}">
      <dsp:nvSpPr>
        <dsp:cNvPr id="0" name=""/>
        <dsp:cNvSpPr/>
      </dsp:nvSpPr>
      <dsp:spPr>
        <a:xfrm>
          <a:off x="61" y="2190006"/>
          <a:ext cx="2229744" cy="2335124"/>
        </a:xfrm>
        <a:prstGeom prst="roundRect">
          <a:avLst/>
        </a:prstGeom>
        <a:blipFill>
          <a:blip xmlns:r="http://schemas.openxmlformats.org/officeDocument/2006/relationships" r:embed="rId1">
            <a:duotone>
              <a:schemeClr val="accent1">
                <a:hueOff val="0"/>
                <a:satOff val="0"/>
                <a:lumOff val="0"/>
                <a:alphaOff val="0"/>
                <a:shade val="22000"/>
                <a:satMod val="160000"/>
              </a:schemeClr>
              <a:schemeClr val="accent1">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Chế tài hành chính</a:t>
          </a:r>
        </a:p>
      </dsp:txBody>
      <dsp:txXfrm>
        <a:off x="108908" y="2298853"/>
        <a:ext cx="2012050" cy="211743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9FC63-EFDC-4D3F-B4F9-08717366B32F}">
      <dsp:nvSpPr>
        <dsp:cNvPr id="0" name=""/>
        <dsp:cNvSpPr/>
      </dsp:nvSpPr>
      <dsp:spPr>
        <a:xfrm rot="5400000">
          <a:off x="4637636" y="-1529550"/>
          <a:ext cx="1916983" cy="5266944"/>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kern="1200"/>
            <a:t>Bồi thường thiệt hại (bồi thường những thiệt hại về vật chất, tổn thất về tinh thần).</a:t>
          </a:r>
        </a:p>
        <a:p>
          <a:pPr marL="228600" lvl="1" indent="-228600" algn="l" defTabSz="889000">
            <a:lnSpc>
              <a:spcPct val="90000"/>
            </a:lnSpc>
            <a:spcBef>
              <a:spcPct val="0"/>
            </a:spcBef>
            <a:spcAft>
              <a:spcPct val="15000"/>
            </a:spcAft>
            <a:buChar char="•"/>
          </a:pPr>
          <a:r>
            <a:rPr lang="en-US" sz="2000" kern="1200"/>
            <a:t>Phạt vi phạm</a:t>
          </a:r>
        </a:p>
        <a:p>
          <a:pPr marL="228600" lvl="1" indent="-228600" algn="l" defTabSz="889000">
            <a:lnSpc>
              <a:spcPct val="90000"/>
            </a:lnSpc>
            <a:spcBef>
              <a:spcPct val="0"/>
            </a:spcBef>
            <a:spcAft>
              <a:spcPct val="15000"/>
            </a:spcAft>
            <a:buChar char="•"/>
          </a:pPr>
          <a:r>
            <a:rPr lang="en-US" sz="2000" kern="1200"/>
            <a:t>Xin lỗi, cải chính công khai</a:t>
          </a:r>
        </a:p>
      </dsp:txBody>
      <dsp:txXfrm rot="-5400000">
        <a:off x="2962656" y="239009"/>
        <a:ext cx="5173365" cy="1729825"/>
      </dsp:txXfrm>
    </dsp:sp>
    <dsp:sp modelId="{95E1509B-6465-410A-8E73-96CFF2728C7D}">
      <dsp:nvSpPr>
        <dsp:cNvPr id="0" name=""/>
        <dsp:cNvSpPr/>
      </dsp:nvSpPr>
      <dsp:spPr>
        <a:xfrm>
          <a:off x="0" y="55"/>
          <a:ext cx="2962656" cy="2207732"/>
        </a:xfrm>
        <a:prstGeom prst="roundRect">
          <a:avLst/>
        </a:prstGeom>
        <a:blipFill>
          <a:blip xmlns:r="http://schemas.openxmlformats.org/officeDocument/2006/relationships" r:embed="rId1">
            <a:duotone>
              <a:schemeClr val="accent1">
                <a:hueOff val="0"/>
                <a:satOff val="0"/>
                <a:lumOff val="0"/>
                <a:alphaOff val="0"/>
                <a:shade val="22000"/>
                <a:satMod val="160000"/>
              </a:schemeClr>
              <a:schemeClr val="accent1">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Chế tài dân sự</a:t>
          </a:r>
        </a:p>
      </dsp:txBody>
      <dsp:txXfrm>
        <a:off x="107773" y="107828"/>
        <a:ext cx="2747110" cy="1992186"/>
      </dsp:txXfrm>
    </dsp:sp>
    <dsp:sp modelId="{52E10279-4B58-432E-91F7-DC7A79610C2F}">
      <dsp:nvSpPr>
        <dsp:cNvPr id="0" name=""/>
        <dsp:cNvSpPr/>
      </dsp:nvSpPr>
      <dsp:spPr>
        <a:xfrm rot="5400000">
          <a:off x="4583855" y="788569"/>
          <a:ext cx="2024544" cy="5266944"/>
        </a:xfrm>
        <a:prstGeom prst="round2SameRect">
          <a:avLst/>
        </a:prstGeom>
        <a:solidFill>
          <a:schemeClr val="accent1">
            <a:alpha val="90000"/>
            <a:tint val="40000"/>
            <a:hueOff val="0"/>
            <a:satOff val="0"/>
            <a:lumOff val="0"/>
            <a:alphaOff val="0"/>
          </a:schemeClr>
        </a:solidFill>
        <a:ln w="9525" cap="flat" cmpd="sng" algn="ctr">
          <a:solidFill>
            <a:schemeClr val="accent1">
              <a:alpha val="90000"/>
              <a:tint val="40000"/>
              <a:hueOff val="0"/>
              <a:satOff val="0"/>
              <a:lumOff val="0"/>
              <a:alphaOff val="0"/>
            </a:schemeClr>
          </a:solidFill>
          <a:prstDash val="solid"/>
        </a:ln>
        <a:effectLst>
          <a:outerShdw blurRad="38100" dist="25400" dir="5400000" algn="t" rotWithShape="0">
            <a:srgbClr val="000000">
              <a:alpha val="50000"/>
            </a:srgbClr>
          </a:outerShdw>
        </a:effectLst>
        <a:scene3d>
          <a:camera prst="orthographicFront"/>
          <a:lightRig rig="threePt" dir="t">
            <a:rot lat="0" lon="0" rev="7500000"/>
          </a:lightRig>
        </a:scene3d>
        <a:sp3d extrusionH="190500" prstMaterial="dkEdge">
          <a:bevelT w="120650" h="38100" prst="relaxedInset"/>
          <a:bevelB w="120650" h="571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endParaRPr lang="en-US" sz="2000" kern="1200"/>
        </a:p>
        <a:p>
          <a:pPr marL="228600" lvl="1" indent="-228600" algn="l" defTabSz="889000">
            <a:lnSpc>
              <a:spcPct val="90000"/>
            </a:lnSpc>
            <a:spcBef>
              <a:spcPct val="0"/>
            </a:spcBef>
            <a:spcAft>
              <a:spcPct val="15000"/>
            </a:spcAft>
            <a:buChar char="•"/>
          </a:pPr>
          <a:r>
            <a:rPr lang="en-US" sz="2000" kern="1200"/>
            <a:t>Phê bình; khiển trách</a:t>
          </a:r>
        </a:p>
        <a:p>
          <a:pPr marL="228600" lvl="1" indent="-228600" algn="l" defTabSz="889000">
            <a:lnSpc>
              <a:spcPct val="90000"/>
            </a:lnSpc>
            <a:spcBef>
              <a:spcPct val="0"/>
            </a:spcBef>
            <a:spcAft>
              <a:spcPct val="15000"/>
            </a:spcAft>
            <a:buChar char="•"/>
          </a:pPr>
          <a:r>
            <a:rPr lang="en-US" sz="2000" kern="1200"/>
            <a:t>Cảnh cáo</a:t>
          </a:r>
        </a:p>
        <a:p>
          <a:pPr marL="228600" lvl="1" indent="-228600" algn="l" defTabSz="889000">
            <a:lnSpc>
              <a:spcPct val="90000"/>
            </a:lnSpc>
            <a:spcBef>
              <a:spcPct val="0"/>
            </a:spcBef>
            <a:spcAft>
              <a:spcPct val="15000"/>
            </a:spcAft>
            <a:buChar char="•"/>
          </a:pPr>
          <a:r>
            <a:rPr lang="en-US" sz="2000" kern="1200"/>
            <a:t>Hạ bậc lương</a:t>
          </a:r>
        </a:p>
        <a:p>
          <a:pPr marL="228600" lvl="1" indent="-228600" algn="l" defTabSz="889000">
            <a:lnSpc>
              <a:spcPct val="90000"/>
            </a:lnSpc>
            <a:spcBef>
              <a:spcPct val="0"/>
            </a:spcBef>
            <a:spcAft>
              <a:spcPct val="15000"/>
            </a:spcAft>
            <a:buChar char="•"/>
          </a:pPr>
          <a:r>
            <a:rPr lang="en-US" sz="2000" kern="1200"/>
            <a:t>Buộc thôi việc</a:t>
          </a:r>
        </a:p>
      </dsp:txBody>
      <dsp:txXfrm rot="-5400000">
        <a:off x="2962655" y="2508599"/>
        <a:ext cx="5168114" cy="1826884"/>
      </dsp:txXfrm>
    </dsp:sp>
    <dsp:sp modelId="{68AE6D51-4233-4304-A76D-F93D34957431}">
      <dsp:nvSpPr>
        <dsp:cNvPr id="0" name=""/>
        <dsp:cNvSpPr/>
      </dsp:nvSpPr>
      <dsp:spPr>
        <a:xfrm>
          <a:off x="0" y="2318174"/>
          <a:ext cx="2962656" cy="2207732"/>
        </a:xfrm>
        <a:prstGeom prst="roundRect">
          <a:avLst/>
        </a:prstGeom>
        <a:blipFill>
          <a:blip xmlns:r="http://schemas.openxmlformats.org/officeDocument/2006/relationships" r:embed="rId1">
            <a:duotone>
              <a:schemeClr val="accent1">
                <a:hueOff val="0"/>
                <a:satOff val="0"/>
                <a:lumOff val="0"/>
                <a:alphaOff val="0"/>
                <a:shade val="22000"/>
                <a:satMod val="160000"/>
              </a:schemeClr>
              <a:schemeClr val="accent1">
                <a:hueOff val="0"/>
                <a:satOff val="0"/>
                <a:lumOff val="0"/>
                <a:alphaOff val="0"/>
                <a:shade val="45000"/>
                <a:satMod val="100000"/>
              </a:schemeClr>
            </a:duotone>
          </a:blip>
          <a:tile tx="0" ty="0" sx="65000" sy="65000" flip="none" algn="ctr"/>
        </a:blipFill>
        <a:ln>
          <a:noFill/>
        </a:ln>
        <a:effectLst>
          <a:outerShdw blurRad="38100" dist="25400" dir="5400000" algn="t" rotWithShape="0">
            <a:srgbClr val="000000">
              <a:alpha val="50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kern="1200"/>
            <a:t>Chế tài kỉ luật</a:t>
          </a:r>
        </a:p>
      </dsp:txBody>
      <dsp:txXfrm>
        <a:off x="107773" y="2425947"/>
        <a:ext cx="2747110" cy="19921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DC792E-B376-4B50-8215-55E3A37ECBAF}">
      <dsp:nvSpPr>
        <dsp:cNvPr id="0" name=""/>
        <dsp:cNvSpPr/>
      </dsp:nvSpPr>
      <dsp:spPr>
        <a:xfrm>
          <a:off x="3148998" y="2064344"/>
          <a:ext cx="1474403" cy="1474403"/>
        </a:xfrm>
        <a:prstGeom prst="ellipse">
          <a:avLst/>
        </a:prstGeom>
        <a:solidFill>
          <a:schemeClr val="accent4">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1">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a:t>Quan hệ pháp luật</a:t>
          </a:r>
        </a:p>
      </dsp:txBody>
      <dsp:txXfrm>
        <a:off x="3364919" y="2280265"/>
        <a:ext cx="1042561" cy="1042561"/>
      </dsp:txXfrm>
    </dsp:sp>
    <dsp:sp modelId="{8F99A2C7-9CD9-4257-9D26-D75FFB67BFF0}">
      <dsp:nvSpPr>
        <dsp:cNvPr id="0" name=""/>
        <dsp:cNvSpPr/>
      </dsp:nvSpPr>
      <dsp:spPr>
        <a:xfrm rot="16200000">
          <a:off x="3730438" y="1528622"/>
          <a:ext cx="311523" cy="501297"/>
        </a:xfrm>
        <a:prstGeom prst="rightArrow">
          <a:avLst>
            <a:gd name="adj1" fmla="val 60000"/>
            <a:gd name="adj2" fmla="val 50000"/>
          </a:avLst>
        </a:prstGeom>
        <a:solidFill>
          <a:schemeClr val="accent5">
            <a:hueOff val="0"/>
            <a:satOff val="0"/>
            <a:lumOff val="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777167" y="1675610"/>
        <a:ext cx="218066" cy="300779"/>
      </dsp:txXfrm>
    </dsp:sp>
    <dsp:sp modelId="{0B4E61DA-8983-462D-97D6-A35289E09E9D}">
      <dsp:nvSpPr>
        <dsp:cNvPr id="0" name=""/>
        <dsp:cNvSpPr/>
      </dsp:nvSpPr>
      <dsp:spPr>
        <a:xfrm>
          <a:off x="3148998" y="2161"/>
          <a:ext cx="1474403" cy="1474403"/>
        </a:xfrm>
        <a:prstGeom prst="ellipse">
          <a:avLst/>
        </a:prstGeom>
        <a:solidFill>
          <a:schemeClr val="accent5">
            <a:hueOff val="0"/>
            <a:satOff val="0"/>
            <a:lumOff val="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Chủ thể </a:t>
          </a:r>
        </a:p>
      </dsp:txBody>
      <dsp:txXfrm>
        <a:off x="3364919" y="218082"/>
        <a:ext cx="1042561" cy="1042561"/>
      </dsp:txXfrm>
    </dsp:sp>
    <dsp:sp modelId="{0452EA0D-25FD-4DB1-958B-1FB3E9947EF2}">
      <dsp:nvSpPr>
        <dsp:cNvPr id="0" name=""/>
        <dsp:cNvSpPr/>
      </dsp:nvSpPr>
      <dsp:spPr>
        <a:xfrm rot="1800000">
          <a:off x="4615754" y="3062034"/>
          <a:ext cx="311523" cy="501297"/>
        </a:xfrm>
        <a:prstGeom prst="rightArrow">
          <a:avLst>
            <a:gd name="adj1" fmla="val 60000"/>
            <a:gd name="adj2" fmla="val 50000"/>
          </a:avLst>
        </a:prstGeom>
        <a:solidFill>
          <a:schemeClr val="accent5">
            <a:hueOff val="-10661560"/>
            <a:satOff val="6060"/>
            <a:lumOff val="-500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622014" y="3138929"/>
        <a:ext cx="218066" cy="300779"/>
      </dsp:txXfrm>
    </dsp:sp>
    <dsp:sp modelId="{B79B345E-D9E7-4118-8A3C-3C0897F7390A}">
      <dsp:nvSpPr>
        <dsp:cNvPr id="0" name=""/>
        <dsp:cNvSpPr/>
      </dsp:nvSpPr>
      <dsp:spPr>
        <a:xfrm>
          <a:off x="4934901" y="3095435"/>
          <a:ext cx="1474403" cy="1474403"/>
        </a:xfrm>
        <a:prstGeom prst="ellipse">
          <a:avLst/>
        </a:prstGeom>
        <a:solidFill>
          <a:schemeClr val="accent5">
            <a:hueOff val="-10661560"/>
            <a:satOff val="6060"/>
            <a:lumOff val="-500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Nội dung</a:t>
          </a:r>
        </a:p>
      </dsp:txBody>
      <dsp:txXfrm>
        <a:off x="5150822" y="3311356"/>
        <a:ext cx="1042561" cy="1042561"/>
      </dsp:txXfrm>
    </dsp:sp>
    <dsp:sp modelId="{9C65DAF2-2E41-424A-9AC7-7E72033A6B0D}">
      <dsp:nvSpPr>
        <dsp:cNvPr id="0" name=""/>
        <dsp:cNvSpPr/>
      </dsp:nvSpPr>
      <dsp:spPr>
        <a:xfrm rot="9000000">
          <a:off x="2845122" y="3062034"/>
          <a:ext cx="311523" cy="501297"/>
        </a:xfrm>
        <a:prstGeom prst="rightArrow">
          <a:avLst>
            <a:gd name="adj1" fmla="val 60000"/>
            <a:gd name="adj2" fmla="val 50000"/>
          </a:avLst>
        </a:prstGeom>
        <a:solidFill>
          <a:schemeClr val="accent5">
            <a:hueOff val="-21323121"/>
            <a:satOff val="12119"/>
            <a:lumOff val="-10000"/>
            <a:alphaOff val="0"/>
          </a:schemeClr>
        </a:solidFill>
        <a:ln>
          <a:noFill/>
        </a:ln>
        <a:effectLst/>
        <a:scene3d>
          <a:camera prst="orthographicFront">
            <a:rot lat="0" lon="0" rev="0"/>
          </a:camera>
          <a:lightRig rig="contrasting" dir="t">
            <a:rot lat="0" lon="0" rev="1200000"/>
          </a:lightRig>
        </a:scene3d>
        <a:sp3d z="-182000" contourW="19050" prstMaterial="metal">
          <a:bevelT w="88900" h="203200"/>
          <a:bevelB w="165100" h="254000"/>
        </a:sp3d>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rot="10800000">
        <a:off x="2932319" y="3138929"/>
        <a:ext cx="218066" cy="300779"/>
      </dsp:txXfrm>
    </dsp:sp>
    <dsp:sp modelId="{71977E46-1CED-45AD-96B8-B28602534F7A}">
      <dsp:nvSpPr>
        <dsp:cNvPr id="0" name=""/>
        <dsp:cNvSpPr/>
      </dsp:nvSpPr>
      <dsp:spPr>
        <a:xfrm>
          <a:off x="1363095" y="3095435"/>
          <a:ext cx="1474403" cy="1474403"/>
        </a:xfrm>
        <a:prstGeom prst="ellipse">
          <a:avLst/>
        </a:prstGeom>
        <a:solidFill>
          <a:schemeClr val="accent5">
            <a:hueOff val="-21323121"/>
            <a:satOff val="12119"/>
            <a:lumOff val="-10000"/>
            <a:alphaOff val="0"/>
          </a:schemeClr>
        </a:solidFill>
        <a:ln>
          <a:noFill/>
        </a:ln>
        <a:effectLst>
          <a:outerShdw blurRad="38100" dist="25400" dir="5400000" algn="t" rotWithShape="0">
            <a:srgbClr val="000000">
              <a:alpha val="50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35560" tIns="35560" rIns="35560" bIns="35560" numCol="1" spcCol="1270" anchor="ctr" anchorCtr="0">
          <a:noAutofit/>
        </a:bodyPr>
        <a:lstStyle/>
        <a:p>
          <a:pPr marL="0" lvl="0" indent="0" algn="ctr" defTabSz="1244600">
            <a:lnSpc>
              <a:spcPct val="90000"/>
            </a:lnSpc>
            <a:spcBef>
              <a:spcPct val="0"/>
            </a:spcBef>
            <a:spcAft>
              <a:spcPct val="35000"/>
            </a:spcAft>
            <a:buNone/>
          </a:pPr>
          <a:r>
            <a:rPr lang="en-US" sz="2800" kern="1200"/>
            <a:t>khách thể</a:t>
          </a:r>
        </a:p>
      </dsp:txBody>
      <dsp:txXfrm>
        <a:off x="1579016" y="3311356"/>
        <a:ext cx="1042561" cy="1042561"/>
      </dsp:txXfrm>
    </dsp:sp>
  </dsp:spTree>
</dsp:drawing>
</file>

<file path=ppt/diagrams/layout1.xml><?xml version="1.0" encoding="utf-8"?>
<dgm:layoutDef xmlns:dgm="http://schemas.openxmlformats.org/drawingml/2006/diagram" xmlns:a="http://schemas.openxmlformats.org/drawingml/2006/main" uniqueId="urn:microsoft.com/office/officeart/2005/8/layout/vList6">
  <dgm:title val=""/>
  <dgm:desc val=""/>
  <dgm:catLst>
    <dgm:cat type="process" pri="22000"/>
    <dgm:cat type="list" pri="1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dgm:varLst>
    <dgm:alg type="lin">
      <dgm:param type="linDir" val="fromT"/>
    </dgm:alg>
    <dgm:shape xmlns:r="http://schemas.openxmlformats.org/officeDocument/2006/relationships" r:blip="">
      <dgm:adjLst/>
    </dgm:shape>
    <dgm:presOf/>
    <dgm:constrLst>
      <dgm:constr type="w" for="ch" forName="linNode" refType="w"/>
      <dgm:constr type="h" for="ch" forName="linNode" refType="h"/>
      <dgm:constr type="h" for="ch" forName="spacing" refType="h" refFor="ch" refForName="linNode" fact="0.1"/>
      <dgm:constr type="primFontSz" for="des" forName="parentShp" op="equ" val="65"/>
      <dgm:constr type="primFontSz" for="des" forName="childShp" op="equ" val="65"/>
    </dgm:constrLst>
    <dgm:ruleLst/>
    <dgm:forEach name="Name1" axis="ch" ptType="node">
      <dgm:layoutNode name="linNode">
        <dgm:choose name="Name2">
          <dgm:if name="Name3" func="var" arg="dir" op="equ" val="norm">
            <dgm:alg type="lin">
              <dgm:param type="linDir" val="fromL"/>
            </dgm:alg>
          </dgm:if>
          <dgm:else name="Name4">
            <dgm:alg type="lin">
              <dgm:param type="linDir" val="fromR"/>
            </dgm:alg>
          </dgm:else>
        </dgm:choose>
        <dgm:shape xmlns:r="http://schemas.openxmlformats.org/officeDocument/2006/relationships" r:blip="">
          <dgm:adjLst/>
        </dgm:shape>
        <dgm:presOf/>
        <dgm:choose name="Name5">
          <dgm:if name="Name6" func="var" arg="dir" op="equ" val="norm">
            <dgm:constrLst>
              <dgm:constr type="w" for="ch" forName="parentShp" refType="w" fact="0.4"/>
              <dgm:constr type="h" for="ch" forName="parentShp" refType="h"/>
              <dgm:constr type="w" for="ch" forName="childShp" refType="w" fact="0.6"/>
              <dgm:constr type="h" for="ch" forName="childShp" refType="h" refFor="ch" refForName="parentShp"/>
            </dgm:constrLst>
          </dgm:if>
          <dgm:else name="Name7">
            <dgm:constrLst>
              <dgm:constr type="w" for="ch" forName="parentShp" refType="w" fact="0.4"/>
              <dgm:constr type="h" for="ch" forName="parentShp" refType="h"/>
              <dgm:constr type="w" for="ch" forName="childShp" refType="w" fact="0.6"/>
              <dgm:constr type="h" for="ch" forName="childShp" refType="h" refFor="ch" refForName="parentShp"/>
            </dgm:constrLst>
          </dgm:else>
        </dgm:choose>
        <dgm:ruleLst/>
        <dgm:layoutNode name="parentShp" styleLbl="node1">
          <dgm:varLst>
            <dgm:bulletEnabled val="1"/>
          </dgm:varLst>
          <dgm:alg type="tx"/>
          <dgm:shape xmlns:r="http://schemas.openxmlformats.org/officeDocument/2006/relationships" type="roundRect" r:blip="">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layoutNode name="childShp" styleLbl="bgAccFollowNode1">
          <dgm:varLst>
            <dgm:bulletEnabled val="1"/>
          </dgm:varLst>
          <dgm:alg type="tx">
            <dgm:param type="stBulletLvl" val="1"/>
          </dgm:alg>
          <dgm:choose name="Name8">
            <dgm:if name="Name9" func="var" arg="dir" op="equ" val="norm">
              <dgm:shape xmlns:r="http://schemas.openxmlformats.org/officeDocument/2006/relationships" type="rightArrow" r:blip="" zOrderOff="-2">
                <dgm:adjLst>
                  <dgm:adj idx="1" val="0.75"/>
                </dgm:adjLst>
              </dgm:shape>
            </dgm:if>
            <dgm:else name="Name10">
              <dgm:shape xmlns:r="http://schemas.openxmlformats.org/officeDocument/2006/relationships" rot="180" type="rightArrow" r:blip="" zOrderOff="-2">
                <dgm:adjLst>
                  <dgm:adj idx="1" val="0.75"/>
                </dgm:adjLst>
              </dgm:shape>
            </dgm:else>
          </dgm:choose>
          <dgm:presOf axis="des" ptType="node"/>
          <dgm:constrLst>
            <dgm:constr type="secFontSz" refType="primFontSz"/>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forEach name="Name11" axis="followSib" ptType="sibTrans" cnt="1">
        <dgm:layoutNode name="spacing">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1">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2#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3">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1B9BD1-1C93-4C78-957F-006A068B939F}" type="datetimeFigureOut">
              <a:rPr lang="en-US" smtClean="0"/>
              <a:pPr/>
              <a:t>2/10/2025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FE8842-25DA-4C4D-86EB-496F690BBA6C}"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299C8749-BB0A-486B-AB96-FC0EF0D67357}" type="datetime1">
              <a:rPr lang="en-US" smtClean="0"/>
              <a:pPr/>
              <a:t>2/10/2025</a:t>
            </a:fld>
            <a:endParaRPr lang="en-US"/>
          </a:p>
        </p:txBody>
      </p:sp>
      <p:sp>
        <p:nvSpPr>
          <p:cNvPr id="17" name="Footer Placeholder 16"/>
          <p:cNvSpPr>
            <a:spLocks noGrp="1"/>
          </p:cNvSpPr>
          <p:nvPr>
            <p:ph type="ftr" sz="quarter" idx="11"/>
          </p:nvPr>
        </p:nvSpPr>
        <p:spPr/>
        <p:txBody>
          <a:bodyPr/>
          <a:lstStyle/>
          <a:p>
            <a:r>
              <a:rPr lang="en-US"/>
              <a:t>Nguyễn Thị Yến</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677F844C-E5DA-442A-A4AF-5518AB6AAEC1}"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73B344A1-D94C-4F4E-AF33-F6230A63A745}" type="datetime1">
              <a:rPr lang="en-US" smtClean="0"/>
              <a:pPr/>
              <a:t>2/10/2025</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677F844C-E5DA-442A-A4AF-5518AB6AAEC1}"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9AA50CC7-C9C7-4094-95C7-801B06C326E8}" type="datetime1">
              <a:rPr lang="en-US" smtClean="0"/>
              <a:pPr/>
              <a:t>2/10/2025</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Nguyễn Thị Yến</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677F844C-E5DA-442A-A4AF-5518AB6AAEC1}"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1DAC6C24-ED24-4EC3-B39E-6580B0DB4E30}" type="datetime1">
              <a:rPr lang="en-US" smtClean="0"/>
              <a:pPr/>
              <a:t>2/10/2025</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677F844C-E5DA-442A-A4AF-5518AB6AAEC1}"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6A0F6357-918E-4939-84B9-13044F5C2C8F}" type="datetime1">
              <a:rPr lang="en-US" smtClean="0"/>
              <a:pPr/>
              <a:t>2/10/2025</a:t>
            </a:fld>
            <a:endParaRPr lang="en-US"/>
          </a:p>
        </p:txBody>
      </p:sp>
      <p:sp>
        <p:nvSpPr>
          <p:cNvPr id="8" name="Footer Placeholder 7"/>
          <p:cNvSpPr>
            <a:spLocks noGrp="1"/>
          </p:cNvSpPr>
          <p:nvPr>
            <p:ph type="ftr" sz="quarter" idx="11"/>
          </p:nvPr>
        </p:nvSpPr>
        <p:spPr/>
        <p:txBody>
          <a:bodyPr/>
          <a:lstStyle/>
          <a:p>
            <a:r>
              <a:rPr lang="en-US"/>
              <a:t>Nguyễn Thị Yến</a:t>
            </a:r>
          </a:p>
        </p:txBody>
      </p:sp>
      <p:sp>
        <p:nvSpPr>
          <p:cNvPr id="9" name="Slide Number Placeholder 8"/>
          <p:cNvSpPr>
            <a:spLocks noGrp="1"/>
          </p:cNvSpPr>
          <p:nvPr>
            <p:ph type="sldNum" sz="quarter" idx="12"/>
          </p:nvPr>
        </p:nvSpPr>
        <p:spPr/>
        <p:txBody>
          <a:bodyPr/>
          <a:lstStyle/>
          <a:p>
            <a:fld id="{677F844C-E5DA-442A-A4AF-5518AB6AAEC1}"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4F7368FC-B588-4A2B-95F6-89E11D848260}" type="datetime1">
              <a:rPr lang="en-US" smtClean="0"/>
              <a:pPr/>
              <a:t>2/10/2025</a:t>
            </a:fld>
            <a:endParaRPr lang="en-US"/>
          </a:p>
        </p:txBody>
      </p:sp>
      <p:sp>
        <p:nvSpPr>
          <p:cNvPr id="4" name="Footer Placeholder 3"/>
          <p:cNvSpPr>
            <a:spLocks noGrp="1"/>
          </p:cNvSpPr>
          <p:nvPr>
            <p:ph type="ftr" sz="quarter" idx="11"/>
          </p:nvPr>
        </p:nvSpPr>
        <p:spPr/>
        <p:txBody>
          <a:bodyPr/>
          <a:lstStyle/>
          <a:p>
            <a:r>
              <a:rPr lang="en-US"/>
              <a:t>Nguyễn Thị Yến</a:t>
            </a:r>
          </a:p>
        </p:txBody>
      </p:sp>
      <p:sp>
        <p:nvSpPr>
          <p:cNvPr id="5" name="Slide Number Placeholder 4"/>
          <p:cNvSpPr>
            <a:spLocks noGrp="1"/>
          </p:cNvSpPr>
          <p:nvPr>
            <p:ph type="sldNum" sz="quarter" idx="12"/>
          </p:nvPr>
        </p:nvSpPr>
        <p:spPr/>
        <p:txBody>
          <a:bodyPr/>
          <a:lstStyle/>
          <a:p>
            <a:fld id="{677F844C-E5DA-442A-A4AF-5518AB6AAEC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D343A9-7D00-4955-8D03-B3E8B916BBE9}" type="datetime1">
              <a:rPr lang="en-US" smtClean="0"/>
              <a:pPr/>
              <a:t>2/10/2025</a:t>
            </a:fld>
            <a:endParaRPr lang="en-US"/>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2F64283A-13CF-43E0-8357-A977B4606825}" type="datetime1">
              <a:rPr lang="en-US" smtClean="0"/>
              <a:pPr/>
              <a:t>2/10/2025</a:t>
            </a:fld>
            <a:endParaRPr lang="en-US"/>
          </a:p>
        </p:txBody>
      </p:sp>
      <p:sp>
        <p:nvSpPr>
          <p:cNvPr id="6" name="Footer Placeholder 5"/>
          <p:cNvSpPr>
            <a:spLocks noGrp="1"/>
          </p:cNvSpPr>
          <p:nvPr>
            <p:ph type="ftr" sz="quarter" idx="11"/>
          </p:nvPr>
        </p:nvSpPr>
        <p:spPr/>
        <p:txBody>
          <a:bodyPr/>
          <a:lstStyle/>
          <a:p>
            <a:r>
              <a:rPr lang="en-US"/>
              <a:t>Nguyễn Thị Yến</a:t>
            </a:r>
          </a:p>
        </p:txBody>
      </p:sp>
      <p:sp>
        <p:nvSpPr>
          <p:cNvPr id="7" name="Slide Number Placeholder 6"/>
          <p:cNvSpPr>
            <a:spLocks noGrp="1"/>
          </p:cNvSpPr>
          <p:nvPr>
            <p:ph type="sldNum" sz="quarter" idx="12"/>
          </p:nvPr>
        </p:nvSpPr>
        <p:spPr/>
        <p:txBody>
          <a:bodyPr/>
          <a:lstStyle/>
          <a:p>
            <a:fld id="{677F844C-E5DA-442A-A4AF-5518AB6AAEC1}"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EF0DD722-185C-45D4-8BC8-9206AD7E60CA}" type="datetime1">
              <a:rPr lang="en-US" smtClean="0"/>
              <a:pPr/>
              <a:t>2/10/2025</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Nguyễn Thị Yến</a:t>
            </a:r>
          </a:p>
        </p:txBody>
      </p:sp>
      <p:sp>
        <p:nvSpPr>
          <p:cNvPr id="7" name="Slide Number Placeholder 6"/>
          <p:cNvSpPr>
            <a:spLocks noGrp="1"/>
          </p:cNvSpPr>
          <p:nvPr>
            <p:ph type="sldNum" sz="quarter" idx="12"/>
          </p:nvPr>
        </p:nvSpPr>
        <p:spPr>
          <a:xfrm>
            <a:off x="146304" y="6208776"/>
            <a:ext cx="457200" cy="457200"/>
          </a:xfrm>
        </p:spPr>
        <p:txBody>
          <a:bodyPr/>
          <a:lstStyle/>
          <a:p>
            <a:fld id="{677F844C-E5DA-442A-A4AF-5518AB6AAEC1}"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EB6B266-95E5-4856-89A2-1912F0FA12CE}" type="datetime1">
              <a:rPr lang="en-US" smtClean="0"/>
              <a:pPr/>
              <a:t>2/10/2025</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677F844C-E5DA-442A-A4AF-5518AB6AAEC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B7AA3388-F8E0-4B5B-BD2B-FBCF46C34B4B}" type="datetime1">
              <a:rPr lang="en-US" smtClean="0"/>
              <a:pPr/>
              <a:t>2/10/2025</a:t>
            </a:fld>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677F844C-E5DA-442A-A4AF-5518AB6AAEC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3ADF9A3A-5421-4DF3-BCD4-41A6C32F59D2}" type="datetime1">
              <a:rPr lang="en-US" smtClean="0"/>
              <a:pPr/>
              <a:t>2/10/2025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Nguyễn Thị Yến</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677F844C-E5DA-442A-A4AF-5518AB6AAEC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dt="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8.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8.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fontScale="92500" lnSpcReduction="20000"/>
          </a:bodyPr>
          <a:lstStyle/>
          <a:p>
            <a:r>
              <a:rPr lang="en-US"/>
              <a:t>4.1. Khái quát về hệ thống pháp luật</a:t>
            </a:r>
          </a:p>
          <a:p>
            <a:r>
              <a:rPr lang="en-US"/>
              <a:t>4.2 Khái niệm về hệ thống pháp luật</a:t>
            </a:r>
          </a:p>
          <a:p>
            <a:r>
              <a:rPr lang="en-US"/>
              <a:t>4.3 quy phạm pháp luật</a:t>
            </a:r>
          </a:p>
          <a:p>
            <a:r>
              <a:rPr lang="en-US"/>
              <a:t>4.4 quan hệ pháp luật</a:t>
            </a:r>
          </a:p>
          <a:p>
            <a:endParaRPr lang="en-US"/>
          </a:p>
        </p:txBody>
      </p:sp>
      <p:sp>
        <p:nvSpPr>
          <p:cNvPr id="5" name="Footer Placeholder 4"/>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a:t>
            </a:fld>
            <a:endParaRPr lang="en-US"/>
          </a:p>
        </p:txBody>
      </p:sp>
      <p:sp>
        <p:nvSpPr>
          <p:cNvPr id="2" name="Title 1"/>
          <p:cNvSpPr>
            <a:spLocks noGrp="1"/>
          </p:cNvSpPr>
          <p:nvPr>
            <p:ph type="ctrTitle"/>
          </p:nvPr>
        </p:nvSpPr>
        <p:spPr/>
        <p:txBody>
          <a:bodyPr/>
          <a:lstStyle/>
          <a:p>
            <a:r>
              <a:rPr lang="en-US"/>
              <a:t>Chương 4. Hệ thống pháp luật (cấu trúc của hệ thống pháp luật)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 Khái quát hệ thống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677F844C-E5DA-442A-A4AF-5518AB6AAEC1}" type="slidenum">
              <a:rPr lang="en-US" smtClean="0"/>
              <a:pPr/>
              <a:t>3</a:t>
            </a:fld>
            <a:endParaRPr lang="en-US"/>
          </a:p>
        </p:txBody>
      </p:sp>
      <p:pic>
        <p:nvPicPr>
          <p:cNvPr id="1026" name="Picture 2" descr="C:\Users\sony\Desktop\Hẹ thống pháp luật.png"/>
          <p:cNvPicPr>
            <a:picLocks noChangeAspect="1" noChangeArrowheads="1"/>
          </p:cNvPicPr>
          <p:nvPr/>
        </p:nvPicPr>
        <p:blipFill>
          <a:blip r:embed="rId2"/>
          <a:srcRect/>
          <a:stretch>
            <a:fillRect/>
          </a:stretch>
        </p:blipFill>
        <p:spPr bwMode="auto">
          <a:xfrm>
            <a:off x="304800" y="1600200"/>
            <a:ext cx="8229600" cy="4648200"/>
          </a:xfrm>
          <a:prstGeom prst="rect">
            <a:avLst/>
          </a:prstGeom>
          <a:noFill/>
        </p:spPr>
      </p:pic>
      <p:sp>
        <p:nvSpPr>
          <p:cNvPr id="5" name="Rectangle 4"/>
          <p:cNvSpPr/>
          <p:nvPr/>
        </p:nvSpPr>
        <p:spPr>
          <a:xfrm>
            <a:off x="838200" y="457200"/>
            <a:ext cx="7391400" cy="838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400"/>
              <a:t>Hệ thống pháp luật trên thế giới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677F844C-E5DA-442A-A4AF-5518AB6AAEC1}" type="slidenum">
              <a:rPr lang="en-US" smtClean="0"/>
              <a:pPr/>
              <a:t>4</a:t>
            </a:fld>
            <a:endParaRPr lang="en-US"/>
          </a:p>
        </p:txBody>
      </p:sp>
      <p:sp>
        <p:nvSpPr>
          <p:cNvPr id="4" name="Rounded Rectangle 3"/>
          <p:cNvSpPr/>
          <p:nvPr/>
        </p:nvSpPr>
        <p:spPr>
          <a:xfrm>
            <a:off x="685800" y="457200"/>
            <a:ext cx="7924800" cy="76200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3600"/>
              <a:t>4.2 Khái niệm về hệ thống pháp luật</a:t>
            </a:r>
          </a:p>
        </p:txBody>
      </p:sp>
      <p:sp>
        <p:nvSpPr>
          <p:cNvPr id="5" name="Rectangle 4"/>
          <p:cNvSpPr/>
          <p:nvPr/>
        </p:nvSpPr>
        <p:spPr>
          <a:xfrm>
            <a:off x="838200" y="1524000"/>
            <a:ext cx="2819400" cy="4572000"/>
          </a:xfrm>
          <a:prstGeom prst="rect">
            <a:avLst/>
          </a:prstGeom>
        </p:spPr>
        <p:style>
          <a:lnRef idx="1">
            <a:schemeClr val="dk1"/>
          </a:lnRef>
          <a:fillRef idx="2">
            <a:schemeClr val="dk1"/>
          </a:fillRef>
          <a:effectRef idx="1">
            <a:schemeClr val="dk1"/>
          </a:effectRef>
          <a:fontRef idx="minor">
            <a:schemeClr val="dk1"/>
          </a:fontRef>
        </p:style>
        <p:txBody>
          <a:bodyPr rtlCol="0" anchor="ctr"/>
          <a:lstStyle/>
          <a:p>
            <a:pPr algn="just"/>
            <a:r>
              <a:rPr lang="en-US" sz="2200"/>
              <a:t>Hệ thống pháp luật là tổng thể các quy phạm pháp luật có mối quan hệ nội tại, thống nhất với nhau được phân thành các ngành luật, các chế định pháp luật, quy phạm pháp luật và được thể hiện ra bên ngoài bằng các văn bản pháp luật do nhà nước ban hành hặc thừa nhận.</a:t>
            </a:r>
          </a:p>
        </p:txBody>
      </p:sp>
      <p:sp>
        <p:nvSpPr>
          <p:cNvPr id="6" name="Oval 5"/>
          <p:cNvSpPr/>
          <p:nvPr/>
        </p:nvSpPr>
        <p:spPr>
          <a:xfrm>
            <a:off x="4648200" y="1219200"/>
            <a:ext cx="4343400" cy="2286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buFontTx/>
              <a:buChar char="-"/>
            </a:pPr>
            <a:r>
              <a:rPr lang="en-US" sz="2400"/>
              <a:t>Ngành luật</a:t>
            </a:r>
          </a:p>
          <a:p>
            <a:pPr algn="just">
              <a:buFontTx/>
              <a:buChar char="-"/>
            </a:pPr>
            <a:r>
              <a:rPr lang="en-US" sz="2400"/>
              <a:t> Chế định pháp luật</a:t>
            </a:r>
          </a:p>
          <a:p>
            <a:pPr algn="just">
              <a:buFontTx/>
              <a:buChar char="-"/>
            </a:pPr>
            <a:r>
              <a:rPr lang="en-US" sz="2400"/>
              <a:t> Quy phạm pháp luật</a:t>
            </a:r>
          </a:p>
        </p:txBody>
      </p:sp>
      <p:sp>
        <p:nvSpPr>
          <p:cNvPr id="9" name="Right Arrow 8"/>
          <p:cNvSpPr/>
          <p:nvPr/>
        </p:nvSpPr>
        <p:spPr>
          <a:xfrm>
            <a:off x="3657600" y="2057400"/>
            <a:ext cx="990600" cy="685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4572000" y="3886200"/>
            <a:ext cx="4343400" cy="22860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buFontTx/>
              <a:buChar char="-"/>
            </a:pPr>
            <a:r>
              <a:rPr lang="en-US" sz="2400"/>
              <a:t>Văn bản pháp luật</a:t>
            </a:r>
          </a:p>
          <a:p>
            <a:pPr algn="just">
              <a:buFontTx/>
              <a:buChar char="-"/>
            </a:pPr>
            <a:r>
              <a:rPr lang="en-US" sz="2400"/>
              <a:t>Tập quán pháp</a:t>
            </a:r>
          </a:p>
          <a:p>
            <a:pPr algn="just">
              <a:buFontTx/>
              <a:buChar char="-"/>
            </a:pPr>
            <a:r>
              <a:rPr lang="en-US" sz="2400"/>
              <a:t>Án lệ</a:t>
            </a:r>
          </a:p>
        </p:txBody>
      </p:sp>
      <p:sp>
        <p:nvSpPr>
          <p:cNvPr id="11" name="Right Arrow 10"/>
          <p:cNvSpPr/>
          <p:nvPr/>
        </p:nvSpPr>
        <p:spPr>
          <a:xfrm>
            <a:off x="3657600" y="4724400"/>
            <a:ext cx="990600" cy="533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677F844C-E5DA-442A-A4AF-5518AB6AAEC1}" type="slidenum">
              <a:rPr lang="en-US" smtClean="0"/>
              <a:pPr/>
              <a:t>5</a:t>
            </a:fld>
            <a:endParaRPr lang="en-US"/>
          </a:p>
        </p:txBody>
      </p:sp>
      <p:sp>
        <p:nvSpPr>
          <p:cNvPr id="4" name="Rectangle 3"/>
          <p:cNvSpPr/>
          <p:nvPr/>
        </p:nvSpPr>
        <p:spPr>
          <a:xfrm>
            <a:off x="457200" y="457200"/>
            <a:ext cx="6096000" cy="58674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lnSpc>
                <a:spcPct val="150000"/>
              </a:lnSpc>
            </a:pPr>
            <a:r>
              <a:rPr lang="en-US" sz="2200" b="1"/>
              <a:t>Cấu trúc bên trong của hệ thống pháp luật</a:t>
            </a:r>
          </a:p>
          <a:p>
            <a:pPr algn="just">
              <a:lnSpc>
                <a:spcPct val="150000"/>
              </a:lnSpc>
              <a:buFont typeface="Wingdings" pitchFamily="2" charset="2"/>
              <a:buChar char="v"/>
            </a:pPr>
            <a:r>
              <a:rPr lang="en-US" sz="2000"/>
              <a:t>Quy phạm pháp luật: </a:t>
            </a:r>
            <a:r>
              <a:rPr lang="en-US" sz="2000">
                <a:latin typeface=".VnArial" pitchFamily="34" charset="0"/>
              </a:rPr>
              <a:t>Quy ph¹m ph¸p luËt lµ quy t¾c xö sù chung do nhµ n­íc ban hµnh hoặc thừa nhận vµ b¶o ®¶m thùc hiÖn ®Ó ®iÒu chØnh c¸c quan hÖ x· héi theo nh÷ng ®Þnh h­íng vµ nh»m ®¹t ®­îc môc ®Ých nhÊt ®Þnh.</a:t>
            </a:r>
          </a:p>
          <a:p>
            <a:pPr algn="just">
              <a:lnSpc>
                <a:spcPct val="150000"/>
              </a:lnSpc>
              <a:buFont typeface="Wingdings" pitchFamily="2" charset="2"/>
              <a:buChar char="v"/>
            </a:pPr>
            <a:r>
              <a:rPr lang="en-US" sz="2000">
                <a:latin typeface=".VnArial" pitchFamily="34" charset="0"/>
              </a:rPr>
              <a:t>Chế định luật: </a:t>
            </a:r>
            <a:r>
              <a:rPr lang="en-US" sz="2000">
                <a:latin typeface="+mj-lt"/>
              </a:rPr>
              <a:t>Là một nhóm các QPPL điều chỉnh một nhóm quan hệ xã hội cùng loại, có tính chất nội tại trong một ngành luật.</a:t>
            </a:r>
          </a:p>
          <a:p>
            <a:pPr algn="just">
              <a:lnSpc>
                <a:spcPct val="150000"/>
              </a:lnSpc>
              <a:buFont typeface="Wingdings" pitchFamily="2" charset="2"/>
              <a:buChar char="v"/>
            </a:pPr>
            <a:r>
              <a:rPr lang="en-US" sz="2000">
                <a:latin typeface="+mj-lt"/>
              </a:rPr>
              <a:t>Ngành luật: Là tổng hợp các QPPL điều chỉnh một loại quan hệ xã hội có cùng tính chất thuộc một lĩnh vực nhất định của đời sống xã hội với phương pháp điều chỉnh riêng.</a:t>
            </a:r>
            <a:endParaRPr lang="en-US" sz="2000"/>
          </a:p>
        </p:txBody>
      </p:sp>
      <p:sp>
        <p:nvSpPr>
          <p:cNvPr id="5" name="Rectangle 4"/>
          <p:cNvSpPr/>
          <p:nvPr/>
        </p:nvSpPr>
        <p:spPr>
          <a:xfrm>
            <a:off x="6858000" y="533400"/>
            <a:ext cx="1981200" cy="5791200"/>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just">
              <a:lnSpc>
                <a:spcPct val="150000"/>
              </a:lnSpc>
              <a:spcBef>
                <a:spcPts val="600"/>
              </a:spcBef>
              <a:spcAft>
                <a:spcPts val="600"/>
              </a:spcAft>
            </a:pPr>
            <a:r>
              <a:rPr lang="en-US" sz="2200" b="1"/>
              <a:t>Hình thức bên ngoài của hệ thống pháp luật.</a:t>
            </a:r>
          </a:p>
          <a:p>
            <a:pPr algn="just">
              <a:lnSpc>
                <a:spcPct val="150000"/>
              </a:lnSpc>
              <a:spcBef>
                <a:spcPts val="600"/>
              </a:spcBef>
              <a:spcAft>
                <a:spcPts val="600"/>
              </a:spcAft>
              <a:buFont typeface="Wingdings" pitchFamily="2" charset="2"/>
              <a:buChar char="v"/>
            </a:pPr>
            <a:r>
              <a:rPr lang="en-US" sz="2000"/>
              <a:t> Văn bản pháp luật</a:t>
            </a:r>
          </a:p>
          <a:p>
            <a:pPr algn="just">
              <a:lnSpc>
                <a:spcPct val="150000"/>
              </a:lnSpc>
              <a:spcBef>
                <a:spcPts val="600"/>
              </a:spcBef>
              <a:spcAft>
                <a:spcPts val="600"/>
              </a:spcAft>
              <a:buFont typeface="Wingdings" pitchFamily="2" charset="2"/>
              <a:buChar char="v"/>
            </a:pPr>
            <a:r>
              <a:rPr lang="en-US" sz="2000"/>
              <a:t>Án lệ</a:t>
            </a:r>
          </a:p>
          <a:p>
            <a:pPr algn="just">
              <a:lnSpc>
                <a:spcPct val="150000"/>
              </a:lnSpc>
              <a:spcBef>
                <a:spcPts val="600"/>
              </a:spcBef>
              <a:spcAft>
                <a:spcPts val="600"/>
              </a:spcAft>
              <a:buFont typeface="Wingdings" pitchFamily="2" charset="2"/>
              <a:buChar char="v"/>
            </a:pPr>
            <a:r>
              <a:rPr lang="en-US" sz="2000"/>
              <a:t>Tập quán pháp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 y="304800"/>
            <a:ext cx="7848600" cy="457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3200"/>
              <a:t>4.3  Quy phạm pháp luật</a:t>
            </a:r>
          </a:p>
        </p:txBody>
      </p:sp>
      <p:sp>
        <p:nvSpPr>
          <p:cNvPr id="3" name="Rectangle 2"/>
          <p:cNvSpPr/>
          <p:nvPr/>
        </p:nvSpPr>
        <p:spPr>
          <a:xfrm>
            <a:off x="457200" y="1524000"/>
            <a:ext cx="8153400" cy="1600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lvl="0" algn="just"/>
            <a:r>
              <a:rPr lang="en-US" sz="2400">
                <a:latin typeface=".VnArial" pitchFamily="34" charset="0"/>
              </a:rPr>
              <a:t>Quy ph¹m ph¸p luËt lµ quy t¾c xö sù chung do nhµ n­íc ban hµnh hoặc thừa nhận vµ b¶o ®¶m thùc hiÖn ®Ó ®iÒu chØnh c¸c quan hÖ x· héi theo nh÷ng ®Þnh h­íng vµ nh»m ®¹t ®­îc môc ®Ých nhÊt ®Þnh.</a:t>
            </a:r>
          </a:p>
          <a:p>
            <a:pPr algn="ctr"/>
            <a:endParaRPr lang="en-US"/>
          </a:p>
        </p:txBody>
      </p:sp>
      <p:sp>
        <p:nvSpPr>
          <p:cNvPr id="4" name="Rectangle 3"/>
          <p:cNvSpPr/>
          <p:nvPr/>
        </p:nvSpPr>
        <p:spPr>
          <a:xfrm>
            <a:off x="381000" y="3505200"/>
            <a:ext cx="1676400" cy="3048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200"/>
              <a:t>Quy phạm pháp luật là quy tắc xử sự chung, là tiêu chuẩn đánh giá hành vi của con người</a:t>
            </a:r>
          </a:p>
        </p:txBody>
      </p:sp>
      <p:sp>
        <p:nvSpPr>
          <p:cNvPr id="5" name="Rectangle 4"/>
          <p:cNvSpPr/>
          <p:nvPr/>
        </p:nvSpPr>
        <p:spPr>
          <a:xfrm>
            <a:off x="2362200" y="3505200"/>
            <a:ext cx="16002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200"/>
              <a:t>Quy phạm pháp luật do Nhà nước ban hành và bảo đảm thực hiện</a:t>
            </a:r>
          </a:p>
        </p:txBody>
      </p:sp>
      <p:sp>
        <p:nvSpPr>
          <p:cNvPr id="6" name="Rectangle 5"/>
          <p:cNvSpPr/>
          <p:nvPr/>
        </p:nvSpPr>
        <p:spPr>
          <a:xfrm>
            <a:off x="4267200" y="3505200"/>
            <a:ext cx="2209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200"/>
              <a:t>Quy phạm pháp luật có nội dung xác định các quyền và nghĩa vụ của chủ thể tham gia quan hệ xã hội được nó điều chỉnh</a:t>
            </a:r>
          </a:p>
        </p:txBody>
      </p:sp>
      <p:sp>
        <p:nvSpPr>
          <p:cNvPr id="7" name="Rectangle 6"/>
          <p:cNvSpPr/>
          <p:nvPr/>
        </p:nvSpPr>
        <p:spPr>
          <a:xfrm>
            <a:off x="6629400" y="3505200"/>
            <a:ext cx="2209800" cy="31242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just"/>
            <a:r>
              <a:rPr lang="en-US" sz="2200"/>
              <a:t>Quy phạm pháp luật có tính phổ biến, bắt buộc chung đối với tất cả mọi người tham ra vào quan hệ xã hội mà nó điều chỉnh</a:t>
            </a:r>
          </a:p>
        </p:txBody>
      </p:sp>
      <p:sp>
        <p:nvSpPr>
          <p:cNvPr id="11" name="Down Arrow 10"/>
          <p:cNvSpPr/>
          <p:nvPr/>
        </p:nvSpPr>
        <p:spPr>
          <a:xfrm>
            <a:off x="7543800" y="3124200"/>
            <a:ext cx="228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Down Arrow 11"/>
          <p:cNvSpPr/>
          <p:nvPr/>
        </p:nvSpPr>
        <p:spPr>
          <a:xfrm>
            <a:off x="5486400" y="3124200"/>
            <a:ext cx="228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own Arrow 12"/>
          <p:cNvSpPr/>
          <p:nvPr/>
        </p:nvSpPr>
        <p:spPr>
          <a:xfrm>
            <a:off x="3276600" y="3124200"/>
            <a:ext cx="228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Down Arrow 13"/>
          <p:cNvSpPr/>
          <p:nvPr/>
        </p:nvSpPr>
        <p:spPr>
          <a:xfrm>
            <a:off x="1143000" y="3124200"/>
            <a:ext cx="22860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81000" y="914400"/>
            <a:ext cx="8382000" cy="4572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700" b="1"/>
              <a:t>4.3.1 Khái niệm, đặc điểm của quy phạm pháp luật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2. Cấu trúc của quy phạm pháp luật</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Oval 4"/>
          <p:cNvSpPr/>
          <p:nvPr/>
        </p:nvSpPr>
        <p:spPr>
          <a:xfrm>
            <a:off x="457200" y="4800600"/>
            <a:ext cx="2133600" cy="1524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a:t>Giả định</a:t>
            </a:r>
          </a:p>
        </p:txBody>
      </p:sp>
      <p:sp>
        <p:nvSpPr>
          <p:cNvPr id="6" name="Oval 5"/>
          <p:cNvSpPr/>
          <p:nvPr/>
        </p:nvSpPr>
        <p:spPr>
          <a:xfrm>
            <a:off x="6248400" y="4800600"/>
            <a:ext cx="2133600" cy="1524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a:t>Chế tài</a:t>
            </a:r>
          </a:p>
        </p:txBody>
      </p:sp>
      <p:sp>
        <p:nvSpPr>
          <p:cNvPr id="7" name="Oval 6"/>
          <p:cNvSpPr/>
          <p:nvPr/>
        </p:nvSpPr>
        <p:spPr>
          <a:xfrm>
            <a:off x="3505200" y="4800600"/>
            <a:ext cx="2133600" cy="1524000"/>
          </a:xfrm>
          <a:prstGeom prst="ellipse">
            <a:avLst/>
          </a:prstGeom>
        </p:spPr>
        <p:style>
          <a:lnRef idx="1">
            <a:schemeClr val="dk1"/>
          </a:lnRef>
          <a:fillRef idx="2">
            <a:schemeClr val="dk1"/>
          </a:fillRef>
          <a:effectRef idx="1">
            <a:schemeClr val="dk1"/>
          </a:effectRef>
          <a:fontRef idx="minor">
            <a:schemeClr val="dk1"/>
          </a:fontRef>
        </p:style>
        <p:txBody>
          <a:bodyPr rtlCol="0" anchor="ctr"/>
          <a:lstStyle/>
          <a:p>
            <a:pPr algn="ctr"/>
            <a:r>
              <a:rPr lang="en-US" sz="2400"/>
              <a:t>Quy định</a:t>
            </a:r>
          </a:p>
        </p:txBody>
      </p:sp>
      <p:sp>
        <p:nvSpPr>
          <p:cNvPr id="8" name="Down Arrow 7"/>
          <p:cNvSpPr/>
          <p:nvPr/>
        </p:nvSpPr>
        <p:spPr>
          <a:xfrm>
            <a:off x="1447800" y="43434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p:cNvSpPr/>
          <p:nvPr/>
        </p:nvSpPr>
        <p:spPr>
          <a:xfrm>
            <a:off x="7239000" y="43434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p:cNvSpPr/>
          <p:nvPr/>
        </p:nvSpPr>
        <p:spPr>
          <a:xfrm>
            <a:off x="4419600" y="4343400"/>
            <a:ext cx="304800" cy="4572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Giả định</a:t>
            </a:r>
          </a:p>
        </p:txBody>
      </p:sp>
      <p:graphicFrame>
        <p:nvGraphicFramePr>
          <p:cNvPr id="6" name="Content Placeholder 5"/>
          <p:cNvGraphicFramePr>
            <a:graphicFrameLocks noGrp="1"/>
          </p:cNvGraphicFramePr>
          <p:nvPr>
            <p:ph idx="1"/>
          </p:nvPr>
        </p:nvGraphicFramePr>
        <p:xfrm>
          <a:off x="3581400" y="45720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half" idx="2"/>
          </p:nvPr>
        </p:nvSpPr>
        <p:spPr>
          <a:xfrm>
            <a:off x="457200" y="1828801"/>
            <a:ext cx="3008313" cy="4267200"/>
          </a:xfrm>
        </p:spPr>
        <p:txBody>
          <a:bodyPr>
            <a:normAutofit/>
          </a:bodyPr>
          <a:lstStyle/>
          <a:p>
            <a:endParaRPr lang="en-US" sz="2000"/>
          </a:p>
          <a:p>
            <a:pPr algn="just"/>
            <a:r>
              <a:rPr lang="en-US" sz="2200"/>
              <a:t>Nêu rõ hoàn cảnh, điều kiện cụ thể của cuộc sống mà khi hoàn cảnh, điều kiện đó xuất hiện, cá nhân, tổ chức ở vào điều kiện, hoàn cảnh này phải xử sự theo quy định của Nhà Nước (chịu sự điều chỉnh của pháp luật).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Quy định</a:t>
            </a:r>
          </a:p>
        </p:txBody>
      </p:sp>
      <p:graphicFrame>
        <p:nvGraphicFramePr>
          <p:cNvPr id="6" name="Content Placeholder 5"/>
          <p:cNvGraphicFramePr>
            <a:graphicFrameLocks noGrp="1"/>
          </p:cNvGraphicFramePr>
          <p:nvPr>
            <p:ph idx="1"/>
          </p:nvPr>
        </p:nvGraphicFramePr>
        <p:xfrm>
          <a:off x="3581400" y="45720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half" idx="2"/>
          </p:nvPr>
        </p:nvSpPr>
        <p:spPr>
          <a:xfrm>
            <a:off x="457200" y="1828801"/>
            <a:ext cx="3008313" cy="4267200"/>
          </a:xfrm>
        </p:spPr>
        <p:txBody>
          <a:bodyPr>
            <a:normAutofit/>
          </a:bodyPr>
          <a:lstStyle/>
          <a:p>
            <a:endParaRPr lang="en-US" sz="2000"/>
          </a:p>
          <a:p>
            <a:pPr algn="just"/>
            <a:r>
              <a:rPr lang="en-US" sz="2200"/>
              <a:t>Nêu rõ cách (quy tắc) xử sự mà mọi chủ thể (cá nhân, tổ chức) phải xử sự theo khi họ ở vào hoàn cảnh, điều kiện, đã nêu trong phần giả định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Các loại quy định</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a:t>Chế tài</a:t>
            </a:r>
          </a:p>
        </p:txBody>
      </p:sp>
      <p:graphicFrame>
        <p:nvGraphicFramePr>
          <p:cNvPr id="6" name="Content Placeholder 5"/>
          <p:cNvGraphicFramePr>
            <a:graphicFrameLocks noGrp="1"/>
          </p:cNvGraphicFramePr>
          <p:nvPr>
            <p:ph idx="1"/>
          </p:nvPr>
        </p:nvGraphicFramePr>
        <p:xfrm>
          <a:off x="3581400" y="457200"/>
          <a:ext cx="5111750" cy="58531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 Placeholder 3"/>
          <p:cNvSpPr>
            <a:spLocks noGrp="1"/>
          </p:cNvSpPr>
          <p:nvPr>
            <p:ph type="body" sz="half" idx="2"/>
          </p:nvPr>
        </p:nvSpPr>
        <p:spPr>
          <a:xfrm>
            <a:off x="457200" y="1828801"/>
            <a:ext cx="3008313" cy="4267200"/>
          </a:xfrm>
        </p:spPr>
        <p:txBody>
          <a:bodyPr>
            <a:normAutofit/>
          </a:bodyPr>
          <a:lstStyle/>
          <a:p>
            <a:endParaRPr lang="en-US" sz="2000"/>
          </a:p>
          <a:p>
            <a:pPr algn="just"/>
            <a:r>
              <a:rPr lang="en-US" sz="2200"/>
              <a:t>Nêu biện pháp xử lý dự kiến sẽ được áp dụng đối với người xử sự không đúng hoặc làm trái quy định của nhà nước- trái với nội dung được ghi trong phần quy định.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a:t>Có những loại chế tài nào?</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a:t>Có những loại chế tài nào?</a:t>
            </a:r>
          </a:p>
        </p:txBody>
      </p:sp>
      <p:graphicFrame>
        <p:nvGraphicFramePr>
          <p:cNvPr id="4" name="Content Placeholder 3"/>
          <p:cNvGraphicFramePr>
            <a:graphicFrameLocks noGrp="1"/>
          </p:cNvGraphicFramePr>
          <p:nvPr>
            <p:ph idx="1"/>
          </p:nvPr>
        </p:nvGraphicFramePr>
        <p:xfrm>
          <a:off x="457200" y="1600200"/>
          <a:ext cx="8229600" cy="45259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4.4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14</a:t>
            </a:fld>
            <a:endParaRPr lang="en-US"/>
          </a:p>
        </p:txBody>
      </p:sp>
      <p:sp>
        <p:nvSpPr>
          <p:cNvPr id="5" name="Oval 4"/>
          <p:cNvSpPr/>
          <p:nvPr/>
        </p:nvSpPr>
        <p:spPr>
          <a:xfrm>
            <a:off x="609600" y="1600200"/>
            <a:ext cx="3505200" cy="4114800"/>
          </a:xfrm>
          <a:prstGeom prst="ellipse">
            <a:avLst/>
          </a:prstGeom>
        </p:spPr>
        <p:style>
          <a:lnRef idx="1">
            <a:schemeClr val="accent5"/>
          </a:lnRef>
          <a:fillRef idx="2">
            <a:schemeClr val="accent5"/>
          </a:fillRef>
          <a:effectRef idx="1">
            <a:schemeClr val="accent5"/>
          </a:effectRef>
          <a:fontRef idx="minor">
            <a:schemeClr val="dk1"/>
          </a:fontRef>
        </p:style>
        <p:txBody>
          <a:bodyPr rtlCol="0" anchor="ctr"/>
          <a:lstStyle/>
          <a:p>
            <a:pPr algn="just"/>
            <a:r>
              <a:rPr lang="en-US" sz="2200"/>
              <a:t>Quan hệ pháp luật là những quan hệ xã hội trong đó các quyền và nghĩa vụ của các bên tham gia được pháp luật quy định và đảm bảo thực hiện</a:t>
            </a:r>
          </a:p>
        </p:txBody>
      </p:sp>
      <p:sp>
        <p:nvSpPr>
          <p:cNvPr id="6" name="Rectangle 5"/>
          <p:cNvSpPr/>
          <p:nvPr/>
        </p:nvSpPr>
        <p:spPr>
          <a:xfrm>
            <a:off x="5257800" y="1752600"/>
            <a:ext cx="3200400" cy="44196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buFontTx/>
              <a:buChar char="-"/>
            </a:pPr>
            <a:r>
              <a:rPr lang="en-US" sz="2400"/>
              <a:t>Quan hệ pháp luật mang tính ý chí</a:t>
            </a:r>
          </a:p>
          <a:p>
            <a:pPr algn="just">
              <a:buFontTx/>
              <a:buChar char="-"/>
            </a:pPr>
            <a:r>
              <a:rPr lang="en-US" sz="2400"/>
              <a:t> Quan hệ pháp luật các bên tham gia đều có quyền và nghĩa vụ được pháp luật quy đinh</a:t>
            </a:r>
          </a:p>
          <a:p>
            <a:pPr algn="just">
              <a:buFontTx/>
              <a:buChar char="-"/>
            </a:pPr>
            <a:r>
              <a:rPr lang="en-US" sz="2400"/>
              <a:t>Quan hệ pháp luật được nhà nước đảm bảo thực hiện</a:t>
            </a:r>
          </a:p>
        </p:txBody>
      </p:sp>
      <p:sp>
        <p:nvSpPr>
          <p:cNvPr id="7" name="Right Arrow 6"/>
          <p:cNvSpPr/>
          <p:nvPr/>
        </p:nvSpPr>
        <p:spPr>
          <a:xfrm>
            <a:off x="4114800" y="3505200"/>
            <a:ext cx="1143000" cy="7620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Phân loại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15</a:t>
            </a:fld>
            <a:endParaRPr lang="en-US"/>
          </a:p>
        </p:txBody>
      </p:sp>
      <p:sp>
        <p:nvSpPr>
          <p:cNvPr id="5" name="Rectangle 4"/>
          <p:cNvSpPr/>
          <p:nvPr/>
        </p:nvSpPr>
        <p:spPr>
          <a:xfrm>
            <a:off x="533400" y="1981200"/>
            <a:ext cx="3886200" cy="3276600"/>
          </a:xfrm>
          <a:prstGeom prst="rect">
            <a:avLst/>
          </a:prstGeom>
        </p:spPr>
        <p:style>
          <a:lnRef idx="2">
            <a:schemeClr val="accent4"/>
          </a:lnRef>
          <a:fillRef idx="1">
            <a:schemeClr val="lt1"/>
          </a:fillRef>
          <a:effectRef idx="0">
            <a:schemeClr val="accent4"/>
          </a:effectRef>
          <a:fontRef idx="minor">
            <a:schemeClr val="dk1"/>
          </a:fontRef>
        </p:style>
        <p:txBody>
          <a:bodyPr rtlCol="0" anchor="ctr"/>
          <a:lstStyle/>
          <a:p>
            <a:pPr algn="just">
              <a:buFontTx/>
              <a:buChar char="-"/>
            </a:pPr>
            <a:r>
              <a:rPr lang="en-US" sz="2200"/>
              <a:t>Dựa vào đối tượng, phương pháp diều chỉnh: Quan hệ pháp luật hình sự, quan hệ pháp luật dân sự, hành chính. . .</a:t>
            </a:r>
          </a:p>
          <a:p>
            <a:pPr algn="just">
              <a:buFontTx/>
              <a:buChar char="-"/>
            </a:pPr>
            <a:r>
              <a:rPr lang="en-US" sz="2200"/>
              <a:t> Căn cứ vào cách thức thực hiện các quyền và nghĩa vụ chủ thể: quan hệ pháp luật cụ thể và quan hệ pháp luật chung </a:t>
            </a:r>
          </a:p>
        </p:txBody>
      </p:sp>
      <p:pic>
        <p:nvPicPr>
          <p:cNvPr id="2050" name="Picture 2" descr="http://123.25.71.107:82/hoidap/uploads/news/2013_01/hoidap6.jpg"/>
          <p:cNvPicPr>
            <a:picLocks noChangeAspect="1" noChangeArrowheads="1"/>
          </p:cNvPicPr>
          <p:nvPr/>
        </p:nvPicPr>
        <p:blipFill>
          <a:blip r:embed="rId2"/>
          <a:srcRect/>
          <a:stretch>
            <a:fillRect/>
          </a:stretch>
        </p:blipFill>
        <p:spPr bwMode="auto">
          <a:xfrm>
            <a:off x="4572000" y="2209800"/>
            <a:ext cx="4343400" cy="3200400"/>
          </a:xfrm>
          <a:prstGeom prst="rect">
            <a:avLst/>
          </a:prstGeom>
          <a:noFill/>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4.4.2 Thành phần của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16</a:t>
            </a:fld>
            <a:endParaRPr lang="en-US"/>
          </a:p>
        </p:txBody>
      </p:sp>
      <p:graphicFrame>
        <p:nvGraphicFramePr>
          <p:cNvPr id="6" name="Content Placeholder 5"/>
          <p:cNvGraphicFramePr>
            <a:graphicFrameLocks noGrp="1"/>
          </p:cNvGraphicFramePr>
          <p:nvPr>
            <p:ph sz="quarter" idx="1"/>
          </p:nvPr>
        </p:nvGraphicFramePr>
        <p:xfrm>
          <a:off x="914400" y="1447800"/>
          <a:ext cx="7772400" cy="4572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 Chủ thể của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17</a:t>
            </a:fld>
            <a:endParaRPr lang="en-US"/>
          </a:p>
        </p:txBody>
      </p:sp>
      <p:sp>
        <p:nvSpPr>
          <p:cNvPr id="5" name="Rectangle 4"/>
          <p:cNvSpPr/>
          <p:nvPr/>
        </p:nvSpPr>
        <p:spPr>
          <a:xfrm>
            <a:off x="1066800" y="1828800"/>
            <a:ext cx="3429000" cy="4114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en-US" sz="2400"/>
              <a:t>Cá nhân, tổ chức theo quy định của pháp luật có thể trở thành các bên tham gia thực hiện các quyền và nghĩa vụ pháp lý trong quan hệ pháp luật cụ thể.</a:t>
            </a:r>
          </a:p>
        </p:txBody>
      </p:sp>
      <p:pic>
        <p:nvPicPr>
          <p:cNvPr id="32770" name="Picture 2" descr="http://images02.jaovat.com/ui/3/07/79/44799879_1.jpg"/>
          <p:cNvPicPr>
            <a:picLocks noChangeAspect="1" noChangeArrowheads="1"/>
          </p:cNvPicPr>
          <p:nvPr/>
        </p:nvPicPr>
        <p:blipFill>
          <a:blip r:embed="rId2"/>
          <a:srcRect/>
          <a:stretch>
            <a:fillRect/>
          </a:stretch>
        </p:blipFill>
        <p:spPr bwMode="auto">
          <a:xfrm>
            <a:off x="7086600" y="4038600"/>
            <a:ext cx="2057400" cy="2686051"/>
          </a:xfrm>
          <a:prstGeom prst="rect">
            <a:avLst/>
          </a:prstGeom>
          <a:noFill/>
        </p:spPr>
      </p:pic>
      <p:pic>
        <p:nvPicPr>
          <p:cNvPr id="32772" name="Picture 4" descr="http://www.cinet.gov.vn/userfiles/image/2012/minh%20hoa3.jpg"/>
          <p:cNvPicPr>
            <a:picLocks noChangeAspect="1" noChangeArrowheads="1"/>
          </p:cNvPicPr>
          <p:nvPr/>
        </p:nvPicPr>
        <p:blipFill>
          <a:blip r:embed="rId3"/>
          <a:srcRect/>
          <a:stretch>
            <a:fillRect/>
          </a:stretch>
        </p:blipFill>
        <p:spPr bwMode="auto">
          <a:xfrm>
            <a:off x="4648200" y="1447800"/>
            <a:ext cx="3810000" cy="2552700"/>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04800"/>
            <a:ext cx="7772400" cy="1143000"/>
          </a:xfrm>
        </p:spPr>
        <p:txBody>
          <a:bodyPr/>
          <a:lstStyle/>
          <a:p>
            <a:r>
              <a:rPr lang="en-US"/>
              <a:t>Chủ thể là cá nhân</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18</a:t>
            </a:fld>
            <a:endParaRPr lang="en-US"/>
          </a:p>
        </p:txBody>
      </p:sp>
      <p:sp>
        <p:nvSpPr>
          <p:cNvPr id="5" name="Rounded Rectangle 4"/>
          <p:cNvSpPr/>
          <p:nvPr/>
        </p:nvSpPr>
        <p:spPr>
          <a:xfrm>
            <a:off x="228600" y="1676400"/>
            <a:ext cx="4419600" cy="41910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a:t>Cá nhân luôn là chủ thể của quan hệ pháp luật?</a:t>
            </a:r>
          </a:p>
          <a:p>
            <a:pPr algn="just"/>
            <a:r>
              <a:rPr lang="en-US"/>
              <a:t>Mọi cá nhân đều có thể tham gia vào các quan hệ pháp luật?</a:t>
            </a:r>
          </a:p>
          <a:p>
            <a:pPr algn="just"/>
            <a:r>
              <a:rPr lang="en-US"/>
              <a:t>Mọi cá nhân đều có năng lực pháp luật?</a:t>
            </a:r>
          </a:p>
          <a:p>
            <a:pPr algn="just"/>
            <a:r>
              <a:rPr lang="en-US"/>
              <a:t>Điều kiện để cá nhân trở thành chủ thể của quan hệ pháp luật?</a:t>
            </a:r>
          </a:p>
        </p:txBody>
      </p:sp>
      <p:pic>
        <p:nvPicPr>
          <p:cNvPr id="1026" name="Picture 2" descr="C:\Users\sony\Desktop\con người.jpg"/>
          <p:cNvPicPr>
            <a:picLocks noChangeAspect="1" noChangeArrowheads="1"/>
          </p:cNvPicPr>
          <p:nvPr/>
        </p:nvPicPr>
        <p:blipFill>
          <a:blip r:embed="rId2"/>
          <a:srcRect/>
          <a:stretch>
            <a:fillRect/>
          </a:stretch>
        </p:blipFill>
        <p:spPr bwMode="auto">
          <a:xfrm>
            <a:off x="4724400" y="1752600"/>
            <a:ext cx="4449045" cy="4191000"/>
          </a:xfrm>
          <a:prstGeom prst="rect">
            <a:avLst/>
          </a:prstGeom>
          <a:noFill/>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Ví dụ </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19</a:t>
            </a:fld>
            <a:endParaRPr lang="en-US"/>
          </a:p>
        </p:txBody>
      </p:sp>
      <p:sp>
        <p:nvSpPr>
          <p:cNvPr id="5" name="Content Placeholder 4"/>
          <p:cNvSpPr>
            <a:spLocks noGrp="1"/>
          </p:cNvSpPr>
          <p:nvPr>
            <p:ph sz="quarter" idx="1"/>
          </p:nvPr>
        </p:nvSpPr>
        <p:spPr/>
        <p:txBody>
          <a:bodyPr/>
          <a:lstStyle/>
          <a:p>
            <a:r>
              <a:rPr lang="en-US"/>
              <a:t>Anh A khi sinh ra có triệu chứng của đao bẩm sinh (không có khả năng nhận thức, không thể thực hiện được những hoạt động phục vụ cho sinh hoạt cá nhân hàng ngày). Anh A có phải là chủ thể tham gia các quan hệ pháp luật không? </a:t>
            </a:r>
          </a:p>
          <a:p>
            <a:r>
              <a:rPr lang="en-US"/>
              <a:t>Chị B, khi sinh ra bị khuyết tật bẩm sinh (không có tay, chân), chị vẫn khắc phục được những khuyết tật của mình và đi học, cũng như tự thực hiện mọi hoạt động phục vụ bản thân. Chị B có là chủ thể  tham gia vào các quan hệ pháp luật hay không?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Điều kiện để cá nhân, tổ chức trở thành chủ thể của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20</a:t>
            </a:fld>
            <a:endParaRPr lang="en-US"/>
          </a:p>
        </p:txBody>
      </p:sp>
      <p:sp>
        <p:nvSpPr>
          <p:cNvPr id="5" name="Oval 4"/>
          <p:cNvSpPr/>
          <p:nvPr/>
        </p:nvSpPr>
        <p:spPr>
          <a:xfrm>
            <a:off x="228600" y="1676400"/>
            <a:ext cx="3276600" cy="3581400"/>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just"/>
            <a:r>
              <a:rPr lang="en-US" sz="2400"/>
              <a:t>Cá nhân, tổ chức trở thành chủ thể của quan hệ pháp luật phải có năng lực chủ thể</a:t>
            </a:r>
          </a:p>
        </p:txBody>
      </p:sp>
      <p:sp>
        <p:nvSpPr>
          <p:cNvPr id="8" name="Rounded Rectangle 7"/>
          <p:cNvSpPr/>
          <p:nvPr/>
        </p:nvSpPr>
        <p:spPr>
          <a:xfrm>
            <a:off x="4191000" y="1295400"/>
            <a:ext cx="3429000" cy="8382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en-US" sz="2400"/>
              <a:t>Năng lực pháp luật</a:t>
            </a:r>
          </a:p>
        </p:txBody>
      </p:sp>
      <p:sp>
        <p:nvSpPr>
          <p:cNvPr id="9" name="Rounded Rectangle 8"/>
          <p:cNvSpPr/>
          <p:nvPr/>
        </p:nvSpPr>
        <p:spPr>
          <a:xfrm>
            <a:off x="4495800" y="3962400"/>
            <a:ext cx="3429000" cy="914400"/>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just"/>
            <a:r>
              <a:rPr lang="en-US" sz="2400"/>
              <a:t>Năng lực hành vi</a:t>
            </a:r>
          </a:p>
        </p:txBody>
      </p:sp>
      <p:cxnSp>
        <p:nvCxnSpPr>
          <p:cNvPr id="11" name="Straight Arrow Connector 10"/>
          <p:cNvCxnSpPr/>
          <p:nvPr/>
        </p:nvCxnSpPr>
        <p:spPr>
          <a:xfrm flipV="1">
            <a:off x="3276600" y="1752600"/>
            <a:ext cx="914400" cy="8001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5" idx="6"/>
          </p:cNvCxnSpPr>
          <p:nvPr/>
        </p:nvCxnSpPr>
        <p:spPr>
          <a:xfrm>
            <a:off x="3505200" y="3467100"/>
            <a:ext cx="990600" cy="8763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962400" y="2286000"/>
            <a:ext cx="5181600" cy="13716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r>
              <a:rPr lang="en-US"/>
              <a:t>Năng lực pháp luật là khả năng hưởng các quyền và nghĩa vụ pháp lý mà nhà nước quy định cho các chủ thể.</a:t>
            </a:r>
          </a:p>
        </p:txBody>
      </p:sp>
      <p:sp>
        <p:nvSpPr>
          <p:cNvPr id="15" name="Rectangle 14"/>
          <p:cNvSpPr/>
          <p:nvPr/>
        </p:nvSpPr>
        <p:spPr>
          <a:xfrm>
            <a:off x="3962400" y="5029200"/>
            <a:ext cx="5181600" cy="1524000"/>
          </a:xfrm>
          <a:prstGeom prst="rect">
            <a:avLst/>
          </a:prstGeom>
        </p:spPr>
        <p:style>
          <a:lnRef idx="2">
            <a:schemeClr val="accent3"/>
          </a:lnRef>
          <a:fillRef idx="1">
            <a:schemeClr val="lt1"/>
          </a:fillRef>
          <a:effectRef idx="0">
            <a:schemeClr val="accent3"/>
          </a:effectRef>
          <a:fontRef idx="minor">
            <a:schemeClr val="dk1"/>
          </a:fontRef>
        </p:style>
        <p:txBody>
          <a:bodyPr rtlCol="0" anchor="ctr"/>
          <a:lstStyle/>
          <a:p>
            <a:pPr algn="just"/>
            <a:r>
              <a:rPr lang="en-US"/>
              <a:t>Năng lực hanh vi là khả năng của chủ thể bằng chính hành vi của mình tham gia vào các quan hệ pháp luật và tự mình thực hiện các quyền và nghĩa vụ pháp lý được pháp luật quy định.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869950"/>
          </a:xfrm>
        </p:spPr>
        <p:txBody>
          <a:bodyPr/>
          <a:lstStyle/>
          <a:p>
            <a:r>
              <a:rPr lang="en-US"/>
              <a:t>Năng lực chủ thể của cá nhân</a:t>
            </a:r>
          </a:p>
        </p:txBody>
      </p:sp>
      <p:sp>
        <p:nvSpPr>
          <p:cNvPr id="3" name="Text Placeholder 2"/>
          <p:cNvSpPr>
            <a:spLocks noGrp="1"/>
          </p:cNvSpPr>
          <p:nvPr>
            <p:ph type="body" idx="1"/>
          </p:nvPr>
        </p:nvSpPr>
        <p:spPr/>
        <p:txBody>
          <a:bodyPr/>
          <a:lstStyle/>
          <a:p>
            <a:r>
              <a:rPr lang="en-US"/>
              <a:t>Năng lực pháp luật</a:t>
            </a:r>
          </a:p>
        </p:txBody>
      </p:sp>
      <p:sp>
        <p:nvSpPr>
          <p:cNvPr id="4" name="Text Placeholder 3"/>
          <p:cNvSpPr>
            <a:spLocks noGrp="1"/>
          </p:cNvSpPr>
          <p:nvPr>
            <p:ph type="body" sz="half" idx="3"/>
          </p:nvPr>
        </p:nvSpPr>
        <p:spPr/>
        <p:txBody>
          <a:bodyPr/>
          <a:lstStyle/>
          <a:p>
            <a:r>
              <a:rPr lang="en-US"/>
              <a:t>Năng lực hành vi </a:t>
            </a:r>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677F844C-E5DA-442A-A4AF-5518AB6AAEC1}" type="slidenum">
              <a:rPr lang="en-US" smtClean="0"/>
              <a:pPr/>
              <a:t>21</a:t>
            </a:fld>
            <a:endParaRPr lang="en-US"/>
          </a:p>
        </p:txBody>
      </p:sp>
      <p:sp>
        <p:nvSpPr>
          <p:cNvPr id="7" name="Content Placeholder 6"/>
          <p:cNvSpPr>
            <a:spLocks noGrp="1"/>
          </p:cNvSpPr>
          <p:nvPr>
            <p:ph sz="half" idx="2"/>
          </p:nvPr>
        </p:nvSpPr>
        <p:spPr/>
        <p:txBody>
          <a:bodyPr/>
          <a:lstStyle/>
          <a:p>
            <a:r>
              <a:rPr lang="en-US"/>
              <a:t>Thời điểm phát sinh</a:t>
            </a:r>
          </a:p>
          <a:p>
            <a:r>
              <a:rPr lang="en-US"/>
              <a:t>Thời điểm kết thúc</a:t>
            </a:r>
          </a:p>
          <a:p>
            <a:r>
              <a:rPr lang="en-US"/>
              <a:t>Có sự khác biệt về năng lực pháp luật của cá nhân hay không?</a:t>
            </a:r>
          </a:p>
        </p:txBody>
      </p:sp>
      <p:sp>
        <p:nvSpPr>
          <p:cNvPr id="8" name="Content Placeholder 7"/>
          <p:cNvSpPr>
            <a:spLocks noGrp="1"/>
          </p:cNvSpPr>
          <p:nvPr>
            <p:ph sz="half" idx="4"/>
          </p:nvPr>
        </p:nvSpPr>
        <p:spPr/>
        <p:txBody>
          <a:bodyPr/>
          <a:lstStyle/>
          <a:p>
            <a:r>
              <a:rPr lang="en-US"/>
              <a:t>Độ tuổi</a:t>
            </a:r>
          </a:p>
          <a:p>
            <a:r>
              <a:rPr lang="en-US"/>
              <a:t>Khả năng nhận thức</a:t>
            </a:r>
          </a:p>
          <a:p>
            <a:r>
              <a:rPr lang="en-US"/>
              <a:t>Năng lực hành vi của cá nhân có giống  nhau hay không?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534400" cy="685800"/>
          </a:xfrm>
        </p:spPr>
        <p:txBody>
          <a:bodyPr>
            <a:normAutofit fontScale="90000"/>
          </a:bodyPr>
          <a:lstStyle/>
          <a:p>
            <a:r>
              <a:rPr lang="en-US" sz="3200" dirty="0" err="1" smtClean="0"/>
              <a:t>Các</a:t>
            </a:r>
            <a:r>
              <a:rPr lang="en-US" sz="3200" dirty="0" smtClean="0"/>
              <a:t> </a:t>
            </a:r>
            <a:r>
              <a:rPr lang="en-US" sz="3200" dirty="0" err="1" smtClean="0"/>
              <a:t>mức</a:t>
            </a:r>
            <a:r>
              <a:rPr lang="en-US" sz="3200" dirty="0" smtClean="0"/>
              <a:t> </a:t>
            </a:r>
            <a:r>
              <a:rPr lang="en-US" sz="3200" dirty="0" err="1" smtClean="0"/>
              <a:t>độ</a:t>
            </a:r>
            <a:r>
              <a:rPr lang="en-US" sz="3200" dirty="0" smtClean="0"/>
              <a:t> </a:t>
            </a:r>
            <a:r>
              <a:rPr lang="en-US" sz="3200" dirty="0" err="1" smtClean="0"/>
              <a:t>về</a:t>
            </a:r>
            <a:r>
              <a:rPr lang="en-US" sz="3200" dirty="0" smtClean="0"/>
              <a:t> </a:t>
            </a:r>
            <a:r>
              <a:rPr lang="en-US" sz="3200" dirty="0" err="1" smtClean="0"/>
              <a:t>năng</a:t>
            </a:r>
            <a:r>
              <a:rPr lang="en-US" sz="3200" dirty="0" smtClean="0"/>
              <a:t> </a:t>
            </a:r>
            <a:r>
              <a:rPr lang="en-US" sz="3200" dirty="0" err="1" smtClean="0"/>
              <a:t>lực</a:t>
            </a:r>
            <a:r>
              <a:rPr lang="en-US" sz="3200" dirty="0" smtClean="0"/>
              <a:t> </a:t>
            </a:r>
            <a:r>
              <a:rPr lang="en-US" sz="3200" dirty="0" err="1" smtClean="0"/>
              <a:t>hành</a:t>
            </a:r>
            <a:r>
              <a:rPr lang="en-US" sz="3200" dirty="0" smtClean="0"/>
              <a:t> vi </a:t>
            </a:r>
            <a:r>
              <a:rPr lang="en-US" sz="3200" dirty="0" err="1" smtClean="0"/>
              <a:t>dân</a:t>
            </a:r>
            <a:r>
              <a:rPr lang="en-US" sz="3200" dirty="0" smtClean="0"/>
              <a:t> </a:t>
            </a:r>
            <a:r>
              <a:rPr lang="en-US" sz="3200" dirty="0" err="1" smtClean="0"/>
              <a:t>sự</a:t>
            </a:r>
            <a:r>
              <a:rPr lang="en-US" sz="3200" dirty="0" smtClean="0"/>
              <a:t> </a:t>
            </a:r>
            <a:r>
              <a:rPr lang="en-US" sz="3200" dirty="0" err="1" smtClean="0"/>
              <a:t>của</a:t>
            </a:r>
            <a:r>
              <a:rPr lang="en-US" sz="3200" dirty="0" smtClean="0"/>
              <a:t> </a:t>
            </a:r>
            <a:r>
              <a:rPr lang="en-US" sz="3200" dirty="0" err="1" smtClean="0"/>
              <a:t>cá</a:t>
            </a:r>
            <a:r>
              <a:rPr lang="en-US" sz="3200" dirty="0" smtClean="0"/>
              <a:t> </a:t>
            </a:r>
            <a:r>
              <a:rPr lang="en-US" sz="3200" dirty="0" err="1" smtClean="0"/>
              <a:t>nhân</a:t>
            </a:r>
            <a:endParaRPr lang="en-US" sz="3200" dirty="0"/>
          </a:p>
        </p:txBody>
      </p:sp>
      <p:sp>
        <p:nvSpPr>
          <p:cNvPr id="5" name="Content Placeholder 4"/>
          <p:cNvSpPr>
            <a:spLocks noGrp="1"/>
          </p:cNvSpPr>
          <p:nvPr>
            <p:ph idx="1"/>
          </p:nvPr>
        </p:nvSpPr>
        <p:spPr>
          <a:xfrm>
            <a:off x="381000" y="914400"/>
            <a:ext cx="8305800" cy="5105400"/>
          </a:xfrm>
        </p:spPr>
        <p:txBody>
          <a:bodyPr>
            <a:normAutofit fontScale="85000" lnSpcReduction="20000"/>
          </a:bodyPr>
          <a:lstStyle/>
          <a:p>
            <a:pPr algn="just">
              <a:buFontTx/>
              <a:buChar char="-"/>
            </a:pPr>
            <a:r>
              <a:rPr lang="en-US" dirty="0" err="1" smtClean="0"/>
              <a:t>Người</a:t>
            </a:r>
            <a:r>
              <a:rPr lang="en-US" dirty="0" smtClean="0"/>
              <a:t> </a:t>
            </a:r>
            <a:r>
              <a:rPr lang="en-US" dirty="0" err="1" smtClean="0"/>
              <a:t>không</a:t>
            </a:r>
            <a:r>
              <a:rPr lang="en-US" dirty="0" smtClean="0"/>
              <a:t> </a:t>
            </a:r>
            <a:r>
              <a:rPr lang="en-US" dirty="0" err="1" smtClean="0"/>
              <a:t>có</a:t>
            </a:r>
            <a:r>
              <a:rPr lang="en-US" dirty="0" smtClean="0"/>
              <a:t> </a:t>
            </a:r>
            <a:r>
              <a:rPr lang="en-US" dirty="0" err="1" smtClean="0"/>
              <a:t>năng</a:t>
            </a:r>
            <a:r>
              <a:rPr lang="en-US" dirty="0" smtClean="0"/>
              <a:t> </a:t>
            </a:r>
            <a:r>
              <a:rPr lang="en-US" dirty="0" err="1" smtClean="0"/>
              <a:t>lực</a:t>
            </a:r>
            <a:r>
              <a:rPr lang="en-US" dirty="0" smtClean="0"/>
              <a:t> </a:t>
            </a:r>
            <a:r>
              <a:rPr lang="en-US" dirty="0" err="1" smtClean="0"/>
              <a:t>hành</a:t>
            </a:r>
            <a:r>
              <a:rPr lang="en-US" dirty="0" smtClean="0"/>
              <a:t> vi: </a:t>
            </a:r>
            <a:r>
              <a:rPr lang="en-US" dirty="0" err="1" smtClean="0"/>
              <a:t>Người</a:t>
            </a:r>
            <a:r>
              <a:rPr lang="en-US" dirty="0" smtClean="0"/>
              <a:t> </a:t>
            </a:r>
            <a:r>
              <a:rPr lang="en-US" dirty="0" err="1" smtClean="0"/>
              <a:t>dưới</a:t>
            </a:r>
            <a:r>
              <a:rPr lang="en-US" dirty="0" smtClean="0"/>
              <a:t> 6 </a:t>
            </a:r>
            <a:r>
              <a:rPr lang="en-US" dirty="0" err="1" smtClean="0"/>
              <a:t>tuổi</a:t>
            </a:r>
            <a:r>
              <a:rPr lang="en-US" dirty="0" smtClean="0"/>
              <a:t>, </a:t>
            </a:r>
            <a:r>
              <a:rPr lang="en-US" dirty="0" err="1" smtClean="0"/>
              <a:t>mọi</a:t>
            </a:r>
            <a:r>
              <a:rPr lang="en-US" dirty="0" smtClean="0"/>
              <a:t> </a:t>
            </a:r>
            <a:r>
              <a:rPr lang="en-US" dirty="0" err="1" smtClean="0"/>
              <a:t>quan</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liên</a:t>
            </a:r>
            <a:r>
              <a:rPr lang="en-US" dirty="0" smtClean="0"/>
              <a:t> </a:t>
            </a:r>
            <a:r>
              <a:rPr lang="en-US" dirty="0" err="1" smtClean="0"/>
              <a:t>quan</a:t>
            </a:r>
            <a:r>
              <a:rPr lang="en-US" dirty="0" smtClean="0"/>
              <a:t> </a:t>
            </a:r>
            <a:r>
              <a:rPr lang="en-US" dirty="0" err="1" smtClean="0"/>
              <a:t>tới</a:t>
            </a:r>
            <a:r>
              <a:rPr lang="en-US" dirty="0" smtClean="0"/>
              <a:t> </a:t>
            </a:r>
            <a:r>
              <a:rPr lang="en-US" dirty="0" err="1" smtClean="0"/>
              <a:t>họ</a:t>
            </a:r>
            <a:r>
              <a:rPr lang="en-US" dirty="0" smtClean="0"/>
              <a:t> </a:t>
            </a:r>
            <a:r>
              <a:rPr lang="en-US" dirty="0" err="1" smtClean="0"/>
              <a:t>sẽ</a:t>
            </a:r>
            <a:r>
              <a:rPr lang="en-US" dirty="0" smtClean="0"/>
              <a:t> do </a:t>
            </a:r>
            <a:r>
              <a:rPr lang="en-US" dirty="0" err="1" smtClean="0"/>
              <a:t>người</a:t>
            </a:r>
            <a:r>
              <a:rPr lang="en-US" dirty="0" smtClean="0"/>
              <a:t> </a:t>
            </a:r>
            <a:r>
              <a:rPr lang="en-US" dirty="0" err="1" smtClean="0"/>
              <a:t>giám</a:t>
            </a:r>
            <a:r>
              <a:rPr lang="en-US" dirty="0" smtClean="0"/>
              <a:t> </a:t>
            </a:r>
            <a:r>
              <a:rPr lang="en-US" dirty="0" err="1" smtClean="0"/>
              <a:t>hộ</a:t>
            </a:r>
            <a:r>
              <a:rPr lang="en-US" dirty="0" smtClean="0"/>
              <a:t> </a:t>
            </a:r>
            <a:r>
              <a:rPr lang="en-US" dirty="0" err="1" smtClean="0"/>
              <a:t>đương</a:t>
            </a:r>
            <a:r>
              <a:rPr lang="en-US" dirty="0" smtClean="0"/>
              <a:t> </a:t>
            </a:r>
            <a:r>
              <a:rPr lang="en-US" dirty="0" err="1" smtClean="0"/>
              <a:t>nhiên</a:t>
            </a:r>
            <a:r>
              <a:rPr lang="en-US" dirty="0" smtClean="0"/>
              <a:t> </a:t>
            </a:r>
            <a:r>
              <a:rPr lang="en-US" dirty="0" err="1" smtClean="0"/>
              <a:t>thực</a:t>
            </a:r>
            <a:r>
              <a:rPr lang="en-US" dirty="0" smtClean="0"/>
              <a:t> </a:t>
            </a:r>
            <a:r>
              <a:rPr lang="en-US" dirty="0" err="1" smtClean="0"/>
              <a:t>hiện</a:t>
            </a:r>
            <a:r>
              <a:rPr lang="en-US" dirty="0" smtClean="0"/>
              <a:t>;</a:t>
            </a:r>
          </a:p>
          <a:p>
            <a:pPr algn="just">
              <a:buFontTx/>
              <a:buChar char="-"/>
            </a:pPr>
            <a:r>
              <a:rPr lang="en-US" dirty="0" err="1" smtClean="0"/>
              <a:t>Người</a:t>
            </a:r>
            <a:r>
              <a:rPr lang="en-US" dirty="0" smtClean="0"/>
              <a:t> </a:t>
            </a:r>
            <a:r>
              <a:rPr lang="en-US" dirty="0" err="1" smtClean="0"/>
              <a:t>có</a:t>
            </a:r>
            <a:r>
              <a:rPr lang="en-US" dirty="0" smtClean="0"/>
              <a:t> </a:t>
            </a:r>
            <a:r>
              <a:rPr lang="en-US" dirty="0" err="1" smtClean="0"/>
              <a:t>năng</a:t>
            </a:r>
            <a:r>
              <a:rPr lang="en-US" dirty="0" smtClean="0"/>
              <a:t> </a:t>
            </a:r>
            <a:r>
              <a:rPr lang="en-US" dirty="0" err="1" smtClean="0"/>
              <a:t>lực</a:t>
            </a:r>
            <a:r>
              <a:rPr lang="en-US" dirty="0" smtClean="0"/>
              <a:t> </a:t>
            </a:r>
            <a:r>
              <a:rPr lang="en-US" dirty="0" err="1" smtClean="0"/>
              <a:t>hành</a:t>
            </a:r>
            <a:r>
              <a:rPr lang="en-US" dirty="0" smtClean="0"/>
              <a:t> vi </a:t>
            </a:r>
            <a:r>
              <a:rPr lang="en-US" dirty="0" err="1" smtClean="0"/>
              <a:t>một</a:t>
            </a:r>
            <a:r>
              <a:rPr lang="en-US" dirty="0" smtClean="0"/>
              <a:t> </a:t>
            </a:r>
            <a:r>
              <a:rPr lang="en-US" dirty="0" err="1" smtClean="0"/>
              <a:t>phần</a:t>
            </a:r>
            <a:r>
              <a:rPr lang="en-US" dirty="0" smtClean="0"/>
              <a:t>: </a:t>
            </a:r>
            <a:r>
              <a:rPr lang="en-US" dirty="0" err="1" smtClean="0"/>
              <a:t>Người</a:t>
            </a:r>
            <a:r>
              <a:rPr lang="en-US" dirty="0" smtClean="0"/>
              <a:t> </a:t>
            </a:r>
            <a:r>
              <a:rPr lang="en-US" dirty="0" err="1" smtClean="0"/>
              <a:t>từ</a:t>
            </a:r>
            <a:r>
              <a:rPr lang="en-US" dirty="0" smtClean="0"/>
              <a:t> </a:t>
            </a:r>
            <a:r>
              <a:rPr lang="en-US" dirty="0" err="1" smtClean="0"/>
              <a:t>đủ</a:t>
            </a:r>
            <a:r>
              <a:rPr lang="en-US" dirty="0" smtClean="0"/>
              <a:t> 6 </a:t>
            </a:r>
            <a:r>
              <a:rPr lang="en-US" dirty="0" err="1" smtClean="0"/>
              <a:t>tuổi</a:t>
            </a:r>
            <a:r>
              <a:rPr lang="en-US" dirty="0" smtClean="0"/>
              <a:t> </a:t>
            </a:r>
            <a:r>
              <a:rPr lang="en-US" dirty="0" err="1" smtClean="0"/>
              <a:t>đến</a:t>
            </a:r>
            <a:r>
              <a:rPr lang="en-US" dirty="0" smtClean="0"/>
              <a:t> </a:t>
            </a:r>
            <a:r>
              <a:rPr lang="en-US" dirty="0" err="1" smtClean="0"/>
              <a:t>dưới</a:t>
            </a:r>
            <a:r>
              <a:rPr lang="en-US" dirty="0" smtClean="0"/>
              <a:t> 18 </a:t>
            </a:r>
            <a:r>
              <a:rPr lang="en-US" dirty="0" err="1" smtClean="0"/>
              <a:t>và</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nhận</a:t>
            </a:r>
            <a:r>
              <a:rPr lang="en-US" dirty="0" smtClean="0"/>
              <a:t> </a:t>
            </a:r>
            <a:r>
              <a:rPr lang="en-US" dirty="0" err="1" smtClean="0"/>
              <a:t>thức</a:t>
            </a:r>
            <a:r>
              <a:rPr lang="en-US" dirty="0" smtClean="0"/>
              <a:t> </a:t>
            </a:r>
            <a:r>
              <a:rPr lang="en-US" dirty="0" err="1" smtClean="0"/>
              <a:t>bình</a:t>
            </a:r>
            <a:r>
              <a:rPr lang="en-US" dirty="0" smtClean="0"/>
              <a:t> </a:t>
            </a:r>
            <a:r>
              <a:rPr lang="en-US" dirty="0" err="1" smtClean="0"/>
              <a:t>thường</a:t>
            </a:r>
            <a:r>
              <a:rPr lang="en-US" dirty="0" smtClean="0"/>
              <a:t>, </a:t>
            </a:r>
            <a:r>
              <a:rPr lang="en-US" dirty="0" err="1" smtClean="0"/>
              <a:t>họ</a:t>
            </a:r>
            <a:r>
              <a:rPr lang="en-US" dirty="0" smtClean="0"/>
              <a:t> </a:t>
            </a:r>
            <a:r>
              <a:rPr lang="en-US" dirty="0" err="1" smtClean="0"/>
              <a:t>có</a:t>
            </a:r>
            <a:r>
              <a:rPr lang="en-US" dirty="0" smtClean="0"/>
              <a:t> </a:t>
            </a:r>
            <a:r>
              <a:rPr lang="en-US" dirty="0" err="1" smtClean="0"/>
              <a:t>thể</a:t>
            </a:r>
            <a:r>
              <a:rPr lang="en-US" dirty="0" smtClean="0"/>
              <a:t> </a:t>
            </a:r>
            <a:r>
              <a:rPr lang="en-US" dirty="0" err="1" smtClean="0"/>
              <a:t>tham</a:t>
            </a:r>
            <a:r>
              <a:rPr lang="en-US" dirty="0" smtClean="0"/>
              <a:t> </a:t>
            </a:r>
            <a:r>
              <a:rPr lang="en-US" dirty="0" err="1" smtClean="0"/>
              <a:t>gia</a:t>
            </a:r>
            <a:r>
              <a:rPr lang="en-US" dirty="0" smtClean="0"/>
              <a:t> </a:t>
            </a:r>
            <a:r>
              <a:rPr lang="en-US" dirty="0" err="1" smtClean="0"/>
              <a:t>vào</a:t>
            </a:r>
            <a:r>
              <a:rPr lang="en-US" dirty="0" smtClean="0"/>
              <a:t> </a:t>
            </a:r>
            <a:r>
              <a:rPr lang="en-US" dirty="0" err="1" smtClean="0"/>
              <a:t>những</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phục</a:t>
            </a:r>
            <a:r>
              <a:rPr lang="en-US" dirty="0" smtClean="0"/>
              <a:t> </a:t>
            </a:r>
            <a:r>
              <a:rPr lang="en-US" dirty="0" err="1" smtClean="0"/>
              <a:t>vụ</a:t>
            </a:r>
            <a:r>
              <a:rPr lang="en-US" dirty="0" smtClean="0"/>
              <a:t> </a:t>
            </a:r>
            <a:r>
              <a:rPr lang="en-US" dirty="0" err="1" smtClean="0"/>
              <a:t>cho</a:t>
            </a:r>
            <a:r>
              <a:rPr lang="en-US" dirty="0" smtClean="0"/>
              <a:t> </a:t>
            </a:r>
            <a:r>
              <a:rPr lang="en-US" dirty="0" err="1" smtClean="0"/>
              <a:t>việc</a:t>
            </a:r>
            <a:r>
              <a:rPr lang="en-US" dirty="0" smtClean="0"/>
              <a:t> </a:t>
            </a:r>
            <a:r>
              <a:rPr lang="en-US" dirty="0" err="1" smtClean="0"/>
              <a:t>sinh</a:t>
            </a:r>
            <a:r>
              <a:rPr lang="en-US" dirty="0" smtClean="0"/>
              <a:t> </a:t>
            </a:r>
            <a:r>
              <a:rPr lang="en-US" dirty="0" err="1" smtClean="0"/>
              <a:t>hoạt</a:t>
            </a:r>
            <a:r>
              <a:rPr lang="en-US" dirty="0" smtClean="0"/>
              <a:t> </a:t>
            </a:r>
            <a:r>
              <a:rPr lang="en-US" dirty="0" err="1" smtClean="0"/>
              <a:t>và</a:t>
            </a:r>
            <a:r>
              <a:rPr lang="en-US" dirty="0" smtClean="0"/>
              <a:t> </a:t>
            </a:r>
            <a:r>
              <a:rPr lang="en-US" dirty="0" err="1" smtClean="0"/>
              <a:t>học</a:t>
            </a:r>
            <a:r>
              <a:rPr lang="en-US" dirty="0" smtClean="0"/>
              <a:t> </a:t>
            </a:r>
            <a:r>
              <a:rPr lang="en-US" dirty="0" err="1" smtClean="0"/>
              <a:t>tập</a:t>
            </a:r>
            <a:r>
              <a:rPr lang="en-US" dirty="0" smtClean="0"/>
              <a:t> </a:t>
            </a:r>
            <a:r>
              <a:rPr lang="en-US" dirty="0" err="1" smtClean="0"/>
              <a:t>hàng</a:t>
            </a:r>
            <a:r>
              <a:rPr lang="en-US" dirty="0" smtClean="0"/>
              <a:t> </a:t>
            </a:r>
            <a:r>
              <a:rPr lang="en-US" dirty="0" err="1" smtClean="0"/>
              <a:t>ngày</a:t>
            </a:r>
            <a:r>
              <a:rPr lang="en-US" dirty="0" smtClean="0"/>
              <a:t> </a:t>
            </a:r>
            <a:r>
              <a:rPr lang="en-US" dirty="0" err="1" smtClean="0"/>
              <a:t>nhưng</a:t>
            </a:r>
            <a:r>
              <a:rPr lang="en-US" dirty="0" smtClean="0"/>
              <a:t> </a:t>
            </a:r>
            <a:r>
              <a:rPr lang="en-US" dirty="0" err="1" smtClean="0"/>
              <a:t>phải</a:t>
            </a:r>
            <a:r>
              <a:rPr lang="en-US" dirty="0" smtClean="0"/>
              <a:t> </a:t>
            </a:r>
            <a:r>
              <a:rPr lang="en-US" dirty="0" err="1" smtClean="0"/>
              <a:t>được</a:t>
            </a:r>
            <a:r>
              <a:rPr lang="en-US" dirty="0" smtClean="0"/>
              <a:t> </a:t>
            </a:r>
            <a:r>
              <a:rPr lang="en-US" dirty="0" err="1" smtClean="0"/>
              <a:t>sự</a:t>
            </a:r>
            <a:r>
              <a:rPr lang="en-US" dirty="0" smtClean="0"/>
              <a:t> </a:t>
            </a:r>
            <a:r>
              <a:rPr lang="en-US" dirty="0" err="1" smtClean="0"/>
              <a:t>đồng</a:t>
            </a:r>
            <a:r>
              <a:rPr lang="en-US" dirty="0" smtClean="0"/>
              <a:t> ý </a:t>
            </a:r>
            <a:r>
              <a:rPr lang="en-US" dirty="0" err="1" smtClean="0"/>
              <a:t>của</a:t>
            </a:r>
            <a:r>
              <a:rPr lang="en-US" dirty="0" smtClean="0"/>
              <a:t> </a:t>
            </a:r>
            <a:r>
              <a:rPr lang="en-US" dirty="0" err="1" smtClean="0"/>
              <a:t>người</a:t>
            </a:r>
            <a:r>
              <a:rPr lang="en-US" dirty="0" smtClean="0"/>
              <a:t> </a:t>
            </a:r>
            <a:r>
              <a:rPr lang="en-US" dirty="0" err="1" smtClean="0"/>
              <a:t>giám</a:t>
            </a:r>
            <a:r>
              <a:rPr lang="en-US" dirty="0" smtClean="0"/>
              <a:t> </a:t>
            </a:r>
            <a:r>
              <a:rPr lang="en-US" dirty="0" err="1" smtClean="0"/>
              <a:t>hộ</a:t>
            </a:r>
            <a:r>
              <a:rPr lang="en-US" dirty="0" smtClean="0"/>
              <a:t>;</a:t>
            </a:r>
          </a:p>
          <a:p>
            <a:pPr algn="just">
              <a:buFontTx/>
              <a:buChar char="-"/>
            </a:pPr>
            <a:r>
              <a:rPr lang="en-US" dirty="0" err="1" smtClean="0"/>
              <a:t>Người</a:t>
            </a:r>
            <a:r>
              <a:rPr lang="en-US" dirty="0" smtClean="0"/>
              <a:t> </a:t>
            </a:r>
            <a:r>
              <a:rPr lang="en-US" dirty="0" err="1" smtClean="0"/>
              <a:t>có</a:t>
            </a:r>
            <a:r>
              <a:rPr lang="en-US" dirty="0" smtClean="0"/>
              <a:t> </a:t>
            </a:r>
            <a:r>
              <a:rPr lang="en-US" dirty="0" err="1" smtClean="0"/>
              <a:t>năng</a:t>
            </a:r>
            <a:r>
              <a:rPr lang="en-US" dirty="0" smtClean="0"/>
              <a:t> </a:t>
            </a:r>
            <a:r>
              <a:rPr lang="en-US" dirty="0" err="1" smtClean="0"/>
              <a:t>lực</a:t>
            </a:r>
            <a:r>
              <a:rPr lang="en-US" dirty="0" smtClean="0"/>
              <a:t> </a:t>
            </a:r>
            <a:r>
              <a:rPr lang="en-US" dirty="0" err="1" smtClean="0"/>
              <a:t>hành</a:t>
            </a:r>
            <a:r>
              <a:rPr lang="en-US" dirty="0" smtClean="0"/>
              <a:t> vi </a:t>
            </a:r>
            <a:r>
              <a:rPr lang="en-US" dirty="0" err="1" smtClean="0"/>
              <a:t>đầy</a:t>
            </a:r>
            <a:r>
              <a:rPr lang="en-US" dirty="0" smtClean="0"/>
              <a:t> </a:t>
            </a:r>
            <a:r>
              <a:rPr lang="en-US" dirty="0" err="1" smtClean="0"/>
              <a:t>đủ</a:t>
            </a:r>
            <a:r>
              <a:rPr lang="en-US" dirty="0" smtClean="0"/>
              <a:t>: </a:t>
            </a:r>
            <a:r>
              <a:rPr lang="en-US" dirty="0" err="1" smtClean="0"/>
              <a:t>Người</a:t>
            </a:r>
            <a:r>
              <a:rPr lang="en-US" dirty="0" smtClean="0"/>
              <a:t> </a:t>
            </a:r>
            <a:r>
              <a:rPr lang="en-US" dirty="0" err="1" smtClean="0"/>
              <a:t>từ</a:t>
            </a:r>
            <a:r>
              <a:rPr lang="en-US" dirty="0" smtClean="0"/>
              <a:t> </a:t>
            </a:r>
            <a:r>
              <a:rPr lang="en-US" dirty="0" err="1" smtClean="0"/>
              <a:t>đủ</a:t>
            </a:r>
            <a:r>
              <a:rPr lang="en-US" dirty="0" smtClean="0"/>
              <a:t> 18 </a:t>
            </a:r>
            <a:r>
              <a:rPr lang="en-US" dirty="0" err="1" smtClean="0"/>
              <a:t>tuổi</a:t>
            </a:r>
            <a:r>
              <a:rPr lang="en-US" dirty="0" smtClean="0"/>
              <a:t> </a:t>
            </a:r>
            <a:r>
              <a:rPr lang="en-US" dirty="0" err="1" smtClean="0"/>
              <a:t>và</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nhận</a:t>
            </a:r>
            <a:r>
              <a:rPr lang="en-US" dirty="0" smtClean="0"/>
              <a:t> </a:t>
            </a:r>
            <a:r>
              <a:rPr lang="en-US" dirty="0" err="1" smtClean="0"/>
              <a:t>thức</a:t>
            </a:r>
            <a:r>
              <a:rPr lang="en-US" dirty="0" smtClean="0"/>
              <a:t> </a:t>
            </a:r>
            <a:r>
              <a:rPr lang="en-US" dirty="0" err="1" smtClean="0"/>
              <a:t>bình</a:t>
            </a:r>
            <a:r>
              <a:rPr lang="en-US" dirty="0" smtClean="0"/>
              <a:t> </a:t>
            </a:r>
            <a:r>
              <a:rPr lang="en-US" dirty="0" err="1" smtClean="0"/>
              <a:t>thường</a:t>
            </a:r>
            <a:r>
              <a:rPr lang="en-US" dirty="0" smtClean="0"/>
              <a:t>, </a:t>
            </a:r>
            <a:r>
              <a:rPr lang="en-US" dirty="0" err="1" smtClean="0"/>
              <a:t>họ</a:t>
            </a:r>
            <a:r>
              <a:rPr lang="en-US" dirty="0" smtClean="0"/>
              <a:t> </a:t>
            </a:r>
            <a:r>
              <a:rPr lang="en-US" dirty="0" err="1" smtClean="0"/>
              <a:t>tham</a:t>
            </a:r>
            <a:r>
              <a:rPr lang="en-US" dirty="0" smtClean="0"/>
              <a:t> </a:t>
            </a:r>
            <a:r>
              <a:rPr lang="en-US" dirty="0" err="1" smtClean="0"/>
              <a:t>gia</a:t>
            </a:r>
            <a:r>
              <a:rPr lang="en-US" dirty="0" smtClean="0"/>
              <a:t> </a:t>
            </a:r>
            <a:r>
              <a:rPr lang="en-US" dirty="0" err="1" smtClean="0"/>
              <a:t>vào</a:t>
            </a:r>
            <a:r>
              <a:rPr lang="en-US" dirty="0" smtClean="0"/>
              <a:t> </a:t>
            </a:r>
            <a:r>
              <a:rPr lang="en-US" dirty="0" err="1" smtClean="0"/>
              <a:t>các</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một</a:t>
            </a:r>
            <a:r>
              <a:rPr lang="en-US" dirty="0" smtClean="0"/>
              <a:t> </a:t>
            </a:r>
            <a:r>
              <a:rPr lang="en-US" dirty="0" err="1" smtClean="0"/>
              <a:t>cách</a:t>
            </a:r>
            <a:r>
              <a:rPr lang="en-US" dirty="0" smtClean="0"/>
              <a:t> </a:t>
            </a:r>
            <a:r>
              <a:rPr lang="en-US" dirty="0" err="1" smtClean="0"/>
              <a:t>độc</a:t>
            </a:r>
            <a:r>
              <a:rPr lang="en-US" dirty="0" smtClean="0"/>
              <a:t> </a:t>
            </a:r>
            <a:r>
              <a:rPr lang="en-US" dirty="0" err="1" smtClean="0"/>
              <a:t>lập</a:t>
            </a:r>
            <a:r>
              <a:rPr lang="en-US" dirty="0" smtClean="0"/>
              <a:t> </a:t>
            </a:r>
            <a:r>
              <a:rPr lang="en-US" dirty="0" err="1" smtClean="0"/>
              <a:t>và</a:t>
            </a:r>
            <a:r>
              <a:rPr lang="en-US" dirty="0" smtClean="0"/>
              <a:t> </a:t>
            </a:r>
            <a:r>
              <a:rPr lang="en-US" dirty="0" err="1" smtClean="0"/>
              <a:t>tự</a:t>
            </a:r>
            <a:r>
              <a:rPr lang="en-US" dirty="0" smtClean="0"/>
              <a:t> </a:t>
            </a:r>
            <a:r>
              <a:rPr lang="en-US" dirty="0" err="1" smtClean="0"/>
              <a:t>chịu</a:t>
            </a:r>
            <a:r>
              <a:rPr lang="en-US" dirty="0" smtClean="0"/>
              <a:t> </a:t>
            </a:r>
            <a:r>
              <a:rPr lang="en-US" dirty="0" err="1" smtClean="0"/>
              <a:t>trách</a:t>
            </a:r>
            <a:r>
              <a:rPr lang="en-US" dirty="0" smtClean="0"/>
              <a:t> </a:t>
            </a:r>
            <a:r>
              <a:rPr lang="en-US" dirty="0" err="1" smtClean="0"/>
              <a:t>nhiệm</a:t>
            </a:r>
            <a:r>
              <a:rPr lang="en-US" dirty="0" smtClean="0"/>
              <a:t> </a:t>
            </a:r>
            <a:r>
              <a:rPr lang="en-US" dirty="0" err="1" smtClean="0"/>
              <a:t>trước</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về</a:t>
            </a:r>
            <a:r>
              <a:rPr lang="en-US" dirty="0" smtClean="0"/>
              <a:t> </a:t>
            </a:r>
            <a:r>
              <a:rPr lang="en-US" dirty="0" err="1" smtClean="0"/>
              <a:t>hành</a:t>
            </a:r>
            <a:r>
              <a:rPr lang="en-US" dirty="0" smtClean="0"/>
              <a:t> vi </a:t>
            </a:r>
            <a:r>
              <a:rPr lang="en-US" dirty="0" err="1" smtClean="0"/>
              <a:t>của</a:t>
            </a:r>
            <a:r>
              <a:rPr lang="en-US" dirty="0" smtClean="0"/>
              <a:t> </a:t>
            </a:r>
            <a:r>
              <a:rPr lang="en-US" dirty="0" err="1" smtClean="0"/>
              <a:t>mình</a:t>
            </a:r>
            <a:r>
              <a:rPr lang="en-US" dirty="0" smtClean="0"/>
              <a:t>;</a:t>
            </a:r>
          </a:p>
          <a:p>
            <a:pPr algn="just">
              <a:buFontTx/>
              <a:buChar char="-"/>
            </a:pPr>
            <a:r>
              <a:rPr lang="en-US" dirty="0" err="1" smtClean="0"/>
              <a:t>Người</a:t>
            </a:r>
            <a:r>
              <a:rPr lang="en-US" dirty="0" smtClean="0"/>
              <a:t> </a:t>
            </a:r>
            <a:r>
              <a:rPr lang="en-US" dirty="0" err="1" smtClean="0"/>
              <a:t>bị</a:t>
            </a:r>
            <a:r>
              <a:rPr lang="en-US" dirty="0" smtClean="0"/>
              <a:t> </a:t>
            </a:r>
            <a:r>
              <a:rPr lang="en-US" dirty="0" err="1" smtClean="0"/>
              <a:t>mất</a:t>
            </a:r>
            <a:r>
              <a:rPr lang="en-US" dirty="0" smtClean="0"/>
              <a:t> </a:t>
            </a:r>
            <a:r>
              <a:rPr lang="en-US" dirty="0" err="1" smtClean="0"/>
              <a:t>năng</a:t>
            </a:r>
            <a:r>
              <a:rPr lang="en-US" dirty="0" smtClean="0"/>
              <a:t> </a:t>
            </a:r>
            <a:r>
              <a:rPr lang="en-US" dirty="0" err="1" smtClean="0"/>
              <a:t>lực</a:t>
            </a:r>
            <a:r>
              <a:rPr lang="en-US" dirty="0" smtClean="0"/>
              <a:t> </a:t>
            </a:r>
            <a:r>
              <a:rPr lang="en-US" dirty="0" err="1" smtClean="0"/>
              <a:t>hành</a:t>
            </a:r>
            <a:r>
              <a:rPr lang="en-US" dirty="0" smtClean="0"/>
              <a:t> vi: </a:t>
            </a:r>
            <a:r>
              <a:rPr lang="en-US" dirty="0" err="1" smtClean="0"/>
              <a:t>người</a:t>
            </a:r>
            <a:r>
              <a:rPr lang="en-US" dirty="0" smtClean="0"/>
              <a:t> </a:t>
            </a:r>
            <a:r>
              <a:rPr lang="en-US" dirty="0" err="1" smtClean="0"/>
              <a:t>từ</a:t>
            </a:r>
            <a:r>
              <a:rPr lang="en-US" dirty="0" smtClean="0"/>
              <a:t> </a:t>
            </a:r>
            <a:r>
              <a:rPr lang="en-US" dirty="0" err="1" smtClean="0"/>
              <a:t>đủ</a:t>
            </a:r>
            <a:r>
              <a:rPr lang="en-US" dirty="0" smtClean="0"/>
              <a:t> 18 </a:t>
            </a:r>
            <a:r>
              <a:rPr lang="en-US" dirty="0" err="1" smtClean="0"/>
              <a:t>tuổi</a:t>
            </a:r>
            <a:r>
              <a:rPr lang="en-US" dirty="0" smtClean="0"/>
              <a:t> </a:t>
            </a:r>
            <a:r>
              <a:rPr lang="en-US" dirty="0" err="1" smtClean="0"/>
              <a:t>nhưng</a:t>
            </a:r>
            <a:r>
              <a:rPr lang="en-US" dirty="0" smtClean="0"/>
              <a:t> </a:t>
            </a:r>
            <a:r>
              <a:rPr lang="en-US" dirty="0" err="1" smtClean="0"/>
              <a:t>mắc</a:t>
            </a:r>
            <a:r>
              <a:rPr lang="en-US" dirty="0" smtClean="0"/>
              <a:t> </a:t>
            </a:r>
            <a:r>
              <a:rPr lang="en-US" dirty="0" err="1" smtClean="0"/>
              <a:t>các</a:t>
            </a:r>
            <a:r>
              <a:rPr lang="en-US" dirty="0" smtClean="0"/>
              <a:t> </a:t>
            </a:r>
            <a:r>
              <a:rPr lang="en-US" dirty="0" err="1" smtClean="0"/>
              <a:t>bệnh</a:t>
            </a:r>
            <a:r>
              <a:rPr lang="en-US" dirty="0" smtClean="0"/>
              <a:t> </a:t>
            </a:r>
            <a:r>
              <a:rPr lang="en-US" dirty="0" err="1" smtClean="0"/>
              <a:t>thần</a:t>
            </a:r>
            <a:r>
              <a:rPr lang="en-US" dirty="0" smtClean="0"/>
              <a:t> </a:t>
            </a:r>
            <a:r>
              <a:rPr lang="en-US" dirty="0" err="1" smtClean="0"/>
              <a:t>kinh</a:t>
            </a:r>
            <a:r>
              <a:rPr lang="en-US" dirty="0" smtClean="0"/>
              <a:t> </a:t>
            </a:r>
            <a:r>
              <a:rPr lang="en-US" dirty="0" err="1" smtClean="0"/>
              <a:t>dẫn</a:t>
            </a:r>
            <a:r>
              <a:rPr lang="en-US" dirty="0" smtClean="0"/>
              <a:t> </a:t>
            </a:r>
            <a:r>
              <a:rPr lang="en-US" dirty="0" err="1" smtClean="0"/>
              <a:t>đến</a:t>
            </a:r>
            <a:r>
              <a:rPr lang="en-US" dirty="0" smtClean="0"/>
              <a:t> </a:t>
            </a:r>
            <a:r>
              <a:rPr lang="en-US" dirty="0" err="1" smtClean="0"/>
              <a:t>không</a:t>
            </a:r>
            <a:r>
              <a:rPr lang="en-US" dirty="0" smtClean="0"/>
              <a:t> </a:t>
            </a:r>
            <a:r>
              <a:rPr lang="en-US" dirty="0" err="1" smtClean="0"/>
              <a:t>có</a:t>
            </a:r>
            <a:r>
              <a:rPr lang="en-US" dirty="0" smtClean="0"/>
              <a:t> </a:t>
            </a:r>
            <a:r>
              <a:rPr lang="en-US" dirty="0" err="1" smtClean="0"/>
              <a:t>khả</a:t>
            </a:r>
            <a:r>
              <a:rPr lang="en-US" dirty="0" smtClean="0"/>
              <a:t> </a:t>
            </a:r>
            <a:r>
              <a:rPr lang="en-US" dirty="0" err="1" smtClean="0"/>
              <a:t>năng</a:t>
            </a:r>
            <a:r>
              <a:rPr lang="en-US" dirty="0" smtClean="0"/>
              <a:t> </a:t>
            </a:r>
            <a:r>
              <a:rPr lang="en-US" dirty="0" err="1" smtClean="0"/>
              <a:t>nhận</a:t>
            </a:r>
            <a:r>
              <a:rPr lang="en-US" dirty="0" smtClean="0"/>
              <a:t> </a:t>
            </a:r>
            <a:r>
              <a:rPr lang="en-US" dirty="0" err="1" smtClean="0"/>
              <a:t>thức</a:t>
            </a:r>
            <a:r>
              <a:rPr lang="en-US" dirty="0" smtClean="0"/>
              <a:t>, </a:t>
            </a:r>
            <a:r>
              <a:rPr lang="en-US" dirty="0" err="1" smtClean="0"/>
              <a:t>điều</a:t>
            </a:r>
            <a:r>
              <a:rPr lang="en-US" dirty="0" smtClean="0"/>
              <a:t> </a:t>
            </a:r>
            <a:r>
              <a:rPr lang="en-US" dirty="0" err="1" smtClean="0"/>
              <a:t>khiển</a:t>
            </a:r>
            <a:r>
              <a:rPr lang="en-US" dirty="0" smtClean="0"/>
              <a:t> </a:t>
            </a:r>
            <a:r>
              <a:rPr lang="en-US" dirty="0" err="1" smtClean="0"/>
              <a:t>hành</a:t>
            </a:r>
            <a:r>
              <a:rPr lang="en-US" dirty="0" smtClean="0"/>
              <a:t> vi </a:t>
            </a:r>
            <a:r>
              <a:rPr lang="en-US" dirty="0" err="1" smtClean="0"/>
              <a:t>của</a:t>
            </a:r>
            <a:r>
              <a:rPr lang="en-US" dirty="0" smtClean="0"/>
              <a:t> </a:t>
            </a:r>
            <a:r>
              <a:rPr lang="en-US" dirty="0" err="1" smtClean="0"/>
              <a:t>mình</a:t>
            </a:r>
            <a:r>
              <a:rPr lang="en-US" dirty="0" smtClean="0"/>
              <a:t>, </a:t>
            </a:r>
            <a:r>
              <a:rPr lang="en-US" dirty="0" err="1" smtClean="0"/>
              <a:t>các</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liên</a:t>
            </a:r>
            <a:r>
              <a:rPr lang="en-US" dirty="0" smtClean="0"/>
              <a:t> </a:t>
            </a:r>
            <a:r>
              <a:rPr lang="en-US" dirty="0" err="1" smtClean="0"/>
              <a:t>quan</a:t>
            </a:r>
            <a:r>
              <a:rPr lang="en-US" dirty="0" smtClean="0"/>
              <a:t> </a:t>
            </a:r>
            <a:r>
              <a:rPr lang="en-US" dirty="0" err="1" smtClean="0"/>
              <a:t>đến</a:t>
            </a:r>
            <a:r>
              <a:rPr lang="en-US" dirty="0" smtClean="0"/>
              <a:t> </a:t>
            </a:r>
            <a:r>
              <a:rPr lang="en-US" dirty="0" err="1" smtClean="0"/>
              <a:t>họ</a:t>
            </a:r>
            <a:r>
              <a:rPr lang="en-US" dirty="0" smtClean="0"/>
              <a:t> do </a:t>
            </a:r>
            <a:r>
              <a:rPr lang="en-US" dirty="0" err="1" smtClean="0"/>
              <a:t>người</a:t>
            </a:r>
            <a:r>
              <a:rPr lang="en-US" dirty="0" smtClean="0"/>
              <a:t> </a:t>
            </a:r>
            <a:r>
              <a:rPr lang="en-US" dirty="0" err="1" smtClean="0"/>
              <a:t>đại</a:t>
            </a:r>
            <a:r>
              <a:rPr lang="en-US" dirty="0" smtClean="0"/>
              <a:t> </a:t>
            </a:r>
            <a:r>
              <a:rPr lang="en-US" dirty="0" err="1" smtClean="0"/>
              <a:t>diện</a:t>
            </a:r>
            <a:r>
              <a:rPr lang="en-US" dirty="0" smtClean="0"/>
              <a:t>, </a:t>
            </a:r>
            <a:r>
              <a:rPr lang="en-US" dirty="0" err="1" smtClean="0"/>
              <a:t>giám</a:t>
            </a:r>
            <a:r>
              <a:rPr lang="en-US" dirty="0" smtClean="0"/>
              <a:t> </a:t>
            </a:r>
            <a:r>
              <a:rPr lang="en-US" dirty="0" err="1" smtClean="0"/>
              <a:t>hộ</a:t>
            </a:r>
            <a:r>
              <a:rPr lang="en-US" dirty="0" smtClean="0"/>
              <a:t> </a:t>
            </a:r>
            <a:r>
              <a:rPr lang="en-US" dirty="0" err="1" smtClean="0"/>
              <a:t>của</a:t>
            </a:r>
            <a:r>
              <a:rPr lang="en-US" dirty="0" smtClean="0"/>
              <a:t> </a:t>
            </a:r>
            <a:r>
              <a:rPr lang="en-US" dirty="0" err="1" smtClean="0"/>
              <a:t>họ</a:t>
            </a:r>
            <a:r>
              <a:rPr lang="en-US" dirty="0" smtClean="0"/>
              <a:t> </a:t>
            </a:r>
            <a:r>
              <a:rPr lang="en-US" dirty="0" err="1" smtClean="0"/>
              <a:t>thức</a:t>
            </a:r>
            <a:r>
              <a:rPr lang="en-US" dirty="0" smtClean="0"/>
              <a:t> </a:t>
            </a:r>
            <a:r>
              <a:rPr lang="en-US" dirty="0" err="1" smtClean="0"/>
              <a:t>hiện</a:t>
            </a:r>
            <a:endParaRPr lang="en-US" dirty="0" smtClean="0"/>
          </a:p>
          <a:p>
            <a:pPr algn="just">
              <a:buFontTx/>
              <a:buChar char="-"/>
            </a:pPr>
            <a:r>
              <a:rPr lang="en-US" dirty="0" err="1" smtClean="0"/>
              <a:t>Người</a:t>
            </a:r>
            <a:r>
              <a:rPr lang="en-US" dirty="0" smtClean="0"/>
              <a:t> </a:t>
            </a:r>
            <a:r>
              <a:rPr lang="en-US" dirty="0" err="1" smtClean="0"/>
              <a:t>bị</a:t>
            </a:r>
            <a:r>
              <a:rPr lang="en-US" dirty="0" smtClean="0"/>
              <a:t> </a:t>
            </a:r>
            <a:r>
              <a:rPr lang="en-US" dirty="0" err="1" smtClean="0"/>
              <a:t>hạn</a:t>
            </a:r>
            <a:r>
              <a:rPr lang="en-US" dirty="0" smtClean="0"/>
              <a:t> </a:t>
            </a:r>
            <a:r>
              <a:rPr lang="en-US" dirty="0" err="1" smtClean="0"/>
              <a:t>chế</a:t>
            </a:r>
            <a:r>
              <a:rPr lang="en-US" dirty="0" smtClean="0"/>
              <a:t> </a:t>
            </a:r>
            <a:r>
              <a:rPr lang="en-US" dirty="0" err="1" smtClean="0"/>
              <a:t>năng</a:t>
            </a:r>
            <a:r>
              <a:rPr lang="en-US" dirty="0" smtClean="0"/>
              <a:t> </a:t>
            </a:r>
            <a:r>
              <a:rPr lang="en-US" dirty="0" err="1" smtClean="0"/>
              <a:t>lực</a:t>
            </a:r>
            <a:r>
              <a:rPr lang="en-US" dirty="0" smtClean="0"/>
              <a:t> </a:t>
            </a:r>
            <a:r>
              <a:rPr lang="en-US" dirty="0" err="1" smtClean="0"/>
              <a:t>hành</a:t>
            </a:r>
            <a:r>
              <a:rPr lang="en-US" dirty="0" smtClean="0"/>
              <a:t> vi: </a:t>
            </a:r>
            <a:r>
              <a:rPr lang="en-US" dirty="0" err="1" smtClean="0"/>
              <a:t>Người</a:t>
            </a:r>
            <a:r>
              <a:rPr lang="en-US" dirty="0" smtClean="0"/>
              <a:t> </a:t>
            </a:r>
            <a:r>
              <a:rPr lang="en-US" dirty="0" err="1" smtClean="0"/>
              <a:t>từ</a:t>
            </a:r>
            <a:r>
              <a:rPr lang="en-US" dirty="0" smtClean="0"/>
              <a:t> </a:t>
            </a:r>
            <a:r>
              <a:rPr lang="en-US" dirty="0" err="1" smtClean="0"/>
              <a:t>đủ</a:t>
            </a:r>
            <a:r>
              <a:rPr lang="en-US" dirty="0" smtClean="0"/>
              <a:t> 18 </a:t>
            </a:r>
            <a:r>
              <a:rPr lang="en-US" dirty="0" err="1" smtClean="0"/>
              <a:t>tuổi</a:t>
            </a:r>
            <a:r>
              <a:rPr lang="en-US" dirty="0" smtClean="0"/>
              <a:t> </a:t>
            </a:r>
            <a:r>
              <a:rPr lang="en-US" dirty="0" err="1" smtClean="0"/>
              <a:t>nhưng</a:t>
            </a:r>
            <a:r>
              <a:rPr lang="en-US" dirty="0" smtClean="0"/>
              <a:t> </a:t>
            </a:r>
            <a:r>
              <a:rPr lang="en-US" dirty="0" err="1" smtClean="0"/>
              <a:t>nghiện</a:t>
            </a:r>
            <a:r>
              <a:rPr lang="en-US" dirty="0" smtClean="0"/>
              <a:t> </a:t>
            </a:r>
            <a:r>
              <a:rPr lang="en-US" dirty="0" err="1" smtClean="0"/>
              <a:t>rượu</a:t>
            </a:r>
            <a:r>
              <a:rPr lang="en-US" dirty="0" smtClean="0"/>
              <a:t>, ma </a:t>
            </a:r>
            <a:r>
              <a:rPr lang="en-US" dirty="0" err="1" smtClean="0"/>
              <a:t>túy</a:t>
            </a:r>
            <a:r>
              <a:rPr lang="en-US" dirty="0" smtClean="0"/>
              <a:t> </a:t>
            </a:r>
            <a:r>
              <a:rPr lang="en-US" dirty="0" err="1" smtClean="0"/>
              <a:t>hoặc</a:t>
            </a:r>
            <a:r>
              <a:rPr lang="en-US" dirty="0" smtClean="0"/>
              <a:t> </a:t>
            </a:r>
            <a:r>
              <a:rPr lang="en-US" dirty="0" err="1" smtClean="0"/>
              <a:t>các</a:t>
            </a:r>
            <a:r>
              <a:rPr lang="en-US" dirty="0" smtClean="0"/>
              <a:t> </a:t>
            </a:r>
            <a:r>
              <a:rPr lang="en-US" dirty="0" err="1" smtClean="0"/>
              <a:t>chất</a:t>
            </a:r>
            <a:r>
              <a:rPr lang="en-US" dirty="0" smtClean="0"/>
              <a:t> </a:t>
            </a:r>
            <a:r>
              <a:rPr lang="en-US" dirty="0" err="1" smtClean="0"/>
              <a:t>kích</a:t>
            </a:r>
            <a:r>
              <a:rPr lang="en-US" dirty="0" smtClean="0"/>
              <a:t> </a:t>
            </a:r>
            <a:r>
              <a:rPr lang="en-US" dirty="0" err="1" smtClean="0"/>
              <a:t>thích</a:t>
            </a:r>
            <a:r>
              <a:rPr lang="en-US" dirty="0" smtClean="0"/>
              <a:t> </a:t>
            </a:r>
            <a:r>
              <a:rPr lang="en-US" dirty="0" err="1" smtClean="0"/>
              <a:t>khác</a:t>
            </a:r>
            <a:r>
              <a:rPr lang="en-US" dirty="0" smtClean="0"/>
              <a:t>, </a:t>
            </a:r>
            <a:r>
              <a:rPr lang="en-US" dirty="0" err="1" smtClean="0"/>
              <a:t>những</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liên</a:t>
            </a:r>
            <a:r>
              <a:rPr lang="en-US" dirty="0" smtClean="0"/>
              <a:t> </a:t>
            </a:r>
            <a:r>
              <a:rPr lang="en-US" dirty="0" err="1" smtClean="0"/>
              <a:t>quan</a:t>
            </a:r>
            <a:r>
              <a:rPr lang="en-US" dirty="0" smtClean="0"/>
              <a:t> </a:t>
            </a:r>
            <a:r>
              <a:rPr lang="en-US" dirty="0" err="1" smtClean="0"/>
              <a:t>đến</a:t>
            </a:r>
            <a:r>
              <a:rPr lang="en-US" dirty="0" smtClean="0"/>
              <a:t> </a:t>
            </a:r>
            <a:r>
              <a:rPr lang="en-US" dirty="0" err="1" smtClean="0"/>
              <a:t>tài</a:t>
            </a:r>
            <a:r>
              <a:rPr lang="en-US" dirty="0" smtClean="0"/>
              <a:t> </a:t>
            </a:r>
            <a:r>
              <a:rPr lang="en-US" dirty="0" err="1" smtClean="0"/>
              <a:t>sản</a:t>
            </a:r>
            <a:r>
              <a:rPr lang="en-US" dirty="0" smtClean="0"/>
              <a:t> </a:t>
            </a:r>
            <a:r>
              <a:rPr lang="en-US" dirty="0" err="1" smtClean="0"/>
              <a:t>chung</a:t>
            </a:r>
            <a:r>
              <a:rPr lang="en-US" dirty="0" smtClean="0"/>
              <a:t> do </a:t>
            </a:r>
            <a:r>
              <a:rPr lang="en-US" dirty="0" err="1" smtClean="0"/>
              <a:t>người</a:t>
            </a:r>
            <a:r>
              <a:rPr lang="en-US" dirty="0" smtClean="0"/>
              <a:t> </a:t>
            </a:r>
            <a:r>
              <a:rPr lang="en-US" dirty="0" err="1" smtClean="0"/>
              <a:t>đại</a:t>
            </a:r>
            <a:r>
              <a:rPr lang="en-US" dirty="0" smtClean="0"/>
              <a:t> </a:t>
            </a:r>
            <a:r>
              <a:rPr lang="en-US" dirty="0" err="1" smtClean="0"/>
              <a:t>diện</a:t>
            </a:r>
            <a:r>
              <a:rPr lang="en-US" dirty="0" smtClean="0"/>
              <a:t> </a:t>
            </a:r>
            <a:r>
              <a:rPr lang="en-US" dirty="0" err="1" smtClean="0"/>
              <a:t>của</a:t>
            </a:r>
            <a:r>
              <a:rPr lang="en-US" dirty="0" smtClean="0"/>
              <a:t> </a:t>
            </a:r>
            <a:r>
              <a:rPr lang="en-US" dirty="0" err="1" smtClean="0"/>
              <a:t>họ</a:t>
            </a:r>
            <a:r>
              <a:rPr lang="en-US" dirty="0" smtClean="0"/>
              <a:t> </a:t>
            </a:r>
            <a:r>
              <a:rPr lang="en-US" dirty="0" err="1" smtClean="0"/>
              <a:t>thức</a:t>
            </a:r>
            <a:r>
              <a:rPr lang="en-US" dirty="0" smtClean="0"/>
              <a:t> </a:t>
            </a:r>
            <a:r>
              <a:rPr lang="en-US" dirty="0" err="1" smtClean="0"/>
              <a:t>hiện</a:t>
            </a:r>
            <a:r>
              <a:rPr lang="en-US" dirty="0" smtClean="0"/>
              <a:t>, </a:t>
            </a:r>
            <a:r>
              <a:rPr lang="en-US" dirty="0" err="1" smtClean="0"/>
              <a:t>tất</a:t>
            </a:r>
            <a:r>
              <a:rPr lang="en-US" dirty="0" smtClean="0"/>
              <a:t> </a:t>
            </a:r>
            <a:r>
              <a:rPr lang="en-US" dirty="0" err="1" smtClean="0"/>
              <a:t>cả</a:t>
            </a:r>
            <a:r>
              <a:rPr lang="en-US" dirty="0" smtClean="0"/>
              <a:t> </a:t>
            </a:r>
            <a:r>
              <a:rPr lang="en-US" dirty="0" err="1" smtClean="0"/>
              <a:t>các</a:t>
            </a:r>
            <a:r>
              <a:rPr lang="en-US" dirty="0" smtClean="0"/>
              <a:t> </a:t>
            </a:r>
            <a:r>
              <a:rPr lang="en-US" dirty="0" err="1" smtClean="0"/>
              <a:t>quan</a:t>
            </a:r>
            <a:r>
              <a:rPr lang="en-US" dirty="0" smtClean="0"/>
              <a:t> </a:t>
            </a:r>
            <a:r>
              <a:rPr lang="en-US" dirty="0" err="1" smtClean="0"/>
              <a:t>hệ</a:t>
            </a:r>
            <a:r>
              <a:rPr lang="en-US" dirty="0" smtClean="0"/>
              <a:t> </a:t>
            </a:r>
            <a:r>
              <a:rPr lang="en-US" dirty="0" err="1" smtClean="0"/>
              <a:t>pháp</a:t>
            </a:r>
            <a:r>
              <a:rPr lang="en-US" dirty="0" smtClean="0"/>
              <a:t> </a:t>
            </a:r>
            <a:r>
              <a:rPr lang="en-US" dirty="0" err="1" smtClean="0"/>
              <a:t>luật</a:t>
            </a:r>
            <a:r>
              <a:rPr lang="en-US" dirty="0" smtClean="0"/>
              <a:t> </a:t>
            </a:r>
            <a:r>
              <a:rPr lang="en-US" dirty="0" err="1" smtClean="0"/>
              <a:t>họ</a:t>
            </a:r>
            <a:r>
              <a:rPr lang="en-US" dirty="0" smtClean="0"/>
              <a:t> </a:t>
            </a:r>
            <a:r>
              <a:rPr lang="en-US" dirty="0" err="1" smtClean="0"/>
              <a:t>tham</a:t>
            </a:r>
            <a:r>
              <a:rPr lang="en-US" dirty="0" smtClean="0"/>
              <a:t> </a:t>
            </a:r>
            <a:r>
              <a:rPr lang="en-US" dirty="0" err="1" smtClean="0"/>
              <a:t>họ</a:t>
            </a:r>
            <a:r>
              <a:rPr lang="en-US" dirty="0" smtClean="0"/>
              <a:t> </a:t>
            </a:r>
            <a:r>
              <a:rPr lang="en-US" dirty="0" err="1" smtClean="0"/>
              <a:t>đều</a:t>
            </a:r>
            <a:r>
              <a:rPr lang="en-US" dirty="0" smtClean="0"/>
              <a:t> </a:t>
            </a:r>
            <a:r>
              <a:rPr lang="en-US" dirty="0" err="1" smtClean="0"/>
              <a:t>phải</a:t>
            </a:r>
            <a:r>
              <a:rPr lang="en-US" dirty="0" smtClean="0"/>
              <a:t> </a:t>
            </a:r>
            <a:r>
              <a:rPr lang="en-US" dirty="0" err="1" smtClean="0"/>
              <a:t>tự</a:t>
            </a:r>
            <a:r>
              <a:rPr lang="en-US" dirty="0" smtClean="0"/>
              <a:t> </a:t>
            </a:r>
            <a:r>
              <a:rPr lang="en-US" dirty="0" err="1" smtClean="0"/>
              <a:t>chịu</a:t>
            </a:r>
            <a:r>
              <a:rPr lang="en-US" dirty="0" smtClean="0"/>
              <a:t> </a:t>
            </a:r>
            <a:r>
              <a:rPr lang="en-US" dirty="0" err="1" smtClean="0"/>
              <a:t>trách</a:t>
            </a:r>
            <a:r>
              <a:rPr lang="en-US" dirty="0" smtClean="0"/>
              <a:t> </a:t>
            </a:r>
            <a:r>
              <a:rPr lang="en-US" dirty="0" err="1" smtClean="0"/>
              <a:t>nhiệm</a:t>
            </a:r>
            <a:r>
              <a:rPr lang="en-US" dirty="0" smtClean="0"/>
              <a:t>.</a:t>
            </a:r>
            <a:endParaRPr lang="en-US" dirty="0"/>
          </a:p>
        </p:txBody>
      </p:sp>
      <p:sp>
        <p:nvSpPr>
          <p:cNvPr id="3" name="Footer Placeholder 2"/>
          <p:cNvSpPr>
            <a:spLocks noGrp="1"/>
          </p:cNvSpPr>
          <p:nvPr>
            <p:ph type="ftr" sz="quarter" idx="11"/>
          </p:nvPr>
        </p:nvSpPr>
        <p:spPr/>
        <p:txBody>
          <a:bodyPr/>
          <a:lstStyle/>
          <a:p>
            <a:r>
              <a:rPr lang="en-US" smtClean="0"/>
              <a:t>Nguyễn Thị Yến</a:t>
            </a:r>
            <a:endParaRPr lang="en-US"/>
          </a:p>
        </p:txBody>
      </p:sp>
      <p:sp>
        <p:nvSpPr>
          <p:cNvPr id="4" name="Slide Number Placeholder 3"/>
          <p:cNvSpPr>
            <a:spLocks noGrp="1"/>
          </p:cNvSpPr>
          <p:nvPr>
            <p:ph type="sldNum" sz="quarter" idx="12"/>
          </p:nvPr>
        </p:nvSpPr>
        <p:spPr/>
        <p:txBody>
          <a:bodyPr/>
          <a:lstStyle/>
          <a:p>
            <a:fld id="{677F844C-E5DA-442A-A4AF-5518AB6AAEC1}"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Chủ thể là tổ chức</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23</a:t>
            </a:fld>
            <a:endParaRPr lang="en-US"/>
          </a:p>
        </p:txBody>
      </p:sp>
      <p:sp>
        <p:nvSpPr>
          <p:cNvPr id="5" name="Content Placeholder 4"/>
          <p:cNvSpPr>
            <a:spLocks noGrp="1"/>
          </p:cNvSpPr>
          <p:nvPr>
            <p:ph sz="quarter" idx="1"/>
          </p:nvPr>
        </p:nvSpPr>
        <p:spPr/>
        <p:txBody>
          <a:bodyPr/>
          <a:lstStyle/>
          <a:p>
            <a:r>
              <a:rPr lang="en-US"/>
              <a:t>Tổ chức là gì?</a:t>
            </a:r>
          </a:p>
          <a:p>
            <a:r>
              <a:rPr lang="en-US"/>
              <a:t>Hình thức thể hiện tư cách chủ thể của tổ chức</a:t>
            </a:r>
          </a:p>
          <a:p>
            <a:pPr>
              <a:buFont typeface="Wingdings" pitchFamily="2" charset="2"/>
              <a:buChar char="Ø"/>
            </a:pPr>
            <a:r>
              <a:rPr lang="en-US"/>
              <a:t>Tổ chức là pháp nhân</a:t>
            </a:r>
          </a:p>
          <a:p>
            <a:pPr>
              <a:buFont typeface="Wingdings" pitchFamily="2" charset="2"/>
              <a:buChar char="Ø"/>
            </a:pPr>
            <a:r>
              <a:rPr lang="en-US"/>
              <a:t>Tổ chức không có tư cách pháp nhân</a:t>
            </a:r>
          </a:p>
          <a:p>
            <a:pPr>
              <a:buFont typeface="Wingdings" pitchFamily="2" charset="2"/>
              <a:buChar char="Ø"/>
            </a:pPr>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Tổ chức là pháp nhân</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24</a:t>
            </a:fld>
            <a:endParaRPr lang="en-US"/>
          </a:p>
        </p:txBody>
      </p:sp>
      <p:sp>
        <p:nvSpPr>
          <p:cNvPr id="5" name="Content Placeholder 4"/>
          <p:cNvSpPr>
            <a:spLocks noGrp="1"/>
          </p:cNvSpPr>
          <p:nvPr>
            <p:ph sz="quarter" idx="1"/>
          </p:nvPr>
        </p:nvSpPr>
        <p:spPr/>
        <p:txBody>
          <a:bodyPr/>
          <a:lstStyle/>
          <a:p>
            <a:r>
              <a:rPr lang="en-US"/>
              <a:t>Pháp nhân là một con người giả định được gắn cho tổ chức hội đủ các điều kiện mà pháp luật quy định để trở thành chủ thể trong một số quan hệ pháp luật</a:t>
            </a:r>
          </a:p>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677F844C-E5DA-442A-A4AF-5518AB6AAEC1}" type="slidenum">
              <a:rPr lang="en-US" smtClean="0"/>
              <a:pPr/>
              <a:t>25</a:t>
            </a:fld>
            <a:endParaRPr lang="en-US"/>
          </a:p>
        </p:txBody>
      </p:sp>
      <p:sp>
        <p:nvSpPr>
          <p:cNvPr id="4" name="Rectangle 3"/>
          <p:cNvSpPr/>
          <p:nvPr/>
        </p:nvSpPr>
        <p:spPr>
          <a:xfrm>
            <a:off x="838200" y="533400"/>
            <a:ext cx="76962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a:t>Điều kiện tổ chức là pháp nhân</a:t>
            </a:r>
          </a:p>
        </p:txBody>
      </p:sp>
      <p:sp>
        <p:nvSpPr>
          <p:cNvPr id="5" name="Rounded Rectangle 4"/>
          <p:cNvSpPr/>
          <p:nvPr/>
        </p:nvSpPr>
        <p:spPr>
          <a:xfrm>
            <a:off x="838200" y="1905000"/>
            <a:ext cx="7848600" cy="3962400"/>
          </a:xfrm>
          <a:prstGeom prst="roundRect">
            <a:avLst/>
          </a:prstGeom>
        </p:spPr>
        <p:style>
          <a:lnRef idx="1">
            <a:schemeClr val="dk1"/>
          </a:lnRef>
          <a:fillRef idx="2">
            <a:schemeClr val="dk1"/>
          </a:fillRef>
          <a:effectRef idx="1">
            <a:schemeClr val="dk1"/>
          </a:effectRef>
          <a:fontRef idx="minor">
            <a:schemeClr val="dk1"/>
          </a:fontRef>
        </p:style>
        <p:txBody>
          <a:bodyPr rtlCol="0" anchor="ctr"/>
          <a:lstStyle/>
          <a:p>
            <a:pPr marL="514350" indent="-514350" algn="just">
              <a:buAutoNum type="alphaLcPeriod"/>
            </a:pPr>
            <a:r>
              <a:rPr lang="en-US" sz="2800"/>
              <a:t>Được thành lập hợp pháp.</a:t>
            </a:r>
          </a:p>
          <a:p>
            <a:pPr marL="514350" indent="-514350" algn="just">
              <a:buAutoNum type="alphaLcPeriod"/>
            </a:pPr>
            <a:r>
              <a:rPr lang="en-US" sz="2800"/>
              <a:t>Phải có cơ cấu tổ chức chặt chẽ</a:t>
            </a:r>
          </a:p>
          <a:p>
            <a:pPr marL="514350" indent="-514350" algn="just">
              <a:buAutoNum type="alphaLcPeriod"/>
            </a:pPr>
            <a:r>
              <a:rPr lang="en-US" sz="2800"/>
              <a:t>Có tài sản độc lập với các cá nhân, tổ chức khác</a:t>
            </a:r>
          </a:p>
          <a:p>
            <a:pPr marL="514350" indent="-514350" algn="just">
              <a:buAutoNum type="alphaLcPeriod"/>
            </a:pPr>
            <a:r>
              <a:rPr lang="en-US" sz="2800"/>
              <a:t>Nhân danh mình tham gia và các quan hệ pháp luật một cách độc lập.</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Lưu ý về năng lực chủ thể của pháp nhân</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26</a:t>
            </a:fld>
            <a:endParaRPr lang="en-US"/>
          </a:p>
        </p:txBody>
      </p:sp>
      <p:sp>
        <p:nvSpPr>
          <p:cNvPr id="5" name="Content Placeholder 4"/>
          <p:cNvSpPr>
            <a:spLocks noGrp="1"/>
          </p:cNvSpPr>
          <p:nvPr>
            <p:ph sz="quarter" idx="1"/>
          </p:nvPr>
        </p:nvSpPr>
        <p:spPr/>
        <p:txBody>
          <a:bodyPr/>
          <a:lstStyle/>
          <a:p>
            <a:r>
              <a:rPr lang="en-US"/>
              <a:t>Thời điểm phát sinh năng lực pháp luật, năng lực hành vi của pháp nhân.</a:t>
            </a:r>
          </a:p>
          <a:p>
            <a:r>
              <a:rPr lang="en-US"/>
              <a:t>Khi tham gia vào quan hệ pháp luật pháp nhân phải thông qua người đại diện của pháp nhân.</a:t>
            </a:r>
          </a:p>
          <a:p>
            <a:r>
              <a:rPr lang="en-US"/>
              <a:t>Pháp nhân không trở thành chủ thể của một số quan hệ pháp luật nhất định: Hình sự (trong một số lĩnh vực nhất định); Hôn nhân gia đình.</a:t>
            </a:r>
          </a:p>
          <a:p>
            <a:r>
              <a:rPr lang="en-US"/>
              <a:t>Có những loại pháp nhân nào?</a:t>
            </a:r>
          </a:p>
          <a:p>
            <a:r>
              <a:rPr lang="en-US"/>
              <a:t>Nhà nước có là pháp nhân không?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Tổ chức không có tư cách pháp nhân</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27</a:t>
            </a:fld>
            <a:endParaRPr lang="en-US"/>
          </a:p>
        </p:txBody>
      </p:sp>
      <p:sp>
        <p:nvSpPr>
          <p:cNvPr id="5" name="Content Placeholder 4"/>
          <p:cNvSpPr>
            <a:spLocks noGrp="1"/>
          </p:cNvSpPr>
          <p:nvPr>
            <p:ph sz="quarter" idx="1"/>
          </p:nvPr>
        </p:nvSpPr>
        <p:spPr/>
        <p:txBody>
          <a:bodyPr>
            <a:normAutofit/>
          </a:bodyPr>
          <a:lstStyle/>
          <a:p>
            <a:r>
              <a:rPr lang="en-US" sz="2800"/>
              <a:t>Không thỏa mãn điều kiện để trở thành pháp nhân, tham gia vào quan hệ pháp luật.</a:t>
            </a:r>
          </a:p>
          <a:p>
            <a:pPr>
              <a:buFont typeface="Wingdings" pitchFamily="2" charset="2"/>
              <a:buChar char="Ø"/>
            </a:pPr>
            <a:r>
              <a:rPr lang="en-US" sz="2800"/>
              <a:t>Thực hiện quyền, nghĩa vụ của tổ chức được pháp luật quy định.</a:t>
            </a:r>
          </a:p>
          <a:p>
            <a:pPr>
              <a:buFont typeface="Wingdings" pitchFamily="2" charset="2"/>
              <a:buChar char="Ø"/>
            </a:pPr>
            <a:r>
              <a:rPr lang="en-US" sz="2800"/>
              <a:t>Tổ chức, nhân viên của tổ chức có vi phạm pháp luật, phải thực hiện các trách nhiệm pháp lý do cơ quan nhà nước có thẩm quyền quy định.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b. Nội dung của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28</a:t>
            </a:fld>
            <a:endParaRPr lang="en-US"/>
          </a:p>
        </p:txBody>
      </p:sp>
      <p:sp>
        <p:nvSpPr>
          <p:cNvPr id="5" name="Rectangle 4"/>
          <p:cNvSpPr/>
          <p:nvPr/>
        </p:nvSpPr>
        <p:spPr>
          <a:xfrm>
            <a:off x="1066800" y="1828800"/>
            <a:ext cx="3429000" cy="4114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en-US" sz="2400">
                <a:latin typeface="Times New Roman" pitchFamily="18" charset="0"/>
                <a:cs typeface="Times New Roman" pitchFamily="18" charset="0"/>
              </a:rPr>
              <a:t>Các quyền và nghĩa vụ pháp lý cụ thể tương ứng của các chủ thể tham gia vào quan hệ pháp luật, bao gồm có quyền của chủ thể; Nghĩa vụ của chủ thể </a:t>
            </a:r>
          </a:p>
        </p:txBody>
      </p:sp>
      <p:pic>
        <p:nvPicPr>
          <p:cNvPr id="32770" name="Picture 2" descr="http://images02.jaovat.com/ui/3/07/79/44799879_1.jpg"/>
          <p:cNvPicPr>
            <a:picLocks noChangeAspect="1" noChangeArrowheads="1"/>
          </p:cNvPicPr>
          <p:nvPr/>
        </p:nvPicPr>
        <p:blipFill>
          <a:blip r:embed="rId2"/>
          <a:srcRect/>
          <a:stretch>
            <a:fillRect/>
          </a:stretch>
        </p:blipFill>
        <p:spPr bwMode="auto">
          <a:xfrm>
            <a:off x="7086600" y="4038600"/>
            <a:ext cx="2057400" cy="2686051"/>
          </a:xfrm>
          <a:prstGeom prst="rect">
            <a:avLst/>
          </a:prstGeom>
          <a:noFill/>
        </p:spPr>
      </p:pic>
      <p:pic>
        <p:nvPicPr>
          <p:cNvPr id="32772" name="Picture 4" descr="http://www.cinet.gov.vn/userfiles/image/2012/minh%20hoa3.jpg"/>
          <p:cNvPicPr>
            <a:picLocks noChangeAspect="1" noChangeArrowheads="1"/>
          </p:cNvPicPr>
          <p:nvPr/>
        </p:nvPicPr>
        <p:blipFill>
          <a:blip r:embed="rId3"/>
          <a:srcRect/>
          <a:stretch>
            <a:fillRect/>
          </a:stretch>
        </p:blipFill>
        <p:spPr bwMode="auto">
          <a:xfrm>
            <a:off x="4648200" y="1447800"/>
            <a:ext cx="3810000" cy="2552700"/>
          </a:xfrm>
          <a:prstGeom prst="rect">
            <a:avLst/>
          </a:prstGeo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0" y="533400"/>
            <a:ext cx="3733800" cy="762000"/>
          </a:xfrm>
        </p:spPr>
        <p:txBody>
          <a:bodyPr/>
          <a:lstStyle/>
          <a:p>
            <a:r>
              <a:rPr lang="en-US"/>
              <a:t>Quyền của chủ thể</a:t>
            </a:r>
          </a:p>
        </p:txBody>
      </p:sp>
      <p:sp>
        <p:nvSpPr>
          <p:cNvPr id="4" name="Text Placeholder 3"/>
          <p:cNvSpPr>
            <a:spLocks noGrp="1"/>
          </p:cNvSpPr>
          <p:nvPr>
            <p:ph type="body" sz="half" idx="3"/>
          </p:nvPr>
        </p:nvSpPr>
        <p:spPr>
          <a:xfrm>
            <a:off x="4876800" y="533400"/>
            <a:ext cx="3733800" cy="762000"/>
          </a:xfrm>
        </p:spPr>
        <p:txBody>
          <a:bodyPr/>
          <a:lstStyle/>
          <a:p>
            <a:r>
              <a:rPr lang="en-US"/>
              <a:t>Nghĩa vụ của chủ thể</a:t>
            </a:r>
          </a:p>
        </p:txBody>
      </p:sp>
      <p:sp>
        <p:nvSpPr>
          <p:cNvPr id="5" name="Footer Placeholder 4"/>
          <p:cNvSpPr>
            <a:spLocks noGrp="1"/>
          </p:cNvSpPr>
          <p:nvPr>
            <p:ph type="ftr" sz="quarter" idx="11"/>
          </p:nvPr>
        </p:nvSpPr>
        <p:spPr/>
        <p:txBody>
          <a:bodyPr/>
          <a:lstStyle/>
          <a:p>
            <a:r>
              <a:rPr lang="en-US"/>
              <a:t>Nguyễn Thị Yến</a:t>
            </a:r>
          </a:p>
        </p:txBody>
      </p:sp>
      <p:sp>
        <p:nvSpPr>
          <p:cNvPr id="6" name="Slide Number Placeholder 5"/>
          <p:cNvSpPr>
            <a:spLocks noGrp="1"/>
          </p:cNvSpPr>
          <p:nvPr>
            <p:ph type="sldNum" sz="quarter" idx="12"/>
          </p:nvPr>
        </p:nvSpPr>
        <p:spPr/>
        <p:txBody>
          <a:bodyPr/>
          <a:lstStyle/>
          <a:p>
            <a:fld id="{677F844C-E5DA-442A-A4AF-5518AB6AAEC1}" type="slidenum">
              <a:rPr lang="en-US" smtClean="0"/>
              <a:pPr/>
              <a:t>29</a:t>
            </a:fld>
            <a:endParaRPr lang="en-US"/>
          </a:p>
        </p:txBody>
      </p:sp>
      <p:sp>
        <p:nvSpPr>
          <p:cNvPr id="7" name="Content Placeholder 6"/>
          <p:cNvSpPr>
            <a:spLocks noGrp="1"/>
          </p:cNvSpPr>
          <p:nvPr>
            <p:ph sz="half" idx="2"/>
          </p:nvPr>
        </p:nvSpPr>
        <p:spPr>
          <a:xfrm>
            <a:off x="914400" y="1447800"/>
            <a:ext cx="3733800" cy="4686300"/>
          </a:xfrm>
        </p:spPr>
        <p:txBody>
          <a:bodyPr>
            <a:normAutofit fontScale="92500" lnSpcReduction="10000"/>
          </a:bodyPr>
          <a:lstStyle/>
          <a:p>
            <a:pPr algn="just"/>
            <a:r>
              <a:rPr lang="en-US">
                <a:latin typeface="Times New Roman" pitchFamily="18" charset="0"/>
                <a:cs typeface="Times New Roman" pitchFamily="18" charset="0"/>
              </a:rPr>
              <a:t>Các xử sự mà pháp luật cho phép chủ thể thực hiện.</a:t>
            </a:r>
          </a:p>
          <a:p>
            <a:pPr algn="just">
              <a:buFont typeface="Wingdings" pitchFamily="2" charset="2"/>
              <a:buChar char="Ø"/>
            </a:pPr>
            <a:r>
              <a:rPr lang="en-US">
                <a:latin typeface="Times New Roman" pitchFamily="18" charset="0"/>
                <a:cs typeface="Times New Roman" pitchFamily="18" charset="0"/>
              </a:rPr>
              <a:t>Chủ thể được thực hiện, hoặc hưởng lợi ích pháp luật quy định và đảm bảo</a:t>
            </a:r>
          </a:p>
          <a:p>
            <a:pPr algn="just">
              <a:buFont typeface="Wingdings" pitchFamily="2" charset="2"/>
              <a:buChar char="Ø"/>
            </a:pPr>
            <a:r>
              <a:rPr lang="en-US">
                <a:latin typeface="Times New Roman" pitchFamily="18" charset="0"/>
                <a:cs typeface="Times New Roman" pitchFamily="18" charset="0"/>
              </a:rPr>
              <a:t>Có quyền yêu cầu bên có nghĩa vụ thực hiện hoặc không thực hiện một số hành vi nhất định.</a:t>
            </a:r>
          </a:p>
          <a:p>
            <a:pPr algn="just">
              <a:buFont typeface="Wingdings" pitchFamily="2" charset="2"/>
              <a:buChar char="Ø"/>
            </a:pPr>
            <a:r>
              <a:rPr lang="en-US">
                <a:latin typeface="Times New Roman" pitchFamily="18" charset="0"/>
                <a:cs typeface="Times New Roman" pitchFamily="18" charset="0"/>
              </a:rPr>
              <a:t>Có thể yêu cầu dùng các biện pháp cưỡng chế để đảm bảo quyền</a:t>
            </a:r>
          </a:p>
          <a:p>
            <a:pPr algn="just">
              <a:buFont typeface="Wingdings" pitchFamily="2" charset="2"/>
              <a:buChar char="Ø"/>
            </a:pPr>
            <a:endParaRPr lang="en-US"/>
          </a:p>
        </p:txBody>
      </p:sp>
      <p:sp>
        <p:nvSpPr>
          <p:cNvPr id="8" name="Content Placeholder 7"/>
          <p:cNvSpPr>
            <a:spLocks noGrp="1"/>
          </p:cNvSpPr>
          <p:nvPr>
            <p:ph sz="half" idx="4"/>
          </p:nvPr>
        </p:nvSpPr>
        <p:spPr>
          <a:xfrm>
            <a:off x="4953000" y="1524000"/>
            <a:ext cx="3733800" cy="4610100"/>
          </a:xfrm>
        </p:spPr>
        <p:txBody>
          <a:bodyPr/>
          <a:lstStyle/>
          <a:p>
            <a:pPr algn="just"/>
            <a:r>
              <a:rPr lang="en-US">
                <a:latin typeface="Times New Roman" pitchFamily="18" charset="0"/>
                <a:cs typeface="Times New Roman" pitchFamily="18" charset="0"/>
              </a:rPr>
              <a:t>Cách xử sự mà pháp luật buộc các chủ thể phải thực hiện nhằm đáp ứng quyền của chủ thể bên kia.</a:t>
            </a:r>
          </a:p>
          <a:p>
            <a:pPr algn="just">
              <a:buFont typeface="Wingdings" pitchFamily="2" charset="2"/>
              <a:buChar char="Ø"/>
            </a:pPr>
            <a:r>
              <a:rPr lang="en-US">
                <a:latin typeface="Times New Roman" pitchFamily="18" charset="0"/>
                <a:cs typeface="Times New Roman" pitchFamily="18" charset="0"/>
              </a:rPr>
              <a:t>Phải xử sự theo yêu cầu của pháp luật.</a:t>
            </a:r>
          </a:p>
          <a:p>
            <a:pPr algn="just">
              <a:buFont typeface="Wingdings" pitchFamily="2" charset="2"/>
              <a:buChar char="Ø"/>
            </a:pPr>
            <a:r>
              <a:rPr lang="en-US">
                <a:latin typeface="Times New Roman" pitchFamily="18" charset="0"/>
                <a:cs typeface="Times New Roman" pitchFamily="18" charset="0"/>
              </a:rPr>
              <a:t>Phải chịu trách nhiệm pháp lý khi có cách xử sự không đúng</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a:t>Nguyễn Thị Yến</a:t>
            </a:r>
          </a:p>
        </p:txBody>
      </p:sp>
      <p:sp>
        <p:nvSpPr>
          <p:cNvPr id="3" name="Slide Number Placeholder 2"/>
          <p:cNvSpPr>
            <a:spLocks noGrp="1"/>
          </p:cNvSpPr>
          <p:nvPr>
            <p:ph type="sldNum" sz="quarter" idx="12"/>
          </p:nvPr>
        </p:nvSpPr>
        <p:spPr/>
        <p:txBody>
          <a:bodyPr/>
          <a:lstStyle/>
          <a:p>
            <a:fld id="{677F844C-E5DA-442A-A4AF-5518AB6AAEC1}" type="slidenum">
              <a:rPr lang="en-US" smtClean="0"/>
              <a:pPr/>
              <a:t>30</a:t>
            </a:fld>
            <a:endParaRPr lang="en-US"/>
          </a:p>
        </p:txBody>
      </p:sp>
      <p:pic>
        <p:nvPicPr>
          <p:cNvPr id="2050" name="Picture 2" descr="C:\Users\sony\Desktop\Trao đổi.jpg"/>
          <p:cNvPicPr>
            <a:picLocks noChangeAspect="1" noChangeArrowheads="1"/>
          </p:cNvPicPr>
          <p:nvPr/>
        </p:nvPicPr>
        <p:blipFill>
          <a:blip r:embed="rId2"/>
          <a:srcRect/>
          <a:stretch>
            <a:fillRect/>
          </a:stretch>
        </p:blipFill>
        <p:spPr bwMode="auto">
          <a:xfrm>
            <a:off x="4191000" y="1143000"/>
            <a:ext cx="4953000" cy="4915546"/>
          </a:xfrm>
          <a:prstGeom prst="rect">
            <a:avLst/>
          </a:prstGeom>
          <a:noFill/>
        </p:spPr>
      </p:pic>
      <p:sp>
        <p:nvSpPr>
          <p:cNvPr id="5" name="Rectangle 4"/>
          <p:cNvSpPr/>
          <p:nvPr/>
        </p:nvSpPr>
        <p:spPr>
          <a:xfrm>
            <a:off x="609600" y="1295400"/>
            <a:ext cx="3581400" cy="45720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800">
                <a:latin typeface="Times New Roman" pitchFamily="18" charset="0"/>
                <a:cs typeface="Times New Roman" pitchFamily="18" charset="0"/>
              </a:rPr>
              <a:t>Người bán : Ngôi sao</a:t>
            </a:r>
          </a:p>
          <a:p>
            <a:pPr algn="ctr"/>
            <a:r>
              <a:rPr lang="en-US" sz="2800">
                <a:latin typeface="Times New Roman" pitchFamily="18" charset="0"/>
                <a:cs typeface="Times New Roman" pitchFamily="18" charset="0"/>
              </a:rPr>
              <a:t>Người mua: có tiền </a:t>
            </a:r>
          </a:p>
          <a:p>
            <a:pPr algn="ctr"/>
            <a:r>
              <a:rPr lang="en-US" sz="2800">
                <a:latin typeface="Times New Roman" pitchFamily="18" charset="0"/>
                <a:cs typeface="Times New Roman" pitchFamily="18" charset="0"/>
              </a:rPr>
              <a:t>Hỏi: Quyền và nghĩa vụ của </a:t>
            </a:r>
          </a:p>
          <a:p>
            <a:pPr algn="ctr"/>
            <a:r>
              <a:rPr lang="en-US" sz="2800">
                <a:latin typeface="Times New Roman" pitchFamily="18" charset="0"/>
                <a:cs typeface="Times New Roman" pitchFamily="18" charset="0"/>
              </a:rPr>
              <a:t>Người bán?</a:t>
            </a:r>
          </a:p>
          <a:p>
            <a:pPr algn="ctr"/>
            <a:r>
              <a:rPr lang="en-US" sz="2800">
                <a:latin typeface="Times New Roman" pitchFamily="18" charset="0"/>
                <a:cs typeface="Times New Roman" pitchFamily="18" charset="0"/>
              </a:rPr>
              <a:t>Người mua</a:t>
            </a:r>
            <a:r>
              <a:rPr lang="en-US" sz="2800"/>
              <a: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atin typeface="Times New Roman" pitchFamily="18" charset="0"/>
                <a:cs typeface="Times New Roman" pitchFamily="18" charset="0"/>
              </a:rPr>
              <a:t>c. Khách thể của quan hệ pháp luật</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31</a:t>
            </a:fld>
            <a:endParaRPr lang="en-US"/>
          </a:p>
        </p:txBody>
      </p:sp>
      <p:sp>
        <p:nvSpPr>
          <p:cNvPr id="5" name="Rectangle 4"/>
          <p:cNvSpPr/>
          <p:nvPr/>
        </p:nvSpPr>
        <p:spPr>
          <a:xfrm>
            <a:off x="1066800" y="1828800"/>
            <a:ext cx="3429000" cy="41148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just"/>
            <a:r>
              <a:rPr lang="en-US" sz="2400">
                <a:latin typeface="Times New Roman" pitchFamily="18" charset="0"/>
                <a:cs typeface="Times New Roman" pitchFamily="18" charset="0"/>
              </a:rPr>
              <a:t>Lợi ích, những mong muốn, mục tiêu mà các bên chủ thể mong muốn đạt được, là cơ sở hình thành quyền và nghĩa vụ của các bên. </a:t>
            </a:r>
          </a:p>
        </p:txBody>
      </p:sp>
      <p:pic>
        <p:nvPicPr>
          <p:cNvPr id="32770" name="Picture 2" descr="http://images02.jaovat.com/ui/3/07/79/44799879_1.jpg"/>
          <p:cNvPicPr>
            <a:picLocks noChangeAspect="1" noChangeArrowheads="1"/>
          </p:cNvPicPr>
          <p:nvPr/>
        </p:nvPicPr>
        <p:blipFill>
          <a:blip r:embed="rId2"/>
          <a:srcRect/>
          <a:stretch>
            <a:fillRect/>
          </a:stretch>
        </p:blipFill>
        <p:spPr bwMode="auto">
          <a:xfrm>
            <a:off x="7086600" y="4038600"/>
            <a:ext cx="2057400" cy="2686051"/>
          </a:xfrm>
          <a:prstGeom prst="rect">
            <a:avLst/>
          </a:prstGeom>
          <a:noFill/>
        </p:spPr>
      </p:pic>
      <p:pic>
        <p:nvPicPr>
          <p:cNvPr id="32772" name="Picture 4" descr="http://www.cinet.gov.vn/userfiles/image/2012/minh%20hoa3.jpg"/>
          <p:cNvPicPr>
            <a:picLocks noChangeAspect="1" noChangeArrowheads="1"/>
          </p:cNvPicPr>
          <p:nvPr/>
        </p:nvPicPr>
        <p:blipFill>
          <a:blip r:embed="rId3"/>
          <a:srcRect/>
          <a:stretch>
            <a:fillRect/>
          </a:stretch>
        </p:blipFill>
        <p:spPr bwMode="auto">
          <a:xfrm>
            <a:off x="4648200" y="1447800"/>
            <a:ext cx="3810000" cy="2552700"/>
          </a:xfrm>
          <a:prstGeom prst="rect">
            <a:avLst/>
          </a:prstGeo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err="1">
                <a:latin typeface="Times New Roman" pitchFamily="18" charset="0"/>
                <a:cs typeface="Times New Roman" pitchFamily="18" charset="0"/>
              </a:rPr>
              <a:t>Lưu</a:t>
            </a:r>
            <a:r>
              <a:rPr lang="en-US">
                <a:latin typeface="Times New Roman" pitchFamily="18" charset="0"/>
                <a:cs typeface="Times New Roman" pitchFamily="18" charset="0"/>
              </a:rPr>
              <a:t> ý. </a:t>
            </a:r>
            <a:r>
              <a:rPr lang="en-US" err="1">
                <a:latin typeface="Times New Roman" pitchFamily="18" charset="0"/>
                <a:cs typeface="Times New Roman" pitchFamily="18" charset="0"/>
              </a:rPr>
              <a:t>Phân</a:t>
            </a:r>
            <a:r>
              <a:rPr lang="en-US">
                <a:latin typeface="Times New Roman" pitchFamily="18" charset="0"/>
                <a:cs typeface="Times New Roman" pitchFamily="18" charset="0"/>
              </a:rPr>
              <a:t> </a:t>
            </a:r>
            <a:r>
              <a:rPr lang="en-US" err="1">
                <a:latin typeface="Times New Roman" pitchFamily="18" charset="0"/>
                <a:cs typeface="Times New Roman" pitchFamily="18" charset="0"/>
              </a:rPr>
              <a:t>biệt</a:t>
            </a:r>
            <a:r>
              <a:rPr lang="en-US">
                <a:latin typeface="Times New Roman" pitchFamily="18" charset="0"/>
                <a:cs typeface="Times New Roman" pitchFamily="18" charset="0"/>
              </a:rPr>
              <a:t> </a:t>
            </a:r>
            <a:r>
              <a:rPr lang="en-US" err="1">
                <a:latin typeface="Times New Roman" pitchFamily="18" charset="0"/>
                <a:cs typeface="Times New Roman" pitchFamily="18" charset="0"/>
              </a:rPr>
              <a:t>với</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đối</a:t>
            </a:r>
            <a:r>
              <a:rPr lang="en-US">
                <a:latin typeface="Times New Roman" pitchFamily="18" charset="0"/>
                <a:cs typeface="Times New Roman" pitchFamily="18" charset="0"/>
              </a:rPr>
              <a:t> </a:t>
            </a:r>
            <a:r>
              <a:rPr lang="en-US" err="1">
                <a:latin typeface="Times New Roman" pitchFamily="18" charset="0"/>
                <a:cs typeface="Times New Roman" pitchFamily="18" charset="0"/>
              </a:rPr>
              <a:t>tượng</a:t>
            </a:r>
            <a:r>
              <a:rPr lang="en-US">
                <a:latin typeface="Times New Roman" pitchFamily="18" charset="0"/>
                <a:cs typeface="Times New Roman" pitchFamily="18" charset="0"/>
              </a:rPr>
              <a:t> </a:t>
            </a:r>
            <a:r>
              <a:rPr lang="en-US" err="1">
                <a:latin typeface="Times New Roman" pitchFamily="18" charset="0"/>
                <a:cs typeface="Times New Roman" pitchFamily="18" charset="0"/>
              </a:rPr>
              <a:t>tác</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động</a:t>
            </a:r>
            <a:r>
              <a:rPr lang="en-US">
                <a:latin typeface="Times New Roman" pitchFamily="18" charset="0"/>
                <a:cs typeface="Times New Roman" pitchFamily="18" charset="0"/>
              </a:rPr>
              <a:t> </a:t>
            </a:r>
            <a:r>
              <a:rPr lang="en-US" err="1">
                <a:latin typeface="Times New Roman" pitchFamily="18" charset="0"/>
                <a:cs typeface="Times New Roman" pitchFamily="18" charset="0"/>
              </a:rPr>
              <a:t>của</a:t>
            </a:r>
            <a:r>
              <a:rPr lang="en-US">
                <a:latin typeface="Times New Roman" pitchFamily="18" charset="0"/>
                <a:cs typeface="Times New Roman" pitchFamily="18" charset="0"/>
              </a:rPr>
              <a:t>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endParaRPr lang="en-US">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32</a:t>
            </a:fld>
            <a:endParaRPr lang="en-US"/>
          </a:p>
        </p:txBody>
      </p:sp>
      <p:sp>
        <p:nvSpPr>
          <p:cNvPr id="5" name="Content Placeholder 4"/>
          <p:cNvSpPr>
            <a:spLocks noGrp="1"/>
          </p:cNvSpPr>
          <p:nvPr>
            <p:ph sz="quarter" idx="1"/>
          </p:nvPr>
        </p:nvSpPr>
        <p:spPr/>
        <p:txBody>
          <a:bodyPr/>
          <a:lstStyle/>
          <a:p>
            <a:r>
              <a:rPr lang="en-US" err="1">
                <a:latin typeface="Times New Roman" pitchFamily="18" charset="0"/>
                <a:cs typeface="Times New Roman" pitchFamily="18" charset="0"/>
              </a:rPr>
              <a:t>Đối</a:t>
            </a:r>
            <a:r>
              <a:rPr lang="en-US">
                <a:latin typeface="Times New Roman" pitchFamily="18" charset="0"/>
                <a:cs typeface="Times New Roman" pitchFamily="18" charset="0"/>
              </a:rPr>
              <a:t> </a:t>
            </a:r>
            <a:r>
              <a:rPr lang="en-US" err="1">
                <a:latin typeface="Times New Roman" pitchFamily="18" charset="0"/>
                <a:cs typeface="Times New Roman" pitchFamily="18" charset="0"/>
              </a:rPr>
              <a:t>tượng</a:t>
            </a:r>
            <a:r>
              <a:rPr lang="en-US">
                <a:latin typeface="Times New Roman" pitchFamily="18" charset="0"/>
                <a:cs typeface="Times New Roman" pitchFamily="18" charset="0"/>
              </a:rPr>
              <a:t> </a:t>
            </a:r>
            <a:r>
              <a:rPr lang="en-US" err="1">
                <a:latin typeface="Times New Roman" pitchFamily="18" charset="0"/>
                <a:cs typeface="Times New Roman" pitchFamily="18" charset="0"/>
              </a:rPr>
              <a:t>tác</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động</a:t>
            </a:r>
            <a:r>
              <a:rPr lang="en-US">
                <a:latin typeface="Times New Roman" pitchFamily="18" charset="0"/>
                <a:cs typeface="Times New Roman" pitchFamily="18" charset="0"/>
              </a:rPr>
              <a:t> </a:t>
            </a:r>
            <a:r>
              <a:rPr lang="en-US" err="1">
                <a:latin typeface="Times New Roman" pitchFamily="18" charset="0"/>
                <a:cs typeface="Times New Roman" pitchFamily="18" charset="0"/>
              </a:rPr>
              <a:t>của</a:t>
            </a:r>
            <a:r>
              <a:rPr lang="en-US">
                <a:latin typeface="Times New Roman" pitchFamily="18" charset="0"/>
                <a:cs typeface="Times New Roman" pitchFamily="18" charset="0"/>
              </a:rPr>
              <a:t>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r>
              <a:rPr lang="en-US">
                <a:latin typeface="Times New Roman" pitchFamily="18" charset="0"/>
                <a:cs typeface="Times New Roman" pitchFamily="18" charset="0"/>
              </a:rPr>
              <a:t> </a:t>
            </a:r>
            <a:r>
              <a:rPr lang="en-US" err="1">
                <a:latin typeface="Times New Roman" pitchFamily="18" charset="0"/>
                <a:cs typeface="Times New Roman" pitchFamily="18" charset="0"/>
              </a:rPr>
              <a:t>là</a:t>
            </a:r>
            <a:r>
              <a:rPr lang="en-US">
                <a:latin typeface="Times New Roman" pitchFamily="18" charset="0"/>
                <a:cs typeface="Times New Roman" pitchFamily="18" charset="0"/>
              </a:rPr>
              <a:t> </a:t>
            </a:r>
            <a:r>
              <a:rPr lang="en-US" err="1">
                <a:latin typeface="Times New Roman" pitchFamily="18" charset="0"/>
                <a:cs typeface="Times New Roman" pitchFamily="18" charset="0"/>
              </a:rPr>
              <a:t>những</a:t>
            </a:r>
            <a:r>
              <a:rPr lang="en-US">
                <a:latin typeface="Times New Roman" pitchFamily="18" charset="0"/>
                <a:cs typeface="Times New Roman" pitchFamily="18" charset="0"/>
              </a:rPr>
              <a:t> </a:t>
            </a:r>
            <a:r>
              <a:rPr lang="en-US" err="1">
                <a:latin typeface="Times New Roman" pitchFamily="18" charset="0"/>
                <a:cs typeface="Times New Roman" pitchFamily="18" charset="0"/>
              </a:rPr>
              <a:t>gì</a:t>
            </a:r>
            <a:r>
              <a:rPr lang="en-US">
                <a:latin typeface="Times New Roman" pitchFamily="18" charset="0"/>
                <a:cs typeface="Times New Roman" pitchFamily="18" charset="0"/>
              </a:rPr>
              <a:t> </a:t>
            </a:r>
            <a:r>
              <a:rPr lang="en-US" err="1">
                <a:latin typeface="Times New Roman" pitchFamily="18" charset="0"/>
                <a:cs typeface="Times New Roman" pitchFamily="18" charset="0"/>
              </a:rPr>
              <a:t>mà</a:t>
            </a:r>
            <a:r>
              <a:rPr lang="en-US">
                <a:latin typeface="Times New Roman" pitchFamily="18" charset="0"/>
                <a:cs typeface="Times New Roman" pitchFamily="18" charset="0"/>
              </a:rPr>
              <a:t> </a:t>
            </a:r>
            <a:r>
              <a:rPr lang="en-US" err="1">
                <a:latin typeface="Times New Roman" pitchFamily="18" charset="0"/>
                <a:cs typeface="Times New Roman" pitchFamily="18" charset="0"/>
              </a:rPr>
              <a:t>các</a:t>
            </a:r>
            <a:r>
              <a:rPr lang="en-US">
                <a:latin typeface="Times New Roman" pitchFamily="18" charset="0"/>
                <a:cs typeface="Times New Roman" pitchFamily="18" charset="0"/>
              </a:rPr>
              <a:t> </a:t>
            </a:r>
            <a:r>
              <a:rPr lang="en-US" err="1">
                <a:latin typeface="Times New Roman" pitchFamily="18" charset="0"/>
                <a:cs typeface="Times New Roman" pitchFamily="18" charset="0"/>
              </a:rPr>
              <a:t>bên</a:t>
            </a:r>
            <a:r>
              <a:rPr lang="en-US">
                <a:latin typeface="Times New Roman" pitchFamily="18" charset="0"/>
                <a:cs typeface="Times New Roman" pitchFamily="18" charset="0"/>
              </a:rPr>
              <a:t> </a:t>
            </a:r>
            <a:r>
              <a:rPr lang="en-US" err="1">
                <a:latin typeface="Times New Roman" pitchFamily="18" charset="0"/>
                <a:cs typeface="Times New Roman" pitchFamily="18" charset="0"/>
              </a:rPr>
              <a:t>chủ</a:t>
            </a:r>
            <a:r>
              <a:rPr lang="en-US">
                <a:latin typeface="Times New Roman" pitchFamily="18" charset="0"/>
                <a:cs typeface="Times New Roman" pitchFamily="18" charset="0"/>
              </a:rPr>
              <a:t> </a:t>
            </a:r>
            <a:r>
              <a:rPr lang="en-US" err="1">
                <a:latin typeface="Times New Roman" pitchFamily="18" charset="0"/>
                <a:cs typeface="Times New Roman" pitchFamily="18" charset="0"/>
              </a:rPr>
              <a:t>thể</a:t>
            </a:r>
            <a:r>
              <a:rPr lang="en-US">
                <a:latin typeface="Times New Roman" pitchFamily="18" charset="0"/>
                <a:cs typeface="Times New Roman" pitchFamily="18" charset="0"/>
              </a:rPr>
              <a:t> </a:t>
            </a:r>
            <a:r>
              <a:rPr lang="en-US" err="1">
                <a:latin typeface="Times New Roman" pitchFamily="18" charset="0"/>
                <a:cs typeface="Times New Roman" pitchFamily="18" charset="0"/>
              </a:rPr>
              <a:t>trực</a:t>
            </a:r>
            <a:r>
              <a:rPr lang="en-US">
                <a:latin typeface="Times New Roman" pitchFamily="18" charset="0"/>
                <a:cs typeface="Times New Roman" pitchFamily="18" charset="0"/>
              </a:rPr>
              <a:t> </a:t>
            </a:r>
            <a:r>
              <a:rPr lang="en-US" err="1">
                <a:latin typeface="Times New Roman" pitchFamily="18" charset="0"/>
                <a:cs typeface="Times New Roman" pitchFamily="18" charset="0"/>
              </a:rPr>
              <a:t>tiếp</a:t>
            </a:r>
            <a:r>
              <a:rPr lang="en-US">
                <a:latin typeface="Times New Roman" pitchFamily="18" charset="0"/>
                <a:cs typeface="Times New Roman" pitchFamily="18" charset="0"/>
              </a:rPr>
              <a:t> </a:t>
            </a:r>
            <a:r>
              <a:rPr lang="en-US" err="1">
                <a:latin typeface="Times New Roman" pitchFamily="18" charset="0"/>
                <a:cs typeface="Times New Roman" pitchFamily="18" charset="0"/>
              </a:rPr>
              <a:t>tác</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động</a:t>
            </a:r>
            <a:r>
              <a:rPr lang="en-US">
                <a:latin typeface="Times New Roman" pitchFamily="18" charset="0"/>
                <a:cs typeface="Times New Roman" pitchFamily="18" charset="0"/>
              </a:rPr>
              <a:t> </a:t>
            </a:r>
            <a:r>
              <a:rPr lang="en-US" err="1">
                <a:latin typeface="Times New Roman" pitchFamily="18" charset="0"/>
                <a:cs typeface="Times New Roman" pitchFamily="18" charset="0"/>
              </a:rPr>
              <a:t>tới</a:t>
            </a:r>
            <a:r>
              <a:rPr lang="en-US">
                <a:latin typeface="Times New Roman" pitchFamily="18" charset="0"/>
                <a:cs typeface="Times New Roman" pitchFamily="18" charset="0"/>
              </a:rPr>
              <a:t>. </a:t>
            </a:r>
            <a:r>
              <a:rPr lang="en-US" err="1">
                <a:latin typeface="Times New Roman" pitchFamily="18" charset="0"/>
                <a:cs typeface="Times New Roman" pitchFamily="18" charset="0"/>
              </a:rPr>
              <a:t>Còn</a:t>
            </a:r>
            <a:r>
              <a:rPr lang="en-US">
                <a:latin typeface="Times New Roman" pitchFamily="18" charset="0"/>
                <a:cs typeface="Times New Roman" pitchFamily="18" charset="0"/>
              </a:rPr>
              <a:t> </a:t>
            </a:r>
            <a:r>
              <a:rPr lang="en-US" err="1">
                <a:latin typeface="Times New Roman" pitchFamily="18" charset="0"/>
                <a:cs typeface="Times New Roman" pitchFamily="18" charset="0"/>
              </a:rPr>
              <a:t>khách</a:t>
            </a:r>
            <a:r>
              <a:rPr lang="en-US">
                <a:latin typeface="Times New Roman" pitchFamily="18" charset="0"/>
                <a:cs typeface="Times New Roman" pitchFamily="18" charset="0"/>
              </a:rPr>
              <a:t> </a:t>
            </a:r>
            <a:r>
              <a:rPr lang="en-US" err="1">
                <a:latin typeface="Times New Roman" pitchFamily="18" charset="0"/>
                <a:cs typeface="Times New Roman" pitchFamily="18" charset="0"/>
              </a:rPr>
              <a:t>thể</a:t>
            </a:r>
            <a:r>
              <a:rPr lang="en-US">
                <a:latin typeface="Times New Roman" pitchFamily="18" charset="0"/>
                <a:cs typeface="Times New Roman" pitchFamily="18" charset="0"/>
              </a:rPr>
              <a:t> </a:t>
            </a:r>
            <a:r>
              <a:rPr lang="en-US" err="1">
                <a:latin typeface="Times New Roman" pitchFamily="18" charset="0"/>
                <a:cs typeface="Times New Roman" pitchFamily="18" charset="0"/>
              </a:rPr>
              <a:t>là</a:t>
            </a:r>
            <a:r>
              <a:rPr lang="en-US">
                <a:latin typeface="Times New Roman" pitchFamily="18" charset="0"/>
                <a:cs typeface="Times New Roman" pitchFamily="18" charset="0"/>
              </a:rPr>
              <a:t> </a:t>
            </a:r>
            <a:r>
              <a:rPr lang="en-US" err="1">
                <a:latin typeface="Times New Roman" pitchFamily="18" charset="0"/>
                <a:cs typeface="Times New Roman" pitchFamily="18" charset="0"/>
              </a:rPr>
              <a:t>những</a:t>
            </a:r>
            <a:r>
              <a:rPr lang="en-US">
                <a:latin typeface="Times New Roman" pitchFamily="18" charset="0"/>
                <a:cs typeface="Times New Roman" pitchFamily="18" charset="0"/>
              </a:rPr>
              <a:t> </a:t>
            </a:r>
            <a:r>
              <a:rPr lang="en-US" err="1">
                <a:latin typeface="Times New Roman" pitchFamily="18" charset="0"/>
                <a:cs typeface="Times New Roman" pitchFamily="18" charset="0"/>
              </a:rPr>
              <a:t>lợi</a:t>
            </a:r>
            <a:r>
              <a:rPr lang="en-US">
                <a:latin typeface="Times New Roman" pitchFamily="18" charset="0"/>
                <a:cs typeface="Times New Roman" pitchFamily="18" charset="0"/>
              </a:rPr>
              <a:t> </a:t>
            </a:r>
            <a:r>
              <a:rPr lang="en-US" err="1">
                <a:latin typeface="Times New Roman" pitchFamily="18" charset="0"/>
                <a:cs typeface="Times New Roman" pitchFamily="18" charset="0"/>
              </a:rPr>
              <a:t>ích</a:t>
            </a:r>
            <a:r>
              <a:rPr lang="en-US">
                <a:latin typeface="Times New Roman" pitchFamily="18" charset="0"/>
                <a:cs typeface="Times New Roman" pitchFamily="18" charset="0"/>
              </a:rPr>
              <a:t> </a:t>
            </a:r>
            <a:r>
              <a:rPr lang="en-US" err="1">
                <a:latin typeface="Times New Roman" pitchFamily="18" charset="0"/>
                <a:cs typeface="Times New Roman" pitchFamily="18" charset="0"/>
              </a:rPr>
              <a:t>mà</a:t>
            </a:r>
            <a:r>
              <a:rPr lang="en-US">
                <a:latin typeface="Times New Roman" pitchFamily="18" charset="0"/>
                <a:cs typeface="Times New Roman" pitchFamily="18" charset="0"/>
              </a:rPr>
              <a:t> </a:t>
            </a:r>
            <a:r>
              <a:rPr lang="en-US" err="1">
                <a:latin typeface="Times New Roman" pitchFamily="18" charset="0"/>
                <a:cs typeface="Times New Roman" pitchFamily="18" charset="0"/>
              </a:rPr>
              <a:t>các</a:t>
            </a:r>
            <a:r>
              <a:rPr lang="en-US">
                <a:latin typeface="Times New Roman" pitchFamily="18" charset="0"/>
                <a:cs typeface="Times New Roman" pitchFamily="18" charset="0"/>
              </a:rPr>
              <a:t> </a:t>
            </a:r>
            <a:r>
              <a:rPr lang="en-US" err="1">
                <a:latin typeface="Times New Roman" pitchFamily="18" charset="0"/>
                <a:cs typeface="Times New Roman" pitchFamily="18" charset="0"/>
              </a:rPr>
              <a:t>bên</a:t>
            </a:r>
            <a:r>
              <a:rPr lang="en-US">
                <a:latin typeface="Times New Roman" pitchFamily="18" charset="0"/>
                <a:cs typeface="Times New Roman" pitchFamily="18" charset="0"/>
              </a:rPr>
              <a:t> </a:t>
            </a:r>
            <a:r>
              <a:rPr lang="en-US" err="1">
                <a:latin typeface="Times New Roman" pitchFamily="18" charset="0"/>
                <a:cs typeface="Times New Roman" pitchFamily="18" charset="0"/>
              </a:rPr>
              <a:t>mong</a:t>
            </a:r>
            <a:r>
              <a:rPr lang="en-US">
                <a:latin typeface="Times New Roman" pitchFamily="18" charset="0"/>
                <a:cs typeface="Times New Roman" pitchFamily="18" charset="0"/>
              </a:rPr>
              <a:t> </a:t>
            </a:r>
            <a:r>
              <a:rPr lang="en-US" err="1">
                <a:latin typeface="Times New Roman" pitchFamily="18" charset="0"/>
                <a:cs typeface="Times New Roman" pitchFamily="18" charset="0"/>
              </a:rPr>
              <a:t>muốn</a:t>
            </a:r>
            <a:r>
              <a:rPr lang="en-US">
                <a:latin typeface="Times New Roman" pitchFamily="18" charset="0"/>
                <a:cs typeface="Times New Roman" pitchFamily="18" charset="0"/>
              </a:rPr>
              <a:t> </a:t>
            </a:r>
            <a:r>
              <a:rPr lang="en-US" err="1">
                <a:latin typeface="Times New Roman" pitchFamily="18" charset="0"/>
                <a:cs typeface="Times New Roman" pitchFamily="18" charset="0"/>
              </a:rPr>
              <a:t>đạt</a:t>
            </a:r>
            <a:r>
              <a:rPr lang="en-US">
                <a:latin typeface="Times New Roman" pitchFamily="18" charset="0"/>
                <a:cs typeface="Times New Roman" pitchFamily="18" charset="0"/>
              </a:rPr>
              <a:t> </a:t>
            </a:r>
            <a:r>
              <a:rPr lang="en-US" err="1">
                <a:latin typeface="Times New Roman" pitchFamily="18" charset="0"/>
                <a:cs typeface="Times New Roman" pitchFamily="18" charset="0"/>
              </a:rPr>
              <a:t>được</a:t>
            </a:r>
            <a:r>
              <a:rPr lang="en-US">
                <a:latin typeface="Times New Roman" pitchFamily="18" charset="0"/>
                <a:cs typeface="Times New Roman" pitchFamily="18" charset="0"/>
              </a:rPr>
              <a:t>.</a:t>
            </a:r>
          </a:p>
          <a:p>
            <a:r>
              <a:rPr lang="en-US" err="1">
                <a:latin typeface="Times New Roman" pitchFamily="18" charset="0"/>
                <a:cs typeface="Times New Roman" pitchFamily="18" charset="0"/>
              </a:rPr>
              <a:t>Phân</a:t>
            </a:r>
            <a:r>
              <a:rPr lang="en-US">
                <a:latin typeface="Times New Roman" pitchFamily="18" charset="0"/>
                <a:cs typeface="Times New Roman" pitchFamily="18" charset="0"/>
              </a:rPr>
              <a:t> </a:t>
            </a:r>
            <a:r>
              <a:rPr lang="en-US" err="1">
                <a:latin typeface="Times New Roman" pitchFamily="18" charset="0"/>
                <a:cs typeface="Times New Roman" pitchFamily="18" charset="0"/>
              </a:rPr>
              <a:t>biệt</a:t>
            </a:r>
            <a:r>
              <a:rPr lang="en-US">
                <a:latin typeface="Times New Roman" pitchFamily="18" charset="0"/>
                <a:cs typeface="Times New Roman" pitchFamily="18" charset="0"/>
              </a:rPr>
              <a:t> </a:t>
            </a:r>
            <a:r>
              <a:rPr lang="en-US" err="1">
                <a:latin typeface="Times New Roman" pitchFamily="18" charset="0"/>
                <a:cs typeface="Times New Roman" pitchFamily="18" charset="0"/>
              </a:rPr>
              <a:t>khách</a:t>
            </a:r>
            <a:r>
              <a:rPr lang="en-US">
                <a:latin typeface="Times New Roman" pitchFamily="18" charset="0"/>
                <a:cs typeface="Times New Roman" pitchFamily="18" charset="0"/>
              </a:rPr>
              <a:t> </a:t>
            </a:r>
            <a:r>
              <a:rPr lang="en-US" err="1">
                <a:latin typeface="Times New Roman" pitchFamily="18" charset="0"/>
                <a:cs typeface="Times New Roman" pitchFamily="18" charset="0"/>
              </a:rPr>
              <a:t>thể</a:t>
            </a:r>
            <a:r>
              <a:rPr lang="en-US">
                <a:latin typeface="Times New Roman" pitchFamily="18" charset="0"/>
                <a:cs typeface="Times New Roman" pitchFamily="18" charset="0"/>
              </a:rPr>
              <a:t> </a:t>
            </a:r>
            <a:r>
              <a:rPr lang="en-US" err="1">
                <a:latin typeface="Times New Roman" pitchFamily="18" charset="0"/>
                <a:cs typeface="Times New Roman" pitchFamily="18" charset="0"/>
              </a:rPr>
              <a:t>và</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đối</a:t>
            </a:r>
            <a:r>
              <a:rPr lang="en-US">
                <a:latin typeface="Times New Roman" pitchFamily="18" charset="0"/>
                <a:cs typeface="Times New Roman" pitchFamily="18" charset="0"/>
              </a:rPr>
              <a:t> </a:t>
            </a:r>
            <a:r>
              <a:rPr lang="en-US" err="1">
                <a:latin typeface="Times New Roman" pitchFamily="18" charset="0"/>
                <a:cs typeface="Times New Roman" pitchFamily="18" charset="0"/>
              </a:rPr>
              <a:t>tượng</a:t>
            </a:r>
            <a:r>
              <a:rPr lang="en-US">
                <a:latin typeface="Times New Roman" pitchFamily="18" charset="0"/>
                <a:cs typeface="Times New Roman" pitchFamily="18" charset="0"/>
              </a:rPr>
              <a:t> </a:t>
            </a:r>
            <a:r>
              <a:rPr lang="en-US" err="1">
                <a:latin typeface="Times New Roman" pitchFamily="18" charset="0"/>
                <a:cs typeface="Times New Roman" pitchFamily="18" charset="0"/>
              </a:rPr>
              <a:t>tác</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động</a:t>
            </a:r>
            <a:r>
              <a:rPr lang="en-US">
                <a:latin typeface="Times New Roman" pitchFamily="18" charset="0"/>
                <a:cs typeface="Times New Roman" pitchFamily="18" charset="0"/>
              </a:rPr>
              <a:t> </a:t>
            </a:r>
            <a:r>
              <a:rPr lang="en-US" err="1">
                <a:latin typeface="Times New Roman" pitchFamily="18" charset="0"/>
                <a:cs typeface="Times New Roman" pitchFamily="18" charset="0"/>
              </a:rPr>
              <a:t>của</a:t>
            </a:r>
            <a:r>
              <a:rPr lang="en-US">
                <a:latin typeface="Times New Roman" pitchFamily="18" charset="0"/>
                <a:cs typeface="Times New Roman" pitchFamily="18" charset="0"/>
              </a:rPr>
              <a:t> </a:t>
            </a:r>
            <a:r>
              <a:rPr lang="en-US" err="1">
                <a:latin typeface="Times New Roman" pitchFamily="18" charset="0"/>
                <a:cs typeface="Times New Roman" pitchFamily="18" charset="0"/>
              </a:rPr>
              <a:t>các</a:t>
            </a:r>
            <a:r>
              <a:rPr lang="en-US">
                <a:latin typeface="Times New Roman" pitchFamily="18" charset="0"/>
                <a:cs typeface="Times New Roman" pitchFamily="18" charset="0"/>
              </a:rPr>
              <a:t>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r>
              <a:rPr lang="en-US">
                <a:latin typeface="Times New Roman" pitchFamily="18" charset="0"/>
                <a:cs typeface="Times New Roman" pitchFamily="18" charset="0"/>
              </a:rPr>
              <a:t> </a:t>
            </a:r>
            <a:r>
              <a:rPr lang="en-US" err="1">
                <a:latin typeface="Times New Roman" pitchFamily="18" charset="0"/>
                <a:cs typeface="Times New Roman" pitchFamily="18" charset="0"/>
              </a:rPr>
              <a:t>sau</a:t>
            </a:r>
            <a:r>
              <a:rPr lang="en-US">
                <a:latin typeface="Times New Roman" pitchFamily="18" charset="0"/>
                <a:cs typeface="Times New Roman" pitchFamily="18" charset="0"/>
              </a:rPr>
              <a:t>.</a:t>
            </a:r>
          </a:p>
          <a:p>
            <a:pPr>
              <a:buFont typeface="Wingdings" pitchFamily="2" charset="2"/>
              <a:buChar char="Ø"/>
            </a:pPr>
            <a:r>
              <a:rPr lang="en-US">
                <a:latin typeface="Times New Roman" pitchFamily="18" charset="0"/>
                <a:cs typeface="Times New Roman" pitchFamily="18" charset="0"/>
              </a:rPr>
              <a:t>VD1.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mua</a:t>
            </a:r>
            <a:r>
              <a:rPr lang="en-US">
                <a:latin typeface="Times New Roman" pitchFamily="18" charset="0"/>
                <a:cs typeface="Times New Roman" pitchFamily="18" charset="0"/>
              </a:rPr>
              <a:t> – </a:t>
            </a:r>
            <a:r>
              <a:rPr lang="en-US" err="1">
                <a:latin typeface="Times New Roman" pitchFamily="18" charset="0"/>
                <a:cs typeface="Times New Roman" pitchFamily="18" charset="0"/>
              </a:rPr>
              <a:t>bán</a:t>
            </a:r>
            <a:r>
              <a:rPr lang="en-US">
                <a:latin typeface="Times New Roman" pitchFamily="18" charset="0"/>
                <a:cs typeface="Times New Roman" pitchFamily="18" charset="0"/>
              </a:rPr>
              <a:t> </a:t>
            </a:r>
            <a:r>
              <a:rPr lang="en-US" err="1">
                <a:latin typeface="Times New Roman" pitchFamily="18" charset="0"/>
                <a:cs typeface="Times New Roman" pitchFamily="18" charset="0"/>
              </a:rPr>
              <a:t>ngôi</a:t>
            </a:r>
            <a:r>
              <a:rPr lang="en-US">
                <a:latin typeface="Times New Roman" pitchFamily="18" charset="0"/>
                <a:cs typeface="Times New Roman" pitchFamily="18" charset="0"/>
              </a:rPr>
              <a:t> </a:t>
            </a:r>
            <a:r>
              <a:rPr lang="en-US" err="1">
                <a:latin typeface="Times New Roman" pitchFamily="18" charset="0"/>
                <a:cs typeface="Times New Roman" pitchFamily="18" charset="0"/>
              </a:rPr>
              <a:t>nhà</a:t>
            </a:r>
            <a:r>
              <a:rPr lang="en-US">
                <a:latin typeface="Times New Roman" pitchFamily="18" charset="0"/>
                <a:cs typeface="Times New Roman" pitchFamily="18" charset="0"/>
              </a:rPr>
              <a:t>;</a:t>
            </a:r>
          </a:p>
          <a:p>
            <a:pPr>
              <a:buFont typeface="Wingdings" pitchFamily="2" charset="2"/>
              <a:buChar char="Ø"/>
            </a:pPr>
            <a:r>
              <a:rPr lang="en-US">
                <a:latin typeface="Times New Roman" pitchFamily="18" charset="0"/>
                <a:cs typeface="Times New Roman" pitchFamily="18" charset="0"/>
              </a:rPr>
              <a:t>VD2. </a:t>
            </a:r>
            <a:r>
              <a:rPr lang="en-US" err="1">
                <a:latin typeface="Times New Roman" pitchFamily="18" charset="0"/>
                <a:cs typeface="Times New Roman" pitchFamily="18" charset="0"/>
              </a:rPr>
              <a:t>Trộm</a:t>
            </a:r>
            <a:r>
              <a:rPr lang="en-US">
                <a:latin typeface="Times New Roman" pitchFamily="18" charset="0"/>
                <a:cs typeface="Times New Roman" pitchFamily="18" charset="0"/>
              </a:rPr>
              <a:t> </a:t>
            </a:r>
            <a:r>
              <a:rPr lang="en-US" err="1">
                <a:latin typeface="Times New Roman" pitchFamily="18" charset="0"/>
                <a:cs typeface="Times New Roman" pitchFamily="18" charset="0"/>
              </a:rPr>
              <a:t>cắp</a:t>
            </a:r>
            <a:r>
              <a:rPr lang="en-US">
                <a:latin typeface="Times New Roman" pitchFamily="18" charset="0"/>
                <a:cs typeface="Times New Roman" pitchFamily="18" charset="0"/>
              </a:rPr>
              <a:t> </a:t>
            </a:r>
            <a:r>
              <a:rPr lang="en-US" err="1">
                <a:latin typeface="Times New Roman" pitchFamily="18" charset="0"/>
                <a:cs typeface="Times New Roman" pitchFamily="18" charset="0"/>
              </a:rPr>
              <a:t>xe</a:t>
            </a:r>
            <a:r>
              <a:rPr lang="en-US">
                <a:latin typeface="Times New Roman" pitchFamily="18" charset="0"/>
                <a:cs typeface="Times New Roman" pitchFamily="18" charset="0"/>
              </a:rPr>
              <a:t> </a:t>
            </a:r>
            <a:r>
              <a:rPr lang="en-US" err="1">
                <a:latin typeface="Times New Roman" pitchFamily="18" charset="0"/>
                <a:cs typeface="Times New Roman" pitchFamily="18" charset="0"/>
              </a:rPr>
              <a:t>máy</a:t>
            </a:r>
            <a:r>
              <a:rPr lang="en-US">
                <a:latin typeface="Times New Roman" pitchFamily="18" charset="0"/>
                <a:cs typeface="Times New Roman" pitchFamily="18" charset="0"/>
              </a:rPr>
              <a:t>;</a:t>
            </a:r>
          </a:p>
          <a:p>
            <a:pPr>
              <a:buFont typeface="Wingdings" pitchFamily="2" charset="2"/>
              <a:buChar char="Ø"/>
            </a:pPr>
            <a:r>
              <a:rPr lang="en-US">
                <a:latin typeface="Times New Roman" pitchFamily="18" charset="0"/>
                <a:cs typeface="Times New Roman" pitchFamily="18" charset="0"/>
              </a:rPr>
              <a:t>VD3. </a:t>
            </a:r>
            <a:r>
              <a:rPr lang="en-US" err="1">
                <a:latin typeface="Times New Roman" pitchFamily="18" charset="0"/>
                <a:cs typeface="Times New Roman" pitchFamily="18" charset="0"/>
              </a:rPr>
              <a:t>Cố</a:t>
            </a:r>
            <a:r>
              <a:rPr lang="en-US">
                <a:latin typeface="Times New Roman" pitchFamily="18" charset="0"/>
                <a:cs typeface="Times New Roman" pitchFamily="18" charset="0"/>
              </a:rPr>
              <a:t> ý </a:t>
            </a:r>
            <a:r>
              <a:rPr lang="en-US" err="1">
                <a:latin typeface="Times New Roman" pitchFamily="18" charset="0"/>
                <a:cs typeface="Times New Roman" pitchFamily="18" charset="0"/>
              </a:rPr>
              <a:t>gây</a:t>
            </a:r>
            <a:r>
              <a:rPr lang="en-US">
                <a:latin typeface="Times New Roman" pitchFamily="18" charset="0"/>
                <a:cs typeface="Times New Roman" pitchFamily="18" charset="0"/>
              </a:rPr>
              <a:t> </a:t>
            </a:r>
            <a:r>
              <a:rPr lang="en-US" err="1">
                <a:latin typeface="Times New Roman" pitchFamily="18" charset="0"/>
                <a:cs typeface="Times New Roman" pitchFamily="18" charset="0"/>
              </a:rPr>
              <a:t>thương</a:t>
            </a:r>
            <a:r>
              <a:rPr lang="en-US">
                <a:latin typeface="Times New Roman" pitchFamily="18" charset="0"/>
                <a:cs typeface="Times New Roman" pitchFamily="18" charset="0"/>
              </a:rPr>
              <a:t> </a:t>
            </a:r>
            <a:r>
              <a:rPr lang="en-US" err="1">
                <a:latin typeface="Times New Roman" pitchFamily="18" charset="0"/>
                <a:cs typeface="Times New Roman" pitchFamily="18" charset="0"/>
              </a:rPr>
              <a:t>tích</a:t>
            </a:r>
            <a:r>
              <a:rPr lang="en-US">
                <a:latin typeface="Times New Roman" pitchFamily="18" charset="0"/>
                <a:cs typeface="Times New Roman" pitchFamily="18" charset="0"/>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t>3. </a:t>
            </a:r>
            <a:r>
              <a:rPr lang="en-US" err="1">
                <a:latin typeface="Times New Roman" pitchFamily="18" charset="0"/>
                <a:cs typeface="Times New Roman" pitchFamily="18" charset="0"/>
              </a:rPr>
              <a:t>Những</a:t>
            </a:r>
            <a:r>
              <a:rPr lang="en-US">
                <a:latin typeface="Times New Roman" pitchFamily="18" charset="0"/>
                <a:cs typeface="Times New Roman" pitchFamily="18" charset="0"/>
              </a:rPr>
              <a:t> </a:t>
            </a:r>
            <a:r>
              <a:rPr lang="en-US" err="1">
                <a:latin typeface="Times New Roman" pitchFamily="18" charset="0"/>
                <a:cs typeface="Times New Roman" pitchFamily="18" charset="0"/>
              </a:rPr>
              <a:t>điều</a:t>
            </a:r>
            <a:r>
              <a:rPr lang="en-US">
                <a:latin typeface="Times New Roman" pitchFamily="18" charset="0"/>
                <a:cs typeface="Times New Roman" pitchFamily="18" charset="0"/>
              </a:rPr>
              <a:t> </a:t>
            </a:r>
            <a:r>
              <a:rPr lang="en-US" err="1">
                <a:latin typeface="Times New Roman" pitchFamily="18" charset="0"/>
                <a:cs typeface="Times New Roman" pitchFamily="18" charset="0"/>
              </a:rPr>
              <a:t>kiện</a:t>
            </a:r>
            <a:r>
              <a:rPr lang="en-US">
                <a:latin typeface="Times New Roman" pitchFamily="18" charset="0"/>
                <a:cs typeface="Times New Roman" pitchFamily="18" charset="0"/>
              </a:rPr>
              <a:t> </a:t>
            </a:r>
            <a:r>
              <a:rPr lang="en-US" err="1">
                <a:latin typeface="Times New Roman" pitchFamily="18" charset="0"/>
                <a:cs typeface="Times New Roman" pitchFamily="18" charset="0"/>
              </a:rPr>
              <a:t>làm</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phát</a:t>
            </a:r>
            <a:r>
              <a:rPr lang="en-US">
                <a:latin typeface="Times New Roman" pitchFamily="18" charset="0"/>
                <a:cs typeface="Times New Roman" pitchFamily="18" charset="0"/>
              </a:rPr>
              <a:t> </a:t>
            </a:r>
            <a:r>
              <a:rPr lang="en-US" err="1">
                <a:latin typeface="Times New Roman" pitchFamily="18" charset="0"/>
                <a:cs typeface="Times New Roman" pitchFamily="18" charset="0"/>
              </a:rPr>
              <a:t>sinh</a:t>
            </a:r>
            <a:r>
              <a:rPr lang="en-US">
                <a:latin typeface="Times New Roman" pitchFamily="18" charset="0"/>
                <a:cs typeface="Times New Roman" pitchFamily="18" charset="0"/>
              </a:rPr>
              <a:t>, </a:t>
            </a:r>
            <a:r>
              <a:rPr lang="en-US" err="1">
                <a:latin typeface="Times New Roman" pitchFamily="18" charset="0"/>
                <a:cs typeface="Times New Roman" pitchFamily="18" charset="0"/>
              </a:rPr>
              <a:t>thay</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đổi</a:t>
            </a:r>
            <a:r>
              <a:rPr lang="en-US">
                <a:latin typeface="Times New Roman" pitchFamily="18" charset="0"/>
                <a:cs typeface="Times New Roman" pitchFamily="18" charset="0"/>
              </a:rPr>
              <a:t>, </a:t>
            </a:r>
            <a:r>
              <a:rPr lang="en-US" err="1">
                <a:latin typeface="Times New Roman" pitchFamily="18" charset="0"/>
                <a:cs typeface="Times New Roman" pitchFamily="18" charset="0"/>
              </a:rPr>
              <a:t>chấm</a:t>
            </a:r>
            <a:r>
              <a:rPr lang="en-US">
                <a:latin typeface="Times New Roman" pitchFamily="18" charset="0"/>
                <a:cs typeface="Times New Roman" pitchFamily="18" charset="0"/>
              </a:rPr>
              <a:t> </a:t>
            </a:r>
            <a:r>
              <a:rPr lang="en-US" err="1">
                <a:latin typeface="Times New Roman" pitchFamily="18" charset="0"/>
                <a:cs typeface="Times New Roman" pitchFamily="18" charset="0"/>
              </a:rPr>
              <a:t>dứt</a:t>
            </a:r>
            <a:r>
              <a:rPr lang="en-US">
                <a:latin typeface="Times New Roman" pitchFamily="18" charset="0"/>
                <a:cs typeface="Times New Roman" pitchFamily="18" charset="0"/>
              </a:rPr>
              <a:t>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endParaRPr lang="en-US">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33</a:t>
            </a:fld>
            <a:endParaRPr lang="en-US"/>
          </a:p>
        </p:txBody>
      </p:sp>
      <p:sp>
        <p:nvSpPr>
          <p:cNvPr id="5" name="Content Placeholder 4"/>
          <p:cNvSpPr>
            <a:spLocks noGrp="1"/>
          </p:cNvSpPr>
          <p:nvPr>
            <p:ph sz="quarter" idx="1"/>
          </p:nvPr>
        </p:nvSpPr>
        <p:spPr/>
        <p:txBody>
          <a:bodyPr/>
          <a:lstStyle/>
          <a:p>
            <a:r>
              <a:rPr lang="en-US" err="1">
                <a:latin typeface="Times New Roman" pitchFamily="18" charset="0"/>
                <a:cs typeface="Times New Roman" pitchFamily="18" charset="0"/>
              </a:rPr>
              <a:t>Sự</a:t>
            </a:r>
            <a:r>
              <a:rPr lang="en-US">
                <a:latin typeface="Times New Roman" pitchFamily="18" charset="0"/>
                <a:cs typeface="Times New Roman" pitchFamily="18" charset="0"/>
              </a:rPr>
              <a:t> </a:t>
            </a:r>
            <a:r>
              <a:rPr lang="en-US" err="1">
                <a:latin typeface="Times New Roman" pitchFamily="18" charset="0"/>
                <a:cs typeface="Times New Roman" pitchFamily="18" charset="0"/>
              </a:rPr>
              <a:t>kiện</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lý</a:t>
            </a:r>
            <a:r>
              <a:rPr lang="en-US">
                <a:latin typeface="Times New Roman" pitchFamily="18" charset="0"/>
                <a:cs typeface="Times New Roman" pitchFamily="18" charset="0"/>
              </a:rPr>
              <a:t>. </a:t>
            </a:r>
            <a:r>
              <a:rPr lang="en-US" err="1">
                <a:latin typeface="Times New Roman" pitchFamily="18" charset="0"/>
                <a:cs typeface="Times New Roman" pitchFamily="18" charset="0"/>
              </a:rPr>
              <a:t>Là</a:t>
            </a:r>
            <a:r>
              <a:rPr lang="en-US">
                <a:latin typeface="Times New Roman" pitchFamily="18" charset="0"/>
                <a:cs typeface="Times New Roman" pitchFamily="18" charset="0"/>
              </a:rPr>
              <a:t> </a:t>
            </a:r>
            <a:r>
              <a:rPr lang="en-US" err="1">
                <a:latin typeface="Times New Roman" pitchFamily="18" charset="0"/>
                <a:cs typeface="Times New Roman" pitchFamily="18" charset="0"/>
              </a:rPr>
              <a:t>những</a:t>
            </a:r>
            <a:r>
              <a:rPr lang="en-US">
                <a:latin typeface="Times New Roman" pitchFamily="18" charset="0"/>
                <a:cs typeface="Times New Roman" pitchFamily="18" charset="0"/>
              </a:rPr>
              <a:t> </a:t>
            </a:r>
            <a:r>
              <a:rPr lang="en-US" err="1">
                <a:latin typeface="Times New Roman" pitchFamily="18" charset="0"/>
                <a:cs typeface="Times New Roman" pitchFamily="18" charset="0"/>
              </a:rPr>
              <a:t>sự</a:t>
            </a:r>
            <a:r>
              <a:rPr lang="en-US">
                <a:latin typeface="Times New Roman" pitchFamily="18" charset="0"/>
                <a:cs typeface="Times New Roman" pitchFamily="18" charset="0"/>
              </a:rPr>
              <a:t> </a:t>
            </a:r>
            <a:r>
              <a:rPr lang="en-US" err="1">
                <a:latin typeface="Times New Roman" pitchFamily="18" charset="0"/>
                <a:cs typeface="Times New Roman" pitchFamily="18" charset="0"/>
              </a:rPr>
              <a:t>kiện</a:t>
            </a:r>
            <a:r>
              <a:rPr lang="en-US">
                <a:latin typeface="Times New Roman" pitchFamily="18" charset="0"/>
                <a:cs typeface="Times New Roman" pitchFamily="18" charset="0"/>
              </a:rPr>
              <a:t> </a:t>
            </a:r>
            <a:r>
              <a:rPr lang="en-US" err="1">
                <a:latin typeface="Times New Roman" pitchFamily="18" charset="0"/>
                <a:cs typeface="Times New Roman" pitchFamily="18" charset="0"/>
              </a:rPr>
              <a:t>có</a:t>
            </a:r>
            <a:r>
              <a:rPr lang="en-US">
                <a:latin typeface="Times New Roman" pitchFamily="18" charset="0"/>
                <a:cs typeface="Times New Roman" pitchFamily="18" charset="0"/>
              </a:rPr>
              <a:t> </a:t>
            </a:r>
            <a:r>
              <a:rPr lang="en-US" err="1">
                <a:latin typeface="Times New Roman" pitchFamily="18" charset="0"/>
                <a:cs typeface="Times New Roman" pitchFamily="18" charset="0"/>
              </a:rPr>
              <a:t>thật</a:t>
            </a:r>
            <a:r>
              <a:rPr lang="en-US">
                <a:latin typeface="Times New Roman" pitchFamily="18" charset="0"/>
                <a:cs typeface="Times New Roman" pitchFamily="18" charset="0"/>
              </a:rPr>
              <a:t> </a:t>
            </a:r>
            <a:r>
              <a:rPr lang="en-US" err="1">
                <a:latin typeface="Times New Roman" pitchFamily="18" charset="0"/>
                <a:cs typeface="Times New Roman" pitchFamily="18" charset="0"/>
              </a:rPr>
              <a:t>xảy</a:t>
            </a:r>
            <a:r>
              <a:rPr lang="en-US">
                <a:latin typeface="Times New Roman" pitchFamily="18" charset="0"/>
                <a:cs typeface="Times New Roman" pitchFamily="18" charset="0"/>
              </a:rPr>
              <a:t> </a:t>
            </a:r>
            <a:r>
              <a:rPr lang="en-US" err="1">
                <a:latin typeface="Times New Roman" pitchFamily="18" charset="0"/>
                <a:cs typeface="Times New Roman" pitchFamily="18" charset="0"/>
              </a:rPr>
              <a:t>ra</a:t>
            </a:r>
            <a:r>
              <a:rPr lang="en-US">
                <a:latin typeface="Times New Roman" pitchFamily="18" charset="0"/>
                <a:cs typeface="Times New Roman" pitchFamily="18" charset="0"/>
              </a:rPr>
              <a:t> </a:t>
            </a:r>
            <a:r>
              <a:rPr lang="en-US" err="1">
                <a:latin typeface="Times New Roman" pitchFamily="18" charset="0"/>
                <a:cs typeface="Times New Roman" pitchFamily="18" charset="0"/>
              </a:rPr>
              <a:t>trong</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đời</a:t>
            </a:r>
            <a:r>
              <a:rPr lang="en-US">
                <a:latin typeface="Times New Roman" pitchFamily="18" charset="0"/>
                <a:cs typeface="Times New Roman" pitchFamily="18" charset="0"/>
              </a:rPr>
              <a:t> </a:t>
            </a:r>
            <a:r>
              <a:rPr lang="en-US" err="1">
                <a:latin typeface="Times New Roman" pitchFamily="18" charset="0"/>
                <a:cs typeface="Times New Roman" pitchFamily="18" charset="0"/>
              </a:rPr>
              <a:t>sống</a:t>
            </a:r>
            <a:r>
              <a:rPr lang="en-US">
                <a:latin typeface="Times New Roman" pitchFamily="18" charset="0"/>
                <a:cs typeface="Times New Roman" pitchFamily="18" charset="0"/>
              </a:rPr>
              <a:t> </a:t>
            </a:r>
            <a:r>
              <a:rPr lang="en-US" err="1">
                <a:latin typeface="Times New Roman" pitchFamily="18" charset="0"/>
                <a:cs typeface="Times New Roman" pitchFamily="18" charset="0"/>
              </a:rPr>
              <a:t>xã</a:t>
            </a:r>
            <a:r>
              <a:rPr lang="en-US">
                <a:latin typeface="Times New Roman" pitchFamily="18" charset="0"/>
                <a:cs typeface="Times New Roman" pitchFamily="18" charset="0"/>
              </a:rPr>
              <a:t> </a:t>
            </a:r>
            <a:r>
              <a:rPr lang="en-US" err="1">
                <a:latin typeface="Times New Roman" pitchFamily="18" charset="0"/>
                <a:cs typeface="Times New Roman" pitchFamily="18" charset="0"/>
              </a:rPr>
              <a:t>hội</a:t>
            </a:r>
            <a:r>
              <a:rPr lang="en-US">
                <a:latin typeface="Times New Roman" pitchFamily="18" charset="0"/>
                <a:cs typeface="Times New Roman" pitchFamily="18" charset="0"/>
              </a:rPr>
              <a:t>, </a:t>
            </a:r>
            <a:r>
              <a:rPr lang="en-US" err="1">
                <a:latin typeface="Times New Roman" pitchFamily="18" charset="0"/>
                <a:cs typeface="Times New Roman" pitchFamily="18" charset="0"/>
              </a:rPr>
              <a:t>phù</a:t>
            </a:r>
            <a:r>
              <a:rPr lang="en-US">
                <a:latin typeface="Times New Roman" pitchFamily="18" charset="0"/>
                <a:cs typeface="Times New Roman" pitchFamily="18" charset="0"/>
              </a:rPr>
              <a:t> </a:t>
            </a:r>
            <a:r>
              <a:rPr lang="en-US" err="1">
                <a:latin typeface="Times New Roman" pitchFamily="18" charset="0"/>
                <a:cs typeface="Times New Roman" pitchFamily="18" charset="0"/>
              </a:rPr>
              <a:t>hợp</a:t>
            </a:r>
            <a:r>
              <a:rPr lang="en-US">
                <a:latin typeface="Times New Roman" pitchFamily="18" charset="0"/>
                <a:cs typeface="Times New Roman" pitchFamily="18" charset="0"/>
              </a:rPr>
              <a:t> </a:t>
            </a:r>
            <a:r>
              <a:rPr lang="en-US" err="1">
                <a:latin typeface="Times New Roman" pitchFamily="18" charset="0"/>
                <a:cs typeface="Times New Roman" pitchFamily="18" charset="0"/>
              </a:rPr>
              <a:t>với</a:t>
            </a:r>
            <a:r>
              <a:rPr lang="en-US">
                <a:latin typeface="Times New Roman" pitchFamily="18" charset="0"/>
                <a:cs typeface="Times New Roman" pitchFamily="18" charset="0"/>
              </a:rPr>
              <a:t> </a:t>
            </a:r>
            <a:r>
              <a:rPr lang="en-US" err="1">
                <a:latin typeface="Times New Roman" pitchFamily="18" charset="0"/>
                <a:cs typeface="Times New Roman" pitchFamily="18" charset="0"/>
              </a:rPr>
              <a:t>điều</a:t>
            </a:r>
            <a:r>
              <a:rPr lang="en-US">
                <a:latin typeface="Times New Roman" pitchFamily="18" charset="0"/>
                <a:cs typeface="Times New Roman" pitchFamily="18" charset="0"/>
              </a:rPr>
              <a:t> </a:t>
            </a:r>
            <a:r>
              <a:rPr lang="en-US" err="1">
                <a:latin typeface="Times New Roman" pitchFamily="18" charset="0"/>
                <a:cs typeface="Times New Roman" pitchFamily="18" charset="0"/>
              </a:rPr>
              <a:t>kiện</a:t>
            </a:r>
            <a:r>
              <a:rPr lang="en-US">
                <a:latin typeface="Times New Roman" pitchFamily="18" charset="0"/>
                <a:cs typeface="Times New Roman" pitchFamily="18" charset="0"/>
              </a:rPr>
              <a:t> </a:t>
            </a:r>
            <a:r>
              <a:rPr lang="en-US" err="1">
                <a:latin typeface="Times New Roman" pitchFamily="18" charset="0"/>
                <a:cs typeface="Times New Roman" pitchFamily="18" charset="0"/>
              </a:rPr>
              <a:t>đã</a:t>
            </a:r>
            <a:r>
              <a:rPr lang="en-US">
                <a:latin typeface="Times New Roman" pitchFamily="18" charset="0"/>
                <a:cs typeface="Times New Roman" pitchFamily="18" charset="0"/>
              </a:rPr>
              <a:t> </a:t>
            </a:r>
            <a:r>
              <a:rPr lang="en-US" err="1">
                <a:latin typeface="Times New Roman" pitchFamily="18" charset="0"/>
                <a:cs typeface="Times New Roman" pitchFamily="18" charset="0"/>
              </a:rPr>
              <a:t>được</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r>
              <a:rPr lang="en-US">
                <a:latin typeface="Times New Roman" pitchFamily="18" charset="0"/>
                <a:cs typeface="Times New Roman" pitchFamily="18" charset="0"/>
              </a:rPr>
              <a:t> </a:t>
            </a:r>
            <a:r>
              <a:rPr lang="en-US" err="1">
                <a:latin typeface="Times New Roman" pitchFamily="18" charset="0"/>
                <a:cs typeface="Times New Roman" pitchFamily="18" charset="0"/>
              </a:rPr>
              <a:t>dự</a:t>
            </a:r>
            <a:r>
              <a:rPr lang="en-US">
                <a:latin typeface="Times New Roman" pitchFamily="18" charset="0"/>
                <a:cs typeface="Times New Roman" pitchFamily="18" charset="0"/>
              </a:rPr>
              <a:t> </a:t>
            </a:r>
            <a:r>
              <a:rPr lang="en-US" err="1">
                <a:latin typeface="Times New Roman" pitchFamily="18" charset="0"/>
                <a:cs typeface="Times New Roman" pitchFamily="18" charset="0"/>
              </a:rPr>
              <a:t>đoán</a:t>
            </a:r>
            <a:r>
              <a:rPr lang="en-US">
                <a:latin typeface="Times New Roman" pitchFamily="18" charset="0"/>
                <a:cs typeface="Times New Roman" pitchFamily="18" charset="0"/>
              </a:rPr>
              <a:t> </a:t>
            </a:r>
            <a:r>
              <a:rPr lang="en-US" err="1">
                <a:latin typeface="Times New Roman" pitchFamily="18" charset="0"/>
                <a:cs typeface="Times New Roman" pitchFamily="18" charset="0"/>
              </a:rPr>
              <a:t>và</a:t>
            </a:r>
            <a:r>
              <a:rPr lang="en-US">
                <a:latin typeface="Times New Roman" pitchFamily="18" charset="0"/>
                <a:cs typeface="Times New Roman" pitchFamily="18" charset="0"/>
              </a:rPr>
              <a:t> do </a:t>
            </a:r>
            <a:r>
              <a:rPr lang="en-US" err="1">
                <a:latin typeface="Times New Roman" pitchFamily="18" charset="0"/>
                <a:cs typeface="Times New Roman" pitchFamily="18" charset="0"/>
              </a:rPr>
              <a:t>đó</a:t>
            </a:r>
            <a:r>
              <a:rPr lang="en-US">
                <a:latin typeface="Times New Roman" pitchFamily="18" charset="0"/>
                <a:cs typeface="Times New Roman" pitchFamily="18" charset="0"/>
              </a:rPr>
              <a:t> </a:t>
            </a:r>
            <a:r>
              <a:rPr lang="en-US" err="1">
                <a:latin typeface="Times New Roman" pitchFamily="18" charset="0"/>
                <a:cs typeface="Times New Roman" pitchFamily="18" charset="0"/>
              </a:rPr>
              <a:t>làm</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phát</a:t>
            </a:r>
            <a:r>
              <a:rPr lang="en-US">
                <a:latin typeface="Times New Roman" pitchFamily="18" charset="0"/>
                <a:cs typeface="Times New Roman" pitchFamily="18" charset="0"/>
              </a:rPr>
              <a:t> </a:t>
            </a:r>
            <a:r>
              <a:rPr lang="en-US" err="1">
                <a:latin typeface="Times New Roman" pitchFamily="18" charset="0"/>
                <a:cs typeface="Times New Roman" pitchFamily="18" charset="0"/>
              </a:rPr>
              <a:t>sinh</a:t>
            </a:r>
            <a:r>
              <a:rPr lang="en-US">
                <a:latin typeface="Times New Roman" pitchFamily="18" charset="0"/>
                <a:cs typeface="Times New Roman" pitchFamily="18" charset="0"/>
              </a:rPr>
              <a:t>, </a:t>
            </a:r>
            <a:r>
              <a:rPr lang="en-US" err="1">
                <a:latin typeface="Times New Roman" pitchFamily="18" charset="0"/>
                <a:cs typeface="Times New Roman" pitchFamily="18" charset="0"/>
              </a:rPr>
              <a:t>thay</a:t>
            </a:r>
            <a:r>
              <a:rPr lang="en-US">
                <a:latin typeface="Times New Roman" pitchFamily="18" charset="0"/>
                <a:cs typeface="Times New Roman" pitchFamily="18" charset="0"/>
              </a:rPr>
              <a:t> </a:t>
            </a:r>
            <a:r>
              <a:rPr lang="en-US" err="1">
                <a:latin typeface="Times New Roman" pitchFamily="18" charset="0"/>
                <a:cs typeface="Times New Roman" pitchFamily="18" charset="0"/>
              </a:rPr>
              <a:t>đổi</a:t>
            </a:r>
            <a:r>
              <a:rPr lang="en-US">
                <a:latin typeface="Times New Roman" pitchFamily="18" charset="0"/>
                <a:cs typeface="Times New Roman" pitchFamily="18" charset="0"/>
              </a:rPr>
              <a:t>, </a:t>
            </a:r>
            <a:r>
              <a:rPr lang="en-US" err="1">
                <a:latin typeface="Times New Roman" pitchFamily="18" charset="0"/>
                <a:cs typeface="Times New Roman" pitchFamily="18" charset="0"/>
              </a:rPr>
              <a:t>chấm</a:t>
            </a:r>
            <a:r>
              <a:rPr lang="en-US">
                <a:latin typeface="Times New Roman" pitchFamily="18" charset="0"/>
                <a:cs typeface="Times New Roman" pitchFamily="18" charset="0"/>
              </a:rPr>
              <a:t> </a:t>
            </a:r>
            <a:r>
              <a:rPr lang="en-US" err="1">
                <a:latin typeface="Times New Roman" pitchFamily="18" charset="0"/>
                <a:cs typeface="Times New Roman" pitchFamily="18" charset="0"/>
              </a:rPr>
              <a:t>dứt</a:t>
            </a:r>
            <a:r>
              <a:rPr lang="en-US">
                <a:latin typeface="Times New Roman" pitchFamily="18" charset="0"/>
                <a:cs typeface="Times New Roman" pitchFamily="18" charset="0"/>
              </a:rPr>
              <a:t> </a:t>
            </a:r>
            <a:r>
              <a:rPr lang="en-US" err="1">
                <a:latin typeface="Times New Roman" pitchFamily="18" charset="0"/>
                <a:cs typeface="Times New Roman" pitchFamily="18" charset="0"/>
              </a:rPr>
              <a:t>quan</a:t>
            </a:r>
            <a:r>
              <a:rPr lang="en-US">
                <a:latin typeface="Times New Roman" pitchFamily="18" charset="0"/>
                <a:cs typeface="Times New Roman" pitchFamily="18" charset="0"/>
              </a:rPr>
              <a:t> </a:t>
            </a:r>
            <a:r>
              <a:rPr lang="en-US" err="1">
                <a:latin typeface="Times New Roman" pitchFamily="18" charset="0"/>
                <a:cs typeface="Times New Roman" pitchFamily="18" charset="0"/>
              </a:rPr>
              <a:t>hệ</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pháp</a:t>
            </a:r>
            <a:r>
              <a:rPr lang="en-US">
                <a:latin typeface="Times New Roman" pitchFamily="18" charset="0"/>
                <a:cs typeface="Times New Roman" pitchFamily="18" charset="0"/>
              </a:rPr>
              <a:t> </a:t>
            </a:r>
            <a:r>
              <a:rPr lang="en-US" err="1">
                <a:latin typeface="Times New Roman" pitchFamily="18" charset="0"/>
                <a:cs typeface="Times New Roman" pitchFamily="18" charset="0"/>
              </a:rPr>
              <a:t>luật</a:t>
            </a:r>
            <a:r>
              <a:rPr lang="en-US">
                <a:latin typeface="Times New Roman" pitchFamily="18" charset="0"/>
                <a:cs typeface="Times New Roman" pitchFamily="18" charset="0"/>
              </a:rPr>
              <a:t> </a:t>
            </a:r>
            <a:r>
              <a:rPr lang="en-US" err="1">
                <a:latin typeface="Times New Roman" pitchFamily="18" charset="0"/>
                <a:cs typeface="Times New Roman" pitchFamily="18" charset="0"/>
              </a:rPr>
              <a:t>cụ</a:t>
            </a:r>
            <a:r>
              <a:rPr lang="en-US">
                <a:latin typeface="Times New Roman" pitchFamily="18" charset="0"/>
                <a:cs typeface="Times New Roman" pitchFamily="18" charset="0"/>
              </a:rPr>
              <a:t> </a:t>
            </a:r>
            <a:r>
              <a:rPr lang="en-US" err="1">
                <a:latin typeface="Times New Roman" pitchFamily="18" charset="0"/>
                <a:cs typeface="Times New Roman" pitchFamily="18" charset="0"/>
              </a:rPr>
              <a:t>thể</a:t>
            </a:r>
            <a:r>
              <a:rPr lang="en-US">
                <a:latin typeface="Times New Roman" pitchFamily="18" charset="0"/>
                <a:cs typeface="Times New Roman" pitchFamily="18" charset="0"/>
              </a:rPr>
              <a:t>.</a:t>
            </a:r>
          </a:p>
          <a:p>
            <a:pPr>
              <a:buFont typeface="Wingdings" pitchFamily="2" charset="2"/>
              <a:buChar char="Ø"/>
            </a:pPr>
            <a:r>
              <a:rPr lang="en-US" err="1">
                <a:latin typeface="Times New Roman" pitchFamily="18" charset="0"/>
                <a:cs typeface="Times New Roman" pitchFamily="18" charset="0"/>
              </a:rPr>
              <a:t>Sự</a:t>
            </a:r>
            <a:r>
              <a:rPr lang="en-US">
                <a:latin typeface="Times New Roman" pitchFamily="18" charset="0"/>
                <a:cs typeface="Times New Roman" pitchFamily="18" charset="0"/>
              </a:rPr>
              <a:t> </a:t>
            </a:r>
            <a:r>
              <a:rPr lang="en-US" err="1">
                <a:latin typeface="Times New Roman" pitchFamily="18" charset="0"/>
                <a:cs typeface="Times New Roman" pitchFamily="18" charset="0"/>
              </a:rPr>
              <a:t>biến</a:t>
            </a:r>
            <a:r>
              <a:rPr lang="en-US">
                <a:latin typeface="Times New Roman" pitchFamily="18" charset="0"/>
                <a:cs typeface="Times New Roman" pitchFamily="18" charset="0"/>
              </a:rPr>
              <a:t>. </a:t>
            </a:r>
            <a:r>
              <a:rPr lang="en-US" err="1">
                <a:latin typeface="Times New Roman" pitchFamily="18" charset="0"/>
                <a:cs typeface="Times New Roman" pitchFamily="18" charset="0"/>
              </a:rPr>
              <a:t>Sự</a:t>
            </a:r>
            <a:r>
              <a:rPr lang="en-US">
                <a:latin typeface="Times New Roman" pitchFamily="18" charset="0"/>
                <a:cs typeface="Times New Roman" pitchFamily="18" charset="0"/>
              </a:rPr>
              <a:t> </a:t>
            </a:r>
            <a:r>
              <a:rPr lang="en-US" err="1">
                <a:latin typeface="Times New Roman" pitchFamily="18" charset="0"/>
                <a:cs typeface="Times New Roman" pitchFamily="18" charset="0"/>
              </a:rPr>
              <a:t>kiện</a:t>
            </a:r>
            <a:r>
              <a:rPr lang="en-US">
                <a:latin typeface="Times New Roman" pitchFamily="18" charset="0"/>
                <a:cs typeface="Times New Roman" pitchFamily="18" charset="0"/>
              </a:rPr>
              <a:t> </a:t>
            </a:r>
            <a:r>
              <a:rPr lang="en-US" err="1">
                <a:latin typeface="Times New Roman" pitchFamily="18" charset="0"/>
                <a:cs typeface="Times New Roman" pitchFamily="18" charset="0"/>
              </a:rPr>
              <a:t>phát</a:t>
            </a:r>
            <a:r>
              <a:rPr lang="en-US">
                <a:latin typeface="Times New Roman" pitchFamily="18" charset="0"/>
                <a:cs typeface="Times New Roman" pitchFamily="18" charset="0"/>
              </a:rPr>
              <a:t> </a:t>
            </a:r>
            <a:r>
              <a:rPr lang="en-US" err="1">
                <a:latin typeface="Times New Roman" pitchFamily="18" charset="0"/>
                <a:cs typeface="Times New Roman" pitchFamily="18" charset="0"/>
              </a:rPr>
              <a:t>sinh</a:t>
            </a:r>
            <a:r>
              <a:rPr lang="en-US">
                <a:latin typeface="Times New Roman" pitchFamily="18" charset="0"/>
                <a:cs typeface="Times New Roman" pitchFamily="18" charset="0"/>
              </a:rPr>
              <a:t> </a:t>
            </a:r>
            <a:r>
              <a:rPr lang="en-US" err="1">
                <a:latin typeface="Times New Roman" pitchFamily="18" charset="0"/>
                <a:cs typeface="Times New Roman" pitchFamily="18" charset="0"/>
              </a:rPr>
              <a:t>không</a:t>
            </a:r>
            <a:r>
              <a:rPr lang="en-US">
                <a:latin typeface="Times New Roman" pitchFamily="18" charset="0"/>
                <a:cs typeface="Times New Roman" pitchFamily="18" charset="0"/>
              </a:rPr>
              <a:t> </a:t>
            </a:r>
            <a:r>
              <a:rPr lang="en-US" err="1">
                <a:latin typeface="Times New Roman" pitchFamily="18" charset="0"/>
                <a:cs typeface="Times New Roman" pitchFamily="18" charset="0"/>
              </a:rPr>
              <a:t>phụ</a:t>
            </a:r>
            <a:r>
              <a:rPr lang="en-US">
                <a:latin typeface="Times New Roman" pitchFamily="18" charset="0"/>
                <a:cs typeface="Times New Roman" pitchFamily="18" charset="0"/>
              </a:rPr>
              <a:t> </a:t>
            </a:r>
            <a:r>
              <a:rPr lang="en-US" err="1">
                <a:latin typeface="Times New Roman" pitchFamily="18" charset="0"/>
                <a:cs typeface="Times New Roman" pitchFamily="18" charset="0"/>
              </a:rPr>
              <a:t>thuộc</a:t>
            </a:r>
            <a:r>
              <a:rPr lang="en-US">
                <a:latin typeface="Times New Roman" pitchFamily="18" charset="0"/>
                <a:cs typeface="Times New Roman" pitchFamily="18" charset="0"/>
              </a:rPr>
              <a:t> </a:t>
            </a:r>
            <a:r>
              <a:rPr lang="en-US" err="1">
                <a:latin typeface="Times New Roman" pitchFamily="18" charset="0"/>
                <a:cs typeface="Times New Roman" pitchFamily="18" charset="0"/>
              </a:rPr>
              <a:t>vào</a:t>
            </a:r>
            <a:r>
              <a:rPr lang="en-US">
                <a:latin typeface="Times New Roman" pitchFamily="18" charset="0"/>
                <a:cs typeface="Times New Roman" pitchFamily="18" charset="0"/>
              </a:rPr>
              <a:t> ý </a:t>
            </a:r>
            <a:r>
              <a:rPr lang="en-US" err="1">
                <a:latin typeface="Times New Roman" pitchFamily="18" charset="0"/>
                <a:cs typeface="Times New Roman" pitchFamily="18" charset="0"/>
              </a:rPr>
              <a:t>chí</a:t>
            </a:r>
            <a:r>
              <a:rPr lang="en-US">
                <a:latin typeface="Times New Roman" pitchFamily="18" charset="0"/>
                <a:cs typeface="Times New Roman" pitchFamily="18" charset="0"/>
              </a:rPr>
              <a:t> con </a:t>
            </a:r>
            <a:r>
              <a:rPr lang="en-US" err="1">
                <a:latin typeface="Times New Roman" pitchFamily="18" charset="0"/>
                <a:cs typeface="Times New Roman" pitchFamily="18" charset="0"/>
              </a:rPr>
              <a:t>người</a:t>
            </a:r>
            <a:r>
              <a:rPr lang="en-US">
                <a:latin typeface="Times New Roman" pitchFamily="18" charset="0"/>
                <a:cs typeface="Times New Roman" pitchFamily="18" charset="0"/>
              </a:rPr>
              <a:t>.</a:t>
            </a:r>
          </a:p>
          <a:p>
            <a:pPr>
              <a:buFont typeface="Wingdings" pitchFamily="2" charset="2"/>
              <a:buChar char="Ø"/>
            </a:pPr>
            <a:r>
              <a:rPr lang="en-US" err="1">
                <a:latin typeface="Times New Roman" pitchFamily="18" charset="0"/>
                <a:cs typeface="Times New Roman" pitchFamily="18" charset="0"/>
              </a:rPr>
              <a:t>Hành</a:t>
            </a:r>
            <a:r>
              <a:rPr lang="en-US">
                <a:latin typeface="Times New Roman" pitchFamily="18" charset="0"/>
                <a:cs typeface="Times New Roman" pitchFamily="18" charset="0"/>
              </a:rPr>
              <a:t> vi. </a:t>
            </a:r>
            <a:r>
              <a:rPr lang="en-US" err="1">
                <a:latin typeface="Times New Roman" pitchFamily="18" charset="0"/>
                <a:cs typeface="Times New Roman" pitchFamily="18" charset="0"/>
              </a:rPr>
              <a:t>Cách</a:t>
            </a:r>
            <a:r>
              <a:rPr lang="en-US">
                <a:latin typeface="Times New Roman" pitchFamily="18" charset="0"/>
                <a:cs typeface="Times New Roman" pitchFamily="18" charset="0"/>
              </a:rPr>
              <a:t> </a:t>
            </a:r>
            <a:r>
              <a:rPr lang="en-US" err="1">
                <a:latin typeface="Times New Roman" pitchFamily="18" charset="0"/>
                <a:cs typeface="Times New Roman" pitchFamily="18" charset="0"/>
              </a:rPr>
              <a:t>xử</a:t>
            </a:r>
            <a:r>
              <a:rPr lang="en-US">
                <a:latin typeface="Times New Roman" pitchFamily="18" charset="0"/>
                <a:cs typeface="Times New Roman" pitchFamily="18" charset="0"/>
              </a:rPr>
              <a:t> </a:t>
            </a:r>
            <a:r>
              <a:rPr lang="en-US" err="1">
                <a:latin typeface="Times New Roman" pitchFamily="18" charset="0"/>
                <a:cs typeface="Times New Roman" pitchFamily="18" charset="0"/>
              </a:rPr>
              <a:t>sự</a:t>
            </a:r>
            <a:r>
              <a:rPr lang="en-US">
                <a:latin typeface="Times New Roman" pitchFamily="18" charset="0"/>
                <a:cs typeface="Times New Roman" pitchFamily="18" charset="0"/>
              </a:rPr>
              <a:t> </a:t>
            </a:r>
            <a:r>
              <a:rPr lang="en-US" err="1">
                <a:latin typeface="Times New Roman" pitchFamily="18" charset="0"/>
                <a:cs typeface="Times New Roman" pitchFamily="18" charset="0"/>
              </a:rPr>
              <a:t>thể</a:t>
            </a:r>
            <a:r>
              <a:rPr lang="en-US">
                <a:latin typeface="Times New Roman" pitchFamily="18" charset="0"/>
                <a:cs typeface="Times New Roman" pitchFamily="18" charset="0"/>
              </a:rPr>
              <a:t> </a:t>
            </a:r>
            <a:r>
              <a:rPr lang="en-US" err="1">
                <a:latin typeface="Times New Roman" pitchFamily="18" charset="0"/>
                <a:cs typeface="Times New Roman" pitchFamily="18" charset="0"/>
              </a:rPr>
              <a:t>hiện</a:t>
            </a:r>
            <a:r>
              <a:rPr lang="en-US">
                <a:latin typeface="Times New Roman" pitchFamily="18" charset="0"/>
                <a:cs typeface="Times New Roman" pitchFamily="18" charset="0"/>
              </a:rPr>
              <a:t> ý </a:t>
            </a:r>
            <a:r>
              <a:rPr lang="en-US" err="1">
                <a:latin typeface="Times New Roman" pitchFamily="18" charset="0"/>
                <a:cs typeface="Times New Roman" pitchFamily="18" charset="0"/>
              </a:rPr>
              <a:t>chí</a:t>
            </a:r>
            <a:r>
              <a:rPr lang="en-US">
                <a:latin typeface="Times New Roman" pitchFamily="18" charset="0"/>
                <a:cs typeface="Times New Roman" pitchFamily="18" charset="0"/>
              </a:rPr>
              <a:t> </a:t>
            </a:r>
            <a:r>
              <a:rPr lang="en-US" err="1">
                <a:latin typeface="Times New Roman" pitchFamily="18" charset="0"/>
                <a:cs typeface="Times New Roman" pitchFamily="18" charset="0"/>
              </a:rPr>
              <a:t>của</a:t>
            </a:r>
            <a:r>
              <a:rPr lang="en-US">
                <a:latin typeface="Times New Roman" pitchFamily="18" charset="0"/>
                <a:cs typeface="Times New Roman" pitchFamily="18" charset="0"/>
              </a:rPr>
              <a:t> con </a:t>
            </a:r>
            <a:r>
              <a:rPr lang="en-US" err="1">
                <a:latin typeface="Times New Roman" pitchFamily="18" charset="0"/>
                <a:cs typeface="Times New Roman" pitchFamily="18" charset="0"/>
              </a:rPr>
              <a:t>người</a:t>
            </a:r>
            <a:r>
              <a:rPr lang="en-US">
                <a:latin typeface="Times New Roman" pitchFamily="18" charset="0"/>
                <a:cs typeface="Times New Roman" pitchFamily="18" charset="0"/>
              </a:rPr>
              <a:t>.</a:t>
            </a:r>
          </a:p>
          <a:p>
            <a:pPr>
              <a:buFont typeface="Wingdings" pitchFamily="2" charset="2"/>
              <a:buChar char="Ø"/>
            </a:pPr>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atin typeface="Times New Roman" pitchFamily="18" charset="0"/>
                <a:cs typeface="Times New Roman" pitchFamily="18" charset="0"/>
              </a:rPr>
              <a:t>Câu hỏi chương 4</a:t>
            </a:r>
          </a:p>
        </p:txBody>
      </p:sp>
      <p:sp>
        <p:nvSpPr>
          <p:cNvPr id="3" name="Footer Placeholder 2"/>
          <p:cNvSpPr>
            <a:spLocks noGrp="1"/>
          </p:cNvSpPr>
          <p:nvPr>
            <p:ph type="ftr" sz="quarter" idx="11"/>
          </p:nvPr>
        </p:nvSpPr>
        <p:spPr/>
        <p:txBody>
          <a:bodyPr/>
          <a:lstStyle/>
          <a:p>
            <a:r>
              <a:rPr lang="en-US"/>
              <a:t>Nguyễn Thị Yến</a:t>
            </a:r>
          </a:p>
        </p:txBody>
      </p:sp>
      <p:sp>
        <p:nvSpPr>
          <p:cNvPr id="4" name="Slide Number Placeholder 3"/>
          <p:cNvSpPr>
            <a:spLocks noGrp="1"/>
          </p:cNvSpPr>
          <p:nvPr>
            <p:ph type="sldNum" sz="quarter" idx="12"/>
          </p:nvPr>
        </p:nvSpPr>
        <p:spPr/>
        <p:txBody>
          <a:bodyPr/>
          <a:lstStyle/>
          <a:p>
            <a:fld id="{677F844C-E5DA-442A-A4AF-5518AB6AAEC1}" type="slidenum">
              <a:rPr lang="en-US" smtClean="0"/>
              <a:pPr/>
              <a:t>34</a:t>
            </a:fld>
            <a:endParaRPr lang="en-US"/>
          </a:p>
        </p:txBody>
      </p:sp>
      <p:sp>
        <p:nvSpPr>
          <p:cNvPr id="5" name="Content Placeholder 4"/>
          <p:cNvSpPr>
            <a:spLocks noGrp="1"/>
          </p:cNvSpPr>
          <p:nvPr>
            <p:ph sz="quarter" idx="1"/>
          </p:nvPr>
        </p:nvSpPr>
        <p:spPr>
          <a:xfrm>
            <a:off x="914400" y="1447800"/>
            <a:ext cx="7924800" cy="4572000"/>
          </a:xfrm>
        </p:spPr>
        <p:txBody>
          <a:bodyPr>
            <a:normAutofit fontScale="92500" lnSpcReduction="20000"/>
          </a:bodyPr>
          <a:lstStyle/>
          <a:p>
            <a:r>
              <a:rPr lang="en-US">
                <a:latin typeface="Times New Roman" pitchFamily="18" charset="0"/>
                <a:cs typeface="Times New Roman" pitchFamily="18" charset="0"/>
              </a:rPr>
              <a:t>ở Việt nam, chỉ có QH, UBTVQH mới có quyền ban hành nghị quyết là văn bản quy phạm pháp luật.</a:t>
            </a:r>
          </a:p>
          <a:p>
            <a:r>
              <a:rPr lang="en-US">
                <a:latin typeface="Times New Roman" pitchFamily="18" charset="0"/>
                <a:cs typeface="Times New Roman" pitchFamily="18" charset="0"/>
              </a:rPr>
              <a:t>Chỉ có quy phạm pháp luật mới có tính quy phạm.</a:t>
            </a:r>
          </a:p>
          <a:p>
            <a:r>
              <a:rPr lang="en-US">
                <a:latin typeface="Times New Roman" pitchFamily="18" charset="0"/>
                <a:cs typeface="Times New Roman" pitchFamily="18" charset="0"/>
              </a:rPr>
              <a:t>Quy phạm pháp luật trình bày trong điều luật luôn hội tụ đủ 3 bộ phận giả định, quy định, chế tài.</a:t>
            </a:r>
          </a:p>
          <a:p>
            <a:r>
              <a:rPr lang="en-US">
                <a:latin typeface="Times New Roman" pitchFamily="18" charset="0"/>
                <a:cs typeface="Times New Roman" pitchFamily="18" charset="0"/>
              </a:rPr>
              <a:t>Điều luật chính là hình thức thể hiện ra bên ngoài của quy phạm pháp luật.</a:t>
            </a:r>
          </a:p>
          <a:p>
            <a:r>
              <a:rPr lang="en-US">
                <a:latin typeface="Times New Roman" pitchFamily="18" charset="0"/>
                <a:cs typeface="Times New Roman" pitchFamily="18" charset="0"/>
              </a:rPr>
              <a:t>Trong xã hội, chỉ có quy phạm pháp luật điều chỉnh hành vi của con người.</a:t>
            </a:r>
          </a:p>
          <a:p>
            <a:r>
              <a:rPr lang="en-US">
                <a:latin typeface="Times New Roman" pitchFamily="18" charset="0"/>
                <a:cs typeface="Times New Roman" pitchFamily="18" charset="0"/>
              </a:rPr>
              <a:t>Tất cả các QPPL đều do nhà nước ban hành</a:t>
            </a:r>
          </a:p>
          <a:p>
            <a:r>
              <a:rPr lang="en-US">
                <a:latin typeface="Times New Roman" pitchFamily="18" charset="0"/>
                <a:cs typeface="Times New Roman" pitchFamily="18" charset="0"/>
              </a:rPr>
              <a:t>Phân biệt QPPL với các quy phạm xã hội khác.</a:t>
            </a:r>
          </a:p>
          <a:p>
            <a:r>
              <a:rPr lang="en-US">
                <a:latin typeface="Times New Roman" pitchFamily="18" charset="0"/>
                <a:cs typeface="Times New Roman" pitchFamily="18" charset="0"/>
              </a:rPr>
              <a:t>Trình bày cấu trúc của quy phạm pháp luật.</a:t>
            </a:r>
          </a:p>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xmlns="" id="{61966D3F-A190-4406-87BF-6245A74B5AD4}"/>
              </a:ext>
            </a:extLst>
          </p:cNvPr>
          <p:cNvSpPr>
            <a:spLocks noGrp="1"/>
          </p:cNvSpPr>
          <p:nvPr>
            <p:ph type="subTitle" idx="1"/>
          </p:nvPr>
        </p:nvSpPr>
        <p:spPr/>
        <p:txBody>
          <a:bodyPr/>
          <a:lstStyle/>
          <a:p>
            <a:endParaRPr lang="en-US"/>
          </a:p>
        </p:txBody>
      </p:sp>
      <p:sp>
        <p:nvSpPr>
          <p:cNvPr id="3" name="Footer Placeholder 2">
            <a:extLst>
              <a:ext uri="{FF2B5EF4-FFF2-40B4-BE49-F238E27FC236}">
                <a16:creationId xmlns:a16="http://schemas.microsoft.com/office/drawing/2014/main" xmlns="" id="{86CD351A-614A-4DDC-82BD-6CB1899CD7A1}"/>
              </a:ext>
            </a:extLst>
          </p:cNvPr>
          <p:cNvSpPr>
            <a:spLocks noGrp="1"/>
          </p:cNvSpPr>
          <p:nvPr>
            <p:ph type="ftr" sz="quarter" idx="11"/>
          </p:nvPr>
        </p:nvSpPr>
        <p:spPr/>
        <p:txBody>
          <a:bodyPr/>
          <a:lstStyle/>
          <a:p>
            <a:r>
              <a:rPr lang="en-US"/>
              <a:t>Nguyễn Thị Yến</a:t>
            </a:r>
          </a:p>
        </p:txBody>
      </p:sp>
      <p:sp>
        <p:nvSpPr>
          <p:cNvPr id="4" name="Slide Number Placeholder 3">
            <a:extLst>
              <a:ext uri="{FF2B5EF4-FFF2-40B4-BE49-F238E27FC236}">
                <a16:creationId xmlns:a16="http://schemas.microsoft.com/office/drawing/2014/main" xmlns="" id="{B3468333-7D23-46AD-8C89-A96049DE5F26}"/>
              </a:ext>
            </a:extLst>
          </p:cNvPr>
          <p:cNvSpPr>
            <a:spLocks noGrp="1"/>
          </p:cNvSpPr>
          <p:nvPr>
            <p:ph type="sldNum" sz="quarter" idx="12"/>
          </p:nvPr>
        </p:nvSpPr>
        <p:spPr/>
        <p:txBody>
          <a:bodyPr/>
          <a:lstStyle/>
          <a:p>
            <a:fld id="{677F844C-E5DA-442A-A4AF-5518AB6AAEC1}" type="slidenum">
              <a:rPr lang="en-US" smtClean="0"/>
              <a:pPr/>
              <a:t>35</a:t>
            </a:fld>
            <a:endParaRPr lang="en-US"/>
          </a:p>
        </p:txBody>
      </p:sp>
      <p:sp>
        <p:nvSpPr>
          <p:cNvPr id="5" name="Title 4">
            <a:extLst>
              <a:ext uri="{FF2B5EF4-FFF2-40B4-BE49-F238E27FC236}">
                <a16:creationId xmlns:a16="http://schemas.microsoft.com/office/drawing/2014/main" xmlns="" id="{06F02CE1-C3E2-4C29-AEAF-8E0D85A1EEED}"/>
              </a:ext>
            </a:extLst>
          </p:cNvPr>
          <p:cNvSpPr>
            <a:spLocks noGrp="1"/>
          </p:cNvSpPr>
          <p:nvPr>
            <p:ph type="ctrTitle"/>
          </p:nvPr>
        </p:nvSpPr>
        <p:spPr/>
        <p:txBody>
          <a:bodyPr/>
          <a:lstStyle/>
          <a:p>
            <a:r>
              <a:rPr lang="en-US" dirty="0"/>
              <a:t>The end</a:t>
            </a:r>
          </a:p>
        </p:txBody>
      </p:sp>
    </p:spTree>
    <p:extLst>
      <p:ext uri="{BB962C8B-B14F-4D97-AF65-F5344CB8AC3E}">
        <p14:creationId xmlns:p14="http://schemas.microsoft.com/office/powerpoint/2010/main" xmlns="" val="5403641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6559BBB3E04CE4FB7D7B9179CE5FF8A" ma:contentTypeVersion="0" ma:contentTypeDescription="Create a new document." ma:contentTypeScope="" ma:versionID="6ba08424837f76056ad5f704f2e399f0">
  <xsd:schema xmlns:xsd="http://www.w3.org/2001/XMLSchema" xmlns:xs="http://www.w3.org/2001/XMLSchema" xmlns:p="http://schemas.microsoft.com/office/2006/metadata/properties" targetNamespace="http://schemas.microsoft.com/office/2006/metadata/properties" ma:root="true" ma:fieldsID="4b795196365d0a2ba85bf44c386000f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DDAF7F-FC5D-4F5D-BB74-E229BF8D07E5}"/>
</file>

<file path=customXml/itemProps2.xml><?xml version="1.0" encoding="utf-8"?>
<ds:datastoreItem xmlns:ds="http://schemas.openxmlformats.org/officeDocument/2006/customXml" ds:itemID="{DD38316F-9590-44F2-91B9-428A769F2222}"/>
</file>

<file path=customXml/itemProps3.xml><?xml version="1.0" encoding="utf-8"?>
<ds:datastoreItem xmlns:ds="http://schemas.openxmlformats.org/officeDocument/2006/customXml" ds:itemID="{6513BA48-163F-4DA5-9483-ADDA8D10A279}"/>
</file>

<file path=docProps/app.xml><?xml version="1.0" encoding="utf-8"?>
<Properties xmlns="http://schemas.openxmlformats.org/officeDocument/2006/extended-properties" xmlns:vt="http://schemas.openxmlformats.org/officeDocument/2006/docPropsVTypes">
  <Template>Equity</Template>
  <TotalTime>1831</TotalTime>
  <Words>2761</Words>
  <Application>Microsoft Office PowerPoint</Application>
  <PresentationFormat>On-screen Show (4:3)</PresentationFormat>
  <Paragraphs>240</Paragraphs>
  <Slides>35</Slides>
  <Notes>0</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Equity</vt:lpstr>
      <vt:lpstr>Chương 4. Hệ thống pháp luật (cấu trúc của hệ thống pháp luật)</vt:lpstr>
      <vt:lpstr>4.1 Khái quát hệ thống pháp luật</vt:lpstr>
      <vt:lpstr>Slide 3</vt:lpstr>
      <vt:lpstr>Slide 4</vt:lpstr>
      <vt:lpstr>Slide 5</vt:lpstr>
      <vt:lpstr>Slide 6</vt:lpstr>
      <vt:lpstr>2. Cấu trúc của quy phạm pháp luật</vt:lpstr>
      <vt:lpstr>Giả định</vt:lpstr>
      <vt:lpstr>Quy định</vt:lpstr>
      <vt:lpstr>Các loại quy định</vt:lpstr>
      <vt:lpstr>Chế tài</vt:lpstr>
      <vt:lpstr>Có những loại chế tài nào?</vt:lpstr>
      <vt:lpstr>Có những loại chế tài nào?</vt:lpstr>
      <vt:lpstr>4.4 Quan hệ pháp luật</vt:lpstr>
      <vt:lpstr>Phân loại quan hệ pháp luật</vt:lpstr>
      <vt:lpstr>4.4.2 Thành phần của quan hệ pháp luật</vt:lpstr>
      <vt:lpstr>a. Chủ thể của quan hệ pháp luật</vt:lpstr>
      <vt:lpstr>Chủ thể là cá nhân</vt:lpstr>
      <vt:lpstr>Ví dụ </vt:lpstr>
      <vt:lpstr>Điều kiện để cá nhân, tổ chức trở thành chủ thể của quan hệ pháp luật</vt:lpstr>
      <vt:lpstr>Năng lực chủ thể của cá nhân</vt:lpstr>
      <vt:lpstr>Các mức độ về năng lực hành vi dân sự của cá nhân</vt:lpstr>
      <vt:lpstr>Chủ thể là tổ chức</vt:lpstr>
      <vt:lpstr>Tổ chức là pháp nhân</vt:lpstr>
      <vt:lpstr>Slide 25</vt:lpstr>
      <vt:lpstr>Lưu ý về năng lực chủ thể của pháp nhân</vt:lpstr>
      <vt:lpstr>Tổ chức không có tư cách pháp nhân</vt:lpstr>
      <vt:lpstr>b. Nội dung của quan hệ pháp luật</vt:lpstr>
      <vt:lpstr>Slide 29</vt:lpstr>
      <vt:lpstr>Slide 30</vt:lpstr>
      <vt:lpstr>c. Khách thể của quan hệ pháp luật</vt:lpstr>
      <vt:lpstr>Lưu ý. Phân biệt với đối tượng tác động của quan hệ pháp luật</vt:lpstr>
      <vt:lpstr>3. Những điều kiện làm phát sinh, thay đổi, chấm dứt quan hệ pháp luật</vt:lpstr>
      <vt:lpstr>Câu hỏi chương 4</vt:lpstr>
      <vt:lpstr>The end</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Hệ thống pháp luật (cấu trúc của hệ thống pháp luật)</dc:title>
  <dc:creator>sony</dc:creator>
  <cp:lastModifiedBy>ASUS</cp:lastModifiedBy>
  <cp:revision>116</cp:revision>
  <dcterms:created xsi:type="dcterms:W3CDTF">2013-06-05T09:29:07Z</dcterms:created>
  <dcterms:modified xsi:type="dcterms:W3CDTF">2025-02-10T02:01:02Z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0x01010006559BBB3E04CE4FB7D7B9179CE5FF8A</vt:lpwstr>
  </property>
</Properties>
</file>