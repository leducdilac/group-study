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2.xml" ContentType="application/vnd.openxmlformats-officedocument.drawingml.diagramData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2.xml" ContentType="application/vnd.openxmlformats-officedocument.drawingml.diagramColors+xml"/>
  <Override PartName="/ppt/diagrams/layout3.xml" ContentType="application/vnd.openxmlformats-officedocument.drawingml.diagramLayout+xml"/>
  <Override PartName="/ppt/diagrams/colors4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4.xml" ContentType="application/vnd.openxmlformats-officedocument.drawingml.diagramLayout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drawing4.xml" ContentType="application/vnd.ms-office.drawingml.diagramDrawing+xml"/>
  <Override PartName="/ppt/diagrams/drawing3.xml" ContentType="application/vnd.ms-office.drawingml.diagramDrawing+xml"/>
  <Override PartName="/ppt/diagrams/drawing2.xml" ContentType="application/vnd.ms-office.drawingml.diagramDrawing+xml"/>
  <Override PartName="/ppt/diagrams/drawing1.xml" ContentType="application/vnd.ms-office.drawingml.diagramDrawing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301" r:id="rId5"/>
    <p:sldId id="263" r:id="rId6"/>
    <p:sldId id="264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7" r:id="rId15"/>
    <p:sldId id="279" r:id="rId16"/>
    <p:sldId id="298" r:id="rId17"/>
    <p:sldId id="280" r:id="rId18"/>
    <p:sldId id="288" r:id="rId19"/>
    <p:sldId id="290" r:id="rId20"/>
    <p:sldId id="291" r:id="rId21"/>
    <p:sldId id="296" r:id="rId22"/>
    <p:sldId id="29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ED5915-7657-4809-9259-95DC63C40707}" type="doc">
      <dgm:prSet loTypeId="urn:microsoft.com/office/officeart/2005/8/layout/default#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8428A4-4C7F-4A2D-82B2-1A634DCD653C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Tài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sản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trí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tuệ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là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những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thành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quả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sáng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tạo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của</a:t>
          </a:r>
          <a:r>
            <a:rPr lang="en-US" dirty="0">
              <a:solidFill>
                <a:schemeClr val="tx1"/>
              </a:solidFill>
            </a:rPr>
            <a:t> con </a:t>
          </a:r>
          <a:r>
            <a:rPr lang="en-US" dirty="0" err="1">
              <a:solidFill>
                <a:schemeClr val="tx1"/>
              </a:solidFill>
            </a:rPr>
            <a:t>người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như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các</a:t>
          </a:r>
          <a:r>
            <a:rPr lang="en-US" dirty="0">
              <a:solidFill>
                <a:schemeClr val="tx1"/>
              </a:solidFill>
            </a:rPr>
            <a:t> ý </a:t>
          </a:r>
          <a:r>
            <a:rPr lang="en-US" dirty="0" err="1">
              <a:solidFill>
                <a:schemeClr val="tx1"/>
              </a:solidFill>
            </a:rPr>
            <a:t>tưởng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sáng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chế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công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nghệ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các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tác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phẩm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văn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học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nghệ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thuật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khoa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học</a:t>
          </a:r>
          <a:endParaRPr lang="en-US" dirty="0">
            <a:solidFill>
              <a:schemeClr val="tx1"/>
            </a:solidFill>
          </a:endParaRPr>
        </a:p>
      </dgm:t>
    </dgm:pt>
    <dgm:pt modelId="{4271C541-9958-43C6-86AC-2EF40B3263F4}" type="parTrans" cxnId="{90F10344-B888-4845-9D4B-75C8CC929E22}">
      <dgm:prSet/>
      <dgm:spPr/>
      <dgm:t>
        <a:bodyPr/>
        <a:lstStyle/>
        <a:p>
          <a:endParaRPr lang="en-US"/>
        </a:p>
      </dgm:t>
    </dgm:pt>
    <dgm:pt modelId="{79A098E2-B540-47C4-B2CA-E14F616ABBB9}" type="sibTrans" cxnId="{90F10344-B888-4845-9D4B-75C8CC929E22}">
      <dgm:prSet/>
      <dgm:spPr/>
      <dgm:t>
        <a:bodyPr/>
        <a:lstStyle/>
        <a:p>
          <a:endParaRPr lang="en-US"/>
        </a:p>
      </dgm:t>
    </dgm:pt>
    <dgm:pt modelId="{39569167-9873-4698-86BA-B08E270515D5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Sở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hữu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trí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tuệ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là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các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quyền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hợp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pháp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đối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với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tài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sản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trí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tuệ</a:t>
          </a:r>
          <a:r>
            <a:rPr lang="en-US" dirty="0">
              <a:solidFill>
                <a:schemeClr val="tx1"/>
              </a:solidFill>
            </a:rPr>
            <a:t>. </a:t>
          </a:r>
          <a:r>
            <a:rPr lang="en-US" dirty="0" err="1">
              <a:solidFill>
                <a:schemeClr val="tx1"/>
              </a:solidFill>
            </a:rPr>
            <a:t>Các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quyền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này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được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luật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pháp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thừa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nhận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nên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được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gọi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là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quyền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sở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hữu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trí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tuệ</a:t>
          </a:r>
          <a:endParaRPr lang="en-US" dirty="0">
            <a:solidFill>
              <a:schemeClr val="tx1"/>
            </a:solidFill>
          </a:endParaRPr>
        </a:p>
      </dgm:t>
    </dgm:pt>
    <dgm:pt modelId="{B4202BFC-9AF5-4A76-BF0C-AF3C66DCA1C6}" type="parTrans" cxnId="{465D6DE4-157E-454C-B456-92008F2A315D}">
      <dgm:prSet/>
      <dgm:spPr/>
      <dgm:t>
        <a:bodyPr/>
        <a:lstStyle/>
        <a:p>
          <a:endParaRPr lang="en-US"/>
        </a:p>
      </dgm:t>
    </dgm:pt>
    <dgm:pt modelId="{23F9CB48-C4CC-49C0-BE97-5E41924EC7C6}" type="sibTrans" cxnId="{465D6DE4-157E-454C-B456-92008F2A315D}">
      <dgm:prSet/>
      <dgm:spPr/>
      <dgm:t>
        <a:bodyPr/>
        <a:lstStyle/>
        <a:p>
          <a:endParaRPr lang="en-US"/>
        </a:p>
      </dgm:t>
    </dgm:pt>
    <dgm:pt modelId="{3017D4C2-B6EB-46A0-878A-646F48159A56}">
      <dgm:prSet phldrT="[Text]"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Quyền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sở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hữu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trí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tuệ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là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quyền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của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tổ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chức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cá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nhân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đối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với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tài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sản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trí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tuệ</a:t>
          </a:r>
          <a:endParaRPr lang="en-US" dirty="0">
            <a:solidFill>
              <a:schemeClr val="tx1"/>
            </a:solidFill>
          </a:endParaRPr>
        </a:p>
      </dgm:t>
    </dgm:pt>
    <dgm:pt modelId="{DB4F54BD-A5A2-466A-B8AB-5AF9168EEF68}" type="parTrans" cxnId="{20C5DFDA-65A3-41CF-9CCF-FBA66F4E4745}">
      <dgm:prSet/>
      <dgm:spPr/>
      <dgm:t>
        <a:bodyPr/>
        <a:lstStyle/>
        <a:p>
          <a:endParaRPr lang="en-US"/>
        </a:p>
      </dgm:t>
    </dgm:pt>
    <dgm:pt modelId="{BA17E99B-6E5C-4450-B783-0F9CCA01A6EE}" type="sibTrans" cxnId="{20C5DFDA-65A3-41CF-9CCF-FBA66F4E4745}">
      <dgm:prSet/>
      <dgm:spPr/>
      <dgm:t>
        <a:bodyPr/>
        <a:lstStyle/>
        <a:p>
          <a:endParaRPr lang="en-US"/>
        </a:p>
      </dgm:t>
    </dgm:pt>
    <dgm:pt modelId="{E9546194-E12D-45AF-B223-8A22F4D04B75}" type="pres">
      <dgm:prSet presAssocID="{7AED5915-7657-4809-9259-95DC63C4070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67741D1-173B-4F71-A536-C7F03664C6A9}" type="pres">
      <dgm:prSet presAssocID="{AF8428A4-4C7F-4A2D-82B2-1A634DCD653C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5E531-2062-4AA7-9401-3D8A9D9F6D82}" type="pres">
      <dgm:prSet presAssocID="{79A098E2-B540-47C4-B2CA-E14F616ABBB9}" presName="sibTrans" presStyleCnt="0"/>
      <dgm:spPr/>
    </dgm:pt>
    <dgm:pt modelId="{0D221D3C-412D-46E8-94F6-16E967C16E52}" type="pres">
      <dgm:prSet presAssocID="{39569167-9873-4698-86BA-B08E270515D5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9F3F17-F828-44D3-858E-FD6A6442F2E3}" type="pres">
      <dgm:prSet presAssocID="{23F9CB48-C4CC-49C0-BE97-5E41924EC7C6}" presName="sibTrans" presStyleCnt="0"/>
      <dgm:spPr/>
    </dgm:pt>
    <dgm:pt modelId="{E94C603A-753C-4F9D-8512-949D60695DAF}" type="pres">
      <dgm:prSet presAssocID="{3017D4C2-B6EB-46A0-878A-646F48159A56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D104AF-2B7B-48E3-A197-0F1838B3DB5D}" type="presOf" srcId="{7AED5915-7657-4809-9259-95DC63C40707}" destId="{E9546194-E12D-45AF-B223-8A22F4D04B75}" srcOrd="0" destOrd="0" presId="urn:microsoft.com/office/officeart/2005/8/layout/default#9"/>
    <dgm:cxn modelId="{20C5DFDA-65A3-41CF-9CCF-FBA66F4E4745}" srcId="{7AED5915-7657-4809-9259-95DC63C40707}" destId="{3017D4C2-B6EB-46A0-878A-646F48159A56}" srcOrd="2" destOrd="0" parTransId="{DB4F54BD-A5A2-466A-B8AB-5AF9168EEF68}" sibTransId="{BA17E99B-6E5C-4450-B783-0F9CCA01A6EE}"/>
    <dgm:cxn modelId="{0A6F997A-58F6-4B9C-A0D1-E5AA4DE90135}" type="presOf" srcId="{AF8428A4-4C7F-4A2D-82B2-1A634DCD653C}" destId="{E67741D1-173B-4F71-A536-C7F03664C6A9}" srcOrd="0" destOrd="0" presId="urn:microsoft.com/office/officeart/2005/8/layout/default#9"/>
    <dgm:cxn modelId="{FBD2183E-BE4F-43CF-8DCC-3133F902DE6E}" type="presOf" srcId="{39569167-9873-4698-86BA-B08E270515D5}" destId="{0D221D3C-412D-46E8-94F6-16E967C16E52}" srcOrd="0" destOrd="0" presId="urn:microsoft.com/office/officeart/2005/8/layout/default#9"/>
    <dgm:cxn modelId="{465D6DE4-157E-454C-B456-92008F2A315D}" srcId="{7AED5915-7657-4809-9259-95DC63C40707}" destId="{39569167-9873-4698-86BA-B08E270515D5}" srcOrd="1" destOrd="0" parTransId="{B4202BFC-9AF5-4A76-BF0C-AF3C66DCA1C6}" sibTransId="{23F9CB48-C4CC-49C0-BE97-5E41924EC7C6}"/>
    <dgm:cxn modelId="{90F10344-B888-4845-9D4B-75C8CC929E22}" srcId="{7AED5915-7657-4809-9259-95DC63C40707}" destId="{AF8428A4-4C7F-4A2D-82B2-1A634DCD653C}" srcOrd="0" destOrd="0" parTransId="{4271C541-9958-43C6-86AC-2EF40B3263F4}" sibTransId="{79A098E2-B540-47C4-B2CA-E14F616ABBB9}"/>
    <dgm:cxn modelId="{772B2CC5-FE00-474B-BBDF-EF1C0213BD05}" type="presOf" srcId="{3017D4C2-B6EB-46A0-878A-646F48159A56}" destId="{E94C603A-753C-4F9D-8512-949D60695DAF}" srcOrd="0" destOrd="0" presId="urn:microsoft.com/office/officeart/2005/8/layout/default#9"/>
    <dgm:cxn modelId="{0FF51A0E-BA07-48C0-9298-37B649D7D41A}" type="presParOf" srcId="{E9546194-E12D-45AF-B223-8A22F4D04B75}" destId="{E67741D1-173B-4F71-A536-C7F03664C6A9}" srcOrd="0" destOrd="0" presId="urn:microsoft.com/office/officeart/2005/8/layout/default#9"/>
    <dgm:cxn modelId="{B32D34A8-CE44-4669-A1EC-C4A414EB7FA4}" type="presParOf" srcId="{E9546194-E12D-45AF-B223-8A22F4D04B75}" destId="{EDC5E531-2062-4AA7-9401-3D8A9D9F6D82}" srcOrd="1" destOrd="0" presId="urn:microsoft.com/office/officeart/2005/8/layout/default#9"/>
    <dgm:cxn modelId="{273AE569-3A68-4468-8846-901782363DFA}" type="presParOf" srcId="{E9546194-E12D-45AF-B223-8A22F4D04B75}" destId="{0D221D3C-412D-46E8-94F6-16E967C16E52}" srcOrd="2" destOrd="0" presId="urn:microsoft.com/office/officeart/2005/8/layout/default#9"/>
    <dgm:cxn modelId="{2F767B75-FC30-4CA1-A83F-7F6F1B98018F}" type="presParOf" srcId="{E9546194-E12D-45AF-B223-8A22F4D04B75}" destId="{8A9F3F17-F828-44D3-858E-FD6A6442F2E3}" srcOrd="3" destOrd="0" presId="urn:microsoft.com/office/officeart/2005/8/layout/default#9"/>
    <dgm:cxn modelId="{71E4EE2A-6822-4955-AFE4-A2858AA8A877}" type="presParOf" srcId="{E9546194-E12D-45AF-B223-8A22F4D04B75}" destId="{E94C603A-753C-4F9D-8512-949D60695DAF}" srcOrd="4" destOrd="0" presId="urn:microsoft.com/office/officeart/2005/8/layout/default#9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30D1FF-08EC-47BD-8A83-E8B45BFDE892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3CE8C3-816E-4E6D-9103-2A8604A07F4B}">
      <dgm:prSet phldrT="[Text]"/>
      <dgm:spPr/>
      <dgm:t>
        <a:bodyPr/>
        <a:lstStyle/>
        <a:p>
          <a:r>
            <a:rPr lang="en-US" dirty="0" err="1"/>
            <a:t>Quyền</a:t>
          </a:r>
          <a:r>
            <a:rPr lang="en-US" dirty="0"/>
            <a:t> </a:t>
          </a:r>
          <a:r>
            <a:rPr lang="en-US" dirty="0" err="1"/>
            <a:t>nhân</a:t>
          </a:r>
          <a:r>
            <a:rPr lang="en-US" dirty="0"/>
            <a:t> </a:t>
          </a:r>
          <a:r>
            <a:rPr lang="en-US" dirty="0" err="1"/>
            <a:t>thân</a:t>
          </a:r>
          <a:endParaRPr lang="en-US" dirty="0"/>
        </a:p>
      </dgm:t>
    </dgm:pt>
    <dgm:pt modelId="{99021D53-7D06-4BEE-8CD6-32156B2C7E74}" type="parTrans" cxnId="{3915F0F1-F5DA-49CE-B5A3-17AE7C369625}">
      <dgm:prSet/>
      <dgm:spPr/>
      <dgm:t>
        <a:bodyPr/>
        <a:lstStyle/>
        <a:p>
          <a:endParaRPr lang="en-US"/>
        </a:p>
      </dgm:t>
    </dgm:pt>
    <dgm:pt modelId="{96BE3BE7-94DE-4EA5-973A-9FF795BBE75E}" type="sibTrans" cxnId="{3915F0F1-F5DA-49CE-B5A3-17AE7C369625}">
      <dgm:prSet/>
      <dgm:spPr/>
      <dgm:t>
        <a:bodyPr/>
        <a:lstStyle/>
        <a:p>
          <a:endParaRPr lang="en-US"/>
        </a:p>
      </dgm:t>
    </dgm:pt>
    <dgm:pt modelId="{55665B0E-0328-427A-BDFA-BE06E0F14CC6}">
      <dgm:prSet phldrT="[Text]" custT="1"/>
      <dgm:spPr/>
      <dgm:t>
        <a:bodyPr/>
        <a:lstStyle/>
        <a:p>
          <a:r>
            <a:rPr lang="en-US" sz="1400" dirty="0" err="1"/>
            <a:t>Quyền</a:t>
          </a:r>
          <a:r>
            <a:rPr lang="en-US" sz="1400" dirty="0"/>
            <a:t> </a:t>
          </a:r>
          <a:r>
            <a:rPr lang="en-US" sz="1400" dirty="0" err="1"/>
            <a:t>đặt</a:t>
          </a:r>
          <a:r>
            <a:rPr lang="en-US" sz="1400" dirty="0"/>
            <a:t> </a:t>
          </a:r>
          <a:r>
            <a:rPr lang="en-US" sz="1400" dirty="0" err="1"/>
            <a:t>tên</a:t>
          </a:r>
          <a:r>
            <a:rPr lang="en-US" sz="1400" dirty="0"/>
            <a:t> </a:t>
          </a:r>
          <a:r>
            <a:rPr lang="en-US" sz="1400" dirty="0" err="1"/>
            <a:t>cho</a:t>
          </a:r>
          <a:r>
            <a:rPr lang="en-US" sz="1400" dirty="0"/>
            <a:t> </a:t>
          </a:r>
          <a:r>
            <a:rPr lang="en-US" sz="1400" dirty="0" err="1"/>
            <a:t>tác</a:t>
          </a:r>
          <a:r>
            <a:rPr lang="en-US" sz="1400" dirty="0"/>
            <a:t> </a:t>
          </a:r>
          <a:r>
            <a:rPr lang="en-US" sz="1400" dirty="0" err="1"/>
            <a:t>phẩm</a:t>
          </a:r>
          <a:r>
            <a:rPr lang="en-US" sz="1400" dirty="0"/>
            <a:t>.</a:t>
          </a:r>
        </a:p>
      </dgm:t>
    </dgm:pt>
    <dgm:pt modelId="{F837C2E1-D222-4699-8FBC-CF0B5AD98A62}" type="parTrans" cxnId="{2DEFA14D-D161-46AC-AADC-410BE73B0C49}">
      <dgm:prSet/>
      <dgm:spPr/>
      <dgm:t>
        <a:bodyPr/>
        <a:lstStyle/>
        <a:p>
          <a:endParaRPr lang="en-US"/>
        </a:p>
      </dgm:t>
    </dgm:pt>
    <dgm:pt modelId="{BBAA46D4-5649-4C89-8E07-B19B480BEB78}" type="sibTrans" cxnId="{2DEFA14D-D161-46AC-AADC-410BE73B0C49}">
      <dgm:prSet/>
      <dgm:spPr/>
      <dgm:t>
        <a:bodyPr/>
        <a:lstStyle/>
        <a:p>
          <a:endParaRPr lang="en-US"/>
        </a:p>
      </dgm:t>
    </dgm:pt>
    <dgm:pt modelId="{C5D46437-519F-4148-BEE6-286263280959}">
      <dgm:prSet phldrT="[Text]" custT="1"/>
      <dgm:spPr/>
      <dgm:t>
        <a:bodyPr/>
        <a:lstStyle/>
        <a:p>
          <a:r>
            <a:rPr lang="en-US" sz="1400" dirty="0" err="1"/>
            <a:t>Đứng</a:t>
          </a:r>
          <a:r>
            <a:rPr lang="en-US" sz="1400" dirty="0"/>
            <a:t> </a:t>
          </a:r>
          <a:r>
            <a:rPr lang="en-US" sz="1400" dirty="0" err="1"/>
            <a:t>tên</a:t>
          </a:r>
          <a:r>
            <a:rPr lang="en-US" sz="1400" dirty="0"/>
            <a:t> </a:t>
          </a:r>
          <a:r>
            <a:rPr lang="en-US" sz="1400" dirty="0" err="1"/>
            <a:t>tác</a:t>
          </a:r>
          <a:r>
            <a:rPr lang="en-US" sz="1400" dirty="0"/>
            <a:t> </a:t>
          </a:r>
          <a:r>
            <a:rPr lang="en-US" sz="1400" dirty="0" err="1"/>
            <a:t>giả</a:t>
          </a:r>
          <a:r>
            <a:rPr lang="en-US" sz="1400" dirty="0"/>
            <a:t> </a:t>
          </a:r>
          <a:r>
            <a:rPr lang="en-US" sz="1400" dirty="0" err="1"/>
            <a:t>đối</a:t>
          </a:r>
          <a:r>
            <a:rPr lang="en-US" sz="1400" dirty="0"/>
            <a:t> </a:t>
          </a:r>
          <a:r>
            <a:rPr lang="en-US" sz="1400" dirty="0" err="1"/>
            <a:t>với</a:t>
          </a:r>
          <a:r>
            <a:rPr lang="en-US" sz="1400" dirty="0"/>
            <a:t> </a:t>
          </a:r>
          <a:r>
            <a:rPr lang="en-US" sz="1400" dirty="0" err="1"/>
            <a:t>tác</a:t>
          </a:r>
          <a:r>
            <a:rPr lang="en-US" sz="1400" dirty="0"/>
            <a:t> </a:t>
          </a:r>
          <a:r>
            <a:rPr lang="en-US" sz="1400" dirty="0" err="1"/>
            <a:t>phẩm</a:t>
          </a:r>
          <a:endParaRPr lang="en-US" sz="1400" dirty="0"/>
        </a:p>
      </dgm:t>
    </dgm:pt>
    <dgm:pt modelId="{8B6EE511-B91B-46C0-BA49-CE408A2D6B1D}" type="parTrans" cxnId="{AC7C5EAC-498C-49CF-92F2-24BF00F03200}">
      <dgm:prSet/>
      <dgm:spPr/>
      <dgm:t>
        <a:bodyPr/>
        <a:lstStyle/>
        <a:p>
          <a:endParaRPr lang="en-US"/>
        </a:p>
      </dgm:t>
    </dgm:pt>
    <dgm:pt modelId="{06A765AB-EF2E-4995-A2F8-E7A6D938F6E8}" type="sibTrans" cxnId="{AC7C5EAC-498C-49CF-92F2-24BF00F03200}">
      <dgm:prSet/>
      <dgm:spPr/>
      <dgm:t>
        <a:bodyPr/>
        <a:lstStyle/>
        <a:p>
          <a:endParaRPr lang="en-US"/>
        </a:p>
      </dgm:t>
    </dgm:pt>
    <dgm:pt modelId="{87886196-C7A0-4D99-9772-199A23FD3145}">
      <dgm:prSet phldrT="[Text]" custT="1"/>
      <dgm:spPr/>
      <dgm:t>
        <a:bodyPr/>
        <a:lstStyle/>
        <a:p>
          <a:r>
            <a:rPr lang="en-US" sz="1400" dirty="0" err="1"/>
            <a:t>Bảo</a:t>
          </a:r>
          <a:r>
            <a:rPr lang="en-US" sz="1400" dirty="0"/>
            <a:t> </a:t>
          </a:r>
          <a:r>
            <a:rPr lang="en-US" sz="1400" dirty="0" err="1"/>
            <a:t>vệ</a:t>
          </a:r>
          <a:r>
            <a:rPr lang="en-US" sz="1400" dirty="0"/>
            <a:t> </a:t>
          </a:r>
          <a:r>
            <a:rPr lang="en-US" sz="1400" dirty="0" err="1"/>
            <a:t>sự</a:t>
          </a:r>
          <a:r>
            <a:rPr lang="en-US" sz="1400" dirty="0"/>
            <a:t> </a:t>
          </a:r>
          <a:r>
            <a:rPr lang="en-US" sz="1400" dirty="0" err="1"/>
            <a:t>toàn</a:t>
          </a:r>
          <a:r>
            <a:rPr lang="en-US" sz="1400" dirty="0"/>
            <a:t> </a:t>
          </a:r>
          <a:r>
            <a:rPr lang="en-US" sz="1400" dirty="0" err="1"/>
            <a:t>vẹn</a:t>
          </a:r>
          <a:r>
            <a:rPr lang="en-US" sz="1400" dirty="0"/>
            <a:t> </a:t>
          </a:r>
          <a:r>
            <a:rPr lang="en-US" sz="1400" dirty="0" err="1"/>
            <a:t>của</a:t>
          </a:r>
          <a:r>
            <a:rPr lang="en-US" sz="1400" dirty="0"/>
            <a:t> </a:t>
          </a:r>
          <a:r>
            <a:rPr lang="en-US" sz="1400" dirty="0" err="1"/>
            <a:t>tác</a:t>
          </a:r>
          <a:r>
            <a:rPr lang="en-US" sz="1400" dirty="0"/>
            <a:t> </a:t>
          </a:r>
          <a:r>
            <a:rPr lang="en-US" sz="1400" dirty="0" err="1"/>
            <a:t>phẩm</a:t>
          </a:r>
          <a:endParaRPr lang="en-US" sz="1400" dirty="0"/>
        </a:p>
      </dgm:t>
    </dgm:pt>
    <dgm:pt modelId="{9E95190F-F74E-4BF5-BA87-8AE5C452A09C}" type="parTrans" cxnId="{002AE031-2A84-4C37-884B-67523D628B4B}">
      <dgm:prSet/>
      <dgm:spPr/>
      <dgm:t>
        <a:bodyPr/>
        <a:lstStyle/>
        <a:p>
          <a:endParaRPr lang="en-US"/>
        </a:p>
      </dgm:t>
    </dgm:pt>
    <dgm:pt modelId="{239A603B-3567-421C-8FB6-571A9149C9F0}" type="sibTrans" cxnId="{002AE031-2A84-4C37-884B-67523D628B4B}">
      <dgm:prSet/>
      <dgm:spPr/>
      <dgm:t>
        <a:bodyPr/>
        <a:lstStyle/>
        <a:p>
          <a:endParaRPr lang="en-US"/>
        </a:p>
      </dgm:t>
    </dgm:pt>
    <dgm:pt modelId="{E5F1B85B-C3F6-46F0-B7D9-C21AF4EC0965}">
      <dgm:prSet phldrT="[Text]" custT="1"/>
      <dgm:spPr/>
      <dgm:t>
        <a:bodyPr/>
        <a:lstStyle/>
        <a:p>
          <a:r>
            <a:rPr lang="en-US" sz="1400" dirty="0" err="1"/>
            <a:t>Công</a:t>
          </a:r>
          <a:r>
            <a:rPr lang="en-US" sz="1400" dirty="0"/>
            <a:t> </a:t>
          </a:r>
          <a:r>
            <a:rPr lang="en-US" sz="1400" dirty="0" err="1"/>
            <a:t>bố</a:t>
          </a:r>
          <a:r>
            <a:rPr lang="en-US" sz="1400" dirty="0"/>
            <a:t> </a:t>
          </a:r>
          <a:r>
            <a:rPr lang="en-US" sz="1400" dirty="0" err="1"/>
            <a:t>hoặc</a:t>
          </a:r>
          <a:r>
            <a:rPr lang="en-US" sz="1400" dirty="0"/>
            <a:t> </a:t>
          </a:r>
          <a:r>
            <a:rPr lang="en-US" sz="1400" dirty="0" err="1"/>
            <a:t>cho</a:t>
          </a:r>
          <a:r>
            <a:rPr lang="en-US" sz="1400" dirty="0"/>
            <a:t> </a:t>
          </a:r>
          <a:r>
            <a:rPr lang="en-US" sz="1400" dirty="0" err="1"/>
            <a:t>người</a:t>
          </a:r>
          <a:r>
            <a:rPr lang="en-US" sz="1400" dirty="0"/>
            <a:t> </a:t>
          </a:r>
          <a:r>
            <a:rPr lang="en-US" sz="1400" dirty="0" err="1"/>
            <a:t>khác</a:t>
          </a:r>
          <a:r>
            <a:rPr lang="en-US" sz="1400" dirty="0"/>
            <a:t> </a:t>
          </a:r>
          <a:r>
            <a:rPr lang="en-US" sz="1400" dirty="0" err="1"/>
            <a:t>công</a:t>
          </a:r>
          <a:r>
            <a:rPr lang="en-US" sz="1400" dirty="0"/>
            <a:t> </a:t>
          </a:r>
          <a:r>
            <a:rPr lang="en-US" sz="1400" dirty="0" err="1"/>
            <a:t>bố</a:t>
          </a:r>
          <a:r>
            <a:rPr lang="en-US" sz="1400" dirty="0"/>
            <a:t> </a:t>
          </a:r>
          <a:r>
            <a:rPr lang="en-US" sz="1400" dirty="0" err="1"/>
            <a:t>tác</a:t>
          </a:r>
          <a:r>
            <a:rPr lang="en-US" sz="1400" dirty="0"/>
            <a:t> </a:t>
          </a:r>
          <a:r>
            <a:rPr lang="en-US" sz="1400" dirty="0" err="1"/>
            <a:t>phẩm</a:t>
          </a:r>
          <a:r>
            <a:rPr lang="en-US" sz="1400" dirty="0"/>
            <a:t>.</a:t>
          </a:r>
        </a:p>
      </dgm:t>
    </dgm:pt>
    <dgm:pt modelId="{B08970FB-7D6A-4B95-A1BC-9306E9CBEEAC}" type="parTrans" cxnId="{9BE493A5-ADED-4106-ACC1-EEA33EFFE6CF}">
      <dgm:prSet/>
      <dgm:spPr/>
      <dgm:t>
        <a:bodyPr/>
        <a:lstStyle/>
        <a:p>
          <a:endParaRPr lang="en-US"/>
        </a:p>
      </dgm:t>
    </dgm:pt>
    <dgm:pt modelId="{78A9431C-08C6-4507-9223-AD8630C73443}" type="sibTrans" cxnId="{9BE493A5-ADED-4106-ACC1-EEA33EFFE6CF}">
      <dgm:prSet/>
      <dgm:spPr/>
      <dgm:t>
        <a:bodyPr/>
        <a:lstStyle/>
        <a:p>
          <a:endParaRPr lang="en-US"/>
        </a:p>
      </dgm:t>
    </dgm:pt>
    <dgm:pt modelId="{ECFB06D7-1DA6-431B-ADAB-11431B4ED2B7}">
      <dgm:prSet phldrT="[Text]" custT="1"/>
      <dgm:spPr/>
      <dgm:t>
        <a:bodyPr/>
        <a:lstStyle/>
        <a:p>
          <a:r>
            <a:rPr lang="en-US" sz="1400" dirty="0" err="1"/>
            <a:t>Quyền</a:t>
          </a:r>
          <a:r>
            <a:rPr lang="en-US" sz="1400" dirty="0"/>
            <a:t> </a:t>
          </a:r>
          <a:r>
            <a:rPr lang="en-US" sz="1400" dirty="0" err="1"/>
            <a:t>nhân</a:t>
          </a:r>
          <a:r>
            <a:rPr lang="en-US" sz="1400" dirty="0"/>
            <a:t> </a:t>
          </a:r>
          <a:r>
            <a:rPr lang="en-US" sz="1400" dirty="0" err="1"/>
            <a:t>thân</a:t>
          </a:r>
          <a:r>
            <a:rPr lang="en-US" sz="1400" dirty="0"/>
            <a:t> </a:t>
          </a:r>
          <a:r>
            <a:rPr lang="en-US" sz="1400" dirty="0" err="1"/>
            <a:t>được</a:t>
          </a:r>
          <a:r>
            <a:rPr lang="en-US" sz="1400" dirty="0"/>
            <a:t> </a:t>
          </a:r>
          <a:r>
            <a:rPr lang="en-US" sz="1400" dirty="0" err="1"/>
            <a:t>bảo</a:t>
          </a:r>
          <a:r>
            <a:rPr lang="en-US" sz="1400" dirty="0"/>
            <a:t> </a:t>
          </a:r>
          <a:r>
            <a:rPr lang="en-US" sz="1400" dirty="0" err="1"/>
            <a:t>hộ</a:t>
          </a:r>
          <a:r>
            <a:rPr lang="en-US" sz="1400" dirty="0"/>
            <a:t> </a:t>
          </a:r>
          <a:r>
            <a:rPr lang="en-US" sz="1400" dirty="0" err="1"/>
            <a:t>vô</a:t>
          </a:r>
          <a:r>
            <a:rPr lang="en-US" sz="1400" dirty="0"/>
            <a:t> </a:t>
          </a:r>
          <a:r>
            <a:rPr lang="en-US" sz="1400" dirty="0" err="1"/>
            <a:t>thời</a:t>
          </a:r>
          <a:r>
            <a:rPr lang="en-US" sz="1400" dirty="0"/>
            <a:t> </a:t>
          </a:r>
          <a:r>
            <a:rPr lang="en-US" sz="1400" dirty="0" err="1"/>
            <a:t>hạn</a:t>
          </a:r>
          <a:r>
            <a:rPr lang="en-US" sz="1400" dirty="0"/>
            <a:t> </a:t>
          </a:r>
          <a:r>
            <a:rPr lang="en-US" sz="1400" dirty="0" err="1"/>
            <a:t>trừ</a:t>
          </a:r>
          <a:r>
            <a:rPr lang="en-US" sz="1400" dirty="0"/>
            <a:t> </a:t>
          </a:r>
          <a:r>
            <a:rPr lang="en-US" sz="1400" dirty="0" err="1"/>
            <a:t>quyề</a:t>
          </a:r>
          <a:r>
            <a:rPr lang="en-US" sz="1400" dirty="0"/>
            <a:t> </a:t>
          </a:r>
          <a:r>
            <a:rPr lang="en-US" sz="1400" dirty="0" err="1"/>
            <a:t>công</a:t>
          </a:r>
          <a:r>
            <a:rPr lang="en-US" sz="1400" dirty="0"/>
            <a:t> </a:t>
          </a:r>
          <a:r>
            <a:rPr lang="en-US" sz="1400" dirty="0" err="1"/>
            <a:t>bố</a:t>
          </a:r>
          <a:r>
            <a:rPr lang="en-US" sz="1400" dirty="0"/>
            <a:t> </a:t>
          </a:r>
          <a:r>
            <a:rPr lang="en-US" sz="1400" dirty="0" err="1"/>
            <a:t>tác</a:t>
          </a:r>
          <a:r>
            <a:rPr lang="en-US" sz="1400" dirty="0"/>
            <a:t> </a:t>
          </a:r>
          <a:r>
            <a:rPr lang="en-US" sz="1400" dirty="0" err="1"/>
            <a:t>phẩm</a:t>
          </a:r>
          <a:r>
            <a:rPr lang="en-US" sz="1400" dirty="0"/>
            <a:t> </a:t>
          </a:r>
        </a:p>
      </dgm:t>
    </dgm:pt>
    <dgm:pt modelId="{B71D7D6D-81B7-45A3-B006-F5343421A430}" type="parTrans" cxnId="{55CDEDDC-4B62-4522-AA38-5F06B3CB82EB}">
      <dgm:prSet/>
      <dgm:spPr/>
      <dgm:t>
        <a:bodyPr/>
        <a:lstStyle/>
        <a:p>
          <a:endParaRPr lang="en-US"/>
        </a:p>
      </dgm:t>
    </dgm:pt>
    <dgm:pt modelId="{2410D379-7F23-4EA6-AEB6-A8778F2ACAD7}" type="sibTrans" cxnId="{55CDEDDC-4B62-4522-AA38-5F06B3CB82EB}">
      <dgm:prSet/>
      <dgm:spPr/>
      <dgm:t>
        <a:bodyPr/>
        <a:lstStyle/>
        <a:p>
          <a:endParaRPr lang="en-US"/>
        </a:p>
      </dgm:t>
    </dgm:pt>
    <dgm:pt modelId="{5AA07079-8DAC-48B2-B56A-BA8882E6C308}">
      <dgm:prSet phldrT="[Text]"/>
      <dgm:spPr/>
      <dgm:t>
        <a:bodyPr/>
        <a:lstStyle/>
        <a:p>
          <a:r>
            <a:rPr lang="en-US" dirty="0" err="1"/>
            <a:t>Quyền</a:t>
          </a:r>
          <a:r>
            <a:rPr lang="en-US" dirty="0"/>
            <a:t> </a:t>
          </a:r>
          <a:r>
            <a:rPr lang="en-US" dirty="0" err="1"/>
            <a:t>tài</a:t>
          </a:r>
          <a:r>
            <a:rPr lang="en-US" dirty="0"/>
            <a:t> </a:t>
          </a:r>
          <a:r>
            <a:rPr lang="en-US" dirty="0" err="1"/>
            <a:t>sản</a:t>
          </a:r>
          <a:endParaRPr lang="en-US" dirty="0"/>
        </a:p>
      </dgm:t>
    </dgm:pt>
    <dgm:pt modelId="{8D55A3EF-329F-4F2F-A7DA-4BA4C5BD0E1C}" type="sibTrans" cxnId="{25381629-9F94-46B6-AB13-B0C719413FA5}">
      <dgm:prSet/>
      <dgm:spPr/>
      <dgm:t>
        <a:bodyPr/>
        <a:lstStyle/>
        <a:p>
          <a:endParaRPr lang="en-US"/>
        </a:p>
      </dgm:t>
    </dgm:pt>
    <dgm:pt modelId="{0E3E5EF9-2DE1-497B-B778-312B4D2BD5EB}" type="parTrans" cxnId="{25381629-9F94-46B6-AB13-B0C719413FA5}">
      <dgm:prSet/>
      <dgm:spPr/>
      <dgm:t>
        <a:bodyPr/>
        <a:lstStyle/>
        <a:p>
          <a:endParaRPr lang="en-US"/>
        </a:p>
      </dgm:t>
    </dgm:pt>
    <dgm:pt modelId="{9AAE0B9B-6A8D-4010-9413-0B319AD5F432}">
      <dgm:prSet phldrT="[Text]" custT="1"/>
      <dgm:spPr/>
      <dgm:t>
        <a:bodyPr/>
        <a:lstStyle/>
        <a:p>
          <a:r>
            <a:rPr lang="en-US" sz="1300" dirty="0" err="1"/>
            <a:t>Được</a:t>
          </a:r>
          <a:r>
            <a:rPr lang="en-US" sz="1300" dirty="0"/>
            <a:t> </a:t>
          </a:r>
          <a:r>
            <a:rPr lang="en-US" sz="1300" dirty="0" err="1"/>
            <a:t>nhận</a:t>
          </a:r>
          <a:r>
            <a:rPr lang="en-US" sz="1300" dirty="0"/>
            <a:t> </a:t>
          </a:r>
          <a:r>
            <a:rPr lang="en-US" sz="1300" dirty="0" err="1"/>
            <a:t>giải</a:t>
          </a:r>
          <a:r>
            <a:rPr lang="en-US" sz="1300" dirty="0"/>
            <a:t> </a:t>
          </a:r>
          <a:r>
            <a:rPr lang="en-US" sz="1300" dirty="0" err="1"/>
            <a:t>thưởng</a:t>
          </a:r>
          <a:r>
            <a:rPr lang="en-US" sz="1300" dirty="0"/>
            <a:t> </a:t>
          </a:r>
          <a:r>
            <a:rPr lang="en-US" sz="1300" dirty="0" err="1"/>
            <a:t>đối</a:t>
          </a:r>
          <a:r>
            <a:rPr lang="en-US" sz="1300" dirty="0"/>
            <a:t> </a:t>
          </a:r>
          <a:r>
            <a:rPr lang="en-US" sz="1300" dirty="0" err="1"/>
            <a:t>với</a:t>
          </a:r>
          <a:r>
            <a:rPr lang="en-US" sz="1300" dirty="0"/>
            <a:t> </a:t>
          </a:r>
          <a:r>
            <a:rPr lang="en-US" sz="1300" dirty="0" err="1"/>
            <a:t>tác</a:t>
          </a:r>
          <a:r>
            <a:rPr lang="en-US" sz="1300" dirty="0"/>
            <a:t> </a:t>
          </a:r>
          <a:r>
            <a:rPr lang="en-US" sz="1300" dirty="0" err="1"/>
            <a:t>phẩm</a:t>
          </a:r>
          <a:endParaRPr lang="en-US" sz="1300" dirty="0"/>
        </a:p>
      </dgm:t>
    </dgm:pt>
    <dgm:pt modelId="{ACF41205-CD04-496A-8C6F-715BFFA75B19}" type="sibTrans" cxnId="{B79CCE84-4295-4ED5-A8FF-81D640AB6109}">
      <dgm:prSet/>
      <dgm:spPr/>
      <dgm:t>
        <a:bodyPr/>
        <a:lstStyle/>
        <a:p>
          <a:endParaRPr lang="en-US"/>
        </a:p>
      </dgm:t>
    </dgm:pt>
    <dgm:pt modelId="{EB42A754-4791-46AD-B2E6-AD05829ACC65}" type="parTrans" cxnId="{B79CCE84-4295-4ED5-A8FF-81D640AB6109}">
      <dgm:prSet/>
      <dgm:spPr/>
      <dgm:t>
        <a:bodyPr/>
        <a:lstStyle/>
        <a:p>
          <a:endParaRPr lang="en-US"/>
        </a:p>
      </dgm:t>
    </dgm:pt>
    <dgm:pt modelId="{1965DA1D-5EDA-4FB1-9BC9-23227E9739FE}">
      <dgm:prSet phldrT="[Text]" custT="1"/>
      <dgm:spPr/>
      <dgm:t>
        <a:bodyPr/>
        <a:lstStyle/>
        <a:p>
          <a:r>
            <a:rPr lang="en-US" sz="1300" dirty="0" err="1"/>
            <a:t>Hưởng</a:t>
          </a:r>
          <a:r>
            <a:rPr lang="en-US" sz="1300" dirty="0"/>
            <a:t> </a:t>
          </a:r>
          <a:r>
            <a:rPr lang="en-US" sz="1300" dirty="0" err="1"/>
            <a:t>lợi</a:t>
          </a:r>
          <a:r>
            <a:rPr lang="en-US" sz="1300" dirty="0"/>
            <a:t> </a:t>
          </a:r>
          <a:r>
            <a:rPr lang="en-US" sz="1300" dirty="0" err="1"/>
            <a:t>ích</a:t>
          </a:r>
          <a:r>
            <a:rPr lang="en-US" sz="1300" dirty="0"/>
            <a:t> </a:t>
          </a:r>
          <a:r>
            <a:rPr lang="en-US" sz="1300" dirty="0" err="1"/>
            <a:t>vật</a:t>
          </a:r>
          <a:r>
            <a:rPr lang="en-US" sz="1300" dirty="0"/>
            <a:t> </a:t>
          </a:r>
          <a:r>
            <a:rPr lang="en-US" sz="1300" dirty="0" err="1"/>
            <a:t>chất</a:t>
          </a:r>
          <a:r>
            <a:rPr lang="en-US" sz="1300" dirty="0"/>
            <a:t> </a:t>
          </a:r>
          <a:r>
            <a:rPr lang="en-US" sz="1300" dirty="0" err="1"/>
            <a:t>khi</a:t>
          </a:r>
          <a:r>
            <a:rPr lang="en-US" sz="1300" dirty="0"/>
            <a:t> </a:t>
          </a:r>
          <a:r>
            <a:rPr lang="en-US" sz="1300" dirty="0" err="1"/>
            <a:t>cho</a:t>
          </a:r>
          <a:r>
            <a:rPr lang="en-US" sz="1300" dirty="0"/>
            <a:t> </a:t>
          </a:r>
          <a:r>
            <a:rPr lang="en-US" sz="1300" dirty="0" err="1"/>
            <a:t>ngườ</a:t>
          </a:r>
          <a:r>
            <a:rPr lang="en-US" sz="1300" dirty="0"/>
            <a:t> </a:t>
          </a:r>
          <a:r>
            <a:rPr lang="en-US" sz="1300" dirty="0" err="1"/>
            <a:t>khác</a:t>
          </a:r>
          <a:r>
            <a:rPr lang="en-US" sz="1300" dirty="0"/>
            <a:t> </a:t>
          </a:r>
          <a:r>
            <a:rPr lang="en-US" sz="1300" dirty="0" err="1"/>
            <a:t>sử</a:t>
          </a:r>
          <a:r>
            <a:rPr lang="en-US" sz="1300" dirty="0"/>
            <a:t> </a:t>
          </a:r>
          <a:r>
            <a:rPr lang="en-US" sz="1300" dirty="0" err="1"/>
            <a:t>dụng</a:t>
          </a:r>
          <a:r>
            <a:rPr lang="en-US" sz="1300" dirty="0"/>
            <a:t> </a:t>
          </a:r>
          <a:r>
            <a:rPr lang="en-US" sz="1300" dirty="0" err="1"/>
            <a:t>tác</a:t>
          </a:r>
          <a:r>
            <a:rPr lang="en-US" sz="1300" dirty="0"/>
            <a:t> </a:t>
          </a:r>
          <a:r>
            <a:rPr lang="en-US" sz="1300" dirty="0" err="1"/>
            <a:t>phẩm</a:t>
          </a:r>
          <a:endParaRPr lang="en-US" sz="1300" dirty="0"/>
        </a:p>
      </dgm:t>
    </dgm:pt>
    <dgm:pt modelId="{5CA1F5B9-F26B-4050-9FCF-F12A78DC46B8}" type="sibTrans" cxnId="{173BD141-B794-48E3-8684-6414327C4DCE}">
      <dgm:prSet/>
      <dgm:spPr/>
      <dgm:t>
        <a:bodyPr/>
        <a:lstStyle/>
        <a:p>
          <a:endParaRPr lang="en-US"/>
        </a:p>
      </dgm:t>
    </dgm:pt>
    <dgm:pt modelId="{7D11C684-32F2-4B39-8A44-1986B56C3074}" type="parTrans" cxnId="{173BD141-B794-48E3-8684-6414327C4DCE}">
      <dgm:prSet/>
      <dgm:spPr/>
      <dgm:t>
        <a:bodyPr/>
        <a:lstStyle/>
        <a:p>
          <a:endParaRPr lang="en-US"/>
        </a:p>
      </dgm:t>
    </dgm:pt>
    <dgm:pt modelId="{4672D15D-A5EC-428E-9913-B55743DA9D11}">
      <dgm:prSet phldrT="[Text]" custT="1"/>
      <dgm:spPr/>
      <dgm:t>
        <a:bodyPr/>
        <a:lstStyle/>
        <a:p>
          <a:r>
            <a:rPr lang="en-US" sz="1300" dirty="0" err="1"/>
            <a:t>Hưởng</a:t>
          </a:r>
          <a:r>
            <a:rPr lang="en-US" sz="1300" dirty="0"/>
            <a:t> </a:t>
          </a:r>
          <a:r>
            <a:rPr lang="en-US" sz="1300" dirty="0" err="1"/>
            <a:t>nhuận</a:t>
          </a:r>
          <a:r>
            <a:rPr lang="en-US" sz="1300" dirty="0"/>
            <a:t> </a:t>
          </a:r>
          <a:r>
            <a:rPr lang="en-US" sz="1300" dirty="0" err="1"/>
            <a:t>bút</a:t>
          </a:r>
          <a:r>
            <a:rPr lang="en-US" sz="1300" dirty="0"/>
            <a:t>, </a:t>
          </a:r>
          <a:r>
            <a:rPr lang="en-US" sz="1300" dirty="0" err="1"/>
            <a:t>thù</a:t>
          </a:r>
          <a:r>
            <a:rPr lang="en-US" sz="1300" dirty="0"/>
            <a:t> </a:t>
          </a:r>
          <a:r>
            <a:rPr lang="en-US" sz="1300" dirty="0" err="1"/>
            <a:t>lao</a:t>
          </a:r>
          <a:r>
            <a:rPr lang="en-US" sz="1300" dirty="0"/>
            <a:t> </a:t>
          </a:r>
          <a:r>
            <a:rPr lang="en-US" sz="1300" dirty="0" err="1"/>
            <a:t>khi</a:t>
          </a:r>
          <a:r>
            <a:rPr lang="en-US" sz="1300" dirty="0"/>
            <a:t> </a:t>
          </a:r>
          <a:r>
            <a:rPr lang="en-US" sz="1300" dirty="0" err="1"/>
            <a:t>tác</a:t>
          </a:r>
          <a:r>
            <a:rPr lang="en-US" sz="1300" dirty="0"/>
            <a:t> </a:t>
          </a:r>
          <a:r>
            <a:rPr lang="en-US" sz="1300" dirty="0" err="1"/>
            <a:t>phẩm</a:t>
          </a:r>
          <a:r>
            <a:rPr lang="en-US" sz="1300" dirty="0"/>
            <a:t> </a:t>
          </a:r>
          <a:r>
            <a:rPr lang="en-US" sz="1300" dirty="0" err="1"/>
            <a:t>được</a:t>
          </a:r>
          <a:r>
            <a:rPr lang="en-US" sz="1300" dirty="0"/>
            <a:t> </a:t>
          </a:r>
          <a:r>
            <a:rPr lang="en-US" sz="1300" dirty="0" err="1"/>
            <a:t>sử</a:t>
          </a:r>
          <a:r>
            <a:rPr lang="en-US" sz="1300" dirty="0"/>
            <a:t> </a:t>
          </a:r>
          <a:r>
            <a:rPr lang="en-US" sz="1300" dirty="0" err="1"/>
            <a:t>dụng</a:t>
          </a:r>
          <a:endParaRPr lang="en-US" sz="1300" dirty="0"/>
        </a:p>
      </dgm:t>
    </dgm:pt>
    <dgm:pt modelId="{7C2308F8-246B-4302-A312-28E3C6512D66}" type="sibTrans" cxnId="{9002D1CF-BBE2-4D97-A9CC-45CDEEDF349E}">
      <dgm:prSet/>
      <dgm:spPr/>
      <dgm:t>
        <a:bodyPr/>
        <a:lstStyle/>
        <a:p>
          <a:endParaRPr lang="en-US"/>
        </a:p>
      </dgm:t>
    </dgm:pt>
    <dgm:pt modelId="{3445D730-E5C2-43FD-A624-847B2DD7379D}" type="parTrans" cxnId="{9002D1CF-BBE2-4D97-A9CC-45CDEEDF349E}">
      <dgm:prSet/>
      <dgm:spPr/>
      <dgm:t>
        <a:bodyPr/>
        <a:lstStyle/>
        <a:p>
          <a:endParaRPr lang="en-US"/>
        </a:p>
      </dgm:t>
    </dgm:pt>
    <dgm:pt modelId="{86903AFD-1AD9-4868-8404-1BF46FCF4601}">
      <dgm:prSet phldrT="[Text]" custT="1"/>
      <dgm:spPr/>
      <dgm:t>
        <a:bodyPr/>
        <a:lstStyle/>
        <a:p>
          <a:r>
            <a:rPr lang="en-US" sz="1300" dirty="0"/>
            <a:t>Sao </a:t>
          </a:r>
          <a:r>
            <a:rPr lang="en-US" sz="1300" dirty="0" err="1"/>
            <a:t>chép</a:t>
          </a:r>
          <a:r>
            <a:rPr lang="en-US" sz="1300" dirty="0"/>
            <a:t>, </a:t>
          </a:r>
          <a:r>
            <a:rPr lang="en-US" sz="1300" dirty="0" err="1"/>
            <a:t>phân</a:t>
          </a:r>
          <a:r>
            <a:rPr lang="en-US" sz="1300" dirty="0"/>
            <a:t> </a:t>
          </a:r>
          <a:r>
            <a:rPr lang="en-US" sz="1300" dirty="0" err="1"/>
            <a:t>phối</a:t>
          </a:r>
          <a:r>
            <a:rPr lang="en-US" sz="1300" dirty="0"/>
            <a:t> </a:t>
          </a:r>
          <a:r>
            <a:rPr lang="en-US" sz="1300" dirty="0" err="1"/>
            <a:t>tác</a:t>
          </a:r>
          <a:r>
            <a:rPr lang="en-US" sz="1300" dirty="0"/>
            <a:t> </a:t>
          </a:r>
          <a:r>
            <a:rPr lang="en-US" sz="1300" dirty="0" err="1"/>
            <a:t>phẩm</a:t>
          </a:r>
          <a:endParaRPr lang="en-US" sz="1300" dirty="0"/>
        </a:p>
      </dgm:t>
    </dgm:pt>
    <dgm:pt modelId="{85CFB164-CE48-4A06-BEB4-6ED3543DEE07}" type="sibTrans" cxnId="{72C1271E-7504-4F01-B11A-B67532F27D6D}">
      <dgm:prSet/>
      <dgm:spPr/>
      <dgm:t>
        <a:bodyPr/>
        <a:lstStyle/>
        <a:p>
          <a:endParaRPr lang="en-US"/>
        </a:p>
      </dgm:t>
    </dgm:pt>
    <dgm:pt modelId="{AA012D2C-A9BA-4157-9AD6-E7F30428BD1D}" type="parTrans" cxnId="{72C1271E-7504-4F01-B11A-B67532F27D6D}">
      <dgm:prSet/>
      <dgm:spPr/>
      <dgm:t>
        <a:bodyPr/>
        <a:lstStyle/>
        <a:p>
          <a:endParaRPr lang="en-US"/>
        </a:p>
      </dgm:t>
    </dgm:pt>
    <dgm:pt modelId="{C26F22B3-E32F-47C0-A78B-4A3BBB5B3EF1}">
      <dgm:prSet phldrT="[Text]" custT="1"/>
      <dgm:spPr/>
      <dgm:t>
        <a:bodyPr/>
        <a:lstStyle/>
        <a:p>
          <a:r>
            <a:rPr lang="en-US" sz="1300" dirty="0" err="1"/>
            <a:t>Biểu</a:t>
          </a:r>
          <a:r>
            <a:rPr lang="en-US" sz="1300" dirty="0"/>
            <a:t> </a:t>
          </a:r>
          <a:r>
            <a:rPr lang="en-US" sz="1300" dirty="0" err="1"/>
            <a:t>diễn</a:t>
          </a:r>
          <a:r>
            <a:rPr lang="en-US" sz="1300" dirty="0"/>
            <a:t> </a:t>
          </a:r>
          <a:r>
            <a:rPr lang="en-US" sz="1300" dirty="0" err="1"/>
            <a:t>tác</a:t>
          </a:r>
          <a:r>
            <a:rPr lang="en-US" sz="1300" dirty="0"/>
            <a:t> </a:t>
          </a:r>
          <a:r>
            <a:rPr lang="en-US" sz="1300" dirty="0" err="1"/>
            <a:t>phẩm</a:t>
          </a:r>
          <a:r>
            <a:rPr lang="en-US" sz="1300" dirty="0"/>
            <a:t> </a:t>
          </a:r>
          <a:r>
            <a:rPr lang="en-US" sz="1300" dirty="0" err="1"/>
            <a:t>trước</a:t>
          </a:r>
          <a:r>
            <a:rPr lang="en-US" sz="1300" dirty="0"/>
            <a:t> </a:t>
          </a:r>
          <a:r>
            <a:rPr lang="en-US" sz="1300" dirty="0" err="1"/>
            <a:t>công</a:t>
          </a:r>
          <a:r>
            <a:rPr lang="en-US" sz="1300" dirty="0"/>
            <a:t> </a:t>
          </a:r>
          <a:r>
            <a:rPr lang="en-US" sz="1300" dirty="0" err="1"/>
            <a:t>chúng</a:t>
          </a:r>
          <a:endParaRPr lang="en-US" sz="1300" dirty="0"/>
        </a:p>
      </dgm:t>
    </dgm:pt>
    <dgm:pt modelId="{92A87DA4-B39B-44CC-A4D5-13FA36996EB2}" type="sibTrans" cxnId="{BBF7CB2D-4950-4ADC-9BD3-85B534917196}">
      <dgm:prSet/>
      <dgm:spPr/>
      <dgm:t>
        <a:bodyPr/>
        <a:lstStyle/>
        <a:p>
          <a:endParaRPr lang="en-US"/>
        </a:p>
      </dgm:t>
    </dgm:pt>
    <dgm:pt modelId="{CF7A9176-53D4-470C-A798-EBC9F6F436A9}" type="parTrans" cxnId="{BBF7CB2D-4950-4ADC-9BD3-85B534917196}">
      <dgm:prSet/>
      <dgm:spPr/>
      <dgm:t>
        <a:bodyPr/>
        <a:lstStyle/>
        <a:p>
          <a:endParaRPr lang="en-US"/>
        </a:p>
      </dgm:t>
    </dgm:pt>
    <dgm:pt modelId="{0114F481-6E03-4297-AB1A-697B33F9EF77}">
      <dgm:prSet phldrT="[Text]" custT="1"/>
      <dgm:spPr/>
      <dgm:t>
        <a:bodyPr/>
        <a:lstStyle/>
        <a:p>
          <a:r>
            <a:rPr lang="en-US" sz="1300" dirty="0" err="1"/>
            <a:t>Làm</a:t>
          </a:r>
          <a:r>
            <a:rPr lang="en-US" sz="1300" dirty="0"/>
            <a:t> </a:t>
          </a:r>
          <a:r>
            <a:rPr lang="en-US" sz="1300" dirty="0" err="1"/>
            <a:t>tác</a:t>
          </a:r>
          <a:r>
            <a:rPr lang="en-US" sz="1300" dirty="0"/>
            <a:t> </a:t>
          </a:r>
          <a:r>
            <a:rPr lang="en-US" sz="1300" dirty="0" err="1"/>
            <a:t>phẩm</a:t>
          </a:r>
          <a:r>
            <a:rPr lang="en-US" sz="1300" dirty="0"/>
            <a:t> </a:t>
          </a:r>
          <a:r>
            <a:rPr lang="en-US" sz="1300" dirty="0" err="1"/>
            <a:t>phái</a:t>
          </a:r>
          <a:r>
            <a:rPr lang="en-US" sz="1300" dirty="0"/>
            <a:t> </a:t>
          </a:r>
          <a:r>
            <a:rPr lang="en-US" sz="1300" dirty="0" err="1"/>
            <a:t>sinh</a:t>
          </a:r>
          <a:endParaRPr lang="en-US" sz="1300" dirty="0"/>
        </a:p>
      </dgm:t>
    </dgm:pt>
    <dgm:pt modelId="{CE3AC2E0-3C7D-417A-9A31-82BEB3A97625}" type="sibTrans" cxnId="{26BFB6CA-2170-43CB-8B6B-B7670EA0348C}">
      <dgm:prSet/>
      <dgm:spPr/>
      <dgm:t>
        <a:bodyPr/>
        <a:lstStyle/>
        <a:p>
          <a:endParaRPr lang="en-US"/>
        </a:p>
      </dgm:t>
    </dgm:pt>
    <dgm:pt modelId="{4CC8E260-1430-444C-B669-893A0D195FC9}" type="parTrans" cxnId="{26BFB6CA-2170-43CB-8B6B-B7670EA0348C}">
      <dgm:prSet/>
      <dgm:spPr/>
      <dgm:t>
        <a:bodyPr/>
        <a:lstStyle/>
        <a:p>
          <a:endParaRPr lang="en-US"/>
        </a:p>
      </dgm:t>
    </dgm:pt>
    <dgm:pt modelId="{ECF1078D-30E8-4461-BF74-6C544DD48740}" type="pres">
      <dgm:prSet presAssocID="{AA30D1FF-08EC-47BD-8A83-E8B45BFDE89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C4DAD32-0816-43EB-A21B-588E0B97C508}" type="pres">
      <dgm:prSet presAssocID="{AA30D1FF-08EC-47BD-8A83-E8B45BFDE892}" presName="tSp" presStyleCnt="0"/>
      <dgm:spPr/>
    </dgm:pt>
    <dgm:pt modelId="{DD4A9535-DE83-441E-AFC7-4E6C0B646113}" type="pres">
      <dgm:prSet presAssocID="{AA30D1FF-08EC-47BD-8A83-E8B45BFDE892}" presName="bSp" presStyleCnt="0"/>
      <dgm:spPr/>
    </dgm:pt>
    <dgm:pt modelId="{3512DB69-D1D8-4286-B970-CFE75E85DF32}" type="pres">
      <dgm:prSet presAssocID="{AA30D1FF-08EC-47BD-8A83-E8B45BFDE892}" presName="process" presStyleCnt="0"/>
      <dgm:spPr/>
    </dgm:pt>
    <dgm:pt modelId="{81D27CC7-74A9-4035-99F3-EF3FC029C382}" type="pres">
      <dgm:prSet presAssocID="{5C3CE8C3-816E-4E6D-9103-2A8604A07F4B}" presName="composite1" presStyleCnt="0"/>
      <dgm:spPr/>
    </dgm:pt>
    <dgm:pt modelId="{0E6E1341-5188-4AB9-8751-932CDC4081BA}" type="pres">
      <dgm:prSet presAssocID="{5C3CE8C3-816E-4E6D-9103-2A8604A07F4B}" presName="dummyNode1" presStyleLbl="node1" presStyleIdx="0" presStyleCnt="2"/>
      <dgm:spPr/>
    </dgm:pt>
    <dgm:pt modelId="{A4BDCCA6-AF72-4F87-AB4D-FE503F214974}" type="pres">
      <dgm:prSet presAssocID="{5C3CE8C3-816E-4E6D-9103-2A8604A07F4B}" presName="childNode1" presStyleLbl="bgAcc1" presStyleIdx="0" presStyleCnt="2" custScaleX="138052" custLinFactNeighborX="-14433" custLinFactNeighborY="-501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DEF453-F0C2-4F7B-B559-72CC40936888}" type="pres">
      <dgm:prSet presAssocID="{5C3CE8C3-816E-4E6D-9103-2A8604A07F4B}" presName="childNode1tx" presStyleLbl="b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1326F3-8287-488F-B7F3-09AB25984649}" type="pres">
      <dgm:prSet presAssocID="{5C3CE8C3-816E-4E6D-9103-2A8604A07F4B}" presName="parentNode1" presStyleLbl="node1" presStyleIdx="0" presStyleCnt="2" custLinFactNeighborX="-38049" custLinFactNeighborY="-5973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E7D084-2403-434C-979B-A4E7A246B50F}" type="pres">
      <dgm:prSet presAssocID="{5C3CE8C3-816E-4E6D-9103-2A8604A07F4B}" presName="connSite1" presStyleCnt="0"/>
      <dgm:spPr/>
    </dgm:pt>
    <dgm:pt modelId="{F6F7443E-58AE-4A1D-936C-929AA229A90A}" type="pres">
      <dgm:prSet presAssocID="{96BE3BE7-94DE-4EA5-973A-9FF795BBE75E}" presName="Name9" presStyleLbl="sibTrans2D1" presStyleIdx="0" presStyleCnt="1" custLinFactNeighborX="-215" custLinFactNeighborY="-333"/>
      <dgm:spPr/>
      <dgm:t>
        <a:bodyPr/>
        <a:lstStyle/>
        <a:p>
          <a:endParaRPr lang="en-US"/>
        </a:p>
      </dgm:t>
    </dgm:pt>
    <dgm:pt modelId="{8F46E2C6-4499-477E-94A9-D1CB27E1B855}" type="pres">
      <dgm:prSet presAssocID="{5AA07079-8DAC-48B2-B56A-BA8882E6C308}" presName="composite2" presStyleCnt="0"/>
      <dgm:spPr/>
    </dgm:pt>
    <dgm:pt modelId="{D33C0F81-EDE7-4D89-A3B5-87F26882F02B}" type="pres">
      <dgm:prSet presAssocID="{5AA07079-8DAC-48B2-B56A-BA8882E6C308}" presName="dummyNode2" presStyleLbl="node1" presStyleIdx="0" presStyleCnt="2"/>
      <dgm:spPr/>
    </dgm:pt>
    <dgm:pt modelId="{2FD833DE-4B78-4BA5-B7F9-9BABF99CEDA3}" type="pres">
      <dgm:prSet presAssocID="{5AA07079-8DAC-48B2-B56A-BA8882E6C308}" presName="childNode2" presStyleLbl="bgAcc1" presStyleIdx="1" presStyleCnt="2" custScaleX="151121" custScaleY="127022" custLinFactNeighborX="5513" custLinFactNeighborY="-887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B10D6B-2A10-4413-9827-FD5365892BB3}" type="pres">
      <dgm:prSet presAssocID="{5AA07079-8DAC-48B2-B56A-BA8882E6C308}" presName="childNode2tx" presStyleLbl="b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4C416B-8426-40C4-ADBE-D3CAC6D5512C}" type="pres">
      <dgm:prSet presAssocID="{5AA07079-8DAC-48B2-B56A-BA8882E6C308}" presName="parentNode2" presStyleLbl="node1" presStyleIdx="1" presStyleCnt="2" custLinFactNeighborX="-4914" custLinFactNeighborY="-7493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4C740C-60CE-481F-8DAC-15C0F77AC69C}" type="pres">
      <dgm:prSet presAssocID="{5AA07079-8DAC-48B2-B56A-BA8882E6C308}" presName="connSite2" presStyleCnt="0"/>
      <dgm:spPr/>
    </dgm:pt>
  </dgm:ptLst>
  <dgm:cxnLst>
    <dgm:cxn modelId="{9CA0A706-D782-4E82-8CAA-9B571C339414}" type="presOf" srcId="{86903AFD-1AD9-4868-8404-1BF46FCF4601}" destId="{2FD833DE-4B78-4BA5-B7F9-9BABF99CEDA3}" srcOrd="0" destOrd="2" presId="urn:microsoft.com/office/officeart/2005/8/layout/hProcess4"/>
    <dgm:cxn modelId="{91BF3D1C-3D0D-4783-9F4A-608474959BE0}" type="presOf" srcId="{5C3CE8C3-816E-4E6D-9103-2A8604A07F4B}" destId="{881326F3-8287-488F-B7F3-09AB25984649}" srcOrd="0" destOrd="0" presId="urn:microsoft.com/office/officeart/2005/8/layout/hProcess4"/>
    <dgm:cxn modelId="{BD154F30-59FC-4FC6-B284-C65DEAD3E166}" type="presOf" srcId="{E5F1B85B-C3F6-46F0-B7D9-C21AF4EC0965}" destId="{64DEF453-F0C2-4F7B-B559-72CC40936888}" srcOrd="1" destOrd="3" presId="urn:microsoft.com/office/officeart/2005/8/layout/hProcess4"/>
    <dgm:cxn modelId="{756951C6-58BA-49FA-8045-AD4B6F107415}" type="presOf" srcId="{55665B0E-0328-427A-BDFA-BE06E0F14CC6}" destId="{64DEF453-F0C2-4F7B-B559-72CC40936888}" srcOrd="1" destOrd="0" presId="urn:microsoft.com/office/officeart/2005/8/layout/hProcess4"/>
    <dgm:cxn modelId="{BBF7CB2D-4950-4ADC-9BD3-85B534917196}" srcId="{5AA07079-8DAC-48B2-B56A-BA8882E6C308}" destId="{C26F22B3-E32F-47C0-A78B-4A3BBB5B3EF1}" srcOrd="1" destOrd="0" parTransId="{CF7A9176-53D4-470C-A798-EBC9F6F436A9}" sibTransId="{92A87DA4-B39B-44CC-A4D5-13FA36996EB2}"/>
    <dgm:cxn modelId="{FB94E333-6621-4A3D-A670-2DBCA1E133C3}" type="presOf" srcId="{5AA07079-8DAC-48B2-B56A-BA8882E6C308}" destId="{3F4C416B-8426-40C4-ADBE-D3CAC6D5512C}" srcOrd="0" destOrd="0" presId="urn:microsoft.com/office/officeart/2005/8/layout/hProcess4"/>
    <dgm:cxn modelId="{2A353536-7D40-49EC-AB24-67D70799B009}" type="presOf" srcId="{86903AFD-1AD9-4868-8404-1BF46FCF4601}" destId="{B8B10D6B-2A10-4413-9827-FD5365892BB3}" srcOrd="1" destOrd="2" presId="urn:microsoft.com/office/officeart/2005/8/layout/hProcess4"/>
    <dgm:cxn modelId="{144B9076-1C31-4A51-9372-BD1BEC92F75B}" type="presOf" srcId="{87886196-C7A0-4D99-9772-199A23FD3145}" destId="{A4BDCCA6-AF72-4F87-AB4D-FE503F214974}" srcOrd="0" destOrd="2" presId="urn:microsoft.com/office/officeart/2005/8/layout/hProcess4"/>
    <dgm:cxn modelId="{B79CCE84-4295-4ED5-A8FF-81D640AB6109}" srcId="{5AA07079-8DAC-48B2-B56A-BA8882E6C308}" destId="{9AAE0B9B-6A8D-4010-9413-0B319AD5F432}" srcOrd="5" destOrd="0" parTransId="{EB42A754-4791-46AD-B2E6-AD05829ACC65}" sibTransId="{ACF41205-CD04-496A-8C6F-715BFFA75B19}"/>
    <dgm:cxn modelId="{1E60E7FF-73DE-4B63-96AD-616A5DD4607F}" type="presOf" srcId="{9AAE0B9B-6A8D-4010-9413-0B319AD5F432}" destId="{2FD833DE-4B78-4BA5-B7F9-9BABF99CEDA3}" srcOrd="0" destOrd="5" presId="urn:microsoft.com/office/officeart/2005/8/layout/hProcess4"/>
    <dgm:cxn modelId="{55CDEDDC-4B62-4522-AA38-5F06B3CB82EB}" srcId="{5C3CE8C3-816E-4E6D-9103-2A8604A07F4B}" destId="{ECFB06D7-1DA6-431B-ADAB-11431B4ED2B7}" srcOrd="4" destOrd="0" parTransId="{B71D7D6D-81B7-45A3-B006-F5343421A430}" sibTransId="{2410D379-7F23-4EA6-AEB6-A8778F2ACAD7}"/>
    <dgm:cxn modelId="{9002D1CF-BBE2-4D97-A9CC-45CDEEDF349E}" srcId="{5AA07079-8DAC-48B2-B56A-BA8882E6C308}" destId="{4672D15D-A5EC-428E-9913-B55743DA9D11}" srcOrd="3" destOrd="0" parTransId="{3445D730-E5C2-43FD-A624-847B2DD7379D}" sibTransId="{7C2308F8-246B-4302-A312-28E3C6512D66}"/>
    <dgm:cxn modelId="{9BE493A5-ADED-4106-ACC1-EEA33EFFE6CF}" srcId="{5C3CE8C3-816E-4E6D-9103-2A8604A07F4B}" destId="{E5F1B85B-C3F6-46F0-B7D9-C21AF4EC0965}" srcOrd="3" destOrd="0" parTransId="{B08970FB-7D6A-4B95-A1BC-9306E9CBEEAC}" sibTransId="{78A9431C-08C6-4507-9223-AD8630C73443}"/>
    <dgm:cxn modelId="{010EB1E2-1370-4F9D-8147-4C3AB7786EC4}" type="presOf" srcId="{AA30D1FF-08EC-47BD-8A83-E8B45BFDE892}" destId="{ECF1078D-30E8-4461-BF74-6C544DD48740}" srcOrd="0" destOrd="0" presId="urn:microsoft.com/office/officeart/2005/8/layout/hProcess4"/>
    <dgm:cxn modelId="{78C0B3E3-18A5-4868-81A4-72FBCB0D80A8}" type="presOf" srcId="{1965DA1D-5EDA-4FB1-9BC9-23227E9739FE}" destId="{B8B10D6B-2A10-4413-9827-FD5365892BB3}" srcOrd="1" destOrd="4" presId="urn:microsoft.com/office/officeart/2005/8/layout/hProcess4"/>
    <dgm:cxn modelId="{B5FA5001-1A4C-45F7-91E7-F23C06E16F77}" type="presOf" srcId="{1965DA1D-5EDA-4FB1-9BC9-23227E9739FE}" destId="{2FD833DE-4B78-4BA5-B7F9-9BABF99CEDA3}" srcOrd="0" destOrd="4" presId="urn:microsoft.com/office/officeart/2005/8/layout/hProcess4"/>
    <dgm:cxn modelId="{AC7C5EAC-498C-49CF-92F2-24BF00F03200}" srcId="{5C3CE8C3-816E-4E6D-9103-2A8604A07F4B}" destId="{C5D46437-519F-4148-BEE6-286263280959}" srcOrd="1" destOrd="0" parTransId="{8B6EE511-B91B-46C0-BA49-CE408A2D6B1D}" sibTransId="{06A765AB-EF2E-4995-A2F8-E7A6D938F6E8}"/>
    <dgm:cxn modelId="{002AE031-2A84-4C37-884B-67523D628B4B}" srcId="{5C3CE8C3-816E-4E6D-9103-2A8604A07F4B}" destId="{87886196-C7A0-4D99-9772-199A23FD3145}" srcOrd="2" destOrd="0" parTransId="{9E95190F-F74E-4BF5-BA87-8AE5C452A09C}" sibTransId="{239A603B-3567-421C-8FB6-571A9149C9F0}"/>
    <dgm:cxn modelId="{27FB241F-467B-46D8-AA87-E9B52CD547A2}" type="presOf" srcId="{4672D15D-A5EC-428E-9913-B55743DA9D11}" destId="{B8B10D6B-2A10-4413-9827-FD5365892BB3}" srcOrd="1" destOrd="3" presId="urn:microsoft.com/office/officeart/2005/8/layout/hProcess4"/>
    <dgm:cxn modelId="{EA1740F3-F024-431E-818F-887FA98CCCE9}" type="presOf" srcId="{4672D15D-A5EC-428E-9913-B55743DA9D11}" destId="{2FD833DE-4B78-4BA5-B7F9-9BABF99CEDA3}" srcOrd="0" destOrd="3" presId="urn:microsoft.com/office/officeart/2005/8/layout/hProcess4"/>
    <dgm:cxn modelId="{26BFB6CA-2170-43CB-8B6B-B7670EA0348C}" srcId="{5AA07079-8DAC-48B2-B56A-BA8882E6C308}" destId="{0114F481-6E03-4297-AB1A-697B33F9EF77}" srcOrd="0" destOrd="0" parTransId="{4CC8E260-1430-444C-B669-893A0D195FC9}" sibTransId="{CE3AC2E0-3C7D-417A-9A31-82BEB3A97625}"/>
    <dgm:cxn modelId="{41E0AE52-5E54-4E60-A937-D514BD4B987A}" type="presOf" srcId="{C26F22B3-E32F-47C0-A78B-4A3BBB5B3EF1}" destId="{2FD833DE-4B78-4BA5-B7F9-9BABF99CEDA3}" srcOrd="0" destOrd="1" presId="urn:microsoft.com/office/officeart/2005/8/layout/hProcess4"/>
    <dgm:cxn modelId="{93C9697B-F622-4CC4-AFA1-832D7770E4A8}" type="presOf" srcId="{9AAE0B9B-6A8D-4010-9413-0B319AD5F432}" destId="{B8B10D6B-2A10-4413-9827-FD5365892BB3}" srcOrd="1" destOrd="5" presId="urn:microsoft.com/office/officeart/2005/8/layout/hProcess4"/>
    <dgm:cxn modelId="{173BD141-B794-48E3-8684-6414327C4DCE}" srcId="{5AA07079-8DAC-48B2-B56A-BA8882E6C308}" destId="{1965DA1D-5EDA-4FB1-9BC9-23227E9739FE}" srcOrd="4" destOrd="0" parTransId="{7D11C684-32F2-4B39-8A44-1986B56C3074}" sibTransId="{5CA1F5B9-F26B-4050-9FCF-F12A78DC46B8}"/>
    <dgm:cxn modelId="{E861E566-9600-4C22-A59F-CB7E9B3A79EE}" type="presOf" srcId="{C5D46437-519F-4148-BEE6-286263280959}" destId="{A4BDCCA6-AF72-4F87-AB4D-FE503F214974}" srcOrd="0" destOrd="1" presId="urn:microsoft.com/office/officeart/2005/8/layout/hProcess4"/>
    <dgm:cxn modelId="{D8C8FA30-573C-4420-97EA-6E1FC224AC23}" type="presOf" srcId="{E5F1B85B-C3F6-46F0-B7D9-C21AF4EC0965}" destId="{A4BDCCA6-AF72-4F87-AB4D-FE503F214974}" srcOrd="0" destOrd="3" presId="urn:microsoft.com/office/officeart/2005/8/layout/hProcess4"/>
    <dgm:cxn modelId="{3915F0F1-F5DA-49CE-B5A3-17AE7C369625}" srcId="{AA30D1FF-08EC-47BD-8A83-E8B45BFDE892}" destId="{5C3CE8C3-816E-4E6D-9103-2A8604A07F4B}" srcOrd="0" destOrd="0" parTransId="{99021D53-7D06-4BEE-8CD6-32156B2C7E74}" sibTransId="{96BE3BE7-94DE-4EA5-973A-9FF795BBE75E}"/>
    <dgm:cxn modelId="{2E8C1BF0-1BD3-40CE-9726-205EBD2946E6}" type="presOf" srcId="{0114F481-6E03-4297-AB1A-697B33F9EF77}" destId="{2FD833DE-4B78-4BA5-B7F9-9BABF99CEDA3}" srcOrd="0" destOrd="0" presId="urn:microsoft.com/office/officeart/2005/8/layout/hProcess4"/>
    <dgm:cxn modelId="{A3D8E3D6-D2F0-4961-A164-317445D138BF}" type="presOf" srcId="{87886196-C7A0-4D99-9772-199A23FD3145}" destId="{64DEF453-F0C2-4F7B-B559-72CC40936888}" srcOrd="1" destOrd="2" presId="urn:microsoft.com/office/officeart/2005/8/layout/hProcess4"/>
    <dgm:cxn modelId="{BE5D0058-1483-47E9-9DB2-56FEB3200538}" type="presOf" srcId="{ECFB06D7-1DA6-431B-ADAB-11431B4ED2B7}" destId="{A4BDCCA6-AF72-4F87-AB4D-FE503F214974}" srcOrd="0" destOrd="4" presId="urn:microsoft.com/office/officeart/2005/8/layout/hProcess4"/>
    <dgm:cxn modelId="{3868F12C-DE60-4A24-8244-BF2B5EAB3B21}" type="presOf" srcId="{96BE3BE7-94DE-4EA5-973A-9FF795BBE75E}" destId="{F6F7443E-58AE-4A1D-936C-929AA229A90A}" srcOrd="0" destOrd="0" presId="urn:microsoft.com/office/officeart/2005/8/layout/hProcess4"/>
    <dgm:cxn modelId="{25381629-9F94-46B6-AB13-B0C719413FA5}" srcId="{AA30D1FF-08EC-47BD-8A83-E8B45BFDE892}" destId="{5AA07079-8DAC-48B2-B56A-BA8882E6C308}" srcOrd="1" destOrd="0" parTransId="{0E3E5EF9-2DE1-497B-B778-312B4D2BD5EB}" sibTransId="{8D55A3EF-329F-4F2F-A7DA-4BA4C5BD0E1C}"/>
    <dgm:cxn modelId="{5123133B-2C4A-48F3-AF1D-EFD35300BAA0}" type="presOf" srcId="{C5D46437-519F-4148-BEE6-286263280959}" destId="{64DEF453-F0C2-4F7B-B559-72CC40936888}" srcOrd="1" destOrd="1" presId="urn:microsoft.com/office/officeart/2005/8/layout/hProcess4"/>
    <dgm:cxn modelId="{DF5A3EFF-1D13-4E1D-9635-605BE987B4E4}" type="presOf" srcId="{ECFB06D7-1DA6-431B-ADAB-11431B4ED2B7}" destId="{64DEF453-F0C2-4F7B-B559-72CC40936888}" srcOrd="1" destOrd="4" presId="urn:microsoft.com/office/officeart/2005/8/layout/hProcess4"/>
    <dgm:cxn modelId="{72C1271E-7504-4F01-B11A-B67532F27D6D}" srcId="{5AA07079-8DAC-48B2-B56A-BA8882E6C308}" destId="{86903AFD-1AD9-4868-8404-1BF46FCF4601}" srcOrd="2" destOrd="0" parTransId="{AA012D2C-A9BA-4157-9AD6-E7F30428BD1D}" sibTransId="{85CFB164-CE48-4A06-BEB4-6ED3543DEE07}"/>
    <dgm:cxn modelId="{1FCFE4E1-20D8-493A-8CFF-7D76B728F1AC}" type="presOf" srcId="{0114F481-6E03-4297-AB1A-697B33F9EF77}" destId="{B8B10D6B-2A10-4413-9827-FD5365892BB3}" srcOrd="1" destOrd="0" presId="urn:microsoft.com/office/officeart/2005/8/layout/hProcess4"/>
    <dgm:cxn modelId="{B9932A89-25D0-4EB2-8A9C-3BEAC65A6EFD}" type="presOf" srcId="{55665B0E-0328-427A-BDFA-BE06E0F14CC6}" destId="{A4BDCCA6-AF72-4F87-AB4D-FE503F214974}" srcOrd="0" destOrd="0" presId="urn:microsoft.com/office/officeart/2005/8/layout/hProcess4"/>
    <dgm:cxn modelId="{2DEFA14D-D161-46AC-AADC-410BE73B0C49}" srcId="{5C3CE8C3-816E-4E6D-9103-2A8604A07F4B}" destId="{55665B0E-0328-427A-BDFA-BE06E0F14CC6}" srcOrd="0" destOrd="0" parTransId="{F837C2E1-D222-4699-8FBC-CF0B5AD98A62}" sibTransId="{BBAA46D4-5649-4C89-8E07-B19B480BEB78}"/>
    <dgm:cxn modelId="{FCD5CB98-3EDF-40FF-A8F9-603CAF8ACDC6}" type="presOf" srcId="{C26F22B3-E32F-47C0-A78B-4A3BBB5B3EF1}" destId="{B8B10D6B-2A10-4413-9827-FD5365892BB3}" srcOrd="1" destOrd="1" presId="urn:microsoft.com/office/officeart/2005/8/layout/hProcess4"/>
    <dgm:cxn modelId="{74B60D25-5046-4924-8DF6-A19308685823}" type="presParOf" srcId="{ECF1078D-30E8-4461-BF74-6C544DD48740}" destId="{4C4DAD32-0816-43EB-A21B-588E0B97C508}" srcOrd="0" destOrd="0" presId="urn:microsoft.com/office/officeart/2005/8/layout/hProcess4"/>
    <dgm:cxn modelId="{F9CEB33B-2E22-4DE7-8325-A3EA8B2FD660}" type="presParOf" srcId="{ECF1078D-30E8-4461-BF74-6C544DD48740}" destId="{DD4A9535-DE83-441E-AFC7-4E6C0B646113}" srcOrd="1" destOrd="0" presId="urn:microsoft.com/office/officeart/2005/8/layout/hProcess4"/>
    <dgm:cxn modelId="{33E822D5-4327-48B9-B761-A750CCF301C0}" type="presParOf" srcId="{ECF1078D-30E8-4461-BF74-6C544DD48740}" destId="{3512DB69-D1D8-4286-B970-CFE75E85DF32}" srcOrd="2" destOrd="0" presId="urn:microsoft.com/office/officeart/2005/8/layout/hProcess4"/>
    <dgm:cxn modelId="{CCE70898-4D3B-40EA-84C0-7F7124F6981B}" type="presParOf" srcId="{3512DB69-D1D8-4286-B970-CFE75E85DF32}" destId="{81D27CC7-74A9-4035-99F3-EF3FC029C382}" srcOrd="0" destOrd="0" presId="urn:microsoft.com/office/officeart/2005/8/layout/hProcess4"/>
    <dgm:cxn modelId="{CBB6DB9D-AEAD-47A8-BC6F-F7F7350602B2}" type="presParOf" srcId="{81D27CC7-74A9-4035-99F3-EF3FC029C382}" destId="{0E6E1341-5188-4AB9-8751-932CDC4081BA}" srcOrd="0" destOrd="0" presId="urn:microsoft.com/office/officeart/2005/8/layout/hProcess4"/>
    <dgm:cxn modelId="{F8378C68-F31B-408B-9BF6-7C3FDB1C0D83}" type="presParOf" srcId="{81D27CC7-74A9-4035-99F3-EF3FC029C382}" destId="{A4BDCCA6-AF72-4F87-AB4D-FE503F214974}" srcOrd="1" destOrd="0" presId="urn:microsoft.com/office/officeart/2005/8/layout/hProcess4"/>
    <dgm:cxn modelId="{2AAF349F-3F3E-4EFB-B38A-BA2951328156}" type="presParOf" srcId="{81D27CC7-74A9-4035-99F3-EF3FC029C382}" destId="{64DEF453-F0C2-4F7B-B559-72CC40936888}" srcOrd="2" destOrd="0" presId="urn:microsoft.com/office/officeart/2005/8/layout/hProcess4"/>
    <dgm:cxn modelId="{C5084A8B-B558-4B5E-8152-AFB7952BF476}" type="presParOf" srcId="{81D27CC7-74A9-4035-99F3-EF3FC029C382}" destId="{881326F3-8287-488F-B7F3-09AB25984649}" srcOrd="3" destOrd="0" presId="urn:microsoft.com/office/officeart/2005/8/layout/hProcess4"/>
    <dgm:cxn modelId="{15FADDD0-95C4-4FDF-852A-225B2BDD7EC3}" type="presParOf" srcId="{81D27CC7-74A9-4035-99F3-EF3FC029C382}" destId="{67E7D084-2403-434C-979B-A4E7A246B50F}" srcOrd="4" destOrd="0" presId="urn:microsoft.com/office/officeart/2005/8/layout/hProcess4"/>
    <dgm:cxn modelId="{72CD5335-3AE1-41A2-A886-D8075D077B06}" type="presParOf" srcId="{3512DB69-D1D8-4286-B970-CFE75E85DF32}" destId="{F6F7443E-58AE-4A1D-936C-929AA229A90A}" srcOrd="1" destOrd="0" presId="urn:microsoft.com/office/officeart/2005/8/layout/hProcess4"/>
    <dgm:cxn modelId="{68A792EF-78E5-4C05-95FC-D9495EB36019}" type="presParOf" srcId="{3512DB69-D1D8-4286-B970-CFE75E85DF32}" destId="{8F46E2C6-4499-477E-94A9-D1CB27E1B855}" srcOrd="2" destOrd="0" presId="urn:microsoft.com/office/officeart/2005/8/layout/hProcess4"/>
    <dgm:cxn modelId="{A3600EFD-C963-4355-BBA3-A941F159CBAB}" type="presParOf" srcId="{8F46E2C6-4499-477E-94A9-D1CB27E1B855}" destId="{D33C0F81-EDE7-4D89-A3B5-87F26882F02B}" srcOrd="0" destOrd="0" presId="urn:microsoft.com/office/officeart/2005/8/layout/hProcess4"/>
    <dgm:cxn modelId="{505E0B5B-3BD9-4554-AF8F-9AF1EC24A43A}" type="presParOf" srcId="{8F46E2C6-4499-477E-94A9-D1CB27E1B855}" destId="{2FD833DE-4B78-4BA5-B7F9-9BABF99CEDA3}" srcOrd="1" destOrd="0" presId="urn:microsoft.com/office/officeart/2005/8/layout/hProcess4"/>
    <dgm:cxn modelId="{7A9B854F-54BB-4B04-9BCA-C313A62858BC}" type="presParOf" srcId="{8F46E2C6-4499-477E-94A9-D1CB27E1B855}" destId="{B8B10D6B-2A10-4413-9827-FD5365892BB3}" srcOrd="2" destOrd="0" presId="urn:microsoft.com/office/officeart/2005/8/layout/hProcess4"/>
    <dgm:cxn modelId="{1CEBB5D3-062E-40DF-B73E-7C4E2B98C68C}" type="presParOf" srcId="{8F46E2C6-4499-477E-94A9-D1CB27E1B855}" destId="{3F4C416B-8426-40C4-ADBE-D3CAC6D5512C}" srcOrd="3" destOrd="0" presId="urn:microsoft.com/office/officeart/2005/8/layout/hProcess4"/>
    <dgm:cxn modelId="{FBCB1931-8B4C-411B-A500-7BCFEF7BE87F}" type="presParOf" srcId="{8F46E2C6-4499-477E-94A9-D1CB27E1B855}" destId="{E34C740C-60CE-481F-8DAC-15C0F77AC69C}" srcOrd="4" destOrd="0" presId="urn:microsoft.com/office/officeart/2005/8/layout/hProcess4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3BB5BB-08BA-48BE-9E18-FCE97F1AE29F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4A9E91-4C00-4ED2-8CB5-3A1B5E732EA3}">
      <dgm:prSet phldrT="[Text]"/>
      <dgm:spPr/>
      <dgm:t>
        <a:bodyPr/>
        <a:lstStyle/>
        <a:p>
          <a:r>
            <a:rPr lang="en-US" dirty="0" err="1"/>
            <a:t>Khái</a:t>
          </a:r>
          <a:r>
            <a:rPr lang="en-US" dirty="0"/>
            <a:t> </a:t>
          </a:r>
          <a:r>
            <a:rPr lang="en-US" dirty="0" err="1"/>
            <a:t>niệm</a:t>
          </a:r>
          <a:endParaRPr lang="en-US" dirty="0"/>
        </a:p>
      </dgm:t>
    </dgm:pt>
    <dgm:pt modelId="{F224B166-62A6-49FE-90E0-58ED7AF22DFE}" type="parTrans" cxnId="{FEDF8912-CFAD-454D-8789-5BFA14DD2780}">
      <dgm:prSet/>
      <dgm:spPr/>
      <dgm:t>
        <a:bodyPr/>
        <a:lstStyle/>
        <a:p>
          <a:endParaRPr lang="en-US"/>
        </a:p>
      </dgm:t>
    </dgm:pt>
    <dgm:pt modelId="{42611282-54FC-4FC1-A3D5-B228F3AFED53}" type="sibTrans" cxnId="{FEDF8912-CFAD-454D-8789-5BFA14DD2780}">
      <dgm:prSet/>
      <dgm:spPr/>
      <dgm:t>
        <a:bodyPr/>
        <a:lstStyle/>
        <a:p>
          <a:endParaRPr lang="en-US"/>
        </a:p>
      </dgm:t>
    </dgm:pt>
    <dgm:pt modelId="{92C11496-8ED7-4379-BFED-4EF9AD8812A0}">
      <dgm:prSet phldrT="[Text]"/>
      <dgm:spPr/>
      <dgm:t>
        <a:bodyPr/>
        <a:lstStyle/>
        <a:p>
          <a:r>
            <a:rPr lang="en-US" dirty="0" err="1"/>
            <a:t>Sáng</a:t>
          </a:r>
          <a:r>
            <a:rPr lang="en-US" dirty="0"/>
            <a:t> </a:t>
          </a:r>
          <a:r>
            <a:rPr lang="en-US" dirty="0" err="1"/>
            <a:t>chế</a:t>
          </a:r>
          <a:r>
            <a:rPr lang="en-US" dirty="0"/>
            <a:t> </a:t>
          </a:r>
          <a:r>
            <a:rPr lang="en-US" dirty="0" err="1"/>
            <a:t>là</a:t>
          </a:r>
          <a:r>
            <a:rPr lang="en-US" dirty="0"/>
            <a:t> </a:t>
          </a:r>
          <a:r>
            <a:rPr lang="en-US" dirty="0" err="1"/>
            <a:t>giải</a:t>
          </a:r>
          <a:r>
            <a:rPr lang="en-US" dirty="0"/>
            <a:t> </a:t>
          </a:r>
          <a:r>
            <a:rPr lang="en-US" dirty="0" err="1"/>
            <a:t>pháp</a:t>
          </a:r>
          <a:r>
            <a:rPr lang="en-US" dirty="0"/>
            <a:t> </a:t>
          </a:r>
          <a:r>
            <a:rPr lang="en-US" dirty="0" err="1"/>
            <a:t>kỹ</a:t>
          </a:r>
          <a:r>
            <a:rPr lang="en-US" dirty="0"/>
            <a:t> </a:t>
          </a:r>
          <a:r>
            <a:rPr lang="en-US" dirty="0" err="1"/>
            <a:t>thuật</a:t>
          </a:r>
          <a:r>
            <a:rPr lang="en-US" dirty="0"/>
            <a:t> </a:t>
          </a:r>
          <a:r>
            <a:rPr lang="en-US" dirty="0" err="1"/>
            <a:t>dưới</a:t>
          </a:r>
          <a:r>
            <a:rPr lang="en-US" dirty="0"/>
            <a:t> </a:t>
          </a:r>
          <a:r>
            <a:rPr lang="en-US" dirty="0" err="1"/>
            <a:t>dạng</a:t>
          </a:r>
          <a:r>
            <a:rPr lang="en-US" dirty="0"/>
            <a:t> </a:t>
          </a:r>
          <a:r>
            <a:rPr lang="en-US" dirty="0" err="1"/>
            <a:t>sản</a:t>
          </a:r>
          <a:r>
            <a:rPr lang="en-US" dirty="0"/>
            <a:t> </a:t>
          </a:r>
          <a:r>
            <a:rPr lang="en-US" dirty="0" err="1"/>
            <a:t>phẩm</a:t>
          </a:r>
          <a:r>
            <a:rPr lang="en-US" dirty="0"/>
            <a:t> </a:t>
          </a:r>
          <a:r>
            <a:rPr lang="en-US" dirty="0" err="1"/>
            <a:t>hoặc</a:t>
          </a:r>
          <a:r>
            <a:rPr lang="en-US" dirty="0"/>
            <a:t> </a:t>
          </a:r>
          <a:r>
            <a:rPr lang="en-US" dirty="0" err="1"/>
            <a:t>quy</a:t>
          </a:r>
          <a:r>
            <a:rPr lang="en-US" dirty="0"/>
            <a:t> </a:t>
          </a:r>
          <a:r>
            <a:rPr lang="en-US" dirty="0" err="1"/>
            <a:t>trình</a:t>
          </a:r>
          <a:r>
            <a:rPr lang="en-US" dirty="0"/>
            <a:t> </a:t>
          </a:r>
          <a:r>
            <a:rPr lang="en-US" dirty="0" err="1"/>
            <a:t>giải</a:t>
          </a:r>
          <a:r>
            <a:rPr lang="en-US" dirty="0"/>
            <a:t> </a:t>
          </a:r>
          <a:r>
            <a:rPr lang="en-US" dirty="0" err="1"/>
            <a:t>quyết</a:t>
          </a:r>
          <a:r>
            <a:rPr lang="en-US" dirty="0"/>
            <a:t> </a:t>
          </a:r>
          <a:r>
            <a:rPr lang="en-US" dirty="0" err="1"/>
            <a:t>một</a:t>
          </a:r>
          <a:r>
            <a:rPr lang="en-US" dirty="0"/>
            <a:t> </a:t>
          </a:r>
          <a:r>
            <a:rPr lang="en-US" dirty="0" err="1"/>
            <a:t>vấn</a:t>
          </a:r>
          <a:r>
            <a:rPr lang="en-US" dirty="0"/>
            <a:t> </a:t>
          </a:r>
          <a:r>
            <a:rPr lang="en-US" dirty="0" err="1"/>
            <a:t>đề</a:t>
          </a:r>
          <a:r>
            <a:rPr lang="en-US" dirty="0"/>
            <a:t> </a:t>
          </a:r>
          <a:r>
            <a:rPr lang="en-US" dirty="0" err="1"/>
            <a:t>xác</a:t>
          </a:r>
          <a:r>
            <a:rPr lang="en-US" dirty="0"/>
            <a:t> </a:t>
          </a:r>
          <a:r>
            <a:rPr lang="en-US" dirty="0" err="1"/>
            <a:t>định</a:t>
          </a:r>
          <a:r>
            <a:rPr lang="en-US" dirty="0"/>
            <a:t>.</a:t>
          </a:r>
        </a:p>
      </dgm:t>
    </dgm:pt>
    <dgm:pt modelId="{8EC88382-EB95-4B79-8141-CD8306599D77}" type="parTrans" cxnId="{9A2E6177-030A-4249-AC5C-231492280A18}">
      <dgm:prSet/>
      <dgm:spPr/>
      <dgm:t>
        <a:bodyPr/>
        <a:lstStyle/>
        <a:p>
          <a:endParaRPr lang="en-US"/>
        </a:p>
      </dgm:t>
    </dgm:pt>
    <dgm:pt modelId="{E2EAFE7A-2400-4A3B-9E6F-8EB6CB765A2F}" type="sibTrans" cxnId="{9A2E6177-030A-4249-AC5C-231492280A18}">
      <dgm:prSet/>
      <dgm:spPr/>
      <dgm:t>
        <a:bodyPr/>
        <a:lstStyle/>
        <a:p>
          <a:endParaRPr lang="en-US"/>
        </a:p>
      </dgm:t>
    </dgm:pt>
    <dgm:pt modelId="{51180A19-DCF9-4391-94E0-B80679530375}">
      <dgm:prSet phldrT="[Text]"/>
      <dgm:spPr/>
      <dgm:t>
        <a:bodyPr/>
        <a:lstStyle/>
        <a:p>
          <a:r>
            <a:rPr lang="en-US" dirty="0" err="1"/>
            <a:t>Để</a:t>
          </a:r>
          <a:r>
            <a:rPr lang="en-US" dirty="0"/>
            <a:t> </a:t>
          </a:r>
          <a:r>
            <a:rPr lang="en-US" dirty="0" err="1"/>
            <a:t>được</a:t>
          </a:r>
          <a:r>
            <a:rPr lang="en-US" dirty="0"/>
            <a:t> </a:t>
          </a:r>
          <a:r>
            <a:rPr lang="en-US" dirty="0" err="1"/>
            <a:t>bảo</a:t>
          </a:r>
          <a:r>
            <a:rPr lang="en-US" dirty="0"/>
            <a:t> </a:t>
          </a:r>
          <a:r>
            <a:rPr lang="en-US" dirty="0" err="1"/>
            <a:t>hộ</a:t>
          </a:r>
          <a:endParaRPr lang="en-US" dirty="0"/>
        </a:p>
      </dgm:t>
    </dgm:pt>
    <dgm:pt modelId="{0AFD7CBA-CF04-4FC9-B387-19D545AB978B}" type="parTrans" cxnId="{C386F9BF-D621-4293-B696-19984A69E9B1}">
      <dgm:prSet/>
      <dgm:spPr/>
      <dgm:t>
        <a:bodyPr/>
        <a:lstStyle/>
        <a:p>
          <a:endParaRPr lang="en-US"/>
        </a:p>
      </dgm:t>
    </dgm:pt>
    <dgm:pt modelId="{42DEA795-32A8-4770-8979-B3D94B8EFA5B}" type="sibTrans" cxnId="{C386F9BF-D621-4293-B696-19984A69E9B1}">
      <dgm:prSet/>
      <dgm:spPr/>
      <dgm:t>
        <a:bodyPr/>
        <a:lstStyle/>
        <a:p>
          <a:endParaRPr lang="en-US"/>
        </a:p>
      </dgm:t>
    </dgm:pt>
    <dgm:pt modelId="{5E08DF5D-B37C-40E0-927B-D10DC4F14059}">
      <dgm:prSet phldrT="[Text]"/>
      <dgm:spPr/>
      <dgm:t>
        <a:bodyPr/>
        <a:lstStyle/>
        <a:p>
          <a:r>
            <a:rPr lang="en-US" dirty="0" err="1"/>
            <a:t>Phải</a:t>
          </a:r>
          <a:r>
            <a:rPr lang="en-US" dirty="0"/>
            <a:t> </a:t>
          </a:r>
          <a:r>
            <a:rPr lang="en-US" dirty="0" err="1"/>
            <a:t>có</a:t>
          </a:r>
          <a:r>
            <a:rPr lang="en-US" dirty="0"/>
            <a:t> </a:t>
          </a:r>
          <a:r>
            <a:rPr lang="en-US" dirty="0" err="1"/>
            <a:t>quyết</a:t>
          </a:r>
          <a:r>
            <a:rPr lang="en-US" dirty="0"/>
            <a:t> </a:t>
          </a:r>
          <a:r>
            <a:rPr lang="en-US" dirty="0" err="1"/>
            <a:t>định</a:t>
          </a:r>
          <a:r>
            <a:rPr lang="en-US" dirty="0"/>
            <a:t> </a:t>
          </a:r>
          <a:r>
            <a:rPr lang="en-US" dirty="0" err="1"/>
            <a:t>cấp</a:t>
          </a:r>
          <a:r>
            <a:rPr lang="en-US" dirty="0"/>
            <a:t> </a:t>
          </a:r>
          <a:r>
            <a:rPr lang="en-US" dirty="0" err="1"/>
            <a:t>văn</a:t>
          </a:r>
          <a:r>
            <a:rPr lang="en-US" dirty="0"/>
            <a:t> </a:t>
          </a:r>
          <a:r>
            <a:rPr lang="en-US" dirty="0" err="1"/>
            <a:t>bằng</a:t>
          </a:r>
          <a:r>
            <a:rPr lang="en-US" dirty="0"/>
            <a:t> </a:t>
          </a:r>
          <a:r>
            <a:rPr lang="en-US" dirty="0" err="1"/>
            <a:t>bảo</a:t>
          </a:r>
          <a:r>
            <a:rPr lang="en-US" dirty="0"/>
            <a:t> </a:t>
          </a:r>
          <a:r>
            <a:rPr lang="en-US" dirty="0" err="1"/>
            <a:t>hộ</a:t>
          </a:r>
          <a:r>
            <a:rPr lang="en-US" dirty="0"/>
            <a:t> </a:t>
          </a:r>
          <a:r>
            <a:rPr lang="en-US" dirty="0" err="1"/>
            <a:t>của</a:t>
          </a:r>
          <a:r>
            <a:rPr lang="en-US" dirty="0"/>
            <a:t> </a:t>
          </a:r>
          <a:r>
            <a:rPr lang="en-US" dirty="0" err="1"/>
            <a:t>cơ</a:t>
          </a:r>
          <a:r>
            <a:rPr lang="en-US" dirty="0"/>
            <a:t> </a:t>
          </a:r>
          <a:r>
            <a:rPr lang="en-US" dirty="0" err="1"/>
            <a:t>quan</a:t>
          </a:r>
          <a:r>
            <a:rPr lang="en-US" dirty="0"/>
            <a:t> </a:t>
          </a:r>
          <a:r>
            <a:rPr lang="en-US" dirty="0" err="1"/>
            <a:t>nhà</a:t>
          </a:r>
          <a:r>
            <a:rPr lang="en-US" dirty="0"/>
            <a:t> </a:t>
          </a:r>
          <a:r>
            <a:rPr lang="en-US" dirty="0" err="1"/>
            <a:t>nước</a:t>
          </a:r>
          <a:r>
            <a:rPr lang="en-US" dirty="0"/>
            <a:t> </a:t>
          </a:r>
          <a:r>
            <a:rPr lang="en-US" dirty="0" err="1"/>
            <a:t>có</a:t>
          </a:r>
          <a:r>
            <a:rPr lang="en-US" dirty="0"/>
            <a:t> </a:t>
          </a:r>
          <a:r>
            <a:rPr lang="en-US" dirty="0" err="1"/>
            <a:t>thẩm</a:t>
          </a:r>
          <a:r>
            <a:rPr lang="en-US" dirty="0"/>
            <a:t> </a:t>
          </a:r>
          <a:r>
            <a:rPr lang="en-US" dirty="0" err="1"/>
            <a:t>quyền</a:t>
          </a:r>
          <a:r>
            <a:rPr lang="en-US" dirty="0"/>
            <a:t>.</a:t>
          </a:r>
        </a:p>
        <a:p>
          <a:r>
            <a:rPr lang="en-US" dirty="0"/>
            <a:t>- </a:t>
          </a:r>
          <a:r>
            <a:rPr lang="en-US" dirty="0" err="1"/>
            <a:t>Hình</a:t>
          </a:r>
          <a:r>
            <a:rPr lang="en-US" dirty="0"/>
            <a:t> </a:t>
          </a:r>
          <a:r>
            <a:rPr lang="en-US" dirty="0" err="1"/>
            <a:t>thức</a:t>
          </a:r>
          <a:r>
            <a:rPr lang="en-US" dirty="0"/>
            <a:t> </a:t>
          </a:r>
          <a:r>
            <a:rPr lang="en-US" dirty="0" err="1"/>
            <a:t>thể</a:t>
          </a:r>
          <a:r>
            <a:rPr lang="en-US" dirty="0"/>
            <a:t> </a:t>
          </a:r>
          <a:r>
            <a:rPr lang="en-US" dirty="0" err="1"/>
            <a:t>hiện</a:t>
          </a:r>
          <a:r>
            <a:rPr lang="en-US" dirty="0"/>
            <a:t>: </a:t>
          </a:r>
          <a:r>
            <a:rPr lang="en-US" dirty="0" err="1"/>
            <a:t>Bằng</a:t>
          </a:r>
          <a:r>
            <a:rPr lang="en-US" dirty="0"/>
            <a:t> </a:t>
          </a:r>
          <a:r>
            <a:rPr lang="en-US" dirty="0" err="1"/>
            <a:t>độc</a:t>
          </a:r>
          <a:r>
            <a:rPr lang="en-US" dirty="0"/>
            <a:t> </a:t>
          </a:r>
          <a:r>
            <a:rPr lang="en-US" dirty="0" err="1"/>
            <a:t>quyền</a:t>
          </a:r>
          <a:r>
            <a:rPr lang="en-US" dirty="0"/>
            <a:t> </a:t>
          </a:r>
          <a:r>
            <a:rPr lang="en-US" dirty="0" err="1"/>
            <a:t>sáng</a:t>
          </a:r>
          <a:r>
            <a:rPr lang="en-US" dirty="0"/>
            <a:t> </a:t>
          </a:r>
          <a:r>
            <a:rPr lang="en-US" dirty="0" err="1"/>
            <a:t>chế</a:t>
          </a:r>
          <a:endParaRPr lang="en-US" dirty="0"/>
        </a:p>
        <a:p>
          <a:r>
            <a:rPr lang="en-US" dirty="0"/>
            <a:t>- </a:t>
          </a:r>
          <a:r>
            <a:rPr lang="en-US" dirty="0" err="1"/>
            <a:t>Thời</a:t>
          </a:r>
          <a:r>
            <a:rPr lang="en-US" dirty="0"/>
            <a:t> </a:t>
          </a:r>
          <a:r>
            <a:rPr lang="en-US" dirty="0" err="1"/>
            <a:t>hạn</a:t>
          </a:r>
          <a:r>
            <a:rPr lang="en-US" dirty="0"/>
            <a:t> </a:t>
          </a:r>
          <a:r>
            <a:rPr lang="en-US" dirty="0" err="1"/>
            <a:t>bảo</a:t>
          </a:r>
          <a:r>
            <a:rPr lang="en-US" dirty="0"/>
            <a:t> </a:t>
          </a:r>
          <a:r>
            <a:rPr lang="en-US" dirty="0" err="1"/>
            <a:t>hộ</a:t>
          </a:r>
          <a:r>
            <a:rPr lang="en-US" dirty="0"/>
            <a:t>: </a:t>
          </a:r>
          <a:r>
            <a:rPr lang="en-US" dirty="0" err="1"/>
            <a:t>Bảo</a:t>
          </a:r>
          <a:r>
            <a:rPr lang="en-US" dirty="0"/>
            <a:t> </a:t>
          </a:r>
          <a:r>
            <a:rPr lang="en-US" dirty="0" err="1"/>
            <a:t>hộ</a:t>
          </a:r>
          <a:r>
            <a:rPr lang="en-US" dirty="0"/>
            <a:t> </a:t>
          </a:r>
          <a:r>
            <a:rPr lang="en-US" dirty="0" err="1"/>
            <a:t>có</a:t>
          </a:r>
          <a:r>
            <a:rPr lang="en-US" dirty="0"/>
            <a:t> </a:t>
          </a:r>
          <a:r>
            <a:rPr lang="en-US" dirty="0" err="1"/>
            <a:t>thời</a:t>
          </a:r>
          <a:r>
            <a:rPr lang="en-US" dirty="0"/>
            <a:t> </a:t>
          </a:r>
          <a:r>
            <a:rPr lang="en-US" dirty="0" err="1"/>
            <a:t>hạn</a:t>
          </a:r>
          <a:r>
            <a:rPr lang="en-US" dirty="0"/>
            <a:t> </a:t>
          </a:r>
        </a:p>
      </dgm:t>
    </dgm:pt>
    <dgm:pt modelId="{8E9C0436-7AB7-430C-ADC4-84BEAF1933BA}" type="parTrans" cxnId="{888C518A-C356-47FB-B50D-D3948F97F762}">
      <dgm:prSet/>
      <dgm:spPr/>
      <dgm:t>
        <a:bodyPr/>
        <a:lstStyle/>
        <a:p>
          <a:endParaRPr lang="en-US"/>
        </a:p>
      </dgm:t>
    </dgm:pt>
    <dgm:pt modelId="{ED2FC90C-E118-490B-8444-10B0BDBF11C8}" type="sibTrans" cxnId="{888C518A-C356-47FB-B50D-D3948F97F762}">
      <dgm:prSet/>
      <dgm:spPr/>
      <dgm:t>
        <a:bodyPr/>
        <a:lstStyle/>
        <a:p>
          <a:endParaRPr lang="en-US"/>
        </a:p>
      </dgm:t>
    </dgm:pt>
    <dgm:pt modelId="{E8037BD4-14A3-493C-80D5-220C0450FFB1}" type="pres">
      <dgm:prSet presAssocID="{973BB5BB-08BA-48BE-9E18-FCE97F1AE29F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D911F50-B78F-4CD3-ACB9-B98A7610152E}" type="pres">
      <dgm:prSet presAssocID="{E94A9E91-4C00-4ED2-8CB5-3A1B5E732EA3}" presName="posSpace" presStyleCnt="0"/>
      <dgm:spPr/>
    </dgm:pt>
    <dgm:pt modelId="{5BFB6C3A-A95F-44AD-A60C-3C6148880B0F}" type="pres">
      <dgm:prSet presAssocID="{E94A9E91-4C00-4ED2-8CB5-3A1B5E732EA3}" presName="vertFlow" presStyleCnt="0"/>
      <dgm:spPr/>
    </dgm:pt>
    <dgm:pt modelId="{53985B81-E3EE-42FF-9D45-19AAEBF0EB46}" type="pres">
      <dgm:prSet presAssocID="{E94A9E91-4C00-4ED2-8CB5-3A1B5E732EA3}" presName="topSpace" presStyleCnt="0"/>
      <dgm:spPr/>
    </dgm:pt>
    <dgm:pt modelId="{A0F5AB29-86AB-4DF1-B63D-FCF34D4E26F2}" type="pres">
      <dgm:prSet presAssocID="{E94A9E91-4C00-4ED2-8CB5-3A1B5E732EA3}" presName="firstComp" presStyleCnt="0"/>
      <dgm:spPr/>
    </dgm:pt>
    <dgm:pt modelId="{8A90FFDE-BDAC-49B9-9853-6D065F177787}" type="pres">
      <dgm:prSet presAssocID="{E94A9E91-4C00-4ED2-8CB5-3A1B5E732EA3}" presName="firstChild" presStyleLbl="bgAccFollowNode1" presStyleIdx="0" presStyleCnt="2" custScaleY="190925"/>
      <dgm:spPr/>
      <dgm:t>
        <a:bodyPr/>
        <a:lstStyle/>
        <a:p>
          <a:endParaRPr lang="en-US"/>
        </a:p>
      </dgm:t>
    </dgm:pt>
    <dgm:pt modelId="{2783F2CD-37A8-44BA-9B34-C73F62BE7DA8}" type="pres">
      <dgm:prSet presAssocID="{E94A9E91-4C00-4ED2-8CB5-3A1B5E732EA3}" presName="firstChildTx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0F103F-7BD9-40FA-BC14-FA864C61E3E4}" type="pres">
      <dgm:prSet presAssocID="{E94A9E91-4C00-4ED2-8CB5-3A1B5E732EA3}" presName="negSpace" presStyleCnt="0"/>
      <dgm:spPr/>
    </dgm:pt>
    <dgm:pt modelId="{55FF4E2F-FD15-46F8-BE39-1FFFEDABCEB9}" type="pres">
      <dgm:prSet presAssocID="{E94A9E91-4C00-4ED2-8CB5-3A1B5E732EA3}" presName="circle" presStyleLbl="node1" presStyleIdx="0" presStyleCnt="2"/>
      <dgm:spPr/>
      <dgm:t>
        <a:bodyPr/>
        <a:lstStyle/>
        <a:p>
          <a:endParaRPr lang="en-US"/>
        </a:p>
      </dgm:t>
    </dgm:pt>
    <dgm:pt modelId="{77005E46-F476-4C70-BD14-C2A1ED8BA49E}" type="pres">
      <dgm:prSet presAssocID="{42611282-54FC-4FC1-A3D5-B228F3AFED53}" presName="transSpace" presStyleCnt="0"/>
      <dgm:spPr/>
    </dgm:pt>
    <dgm:pt modelId="{9247C3D7-4A0E-47A5-BE35-51F46C99449F}" type="pres">
      <dgm:prSet presAssocID="{51180A19-DCF9-4391-94E0-B80679530375}" presName="posSpace" presStyleCnt="0"/>
      <dgm:spPr/>
    </dgm:pt>
    <dgm:pt modelId="{7F857D80-015D-4343-9F05-B77DE886870E}" type="pres">
      <dgm:prSet presAssocID="{51180A19-DCF9-4391-94E0-B80679530375}" presName="vertFlow" presStyleCnt="0"/>
      <dgm:spPr/>
    </dgm:pt>
    <dgm:pt modelId="{4FF04C84-8085-42CE-8D31-E17E99C89F39}" type="pres">
      <dgm:prSet presAssocID="{51180A19-DCF9-4391-94E0-B80679530375}" presName="topSpace" presStyleCnt="0"/>
      <dgm:spPr/>
    </dgm:pt>
    <dgm:pt modelId="{10217F71-4496-4390-9327-944BB38CD6D3}" type="pres">
      <dgm:prSet presAssocID="{51180A19-DCF9-4391-94E0-B80679530375}" presName="firstComp" presStyleCnt="0"/>
      <dgm:spPr/>
    </dgm:pt>
    <dgm:pt modelId="{24E63603-ADD7-4AE6-AD18-D8B7DDB77050}" type="pres">
      <dgm:prSet presAssocID="{51180A19-DCF9-4391-94E0-B80679530375}" presName="firstChild" presStyleLbl="bgAccFollowNode1" presStyleIdx="1" presStyleCnt="2" custScaleX="122663" custScaleY="189902" custLinFactNeighborX="-14102" custLinFactNeighborY="4463"/>
      <dgm:spPr/>
      <dgm:t>
        <a:bodyPr/>
        <a:lstStyle/>
        <a:p>
          <a:endParaRPr lang="en-US"/>
        </a:p>
      </dgm:t>
    </dgm:pt>
    <dgm:pt modelId="{BF93488F-8E52-4711-8513-62622DF38160}" type="pres">
      <dgm:prSet presAssocID="{51180A19-DCF9-4391-94E0-B80679530375}" presName="firstChildTx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FD6DC9-F60C-4AC5-948D-EB24EE60AD76}" type="pres">
      <dgm:prSet presAssocID="{51180A19-DCF9-4391-94E0-B80679530375}" presName="negSpace" presStyleCnt="0"/>
      <dgm:spPr/>
    </dgm:pt>
    <dgm:pt modelId="{BCBDF96B-BFB4-4D3E-AB9F-4FA75949DE66}" type="pres">
      <dgm:prSet presAssocID="{51180A19-DCF9-4391-94E0-B80679530375}" presName="circle" presStyleLbl="node1" presStyleIdx="1" presStyleCnt="2" custLinFactNeighborX="-21793" custLinFactNeighborY="-21624"/>
      <dgm:spPr/>
      <dgm:t>
        <a:bodyPr/>
        <a:lstStyle/>
        <a:p>
          <a:endParaRPr lang="en-US"/>
        </a:p>
      </dgm:t>
    </dgm:pt>
  </dgm:ptLst>
  <dgm:cxnLst>
    <dgm:cxn modelId="{0C383389-35EA-4DCD-966F-0B68DF744549}" type="presOf" srcId="{5E08DF5D-B37C-40E0-927B-D10DC4F14059}" destId="{24E63603-ADD7-4AE6-AD18-D8B7DDB77050}" srcOrd="0" destOrd="0" presId="urn:microsoft.com/office/officeart/2005/8/layout/hList9"/>
    <dgm:cxn modelId="{C386F9BF-D621-4293-B696-19984A69E9B1}" srcId="{973BB5BB-08BA-48BE-9E18-FCE97F1AE29F}" destId="{51180A19-DCF9-4391-94E0-B80679530375}" srcOrd="1" destOrd="0" parTransId="{0AFD7CBA-CF04-4FC9-B387-19D545AB978B}" sibTransId="{42DEA795-32A8-4770-8979-B3D94B8EFA5B}"/>
    <dgm:cxn modelId="{DC52D516-44A5-4731-82A0-A1CFD4C537D4}" type="presOf" srcId="{5E08DF5D-B37C-40E0-927B-D10DC4F14059}" destId="{BF93488F-8E52-4711-8513-62622DF38160}" srcOrd="1" destOrd="0" presId="urn:microsoft.com/office/officeart/2005/8/layout/hList9"/>
    <dgm:cxn modelId="{76138307-BFB0-4F30-B2CB-85464C9E9116}" type="presOf" srcId="{51180A19-DCF9-4391-94E0-B80679530375}" destId="{BCBDF96B-BFB4-4D3E-AB9F-4FA75949DE66}" srcOrd="0" destOrd="0" presId="urn:microsoft.com/office/officeart/2005/8/layout/hList9"/>
    <dgm:cxn modelId="{6490A80E-64C1-4B50-915C-B3BDEC02B951}" type="presOf" srcId="{973BB5BB-08BA-48BE-9E18-FCE97F1AE29F}" destId="{E8037BD4-14A3-493C-80D5-220C0450FFB1}" srcOrd="0" destOrd="0" presId="urn:microsoft.com/office/officeart/2005/8/layout/hList9"/>
    <dgm:cxn modelId="{888C518A-C356-47FB-B50D-D3948F97F762}" srcId="{51180A19-DCF9-4391-94E0-B80679530375}" destId="{5E08DF5D-B37C-40E0-927B-D10DC4F14059}" srcOrd="0" destOrd="0" parTransId="{8E9C0436-7AB7-430C-ADC4-84BEAF1933BA}" sibTransId="{ED2FC90C-E118-490B-8444-10B0BDBF11C8}"/>
    <dgm:cxn modelId="{B08B6B76-2575-44CE-AE32-4E135FA27E8C}" type="presOf" srcId="{E94A9E91-4C00-4ED2-8CB5-3A1B5E732EA3}" destId="{55FF4E2F-FD15-46F8-BE39-1FFFEDABCEB9}" srcOrd="0" destOrd="0" presId="urn:microsoft.com/office/officeart/2005/8/layout/hList9"/>
    <dgm:cxn modelId="{7463A269-7A32-4D76-9346-F0D75DAFD1A7}" type="presOf" srcId="{92C11496-8ED7-4379-BFED-4EF9AD8812A0}" destId="{2783F2CD-37A8-44BA-9B34-C73F62BE7DA8}" srcOrd="1" destOrd="0" presId="urn:microsoft.com/office/officeart/2005/8/layout/hList9"/>
    <dgm:cxn modelId="{9A2E6177-030A-4249-AC5C-231492280A18}" srcId="{E94A9E91-4C00-4ED2-8CB5-3A1B5E732EA3}" destId="{92C11496-8ED7-4379-BFED-4EF9AD8812A0}" srcOrd="0" destOrd="0" parTransId="{8EC88382-EB95-4B79-8141-CD8306599D77}" sibTransId="{E2EAFE7A-2400-4A3B-9E6F-8EB6CB765A2F}"/>
    <dgm:cxn modelId="{FEDF8912-CFAD-454D-8789-5BFA14DD2780}" srcId="{973BB5BB-08BA-48BE-9E18-FCE97F1AE29F}" destId="{E94A9E91-4C00-4ED2-8CB5-3A1B5E732EA3}" srcOrd="0" destOrd="0" parTransId="{F224B166-62A6-49FE-90E0-58ED7AF22DFE}" sibTransId="{42611282-54FC-4FC1-A3D5-B228F3AFED53}"/>
    <dgm:cxn modelId="{71A93731-7551-4162-A74A-D7E263D7E080}" type="presOf" srcId="{92C11496-8ED7-4379-BFED-4EF9AD8812A0}" destId="{8A90FFDE-BDAC-49B9-9853-6D065F177787}" srcOrd="0" destOrd="0" presId="urn:microsoft.com/office/officeart/2005/8/layout/hList9"/>
    <dgm:cxn modelId="{E47794F1-DBAA-4265-A198-E6C49DF61FC3}" type="presParOf" srcId="{E8037BD4-14A3-493C-80D5-220C0450FFB1}" destId="{0D911F50-B78F-4CD3-ACB9-B98A7610152E}" srcOrd="0" destOrd="0" presId="urn:microsoft.com/office/officeart/2005/8/layout/hList9"/>
    <dgm:cxn modelId="{53D54FFF-A3C7-44AE-844B-41A309B07B65}" type="presParOf" srcId="{E8037BD4-14A3-493C-80D5-220C0450FFB1}" destId="{5BFB6C3A-A95F-44AD-A60C-3C6148880B0F}" srcOrd="1" destOrd="0" presId="urn:microsoft.com/office/officeart/2005/8/layout/hList9"/>
    <dgm:cxn modelId="{EADDCD03-D736-4F31-87A3-9B95D5C2CB87}" type="presParOf" srcId="{5BFB6C3A-A95F-44AD-A60C-3C6148880B0F}" destId="{53985B81-E3EE-42FF-9D45-19AAEBF0EB46}" srcOrd="0" destOrd="0" presId="urn:microsoft.com/office/officeart/2005/8/layout/hList9"/>
    <dgm:cxn modelId="{3F6A5663-2BE9-46D0-9DDB-3CF3E4F6D27C}" type="presParOf" srcId="{5BFB6C3A-A95F-44AD-A60C-3C6148880B0F}" destId="{A0F5AB29-86AB-4DF1-B63D-FCF34D4E26F2}" srcOrd="1" destOrd="0" presId="urn:microsoft.com/office/officeart/2005/8/layout/hList9"/>
    <dgm:cxn modelId="{A4D26712-7585-4F1D-B6A8-C2D277892499}" type="presParOf" srcId="{A0F5AB29-86AB-4DF1-B63D-FCF34D4E26F2}" destId="{8A90FFDE-BDAC-49B9-9853-6D065F177787}" srcOrd="0" destOrd="0" presId="urn:microsoft.com/office/officeart/2005/8/layout/hList9"/>
    <dgm:cxn modelId="{EF9D6E0C-60BA-4848-8852-D87886506E9C}" type="presParOf" srcId="{A0F5AB29-86AB-4DF1-B63D-FCF34D4E26F2}" destId="{2783F2CD-37A8-44BA-9B34-C73F62BE7DA8}" srcOrd="1" destOrd="0" presId="urn:microsoft.com/office/officeart/2005/8/layout/hList9"/>
    <dgm:cxn modelId="{633BBCA8-D7E0-4B55-A540-8A36A641A43F}" type="presParOf" srcId="{E8037BD4-14A3-493C-80D5-220C0450FFB1}" destId="{A30F103F-7BD9-40FA-BC14-FA864C61E3E4}" srcOrd="2" destOrd="0" presId="urn:microsoft.com/office/officeart/2005/8/layout/hList9"/>
    <dgm:cxn modelId="{1E4B7D55-AD2B-4B1F-BC95-0FB6C2025B84}" type="presParOf" srcId="{E8037BD4-14A3-493C-80D5-220C0450FFB1}" destId="{55FF4E2F-FD15-46F8-BE39-1FFFEDABCEB9}" srcOrd="3" destOrd="0" presId="urn:microsoft.com/office/officeart/2005/8/layout/hList9"/>
    <dgm:cxn modelId="{3A6C2EB2-4832-4C83-AE95-7D3C1B8E8DE4}" type="presParOf" srcId="{E8037BD4-14A3-493C-80D5-220C0450FFB1}" destId="{77005E46-F476-4C70-BD14-C2A1ED8BA49E}" srcOrd="4" destOrd="0" presId="urn:microsoft.com/office/officeart/2005/8/layout/hList9"/>
    <dgm:cxn modelId="{560EADE4-8948-42DB-A7FC-5D8893517BB3}" type="presParOf" srcId="{E8037BD4-14A3-493C-80D5-220C0450FFB1}" destId="{9247C3D7-4A0E-47A5-BE35-51F46C99449F}" srcOrd="5" destOrd="0" presId="urn:microsoft.com/office/officeart/2005/8/layout/hList9"/>
    <dgm:cxn modelId="{A468480B-ADCE-4E74-892F-64C16D049643}" type="presParOf" srcId="{E8037BD4-14A3-493C-80D5-220C0450FFB1}" destId="{7F857D80-015D-4343-9F05-B77DE886870E}" srcOrd="6" destOrd="0" presId="urn:microsoft.com/office/officeart/2005/8/layout/hList9"/>
    <dgm:cxn modelId="{EC5617EB-F70F-46A1-8327-C756F75F6EA5}" type="presParOf" srcId="{7F857D80-015D-4343-9F05-B77DE886870E}" destId="{4FF04C84-8085-42CE-8D31-E17E99C89F39}" srcOrd="0" destOrd="0" presId="urn:microsoft.com/office/officeart/2005/8/layout/hList9"/>
    <dgm:cxn modelId="{4671DFBA-5215-486C-8426-F4502304B07A}" type="presParOf" srcId="{7F857D80-015D-4343-9F05-B77DE886870E}" destId="{10217F71-4496-4390-9327-944BB38CD6D3}" srcOrd="1" destOrd="0" presId="urn:microsoft.com/office/officeart/2005/8/layout/hList9"/>
    <dgm:cxn modelId="{6C3B1413-EA9C-49DA-9536-91052E1B4FF7}" type="presParOf" srcId="{10217F71-4496-4390-9327-944BB38CD6D3}" destId="{24E63603-ADD7-4AE6-AD18-D8B7DDB77050}" srcOrd="0" destOrd="0" presId="urn:microsoft.com/office/officeart/2005/8/layout/hList9"/>
    <dgm:cxn modelId="{B857BE74-6AA4-4EEE-B0D7-D66AB149E70A}" type="presParOf" srcId="{10217F71-4496-4390-9327-944BB38CD6D3}" destId="{BF93488F-8E52-4711-8513-62622DF38160}" srcOrd="1" destOrd="0" presId="urn:microsoft.com/office/officeart/2005/8/layout/hList9"/>
    <dgm:cxn modelId="{3E245F0A-F3BA-4FD0-85F5-5B622AA838BA}" type="presParOf" srcId="{E8037BD4-14A3-493C-80D5-220C0450FFB1}" destId="{B5FD6DC9-F60C-4AC5-948D-EB24EE60AD76}" srcOrd="7" destOrd="0" presId="urn:microsoft.com/office/officeart/2005/8/layout/hList9"/>
    <dgm:cxn modelId="{5330E434-BA68-4EA5-909D-296FB059622B}" type="presParOf" srcId="{E8037BD4-14A3-493C-80D5-220C0450FFB1}" destId="{BCBDF96B-BFB4-4D3E-AB9F-4FA75949DE66}" srcOrd="8" destOrd="0" presId="urn:microsoft.com/office/officeart/2005/8/layout/hList9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5385FC-53A8-469A-8DE1-BADD11FDE604}" type="doc">
      <dgm:prSet loTypeId="urn:microsoft.com/office/officeart/2005/8/layout/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8E08F1-B446-4FBB-B4C1-DEB955B28910}">
      <dgm:prSet phldrT="[Text]"/>
      <dgm:spPr/>
      <dgm:t>
        <a:bodyPr/>
        <a:lstStyle/>
        <a:p>
          <a:r>
            <a:rPr lang="en-US" dirty="0" err="1"/>
            <a:t>Phân</a:t>
          </a:r>
          <a:r>
            <a:rPr lang="en-US" dirty="0"/>
            <a:t> </a:t>
          </a:r>
          <a:r>
            <a:rPr lang="en-US" dirty="0" err="1"/>
            <a:t>biệt</a:t>
          </a:r>
          <a:r>
            <a:rPr lang="en-US" dirty="0"/>
            <a:t> </a:t>
          </a:r>
          <a:r>
            <a:rPr lang="en-US" dirty="0" err="1"/>
            <a:t>hàng</a:t>
          </a:r>
          <a:r>
            <a:rPr lang="en-US" dirty="0"/>
            <a:t> </a:t>
          </a:r>
          <a:r>
            <a:rPr lang="en-US" dirty="0" err="1"/>
            <a:t>hóa</a:t>
          </a:r>
          <a:r>
            <a:rPr lang="en-US" dirty="0"/>
            <a:t> </a:t>
          </a:r>
          <a:r>
            <a:rPr lang="en-US" dirty="0" err="1"/>
            <a:t>của</a:t>
          </a:r>
          <a:r>
            <a:rPr lang="en-US" dirty="0"/>
            <a:t> </a:t>
          </a:r>
          <a:r>
            <a:rPr lang="en-US" dirty="0" err="1"/>
            <a:t>những</a:t>
          </a:r>
          <a:r>
            <a:rPr lang="en-US" dirty="0"/>
            <a:t> </a:t>
          </a:r>
          <a:r>
            <a:rPr lang="en-US" dirty="0" err="1"/>
            <a:t>nhà</a:t>
          </a:r>
          <a:r>
            <a:rPr lang="en-US" dirty="0"/>
            <a:t> </a:t>
          </a:r>
          <a:r>
            <a:rPr lang="en-US" dirty="0" err="1"/>
            <a:t>sản</a:t>
          </a:r>
          <a:r>
            <a:rPr lang="en-US" dirty="0"/>
            <a:t> </a:t>
          </a:r>
          <a:r>
            <a:rPr lang="en-US" dirty="0" err="1"/>
            <a:t>xuất,bảo</a:t>
          </a:r>
          <a:r>
            <a:rPr lang="en-US" dirty="0"/>
            <a:t> </a:t>
          </a:r>
          <a:r>
            <a:rPr lang="en-US" dirty="0" err="1"/>
            <a:t>vệ</a:t>
          </a:r>
          <a:r>
            <a:rPr lang="en-US" dirty="0"/>
            <a:t> </a:t>
          </a:r>
          <a:r>
            <a:rPr lang="en-US" dirty="0" err="1"/>
            <a:t>quyền</a:t>
          </a:r>
          <a:r>
            <a:rPr lang="en-US" dirty="0"/>
            <a:t> </a:t>
          </a:r>
          <a:r>
            <a:rPr lang="en-US" dirty="0" err="1"/>
            <a:t>lợi</a:t>
          </a:r>
          <a:r>
            <a:rPr lang="en-US" dirty="0"/>
            <a:t> </a:t>
          </a:r>
          <a:r>
            <a:rPr lang="en-US" dirty="0" err="1"/>
            <a:t>người</a:t>
          </a:r>
          <a:r>
            <a:rPr lang="en-US" dirty="0"/>
            <a:t> </a:t>
          </a:r>
          <a:r>
            <a:rPr lang="en-US" dirty="0" err="1"/>
            <a:t>tiêu</a:t>
          </a:r>
          <a:r>
            <a:rPr lang="en-US" dirty="0"/>
            <a:t> </a:t>
          </a:r>
          <a:r>
            <a:rPr lang="en-US" dirty="0" err="1"/>
            <a:t>dùng</a:t>
          </a:r>
          <a:endParaRPr lang="en-US" dirty="0"/>
        </a:p>
      </dgm:t>
    </dgm:pt>
    <dgm:pt modelId="{E97CEC5C-8AFB-4F32-898B-43719D51E50D}" type="parTrans" cxnId="{F98BDBBB-B118-4ADB-BE39-E1611EA6BA9F}">
      <dgm:prSet/>
      <dgm:spPr/>
      <dgm:t>
        <a:bodyPr/>
        <a:lstStyle/>
        <a:p>
          <a:endParaRPr lang="en-US"/>
        </a:p>
      </dgm:t>
    </dgm:pt>
    <dgm:pt modelId="{87EC833C-2C60-458B-8EC0-ABCEB515D238}" type="sibTrans" cxnId="{F98BDBBB-B118-4ADB-BE39-E1611EA6BA9F}">
      <dgm:prSet/>
      <dgm:spPr/>
      <dgm:t>
        <a:bodyPr/>
        <a:lstStyle/>
        <a:p>
          <a:endParaRPr lang="en-US"/>
        </a:p>
      </dgm:t>
    </dgm:pt>
    <dgm:pt modelId="{F514FE3F-6974-44B6-9F51-A50C786E62CA}">
      <dgm:prSet phldrT="[Text]"/>
      <dgm:spPr/>
      <dgm:t>
        <a:bodyPr/>
        <a:lstStyle/>
        <a:p>
          <a:r>
            <a:rPr lang="en-US" dirty="0" err="1"/>
            <a:t>Bảo</a:t>
          </a:r>
          <a:r>
            <a:rPr lang="en-US" dirty="0"/>
            <a:t> </a:t>
          </a:r>
          <a:r>
            <a:rPr lang="en-US" dirty="0" err="1"/>
            <a:t>đảm</a:t>
          </a:r>
          <a:r>
            <a:rPr lang="en-US" dirty="0"/>
            <a:t> </a:t>
          </a:r>
          <a:r>
            <a:rPr lang="en-US" dirty="0" err="1"/>
            <a:t>lợi</a:t>
          </a:r>
          <a:r>
            <a:rPr lang="en-US" dirty="0"/>
            <a:t> </a:t>
          </a:r>
          <a:r>
            <a:rPr lang="en-US" dirty="0" err="1"/>
            <a:t>ích</a:t>
          </a:r>
          <a:r>
            <a:rPr lang="en-US" dirty="0"/>
            <a:t> </a:t>
          </a:r>
          <a:r>
            <a:rPr lang="en-US" dirty="0" err="1"/>
            <a:t>kinh</a:t>
          </a:r>
          <a:r>
            <a:rPr lang="en-US" dirty="0"/>
            <a:t> </a:t>
          </a:r>
          <a:r>
            <a:rPr lang="en-US" dirty="0" err="1"/>
            <a:t>tế</a:t>
          </a:r>
          <a:r>
            <a:rPr lang="en-US" dirty="0"/>
            <a:t> </a:t>
          </a:r>
          <a:r>
            <a:rPr lang="en-US" dirty="0" err="1"/>
            <a:t>của</a:t>
          </a:r>
          <a:r>
            <a:rPr lang="en-US" dirty="0"/>
            <a:t> </a:t>
          </a:r>
          <a:r>
            <a:rPr lang="en-US" dirty="0" err="1"/>
            <a:t>chủ</a:t>
          </a:r>
          <a:r>
            <a:rPr lang="en-US" dirty="0"/>
            <a:t> </a:t>
          </a:r>
          <a:r>
            <a:rPr lang="en-US" dirty="0" err="1"/>
            <a:t>sở</a:t>
          </a:r>
          <a:r>
            <a:rPr lang="en-US" dirty="0"/>
            <a:t> </a:t>
          </a:r>
          <a:r>
            <a:rPr lang="en-US" dirty="0" err="1"/>
            <a:t>hữu</a:t>
          </a:r>
          <a:r>
            <a:rPr lang="en-US" dirty="0"/>
            <a:t> </a:t>
          </a:r>
          <a:r>
            <a:rPr lang="en-US" dirty="0" err="1"/>
            <a:t>nhãn</a:t>
          </a:r>
          <a:r>
            <a:rPr lang="en-US" dirty="0"/>
            <a:t> </a:t>
          </a:r>
          <a:r>
            <a:rPr lang="en-US" dirty="0" err="1"/>
            <a:t>hiệu</a:t>
          </a:r>
          <a:r>
            <a:rPr lang="en-US" dirty="0"/>
            <a:t> </a:t>
          </a:r>
          <a:r>
            <a:rPr lang="en-US" dirty="0" err="1"/>
            <a:t>trong</a:t>
          </a:r>
          <a:r>
            <a:rPr lang="en-US" dirty="0"/>
            <a:t> </a:t>
          </a:r>
          <a:r>
            <a:rPr lang="en-US" dirty="0" err="1"/>
            <a:t>quá</a:t>
          </a:r>
          <a:r>
            <a:rPr lang="en-US" dirty="0"/>
            <a:t> </a:t>
          </a:r>
          <a:r>
            <a:rPr lang="en-US" dirty="0" err="1"/>
            <a:t>trình</a:t>
          </a:r>
          <a:r>
            <a:rPr lang="en-US" dirty="0"/>
            <a:t> </a:t>
          </a:r>
          <a:r>
            <a:rPr lang="en-US" dirty="0" err="1"/>
            <a:t>khai</a:t>
          </a:r>
          <a:r>
            <a:rPr lang="en-US" dirty="0"/>
            <a:t> </a:t>
          </a:r>
          <a:r>
            <a:rPr lang="en-US" dirty="0" err="1"/>
            <a:t>thác</a:t>
          </a:r>
          <a:r>
            <a:rPr lang="en-US" dirty="0"/>
            <a:t> </a:t>
          </a:r>
          <a:r>
            <a:rPr lang="en-US" dirty="0" err="1"/>
            <a:t>nhãn</a:t>
          </a:r>
          <a:r>
            <a:rPr lang="en-US" dirty="0"/>
            <a:t> </a:t>
          </a:r>
          <a:r>
            <a:rPr lang="en-US" dirty="0" err="1"/>
            <a:t>hiệu</a:t>
          </a:r>
          <a:endParaRPr lang="en-US" dirty="0"/>
        </a:p>
      </dgm:t>
    </dgm:pt>
    <dgm:pt modelId="{40F472E4-BAB3-41BD-89C1-48AE2D878D6E}" type="parTrans" cxnId="{AA612A8A-6250-41EB-894B-917ED4244911}">
      <dgm:prSet/>
      <dgm:spPr/>
      <dgm:t>
        <a:bodyPr/>
        <a:lstStyle/>
        <a:p>
          <a:endParaRPr lang="en-US"/>
        </a:p>
      </dgm:t>
    </dgm:pt>
    <dgm:pt modelId="{D3285D1C-A6B2-4F9D-86E4-4BD91144631B}" type="sibTrans" cxnId="{AA612A8A-6250-41EB-894B-917ED4244911}">
      <dgm:prSet/>
      <dgm:spPr/>
      <dgm:t>
        <a:bodyPr/>
        <a:lstStyle/>
        <a:p>
          <a:endParaRPr lang="en-US"/>
        </a:p>
      </dgm:t>
    </dgm:pt>
    <dgm:pt modelId="{CABA2E00-4F3F-4D76-9BF9-F7760A19E8B9}">
      <dgm:prSet phldrT="[Text]"/>
      <dgm:spPr/>
      <dgm:t>
        <a:bodyPr/>
        <a:lstStyle/>
        <a:p>
          <a:r>
            <a:rPr lang="en-US" dirty="0" err="1"/>
            <a:t>Ngăn</a:t>
          </a:r>
          <a:r>
            <a:rPr lang="en-US" dirty="0"/>
            <a:t> </a:t>
          </a:r>
          <a:r>
            <a:rPr lang="en-US" dirty="0" err="1"/>
            <a:t>chặn</a:t>
          </a:r>
          <a:r>
            <a:rPr lang="en-US" dirty="0"/>
            <a:t> </a:t>
          </a:r>
          <a:r>
            <a:rPr lang="en-US" dirty="0" err="1"/>
            <a:t>hành</a:t>
          </a:r>
          <a:r>
            <a:rPr lang="en-US" dirty="0"/>
            <a:t> vi </a:t>
          </a:r>
          <a:r>
            <a:rPr lang="en-US" dirty="0" err="1"/>
            <a:t>cạnh</a:t>
          </a:r>
          <a:r>
            <a:rPr lang="en-US" dirty="0"/>
            <a:t> </a:t>
          </a:r>
          <a:r>
            <a:rPr lang="en-US" dirty="0" err="1"/>
            <a:t>tranh</a:t>
          </a:r>
          <a:r>
            <a:rPr lang="en-US" dirty="0"/>
            <a:t> </a:t>
          </a:r>
          <a:r>
            <a:rPr lang="en-US" dirty="0" err="1"/>
            <a:t>không</a:t>
          </a:r>
          <a:r>
            <a:rPr lang="en-US" dirty="0"/>
            <a:t> </a:t>
          </a:r>
          <a:r>
            <a:rPr lang="en-US" dirty="0" err="1"/>
            <a:t>lành</a:t>
          </a:r>
          <a:r>
            <a:rPr lang="en-US" dirty="0"/>
            <a:t> </a:t>
          </a:r>
          <a:r>
            <a:rPr lang="en-US" dirty="0" err="1"/>
            <a:t>mạnh</a:t>
          </a:r>
          <a:r>
            <a:rPr lang="en-US" dirty="0"/>
            <a:t> </a:t>
          </a:r>
          <a:r>
            <a:rPr lang="en-US" dirty="0" err="1"/>
            <a:t>của</a:t>
          </a:r>
          <a:r>
            <a:rPr lang="en-US" dirty="0"/>
            <a:t> </a:t>
          </a:r>
          <a:r>
            <a:rPr lang="en-US" dirty="0" err="1"/>
            <a:t>đối</a:t>
          </a:r>
          <a:r>
            <a:rPr lang="en-US" dirty="0"/>
            <a:t> </a:t>
          </a:r>
          <a:r>
            <a:rPr lang="en-US" dirty="0" err="1"/>
            <a:t>thủ</a:t>
          </a:r>
          <a:r>
            <a:rPr lang="en-US" dirty="0"/>
            <a:t> </a:t>
          </a:r>
          <a:r>
            <a:rPr lang="en-US" dirty="0" err="1"/>
            <a:t>cạnh</a:t>
          </a:r>
          <a:r>
            <a:rPr lang="en-US" dirty="0"/>
            <a:t> </a:t>
          </a:r>
          <a:r>
            <a:rPr lang="en-US" dirty="0" err="1"/>
            <a:t>tranh</a:t>
          </a:r>
          <a:r>
            <a:rPr lang="en-US" dirty="0"/>
            <a:t>. </a:t>
          </a:r>
        </a:p>
      </dgm:t>
    </dgm:pt>
    <dgm:pt modelId="{5D9817A7-07F7-490C-9832-B873193066B7}" type="parTrans" cxnId="{08A58B0D-917E-4A69-AEFA-7D78FC9B363C}">
      <dgm:prSet/>
      <dgm:spPr/>
      <dgm:t>
        <a:bodyPr/>
        <a:lstStyle/>
        <a:p>
          <a:endParaRPr lang="en-US"/>
        </a:p>
      </dgm:t>
    </dgm:pt>
    <dgm:pt modelId="{0B721F64-883E-4653-8966-EC04CD3C5D48}" type="sibTrans" cxnId="{08A58B0D-917E-4A69-AEFA-7D78FC9B363C}">
      <dgm:prSet/>
      <dgm:spPr/>
      <dgm:t>
        <a:bodyPr/>
        <a:lstStyle/>
        <a:p>
          <a:endParaRPr lang="en-US"/>
        </a:p>
      </dgm:t>
    </dgm:pt>
    <dgm:pt modelId="{9B809F17-3DE7-4954-9B6A-CDE8DAEF2B8B}" type="pres">
      <dgm:prSet presAssocID="{5E5385FC-53A8-469A-8DE1-BADD11FDE60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F5DBC6E-23A1-44B3-8F6D-BE8B622122EC}" type="pres">
      <dgm:prSet presAssocID="{238E08F1-B446-4FBB-B4C1-DEB955B28910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7E7D3E-C9AA-441E-927E-29D112AAB3F7}" type="pres">
      <dgm:prSet presAssocID="{87EC833C-2C60-458B-8EC0-ABCEB515D238}" presName="sibTrans" presStyleLbl="sibTrans2D1" presStyleIdx="0" presStyleCnt="2"/>
      <dgm:spPr/>
      <dgm:t>
        <a:bodyPr/>
        <a:lstStyle/>
        <a:p>
          <a:endParaRPr lang="en-US"/>
        </a:p>
      </dgm:t>
    </dgm:pt>
    <dgm:pt modelId="{7F6F49C1-20DD-4412-B810-4C65AFF37794}" type="pres">
      <dgm:prSet presAssocID="{87EC833C-2C60-458B-8EC0-ABCEB515D238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C70F2CDE-0794-423D-B327-F61EAC6216AF}" type="pres">
      <dgm:prSet presAssocID="{F514FE3F-6974-44B6-9F51-A50C786E62CA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DD6C6-4800-4FD6-AA73-FE58E751FAE1}" type="pres">
      <dgm:prSet presAssocID="{D3285D1C-A6B2-4F9D-86E4-4BD91144631B}" presName="sibTrans" presStyleLbl="sibTrans2D1" presStyleIdx="1" presStyleCnt="2"/>
      <dgm:spPr/>
      <dgm:t>
        <a:bodyPr/>
        <a:lstStyle/>
        <a:p>
          <a:endParaRPr lang="en-US"/>
        </a:p>
      </dgm:t>
    </dgm:pt>
    <dgm:pt modelId="{0609CDCC-FD9E-47F7-BB1B-BF1DC6DAE780}" type="pres">
      <dgm:prSet presAssocID="{D3285D1C-A6B2-4F9D-86E4-4BD91144631B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D76F6484-A63C-4CBA-BC80-7BF9825384E0}" type="pres">
      <dgm:prSet presAssocID="{CABA2E00-4F3F-4D76-9BF9-F7760A19E8B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A612A8A-6250-41EB-894B-917ED4244911}" srcId="{5E5385FC-53A8-469A-8DE1-BADD11FDE604}" destId="{F514FE3F-6974-44B6-9F51-A50C786E62CA}" srcOrd="1" destOrd="0" parTransId="{40F472E4-BAB3-41BD-89C1-48AE2D878D6E}" sibTransId="{D3285D1C-A6B2-4F9D-86E4-4BD91144631B}"/>
    <dgm:cxn modelId="{34DFC503-7F75-41D4-B466-D7AF0C0887CE}" type="presOf" srcId="{87EC833C-2C60-458B-8EC0-ABCEB515D238}" destId="{7F6F49C1-20DD-4412-B810-4C65AFF37794}" srcOrd="1" destOrd="0" presId="urn:microsoft.com/office/officeart/2005/8/layout/process5"/>
    <dgm:cxn modelId="{FC5BB199-2C61-44F9-AC46-118696F8C345}" type="presOf" srcId="{CABA2E00-4F3F-4D76-9BF9-F7760A19E8B9}" destId="{D76F6484-A63C-4CBA-BC80-7BF9825384E0}" srcOrd="0" destOrd="0" presId="urn:microsoft.com/office/officeart/2005/8/layout/process5"/>
    <dgm:cxn modelId="{0BD6C683-DD6A-4BDB-BBCF-61730267FF83}" type="presOf" srcId="{238E08F1-B446-4FBB-B4C1-DEB955B28910}" destId="{EF5DBC6E-23A1-44B3-8F6D-BE8B622122EC}" srcOrd="0" destOrd="0" presId="urn:microsoft.com/office/officeart/2005/8/layout/process5"/>
    <dgm:cxn modelId="{F4D0626B-F04D-4C81-B7B6-7E90E93DC6B5}" type="presOf" srcId="{D3285D1C-A6B2-4F9D-86E4-4BD91144631B}" destId="{A44DD6C6-4800-4FD6-AA73-FE58E751FAE1}" srcOrd="0" destOrd="0" presId="urn:microsoft.com/office/officeart/2005/8/layout/process5"/>
    <dgm:cxn modelId="{F2DC94FA-F755-4993-9184-196A5AD9DF62}" type="presOf" srcId="{F514FE3F-6974-44B6-9F51-A50C786E62CA}" destId="{C70F2CDE-0794-423D-B327-F61EAC6216AF}" srcOrd="0" destOrd="0" presId="urn:microsoft.com/office/officeart/2005/8/layout/process5"/>
    <dgm:cxn modelId="{A9E69BB3-F308-4930-9BA2-FDC375AA9F41}" type="presOf" srcId="{5E5385FC-53A8-469A-8DE1-BADD11FDE604}" destId="{9B809F17-3DE7-4954-9B6A-CDE8DAEF2B8B}" srcOrd="0" destOrd="0" presId="urn:microsoft.com/office/officeart/2005/8/layout/process5"/>
    <dgm:cxn modelId="{F98BDBBB-B118-4ADB-BE39-E1611EA6BA9F}" srcId="{5E5385FC-53A8-469A-8DE1-BADD11FDE604}" destId="{238E08F1-B446-4FBB-B4C1-DEB955B28910}" srcOrd="0" destOrd="0" parTransId="{E97CEC5C-8AFB-4F32-898B-43719D51E50D}" sibTransId="{87EC833C-2C60-458B-8EC0-ABCEB515D238}"/>
    <dgm:cxn modelId="{ACD1C953-13B4-4E68-A419-CB6631743CBF}" type="presOf" srcId="{D3285D1C-A6B2-4F9D-86E4-4BD91144631B}" destId="{0609CDCC-FD9E-47F7-BB1B-BF1DC6DAE780}" srcOrd="1" destOrd="0" presId="urn:microsoft.com/office/officeart/2005/8/layout/process5"/>
    <dgm:cxn modelId="{08A58B0D-917E-4A69-AEFA-7D78FC9B363C}" srcId="{5E5385FC-53A8-469A-8DE1-BADD11FDE604}" destId="{CABA2E00-4F3F-4D76-9BF9-F7760A19E8B9}" srcOrd="2" destOrd="0" parTransId="{5D9817A7-07F7-490C-9832-B873193066B7}" sibTransId="{0B721F64-883E-4653-8966-EC04CD3C5D48}"/>
    <dgm:cxn modelId="{94562D55-609D-4D12-B117-9EF2356F48D7}" type="presOf" srcId="{87EC833C-2C60-458B-8EC0-ABCEB515D238}" destId="{A27E7D3E-C9AA-441E-927E-29D112AAB3F7}" srcOrd="0" destOrd="0" presId="urn:microsoft.com/office/officeart/2005/8/layout/process5"/>
    <dgm:cxn modelId="{B1B1ABD1-107A-40AF-9A7A-84B8F8F4239B}" type="presParOf" srcId="{9B809F17-3DE7-4954-9B6A-CDE8DAEF2B8B}" destId="{EF5DBC6E-23A1-44B3-8F6D-BE8B622122EC}" srcOrd="0" destOrd="0" presId="urn:microsoft.com/office/officeart/2005/8/layout/process5"/>
    <dgm:cxn modelId="{C386AA47-BC23-4E14-995C-B29962101FE7}" type="presParOf" srcId="{9B809F17-3DE7-4954-9B6A-CDE8DAEF2B8B}" destId="{A27E7D3E-C9AA-441E-927E-29D112AAB3F7}" srcOrd="1" destOrd="0" presId="urn:microsoft.com/office/officeart/2005/8/layout/process5"/>
    <dgm:cxn modelId="{4CA7BE68-CE63-4123-9301-1E4E74FFCD43}" type="presParOf" srcId="{A27E7D3E-C9AA-441E-927E-29D112AAB3F7}" destId="{7F6F49C1-20DD-4412-B810-4C65AFF37794}" srcOrd="0" destOrd="0" presId="urn:microsoft.com/office/officeart/2005/8/layout/process5"/>
    <dgm:cxn modelId="{B0140E9B-4BCF-497E-B397-A04D5BE6541F}" type="presParOf" srcId="{9B809F17-3DE7-4954-9B6A-CDE8DAEF2B8B}" destId="{C70F2CDE-0794-423D-B327-F61EAC6216AF}" srcOrd="2" destOrd="0" presId="urn:microsoft.com/office/officeart/2005/8/layout/process5"/>
    <dgm:cxn modelId="{510FB86D-0D26-4C21-A7D0-2411ED365AB2}" type="presParOf" srcId="{9B809F17-3DE7-4954-9B6A-CDE8DAEF2B8B}" destId="{A44DD6C6-4800-4FD6-AA73-FE58E751FAE1}" srcOrd="3" destOrd="0" presId="urn:microsoft.com/office/officeart/2005/8/layout/process5"/>
    <dgm:cxn modelId="{9E20E42B-626A-4562-8A70-AE01EA2432C2}" type="presParOf" srcId="{A44DD6C6-4800-4FD6-AA73-FE58E751FAE1}" destId="{0609CDCC-FD9E-47F7-BB1B-BF1DC6DAE780}" srcOrd="0" destOrd="0" presId="urn:microsoft.com/office/officeart/2005/8/layout/process5"/>
    <dgm:cxn modelId="{814FA4B4-EEC1-467B-BED6-E9130172767E}" type="presParOf" srcId="{9B809F17-3DE7-4954-9B6A-CDE8DAEF2B8B}" destId="{D76F6484-A63C-4CBA-BC80-7BF9825384E0}" srcOrd="4" destOrd="0" presId="urn:microsoft.com/office/officeart/2005/8/layout/process5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741D1-173B-4F71-A536-C7F03664C6A9}">
      <dsp:nvSpPr>
        <dsp:cNvPr id="0" name=""/>
        <dsp:cNvSpPr/>
      </dsp:nvSpPr>
      <dsp:spPr>
        <a:xfrm>
          <a:off x="460905" y="1046"/>
          <a:ext cx="3479899" cy="2087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Tài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sản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trí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tuệ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là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những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thành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quả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sáng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tạo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của</a:t>
          </a:r>
          <a:r>
            <a:rPr lang="en-US" sz="1800" kern="1200" dirty="0">
              <a:solidFill>
                <a:schemeClr val="tx1"/>
              </a:solidFill>
            </a:rPr>
            <a:t> con </a:t>
          </a:r>
          <a:r>
            <a:rPr lang="en-US" sz="1800" kern="1200" dirty="0" err="1">
              <a:solidFill>
                <a:schemeClr val="tx1"/>
              </a:solidFill>
            </a:rPr>
            <a:t>người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như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các</a:t>
          </a:r>
          <a:r>
            <a:rPr lang="en-US" sz="1800" kern="1200" dirty="0">
              <a:solidFill>
                <a:schemeClr val="tx1"/>
              </a:solidFill>
            </a:rPr>
            <a:t> ý </a:t>
          </a:r>
          <a:r>
            <a:rPr lang="en-US" sz="1800" kern="1200" dirty="0" err="1">
              <a:solidFill>
                <a:schemeClr val="tx1"/>
              </a:solidFill>
            </a:rPr>
            <a:t>tưởng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sáng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chế</a:t>
          </a:r>
          <a:r>
            <a:rPr lang="en-US" sz="1800" kern="1200" dirty="0">
              <a:solidFill>
                <a:schemeClr val="tx1"/>
              </a:solidFill>
            </a:rPr>
            <a:t>, </a:t>
          </a:r>
          <a:r>
            <a:rPr lang="en-US" sz="1800" kern="1200" dirty="0" err="1">
              <a:solidFill>
                <a:schemeClr val="tx1"/>
              </a:solidFill>
            </a:rPr>
            <a:t>công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nghệ</a:t>
          </a:r>
          <a:r>
            <a:rPr lang="en-US" sz="1800" kern="1200" dirty="0">
              <a:solidFill>
                <a:schemeClr val="tx1"/>
              </a:solidFill>
            </a:rPr>
            <a:t>, </a:t>
          </a:r>
          <a:r>
            <a:rPr lang="en-US" sz="1800" kern="1200" dirty="0" err="1">
              <a:solidFill>
                <a:schemeClr val="tx1"/>
              </a:solidFill>
            </a:rPr>
            <a:t>các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tác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phẩm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văn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học</a:t>
          </a:r>
          <a:r>
            <a:rPr lang="en-US" sz="1800" kern="1200" dirty="0">
              <a:solidFill>
                <a:schemeClr val="tx1"/>
              </a:solidFill>
            </a:rPr>
            <a:t>, </a:t>
          </a:r>
          <a:r>
            <a:rPr lang="en-US" sz="1800" kern="1200" dirty="0" err="1">
              <a:solidFill>
                <a:schemeClr val="tx1"/>
              </a:solidFill>
            </a:rPr>
            <a:t>nghệ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thuật</a:t>
          </a:r>
          <a:r>
            <a:rPr lang="en-US" sz="1800" kern="1200" dirty="0">
              <a:solidFill>
                <a:schemeClr val="tx1"/>
              </a:solidFill>
            </a:rPr>
            <a:t>, </a:t>
          </a:r>
          <a:r>
            <a:rPr lang="en-US" sz="1800" kern="1200" dirty="0" err="1">
              <a:solidFill>
                <a:schemeClr val="tx1"/>
              </a:solidFill>
            </a:rPr>
            <a:t>khoa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học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460905" y="1046"/>
        <a:ext cx="3479899" cy="2087939"/>
      </dsp:txXfrm>
    </dsp:sp>
    <dsp:sp modelId="{0D221D3C-412D-46E8-94F6-16E967C16E52}">
      <dsp:nvSpPr>
        <dsp:cNvPr id="0" name=""/>
        <dsp:cNvSpPr/>
      </dsp:nvSpPr>
      <dsp:spPr>
        <a:xfrm>
          <a:off x="4288794" y="1046"/>
          <a:ext cx="3479899" cy="2087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Sở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hữu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trí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tuệ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là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các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quyền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hợp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pháp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đối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với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tài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sản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trí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tuệ</a:t>
          </a:r>
          <a:r>
            <a:rPr lang="en-US" sz="1800" kern="1200" dirty="0">
              <a:solidFill>
                <a:schemeClr val="tx1"/>
              </a:solidFill>
            </a:rPr>
            <a:t>. </a:t>
          </a:r>
          <a:r>
            <a:rPr lang="en-US" sz="1800" kern="1200" dirty="0" err="1">
              <a:solidFill>
                <a:schemeClr val="tx1"/>
              </a:solidFill>
            </a:rPr>
            <a:t>Các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quyền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này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được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luật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pháp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thừa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nhận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nên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được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gọi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là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quyền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sở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hữu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trí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tuệ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4288794" y="1046"/>
        <a:ext cx="3479899" cy="2087939"/>
      </dsp:txXfrm>
    </dsp:sp>
    <dsp:sp modelId="{E94C603A-753C-4F9D-8512-949D60695DAF}">
      <dsp:nvSpPr>
        <dsp:cNvPr id="0" name=""/>
        <dsp:cNvSpPr/>
      </dsp:nvSpPr>
      <dsp:spPr>
        <a:xfrm>
          <a:off x="2374850" y="2436975"/>
          <a:ext cx="3479899" cy="20879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Quyền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sở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hữu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trí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tuệ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là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quyền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của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tổ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chức</a:t>
          </a:r>
          <a:r>
            <a:rPr lang="en-US" sz="1800" kern="1200" dirty="0">
              <a:solidFill>
                <a:schemeClr val="tx1"/>
              </a:solidFill>
            </a:rPr>
            <a:t>, </a:t>
          </a:r>
          <a:r>
            <a:rPr lang="en-US" sz="1800" kern="1200" dirty="0" err="1">
              <a:solidFill>
                <a:schemeClr val="tx1"/>
              </a:solidFill>
            </a:rPr>
            <a:t>cá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nhân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đối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với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tài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sản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trí</a:t>
          </a:r>
          <a:r>
            <a:rPr lang="en-US" sz="1800" kern="1200" dirty="0">
              <a:solidFill>
                <a:schemeClr val="tx1"/>
              </a:solidFill>
            </a:rPr>
            <a:t> </a:t>
          </a:r>
          <a:r>
            <a:rPr lang="en-US" sz="1800" kern="1200" dirty="0" err="1">
              <a:solidFill>
                <a:schemeClr val="tx1"/>
              </a:solidFill>
            </a:rPr>
            <a:t>tuệ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2374850" y="2436975"/>
        <a:ext cx="3479899" cy="20879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DCCA6-AF72-4F87-AB4D-FE503F214974}">
      <dsp:nvSpPr>
        <dsp:cNvPr id="0" name=""/>
        <dsp:cNvSpPr/>
      </dsp:nvSpPr>
      <dsp:spPr>
        <a:xfrm>
          <a:off x="0" y="42864"/>
          <a:ext cx="3711981" cy="22177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Quyền</a:t>
          </a:r>
          <a:r>
            <a:rPr lang="en-US" sz="1400" kern="1200" dirty="0"/>
            <a:t> </a:t>
          </a:r>
          <a:r>
            <a:rPr lang="en-US" sz="1400" kern="1200" dirty="0" err="1"/>
            <a:t>đặt</a:t>
          </a:r>
          <a:r>
            <a:rPr lang="en-US" sz="1400" kern="1200" dirty="0"/>
            <a:t> </a:t>
          </a:r>
          <a:r>
            <a:rPr lang="en-US" sz="1400" kern="1200" dirty="0" err="1"/>
            <a:t>tên</a:t>
          </a:r>
          <a:r>
            <a:rPr lang="en-US" sz="1400" kern="1200" dirty="0"/>
            <a:t> </a:t>
          </a:r>
          <a:r>
            <a:rPr lang="en-US" sz="1400" kern="1200" dirty="0" err="1"/>
            <a:t>cho</a:t>
          </a:r>
          <a:r>
            <a:rPr lang="en-US" sz="1400" kern="1200" dirty="0"/>
            <a:t> </a:t>
          </a:r>
          <a:r>
            <a:rPr lang="en-US" sz="1400" kern="1200" dirty="0" err="1"/>
            <a:t>tác</a:t>
          </a:r>
          <a:r>
            <a:rPr lang="en-US" sz="1400" kern="1200" dirty="0"/>
            <a:t> </a:t>
          </a:r>
          <a:r>
            <a:rPr lang="en-US" sz="1400" kern="1200" dirty="0" err="1"/>
            <a:t>phẩm</a:t>
          </a:r>
          <a:r>
            <a:rPr lang="en-US" sz="1400" kern="1200" dirty="0"/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Đứng</a:t>
          </a:r>
          <a:r>
            <a:rPr lang="en-US" sz="1400" kern="1200" dirty="0"/>
            <a:t> </a:t>
          </a:r>
          <a:r>
            <a:rPr lang="en-US" sz="1400" kern="1200" dirty="0" err="1"/>
            <a:t>tên</a:t>
          </a:r>
          <a:r>
            <a:rPr lang="en-US" sz="1400" kern="1200" dirty="0"/>
            <a:t> </a:t>
          </a:r>
          <a:r>
            <a:rPr lang="en-US" sz="1400" kern="1200" dirty="0" err="1"/>
            <a:t>tác</a:t>
          </a:r>
          <a:r>
            <a:rPr lang="en-US" sz="1400" kern="1200" dirty="0"/>
            <a:t> </a:t>
          </a:r>
          <a:r>
            <a:rPr lang="en-US" sz="1400" kern="1200" dirty="0" err="1"/>
            <a:t>giả</a:t>
          </a:r>
          <a:r>
            <a:rPr lang="en-US" sz="1400" kern="1200" dirty="0"/>
            <a:t> </a:t>
          </a:r>
          <a:r>
            <a:rPr lang="en-US" sz="1400" kern="1200" dirty="0" err="1"/>
            <a:t>đối</a:t>
          </a:r>
          <a:r>
            <a:rPr lang="en-US" sz="1400" kern="1200" dirty="0"/>
            <a:t> </a:t>
          </a:r>
          <a:r>
            <a:rPr lang="en-US" sz="1400" kern="1200" dirty="0" err="1"/>
            <a:t>với</a:t>
          </a:r>
          <a:r>
            <a:rPr lang="en-US" sz="1400" kern="1200" dirty="0"/>
            <a:t> </a:t>
          </a:r>
          <a:r>
            <a:rPr lang="en-US" sz="1400" kern="1200" dirty="0" err="1"/>
            <a:t>tác</a:t>
          </a:r>
          <a:r>
            <a:rPr lang="en-US" sz="1400" kern="1200" dirty="0"/>
            <a:t> </a:t>
          </a:r>
          <a:r>
            <a:rPr lang="en-US" sz="1400" kern="1200" dirty="0" err="1"/>
            <a:t>phẩm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Bảo</a:t>
          </a:r>
          <a:r>
            <a:rPr lang="en-US" sz="1400" kern="1200" dirty="0"/>
            <a:t> </a:t>
          </a:r>
          <a:r>
            <a:rPr lang="en-US" sz="1400" kern="1200" dirty="0" err="1"/>
            <a:t>vệ</a:t>
          </a:r>
          <a:r>
            <a:rPr lang="en-US" sz="1400" kern="1200" dirty="0"/>
            <a:t> </a:t>
          </a:r>
          <a:r>
            <a:rPr lang="en-US" sz="1400" kern="1200" dirty="0" err="1"/>
            <a:t>sự</a:t>
          </a:r>
          <a:r>
            <a:rPr lang="en-US" sz="1400" kern="1200" dirty="0"/>
            <a:t> </a:t>
          </a:r>
          <a:r>
            <a:rPr lang="en-US" sz="1400" kern="1200" dirty="0" err="1"/>
            <a:t>toàn</a:t>
          </a:r>
          <a:r>
            <a:rPr lang="en-US" sz="1400" kern="1200" dirty="0"/>
            <a:t> </a:t>
          </a:r>
          <a:r>
            <a:rPr lang="en-US" sz="1400" kern="1200" dirty="0" err="1"/>
            <a:t>vẹn</a:t>
          </a:r>
          <a:r>
            <a:rPr lang="en-US" sz="1400" kern="1200" dirty="0"/>
            <a:t> </a:t>
          </a:r>
          <a:r>
            <a:rPr lang="en-US" sz="1400" kern="1200" dirty="0" err="1"/>
            <a:t>của</a:t>
          </a:r>
          <a:r>
            <a:rPr lang="en-US" sz="1400" kern="1200" dirty="0"/>
            <a:t> </a:t>
          </a:r>
          <a:r>
            <a:rPr lang="en-US" sz="1400" kern="1200" dirty="0" err="1"/>
            <a:t>tác</a:t>
          </a:r>
          <a:r>
            <a:rPr lang="en-US" sz="1400" kern="1200" dirty="0"/>
            <a:t> </a:t>
          </a:r>
          <a:r>
            <a:rPr lang="en-US" sz="1400" kern="1200" dirty="0" err="1"/>
            <a:t>phẩm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Công</a:t>
          </a:r>
          <a:r>
            <a:rPr lang="en-US" sz="1400" kern="1200" dirty="0"/>
            <a:t> </a:t>
          </a:r>
          <a:r>
            <a:rPr lang="en-US" sz="1400" kern="1200" dirty="0" err="1"/>
            <a:t>bố</a:t>
          </a:r>
          <a:r>
            <a:rPr lang="en-US" sz="1400" kern="1200" dirty="0"/>
            <a:t> </a:t>
          </a:r>
          <a:r>
            <a:rPr lang="en-US" sz="1400" kern="1200" dirty="0" err="1"/>
            <a:t>hoặc</a:t>
          </a:r>
          <a:r>
            <a:rPr lang="en-US" sz="1400" kern="1200" dirty="0"/>
            <a:t> </a:t>
          </a:r>
          <a:r>
            <a:rPr lang="en-US" sz="1400" kern="1200" dirty="0" err="1"/>
            <a:t>cho</a:t>
          </a:r>
          <a:r>
            <a:rPr lang="en-US" sz="1400" kern="1200" dirty="0"/>
            <a:t> </a:t>
          </a:r>
          <a:r>
            <a:rPr lang="en-US" sz="1400" kern="1200" dirty="0" err="1"/>
            <a:t>người</a:t>
          </a:r>
          <a:r>
            <a:rPr lang="en-US" sz="1400" kern="1200" dirty="0"/>
            <a:t> </a:t>
          </a:r>
          <a:r>
            <a:rPr lang="en-US" sz="1400" kern="1200" dirty="0" err="1"/>
            <a:t>khác</a:t>
          </a:r>
          <a:r>
            <a:rPr lang="en-US" sz="1400" kern="1200" dirty="0"/>
            <a:t> </a:t>
          </a:r>
          <a:r>
            <a:rPr lang="en-US" sz="1400" kern="1200" dirty="0" err="1"/>
            <a:t>công</a:t>
          </a:r>
          <a:r>
            <a:rPr lang="en-US" sz="1400" kern="1200" dirty="0"/>
            <a:t> </a:t>
          </a:r>
          <a:r>
            <a:rPr lang="en-US" sz="1400" kern="1200" dirty="0" err="1"/>
            <a:t>bố</a:t>
          </a:r>
          <a:r>
            <a:rPr lang="en-US" sz="1400" kern="1200" dirty="0"/>
            <a:t> </a:t>
          </a:r>
          <a:r>
            <a:rPr lang="en-US" sz="1400" kern="1200" dirty="0" err="1"/>
            <a:t>tác</a:t>
          </a:r>
          <a:r>
            <a:rPr lang="en-US" sz="1400" kern="1200" dirty="0"/>
            <a:t> </a:t>
          </a:r>
          <a:r>
            <a:rPr lang="en-US" sz="1400" kern="1200" dirty="0" err="1"/>
            <a:t>phẩm</a:t>
          </a:r>
          <a:r>
            <a:rPr lang="en-US" sz="1400" kern="1200" dirty="0"/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/>
            <a:t>Quyền</a:t>
          </a:r>
          <a:r>
            <a:rPr lang="en-US" sz="1400" kern="1200" dirty="0"/>
            <a:t> </a:t>
          </a:r>
          <a:r>
            <a:rPr lang="en-US" sz="1400" kern="1200" dirty="0" err="1"/>
            <a:t>nhân</a:t>
          </a:r>
          <a:r>
            <a:rPr lang="en-US" sz="1400" kern="1200" dirty="0"/>
            <a:t> </a:t>
          </a:r>
          <a:r>
            <a:rPr lang="en-US" sz="1400" kern="1200" dirty="0" err="1"/>
            <a:t>thân</a:t>
          </a:r>
          <a:r>
            <a:rPr lang="en-US" sz="1400" kern="1200" dirty="0"/>
            <a:t> </a:t>
          </a:r>
          <a:r>
            <a:rPr lang="en-US" sz="1400" kern="1200" dirty="0" err="1"/>
            <a:t>được</a:t>
          </a:r>
          <a:r>
            <a:rPr lang="en-US" sz="1400" kern="1200" dirty="0"/>
            <a:t> </a:t>
          </a:r>
          <a:r>
            <a:rPr lang="en-US" sz="1400" kern="1200" dirty="0" err="1"/>
            <a:t>bảo</a:t>
          </a:r>
          <a:r>
            <a:rPr lang="en-US" sz="1400" kern="1200" dirty="0"/>
            <a:t> </a:t>
          </a:r>
          <a:r>
            <a:rPr lang="en-US" sz="1400" kern="1200" dirty="0" err="1"/>
            <a:t>hộ</a:t>
          </a:r>
          <a:r>
            <a:rPr lang="en-US" sz="1400" kern="1200" dirty="0"/>
            <a:t> </a:t>
          </a:r>
          <a:r>
            <a:rPr lang="en-US" sz="1400" kern="1200" dirty="0" err="1"/>
            <a:t>vô</a:t>
          </a:r>
          <a:r>
            <a:rPr lang="en-US" sz="1400" kern="1200" dirty="0"/>
            <a:t> </a:t>
          </a:r>
          <a:r>
            <a:rPr lang="en-US" sz="1400" kern="1200" dirty="0" err="1"/>
            <a:t>thời</a:t>
          </a:r>
          <a:r>
            <a:rPr lang="en-US" sz="1400" kern="1200" dirty="0"/>
            <a:t> </a:t>
          </a:r>
          <a:r>
            <a:rPr lang="en-US" sz="1400" kern="1200" dirty="0" err="1"/>
            <a:t>hạn</a:t>
          </a:r>
          <a:r>
            <a:rPr lang="en-US" sz="1400" kern="1200" dirty="0"/>
            <a:t> </a:t>
          </a:r>
          <a:r>
            <a:rPr lang="en-US" sz="1400" kern="1200" dirty="0" err="1"/>
            <a:t>trừ</a:t>
          </a:r>
          <a:r>
            <a:rPr lang="en-US" sz="1400" kern="1200" dirty="0"/>
            <a:t> </a:t>
          </a:r>
          <a:r>
            <a:rPr lang="en-US" sz="1400" kern="1200" dirty="0" err="1"/>
            <a:t>quyề</a:t>
          </a:r>
          <a:r>
            <a:rPr lang="en-US" sz="1400" kern="1200" dirty="0"/>
            <a:t> </a:t>
          </a:r>
          <a:r>
            <a:rPr lang="en-US" sz="1400" kern="1200" dirty="0" err="1"/>
            <a:t>công</a:t>
          </a:r>
          <a:r>
            <a:rPr lang="en-US" sz="1400" kern="1200" dirty="0"/>
            <a:t> </a:t>
          </a:r>
          <a:r>
            <a:rPr lang="en-US" sz="1400" kern="1200" dirty="0" err="1"/>
            <a:t>bố</a:t>
          </a:r>
          <a:r>
            <a:rPr lang="en-US" sz="1400" kern="1200" dirty="0"/>
            <a:t> </a:t>
          </a:r>
          <a:r>
            <a:rPr lang="en-US" sz="1400" kern="1200" dirty="0" err="1"/>
            <a:t>tác</a:t>
          </a:r>
          <a:r>
            <a:rPr lang="en-US" sz="1400" kern="1200" dirty="0"/>
            <a:t> </a:t>
          </a:r>
          <a:r>
            <a:rPr lang="en-US" sz="1400" kern="1200" dirty="0" err="1"/>
            <a:t>phẩm</a:t>
          </a:r>
          <a:r>
            <a:rPr lang="en-US" sz="1400" kern="1200" dirty="0"/>
            <a:t> </a:t>
          </a:r>
        </a:p>
      </dsp:txBody>
      <dsp:txXfrm>
        <a:off x="51036" y="93900"/>
        <a:ext cx="3609909" cy="1640423"/>
      </dsp:txXfrm>
    </dsp:sp>
    <dsp:sp modelId="{F6F7443E-58AE-4A1D-936C-929AA229A90A}">
      <dsp:nvSpPr>
        <dsp:cNvPr id="0" name=""/>
        <dsp:cNvSpPr/>
      </dsp:nvSpPr>
      <dsp:spPr>
        <a:xfrm>
          <a:off x="1093139" y="-260960"/>
          <a:ext cx="5035342" cy="5035342"/>
        </a:xfrm>
        <a:prstGeom prst="leftCircularArrow">
          <a:avLst>
            <a:gd name="adj1" fmla="val 1716"/>
            <a:gd name="adj2" fmla="val 204273"/>
            <a:gd name="adj3" fmla="val 2284367"/>
            <a:gd name="adj4" fmla="val 9329072"/>
            <a:gd name="adj5" fmla="val 200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1326F3-8287-488F-B7F3-09AB25984649}">
      <dsp:nvSpPr>
        <dsp:cNvPr id="0" name=""/>
        <dsp:cNvSpPr/>
      </dsp:nvSpPr>
      <dsp:spPr>
        <a:xfrm>
          <a:off x="221072" y="2328863"/>
          <a:ext cx="2390070" cy="950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Quyền</a:t>
          </a:r>
          <a:r>
            <a:rPr lang="en-US" sz="2300" kern="1200" dirty="0"/>
            <a:t> </a:t>
          </a:r>
          <a:r>
            <a:rPr lang="en-US" sz="2300" kern="1200" dirty="0" err="1"/>
            <a:t>nhân</a:t>
          </a:r>
          <a:r>
            <a:rPr lang="en-US" sz="2300" kern="1200" dirty="0"/>
            <a:t> </a:t>
          </a:r>
          <a:r>
            <a:rPr lang="en-US" sz="2300" kern="1200" dirty="0" err="1"/>
            <a:t>thân</a:t>
          </a:r>
          <a:endParaRPr lang="en-US" sz="2300" kern="1200" dirty="0"/>
        </a:p>
      </dsp:txBody>
      <dsp:txXfrm>
        <a:off x="248910" y="2356701"/>
        <a:ext cx="2334394" cy="894776"/>
      </dsp:txXfrm>
    </dsp:sp>
    <dsp:sp modelId="{2FD833DE-4B78-4BA5-B7F9-9BABF99CEDA3}">
      <dsp:nvSpPr>
        <dsp:cNvPr id="0" name=""/>
        <dsp:cNvSpPr/>
      </dsp:nvSpPr>
      <dsp:spPr>
        <a:xfrm>
          <a:off x="4166215" y="655476"/>
          <a:ext cx="4063384" cy="28169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Làm</a:t>
          </a:r>
          <a:r>
            <a:rPr lang="en-US" sz="1300" kern="1200" dirty="0"/>
            <a:t> </a:t>
          </a:r>
          <a:r>
            <a:rPr lang="en-US" sz="1300" kern="1200" dirty="0" err="1"/>
            <a:t>tác</a:t>
          </a:r>
          <a:r>
            <a:rPr lang="en-US" sz="1300" kern="1200" dirty="0"/>
            <a:t> </a:t>
          </a:r>
          <a:r>
            <a:rPr lang="en-US" sz="1300" kern="1200" dirty="0" err="1"/>
            <a:t>phẩm</a:t>
          </a:r>
          <a:r>
            <a:rPr lang="en-US" sz="1300" kern="1200" dirty="0"/>
            <a:t> </a:t>
          </a:r>
          <a:r>
            <a:rPr lang="en-US" sz="1300" kern="1200" dirty="0" err="1"/>
            <a:t>phái</a:t>
          </a:r>
          <a:r>
            <a:rPr lang="en-US" sz="1300" kern="1200" dirty="0"/>
            <a:t> </a:t>
          </a:r>
          <a:r>
            <a:rPr lang="en-US" sz="1300" kern="1200" dirty="0" err="1"/>
            <a:t>sinh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Biểu</a:t>
          </a:r>
          <a:r>
            <a:rPr lang="en-US" sz="1300" kern="1200" dirty="0"/>
            <a:t> </a:t>
          </a:r>
          <a:r>
            <a:rPr lang="en-US" sz="1300" kern="1200" dirty="0" err="1"/>
            <a:t>diễn</a:t>
          </a:r>
          <a:r>
            <a:rPr lang="en-US" sz="1300" kern="1200" dirty="0"/>
            <a:t> </a:t>
          </a:r>
          <a:r>
            <a:rPr lang="en-US" sz="1300" kern="1200" dirty="0" err="1"/>
            <a:t>tác</a:t>
          </a:r>
          <a:r>
            <a:rPr lang="en-US" sz="1300" kern="1200" dirty="0"/>
            <a:t> </a:t>
          </a:r>
          <a:r>
            <a:rPr lang="en-US" sz="1300" kern="1200" dirty="0" err="1"/>
            <a:t>phẩm</a:t>
          </a:r>
          <a:r>
            <a:rPr lang="en-US" sz="1300" kern="1200" dirty="0"/>
            <a:t> </a:t>
          </a:r>
          <a:r>
            <a:rPr lang="en-US" sz="1300" kern="1200" dirty="0" err="1"/>
            <a:t>trước</a:t>
          </a:r>
          <a:r>
            <a:rPr lang="en-US" sz="1300" kern="1200" dirty="0"/>
            <a:t> </a:t>
          </a:r>
          <a:r>
            <a:rPr lang="en-US" sz="1300" kern="1200" dirty="0" err="1"/>
            <a:t>công</a:t>
          </a:r>
          <a:r>
            <a:rPr lang="en-US" sz="1300" kern="1200" dirty="0"/>
            <a:t> </a:t>
          </a:r>
          <a:r>
            <a:rPr lang="en-US" sz="1300" kern="1200" dirty="0" err="1"/>
            <a:t>chúng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Sao </a:t>
          </a:r>
          <a:r>
            <a:rPr lang="en-US" sz="1300" kern="1200" dirty="0" err="1"/>
            <a:t>chép</a:t>
          </a:r>
          <a:r>
            <a:rPr lang="en-US" sz="1300" kern="1200" dirty="0"/>
            <a:t>, </a:t>
          </a:r>
          <a:r>
            <a:rPr lang="en-US" sz="1300" kern="1200" dirty="0" err="1"/>
            <a:t>phân</a:t>
          </a:r>
          <a:r>
            <a:rPr lang="en-US" sz="1300" kern="1200" dirty="0"/>
            <a:t> </a:t>
          </a:r>
          <a:r>
            <a:rPr lang="en-US" sz="1300" kern="1200" dirty="0" err="1"/>
            <a:t>phối</a:t>
          </a:r>
          <a:r>
            <a:rPr lang="en-US" sz="1300" kern="1200" dirty="0"/>
            <a:t> </a:t>
          </a:r>
          <a:r>
            <a:rPr lang="en-US" sz="1300" kern="1200" dirty="0" err="1"/>
            <a:t>tác</a:t>
          </a:r>
          <a:r>
            <a:rPr lang="en-US" sz="1300" kern="1200" dirty="0"/>
            <a:t> </a:t>
          </a:r>
          <a:r>
            <a:rPr lang="en-US" sz="1300" kern="1200" dirty="0" err="1"/>
            <a:t>phẩm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Hưởng</a:t>
          </a:r>
          <a:r>
            <a:rPr lang="en-US" sz="1300" kern="1200" dirty="0"/>
            <a:t> </a:t>
          </a:r>
          <a:r>
            <a:rPr lang="en-US" sz="1300" kern="1200" dirty="0" err="1"/>
            <a:t>nhuận</a:t>
          </a:r>
          <a:r>
            <a:rPr lang="en-US" sz="1300" kern="1200" dirty="0"/>
            <a:t> </a:t>
          </a:r>
          <a:r>
            <a:rPr lang="en-US" sz="1300" kern="1200" dirty="0" err="1"/>
            <a:t>bút</a:t>
          </a:r>
          <a:r>
            <a:rPr lang="en-US" sz="1300" kern="1200" dirty="0"/>
            <a:t>, </a:t>
          </a:r>
          <a:r>
            <a:rPr lang="en-US" sz="1300" kern="1200" dirty="0" err="1"/>
            <a:t>thù</a:t>
          </a:r>
          <a:r>
            <a:rPr lang="en-US" sz="1300" kern="1200" dirty="0"/>
            <a:t> </a:t>
          </a:r>
          <a:r>
            <a:rPr lang="en-US" sz="1300" kern="1200" dirty="0" err="1"/>
            <a:t>lao</a:t>
          </a:r>
          <a:r>
            <a:rPr lang="en-US" sz="1300" kern="1200" dirty="0"/>
            <a:t> </a:t>
          </a:r>
          <a:r>
            <a:rPr lang="en-US" sz="1300" kern="1200" dirty="0" err="1"/>
            <a:t>khi</a:t>
          </a:r>
          <a:r>
            <a:rPr lang="en-US" sz="1300" kern="1200" dirty="0"/>
            <a:t> </a:t>
          </a:r>
          <a:r>
            <a:rPr lang="en-US" sz="1300" kern="1200" dirty="0" err="1"/>
            <a:t>tác</a:t>
          </a:r>
          <a:r>
            <a:rPr lang="en-US" sz="1300" kern="1200" dirty="0"/>
            <a:t> </a:t>
          </a:r>
          <a:r>
            <a:rPr lang="en-US" sz="1300" kern="1200" dirty="0" err="1"/>
            <a:t>phẩm</a:t>
          </a:r>
          <a:r>
            <a:rPr lang="en-US" sz="1300" kern="1200" dirty="0"/>
            <a:t> </a:t>
          </a:r>
          <a:r>
            <a:rPr lang="en-US" sz="1300" kern="1200" dirty="0" err="1"/>
            <a:t>được</a:t>
          </a:r>
          <a:r>
            <a:rPr lang="en-US" sz="1300" kern="1200" dirty="0"/>
            <a:t> </a:t>
          </a:r>
          <a:r>
            <a:rPr lang="en-US" sz="1300" kern="1200" dirty="0" err="1"/>
            <a:t>sử</a:t>
          </a:r>
          <a:r>
            <a:rPr lang="en-US" sz="1300" kern="1200" dirty="0"/>
            <a:t> </a:t>
          </a:r>
          <a:r>
            <a:rPr lang="en-US" sz="1300" kern="1200" dirty="0" err="1"/>
            <a:t>dụng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Hưởng</a:t>
          </a:r>
          <a:r>
            <a:rPr lang="en-US" sz="1300" kern="1200" dirty="0"/>
            <a:t> </a:t>
          </a:r>
          <a:r>
            <a:rPr lang="en-US" sz="1300" kern="1200" dirty="0" err="1"/>
            <a:t>lợi</a:t>
          </a:r>
          <a:r>
            <a:rPr lang="en-US" sz="1300" kern="1200" dirty="0"/>
            <a:t> </a:t>
          </a:r>
          <a:r>
            <a:rPr lang="en-US" sz="1300" kern="1200" dirty="0" err="1"/>
            <a:t>ích</a:t>
          </a:r>
          <a:r>
            <a:rPr lang="en-US" sz="1300" kern="1200" dirty="0"/>
            <a:t> </a:t>
          </a:r>
          <a:r>
            <a:rPr lang="en-US" sz="1300" kern="1200" dirty="0" err="1"/>
            <a:t>vật</a:t>
          </a:r>
          <a:r>
            <a:rPr lang="en-US" sz="1300" kern="1200" dirty="0"/>
            <a:t> </a:t>
          </a:r>
          <a:r>
            <a:rPr lang="en-US" sz="1300" kern="1200" dirty="0" err="1"/>
            <a:t>chất</a:t>
          </a:r>
          <a:r>
            <a:rPr lang="en-US" sz="1300" kern="1200" dirty="0"/>
            <a:t> </a:t>
          </a:r>
          <a:r>
            <a:rPr lang="en-US" sz="1300" kern="1200" dirty="0" err="1"/>
            <a:t>khi</a:t>
          </a:r>
          <a:r>
            <a:rPr lang="en-US" sz="1300" kern="1200" dirty="0"/>
            <a:t> </a:t>
          </a:r>
          <a:r>
            <a:rPr lang="en-US" sz="1300" kern="1200" dirty="0" err="1"/>
            <a:t>cho</a:t>
          </a:r>
          <a:r>
            <a:rPr lang="en-US" sz="1300" kern="1200" dirty="0"/>
            <a:t> </a:t>
          </a:r>
          <a:r>
            <a:rPr lang="en-US" sz="1300" kern="1200" dirty="0" err="1"/>
            <a:t>ngườ</a:t>
          </a:r>
          <a:r>
            <a:rPr lang="en-US" sz="1300" kern="1200" dirty="0"/>
            <a:t> </a:t>
          </a:r>
          <a:r>
            <a:rPr lang="en-US" sz="1300" kern="1200" dirty="0" err="1"/>
            <a:t>khác</a:t>
          </a:r>
          <a:r>
            <a:rPr lang="en-US" sz="1300" kern="1200" dirty="0"/>
            <a:t> </a:t>
          </a:r>
          <a:r>
            <a:rPr lang="en-US" sz="1300" kern="1200" dirty="0" err="1"/>
            <a:t>sử</a:t>
          </a:r>
          <a:r>
            <a:rPr lang="en-US" sz="1300" kern="1200" dirty="0"/>
            <a:t> </a:t>
          </a:r>
          <a:r>
            <a:rPr lang="en-US" sz="1300" kern="1200" dirty="0" err="1"/>
            <a:t>dụng</a:t>
          </a:r>
          <a:r>
            <a:rPr lang="en-US" sz="1300" kern="1200" dirty="0"/>
            <a:t> </a:t>
          </a:r>
          <a:r>
            <a:rPr lang="en-US" sz="1300" kern="1200" dirty="0" err="1"/>
            <a:t>tác</a:t>
          </a:r>
          <a:r>
            <a:rPr lang="en-US" sz="1300" kern="1200" dirty="0"/>
            <a:t> </a:t>
          </a:r>
          <a:r>
            <a:rPr lang="en-US" sz="1300" kern="1200" dirty="0" err="1"/>
            <a:t>phẩm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Được</a:t>
          </a:r>
          <a:r>
            <a:rPr lang="en-US" sz="1300" kern="1200" dirty="0"/>
            <a:t> </a:t>
          </a:r>
          <a:r>
            <a:rPr lang="en-US" sz="1300" kern="1200" dirty="0" err="1"/>
            <a:t>nhận</a:t>
          </a:r>
          <a:r>
            <a:rPr lang="en-US" sz="1300" kern="1200" dirty="0"/>
            <a:t> </a:t>
          </a:r>
          <a:r>
            <a:rPr lang="en-US" sz="1300" kern="1200" dirty="0" err="1"/>
            <a:t>giải</a:t>
          </a:r>
          <a:r>
            <a:rPr lang="en-US" sz="1300" kern="1200" dirty="0"/>
            <a:t> </a:t>
          </a:r>
          <a:r>
            <a:rPr lang="en-US" sz="1300" kern="1200" dirty="0" err="1"/>
            <a:t>thưởng</a:t>
          </a:r>
          <a:r>
            <a:rPr lang="en-US" sz="1300" kern="1200" dirty="0"/>
            <a:t> </a:t>
          </a:r>
          <a:r>
            <a:rPr lang="en-US" sz="1300" kern="1200" dirty="0" err="1"/>
            <a:t>đối</a:t>
          </a:r>
          <a:r>
            <a:rPr lang="en-US" sz="1300" kern="1200" dirty="0"/>
            <a:t> </a:t>
          </a:r>
          <a:r>
            <a:rPr lang="en-US" sz="1300" kern="1200" dirty="0" err="1"/>
            <a:t>với</a:t>
          </a:r>
          <a:r>
            <a:rPr lang="en-US" sz="1300" kern="1200" dirty="0"/>
            <a:t> </a:t>
          </a:r>
          <a:r>
            <a:rPr lang="en-US" sz="1300" kern="1200" dirty="0" err="1"/>
            <a:t>tác</a:t>
          </a:r>
          <a:r>
            <a:rPr lang="en-US" sz="1300" kern="1200" dirty="0"/>
            <a:t> </a:t>
          </a:r>
          <a:r>
            <a:rPr lang="en-US" sz="1300" kern="1200" dirty="0" err="1"/>
            <a:t>phẩm</a:t>
          </a:r>
          <a:endParaRPr lang="en-US" sz="1300" kern="1200" dirty="0"/>
        </a:p>
      </dsp:txBody>
      <dsp:txXfrm>
        <a:off x="4231042" y="1323945"/>
        <a:ext cx="3933730" cy="2083698"/>
      </dsp:txXfrm>
    </dsp:sp>
    <dsp:sp modelId="{3F4C416B-8426-40C4-ADBE-D3CAC6D5512C}">
      <dsp:nvSpPr>
        <dsp:cNvPr id="0" name=""/>
        <dsp:cNvSpPr/>
      </dsp:nvSpPr>
      <dsp:spPr>
        <a:xfrm>
          <a:off x="5312186" y="0"/>
          <a:ext cx="2390070" cy="950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Quyền</a:t>
          </a:r>
          <a:r>
            <a:rPr lang="en-US" sz="2300" kern="1200" dirty="0"/>
            <a:t> </a:t>
          </a:r>
          <a:r>
            <a:rPr lang="en-US" sz="2300" kern="1200" dirty="0" err="1"/>
            <a:t>tài</a:t>
          </a:r>
          <a:r>
            <a:rPr lang="en-US" sz="2300" kern="1200" dirty="0"/>
            <a:t> </a:t>
          </a:r>
          <a:r>
            <a:rPr lang="en-US" sz="2300" kern="1200" dirty="0" err="1"/>
            <a:t>sản</a:t>
          </a:r>
          <a:endParaRPr lang="en-US" sz="2300" kern="1200" dirty="0"/>
        </a:p>
      </dsp:txBody>
      <dsp:txXfrm>
        <a:off x="5340024" y="27838"/>
        <a:ext cx="2334394" cy="8947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0FFDE-BDAC-49B9-9853-6D065F177787}">
      <dsp:nvSpPr>
        <dsp:cNvPr id="0" name=""/>
        <dsp:cNvSpPr/>
      </dsp:nvSpPr>
      <dsp:spPr>
        <a:xfrm>
          <a:off x="994636" y="1031181"/>
          <a:ext cx="2510023" cy="31964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Sáng</a:t>
          </a:r>
          <a:r>
            <a:rPr lang="en-US" sz="1700" kern="1200" dirty="0"/>
            <a:t> </a:t>
          </a:r>
          <a:r>
            <a:rPr lang="en-US" sz="1700" kern="1200" dirty="0" err="1"/>
            <a:t>chế</a:t>
          </a:r>
          <a:r>
            <a:rPr lang="en-US" sz="1700" kern="1200" dirty="0"/>
            <a:t> </a:t>
          </a:r>
          <a:r>
            <a:rPr lang="en-US" sz="1700" kern="1200" dirty="0" err="1"/>
            <a:t>là</a:t>
          </a:r>
          <a:r>
            <a:rPr lang="en-US" sz="1700" kern="1200" dirty="0"/>
            <a:t> </a:t>
          </a:r>
          <a:r>
            <a:rPr lang="en-US" sz="1700" kern="1200" dirty="0" err="1"/>
            <a:t>giải</a:t>
          </a:r>
          <a:r>
            <a:rPr lang="en-US" sz="1700" kern="1200" dirty="0"/>
            <a:t> </a:t>
          </a:r>
          <a:r>
            <a:rPr lang="en-US" sz="1700" kern="1200" dirty="0" err="1"/>
            <a:t>pháp</a:t>
          </a:r>
          <a:r>
            <a:rPr lang="en-US" sz="1700" kern="1200" dirty="0"/>
            <a:t> </a:t>
          </a:r>
          <a:r>
            <a:rPr lang="en-US" sz="1700" kern="1200" dirty="0" err="1"/>
            <a:t>kỹ</a:t>
          </a:r>
          <a:r>
            <a:rPr lang="en-US" sz="1700" kern="1200" dirty="0"/>
            <a:t> </a:t>
          </a:r>
          <a:r>
            <a:rPr lang="en-US" sz="1700" kern="1200" dirty="0" err="1"/>
            <a:t>thuật</a:t>
          </a:r>
          <a:r>
            <a:rPr lang="en-US" sz="1700" kern="1200" dirty="0"/>
            <a:t> </a:t>
          </a:r>
          <a:r>
            <a:rPr lang="en-US" sz="1700" kern="1200" dirty="0" err="1"/>
            <a:t>dưới</a:t>
          </a:r>
          <a:r>
            <a:rPr lang="en-US" sz="1700" kern="1200" dirty="0"/>
            <a:t> </a:t>
          </a:r>
          <a:r>
            <a:rPr lang="en-US" sz="1700" kern="1200" dirty="0" err="1"/>
            <a:t>dạng</a:t>
          </a:r>
          <a:r>
            <a:rPr lang="en-US" sz="1700" kern="1200" dirty="0"/>
            <a:t> </a:t>
          </a:r>
          <a:r>
            <a:rPr lang="en-US" sz="1700" kern="1200" dirty="0" err="1"/>
            <a:t>sản</a:t>
          </a:r>
          <a:r>
            <a:rPr lang="en-US" sz="1700" kern="1200" dirty="0"/>
            <a:t> </a:t>
          </a:r>
          <a:r>
            <a:rPr lang="en-US" sz="1700" kern="1200" dirty="0" err="1"/>
            <a:t>phẩm</a:t>
          </a:r>
          <a:r>
            <a:rPr lang="en-US" sz="1700" kern="1200" dirty="0"/>
            <a:t> </a:t>
          </a:r>
          <a:r>
            <a:rPr lang="en-US" sz="1700" kern="1200" dirty="0" err="1"/>
            <a:t>hoặc</a:t>
          </a:r>
          <a:r>
            <a:rPr lang="en-US" sz="1700" kern="1200" dirty="0"/>
            <a:t> </a:t>
          </a:r>
          <a:r>
            <a:rPr lang="en-US" sz="1700" kern="1200" dirty="0" err="1"/>
            <a:t>quy</a:t>
          </a:r>
          <a:r>
            <a:rPr lang="en-US" sz="1700" kern="1200" dirty="0"/>
            <a:t> </a:t>
          </a:r>
          <a:r>
            <a:rPr lang="en-US" sz="1700" kern="1200" dirty="0" err="1"/>
            <a:t>trình</a:t>
          </a:r>
          <a:r>
            <a:rPr lang="en-US" sz="1700" kern="1200" dirty="0"/>
            <a:t> </a:t>
          </a:r>
          <a:r>
            <a:rPr lang="en-US" sz="1700" kern="1200" dirty="0" err="1"/>
            <a:t>giải</a:t>
          </a:r>
          <a:r>
            <a:rPr lang="en-US" sz="1700" kern="1200" dirty="0"/>
            <a:t> </a:t>
          </a:r>
          <a:r>
            <a:rPr lang="en-US" sz="1700" kern="1200" dirty="0" err="1"/>
            <a:t>quyết</a:t>
          </a:r>
          <a:r>
            <a:rPr lang="en-US" sz="1700" kern="1200" dirty="0"/>
            <a:t> </a:t>
          </a:r>
          <a:r>
            <a:rPr lang="en-US" sz="1700" kern="1200" dirty="0" err="1"/>
            <a:t>một</a:t>
          </a:r>
          <a:r>
            <a:rPr lang="en-US" sz="1700" kern="1200" dirty="0"/>
            <a:t> </a:t>
          </a:r>
          <a:r>
            <a:rPr lang="en-US" sz="1700" kern="1200" dirty="0" err="1"/>
            <a:t>vấn</a:t>
          </a:r>
          <a:r>
            <a:rPr lang="en-US" sz="1700" kern="1200" dirty="0"/>
            <a:t> </a:t>
          </a:r>
          <a:r>
            <a:rPr lang="en-US" sz="1700" kern="1200" dirty="0" err="1"/>
            <a:t>đề</a:t>
          </a:r>
          <a:r>
            <a:rPr lang="en-US" sz="1700" kern="1200" dirty="0"/>
            <a:t> </a:t>
          </a:r>
          <a:r>
            <a:rPr lang="en-US" sz="1700" kern="1200" dirty="0" err="1"/>
            <a:t>xác</a:t>
          </a:r>
          <a:r>
            <a:rPr lang="en-US" sz="1700" kern="1200" dirty="0"/>
            <a:t> </a:t>
          </a:r>
          <a:r>
            <a:rPr lang="en-US" sz="1700" kern="1200" dirty="0" err="1"/>
            <a:t>định</a:t>
          </a:r>
          <a:r>
            <a:rPr lang="en-US" sz="1700" kern="1200" dirty="0"/>
            <a:t>.</a:t>
          </a:r>
        </a:p>
      </dsp:txBody>
      <dsp:txXfrm>
        <a:off x="1396239" y="1031181"/>
        <a:ext cx="2108419" cy="3196439"/>
      </dsp:txXfrm>
    </dsp:sp>
    <dsp:sp modelId="{55FF4E2F-FD15-46F8-BE39-1FFFEDABCEB9}">
      <dsp:nvSpPr>
        <dsp:cNvPr id="0" name=""/>
        <dsp:cNvSpPr/>
      </dsp:nvSpPr>
      <dsp:spPr>
        <a:xfrm>
          <a:off x="-344043" y="361841"/>
          <a:ext cx="1673349" cy="16733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Khái</a:t>
          </a:r>
          <a:r>
            <a:rPr lang="en-US" sz="2300" kern="1200" dirty="0"/>
            <a:t> </a:t>
          </a:r>
          <a:r>
            <a:rPr lang="en-US" sz="2300" kern="1200" dirty="0" err="1"/>
            <a:t>niệm</a:t>
          </a:r>
          <a:endParaRPr lang="en-US" sz="2300" kern="1200" dirty="0"/>
        </a:p>
      </dsp:txBody>
      <dsp:txXfrm>
        <a:off x="-98987" y="606897"/>
        <a:ext cx="1183237" cy="1183237"/>
      </dsp:txXfrm>
    </dsp:sp>
    <dsp:sp modelId="{24E63603-ADD7-4AE6-AD18-D8B7DDB77050}">
      <dsp:nvSpPr>
        <dsp:cNvPr id="0" name=""/>
        <dsp:cNvSpPr/>
      </dsp:nvSpPr>
      <dsp:spPr>
        <a:xfrm>
          <a:off x="4743826" y="1105900"/>
          <a:ext cx="3776634" cy="31793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Phải</a:t>
          </a:r>
          <a:r>
            <a:rPr lang="en-US" sz="1700" kern="1200" dirty="0"/>
            <a:t> </a:t>
          </a:r>
          <a:r>
            <a:rPr lang="en-US" sz="1700" kern="1200" dirty="0" err="1"/>
            <a:t>có</a:t>
          </a:r>
          <a:r>
            <a:rPr lang="en-US" sz="1700" kern="1200" dirty="0"/>
            <a:t> </a:t>
          </a:r>
          <a:r>
            <a:rPr lang="en-US" sz="1700" kern="1200" dirty="0" err="1"/>
            <a:t>quyết</a:t>
          </a:r>
          <a:r>
            <a:rPr lang="en-US" sz="1700" kern="1200" dirty="0"/>
            <a:t> </a:t>
          </a:r>
          <a:r>
            <a:rPr lang="en-US" sz="1700" kern="1200" dirty="0" err="1"/>
            <a:t>định</a:t>
          </a:r>
          <a:r>
            <a:rPr lang="en-US" sz="1700" kern="1200" dirty="0"/>
            <a:t> </a:t>
          </a:r>
          <a:r>
            <a:rPr lang="en-US" sz="1700" kern="1200" dirty="0" err="1"/>
            <a:t>cấp</a:t>
          </a:r>
          <a:r>
            <a:rPr lang="en-US" sz="1700" kern="1200" dirty="0"/>
            <a:t> </a:t>
          </a:r>
          <a:r>
            <a:rPr lang="en-US" sz="1700" kern="1200" dirty="0" err="1"/>
            <a:t>văn</a:t>
          </a:r>
          <a:r>
            <a:rPr lang="en-US" sz="1700" kern="1200" dirty="0"/>
            <a:t> </a:t>
          </a:r>
          <a:r>
            <a:rPr lang="en-US" sz="1700" kern="1200" dirty="0" err="1"/>
            <a:t>bằng</a:t>
          </a:r>
          <a:r>
            <a:rPr lang="en-US" sz="1700" kern="1200" dirty="0"/>
            <a:t> </a:t>
          </a:r>
          <a:r>
            <a:rPr lang="en-US" sz="1700" kern="1200" dirty="0" err="1"/>
            <a:t>bảo</a:t>
          </a:r>
          <a:r>
            <a:rPr lang="en-US" sz="1700" kern="1200" dirty="0"/>
            <a:t> </a:t>
          </a:r>
          <a:r>
            <a:rPr lang="en-US" sz="1700" kern="1200" dirty="0" err="1"/>
            <a:t>hộ</a:t>
          </a:r>
          <a:r>
            <a:rPr lang="en-US" sz="1700" kern="1200" dirty="0"/>
            <a:t> </a:t>
          </a:r>
          <a:r>
            <a:rPr lang="en-US" sz="1700" kern="1200" dirty="0" err="1"/>
            <a:t>của</a:t>
          </a:r>
          <a:r>
            <a:rPr lang="en-US" sz="1700" kern="1200" dirty="0"/>
            <a:t> </a:t>
          </a:r>
          <a:r>
            <a:rPr lang="en-US" sz="1700" kern="1200" dirty="0" err="1"/>
            <a:t>cơ</a:t>
          </a:r>
          <a:r>
            <a:rPr lang="en-US" sz="1700" kern="1200" dirty="0"/>
            <a:t> </a:t>
          </a:r>
          <a:r>
            <a:rPr lang="en-US" sz="1700" kern="1200" dirty="0" err="1"/>
            <a:t>quan</a:t>
          </a:r>
          <a:r>
            <a:rPr lang="en-US" sz="1700" kern="1200" dirty="0"/>
            <a:t> </a:t>
          </a:r>
          <a:r>
            <a:rPr lang="en-US" sz="1700" kern="1200" dirty="0" err="1"/>
            <a:t>nhà</a:t>
          </a:r>
          <a:r>
            <a:rPr lang="en-US" sz="1700" kern="1200" dirty="0"/>
            <a:t> </a:t>
          </a:r>
          <a:r>
            <a:rPr lang="en-US" sz="1700" kern="1200" dirty="0" err="1"/>
            <a:t>nước</a:t>
          </a:r>
          <a:r>
            <a:rPr lang="en-US" sz="1700" kern="1200" dirty="0"/>
            <a:t> </a:t>
          </a:r>
          <a:r>
            <a:rPr lang="en-US" sz="1700" kern="1200" dirty="0" err="1"/>
            <a:t>có</a:t>
          </a:r>
          <a:r>
            <a:rPr lang="en-US" sz="1700" kern="1200" dirty="0"/>
            <a:t> </a:t>
          </a:r>
          <a:r>
            <a:rPr lang="en-US" sz="1700" kern="1200" dirty="0" err="1"/>
            <a:t>thẩm</a:t>
          </a:r>
          <a:r>
            <a:rPr lang="en-US" sz="1700" kern="1200" dirty="0"/>
            <a:t> </a:t>
          </a:r>
          <a:r>
            <a:rPr lang="en-US" sz="1700" kern="1200" dirty="0" err="1"/>
            <a:t>quyền</a:t>
          </a:r>
          <a:r>
            <a:rPr lang="en-US" sz="1700" kern="1200" dirty="0"/>
            <a:t>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</a:t>
          </a:r>
          <a:r>
            <a:rPr lang="en-US" sz="1700" kern="1200" dirty="0" err="1"/>
            <a:t>Hình</a:t>
          </a:r>
          <a:r>
            <a:rPr lang="en-US" sz="1700" kern="1200" dirty="0"/>
            <a:t> </a:t>
          </a:r>
          <a:r>
            <a:rPr lang="en-US" sz="1700" kern="1200" dirty="0" err="1"/>
            <a:t>thức</a:t>
          </a:r>
          <a:r>
            <a:rPr lang="en-US" sz="1700" kern="1200" dirty="0"/>
            <a:t> </a:t>
          </a:r>
          <a:r>
            <a:rPr lang="en-US" sz="1700" kern="1200" dirty="0" err="1"/>
            <a:t>thể</a:t>
          </a:r>
          <a:r>
            <a:rPr lang="en-US" sz="1700" kern="1200" dirty="0"/>
            <a:t> </a:t>
          </a:r>
          <a:r>
            <a:rPr lang="en-US" sz="1700" kern="1200" dirty="0" err="1"/>
            <a:t>hiện</a:t>
          </a:r>
          <a:r>
            <a:rPr lang="en-US" sz="1700" kern="1200" dirty="0"/>
            <a:t>: </a:t>
          </a:r>
          <a:r>
            <a:rPr lang="en-US" sz="1700" kern="1200" dirty="0" err="1"/>
            <a:t>Bằng</a:t>
          </a:r>
          <a:r>
            <a:rPr lang="en-US" sz="1700" kern="1200" dirty="0"/>
            <a:t> </a:t>
          </a:r>
          <a:r>
            <a:rPr lang="en-US" sz="1700" kern="1200" dirty="0" err="1"/>
            <a:t>độc</a:t>
          </a:r>
          <a:r>
            <a:rPr lang="en-US" sz="1700" kern="1200" dirty="0"/>
            <a:t> </a:t>
          </a:r>
          <a:r>
            <a:rPr lang="en-US" sz="1700" kern="1200" dirty="0" err="1"/>
            <a:t>quyền</a:t>
          </a:r>
          <a:r>
            <a:rPr lang="en-US" sz="1700" kern="1200" dirty="0"/>
            <a:t> </a:t>
          </a:r>
          <a:r>
            <a:rPr lang="en-US" sz="1700" kern="1200" dirty="0" err="1"/>
            <a:t>sáng</a:t>
          </a:r>
          <a:r>
            <a:rPr lang="en-US" sz="1700" kern="1200" dirty="0"/>
            <a:t> </a:t>
          </a:r>
          <a:r>
            <a:rPr lang="en-US" sz="1700" kern="1200" dirty="0" err="1"/>
            <a:t>chế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</a:t>
          </a:r>
          <a:r>
            <a:rPr lang="en-US" sz="1700" kern="1200" dirty="0" err="1"/>
            <a:t>Thời</a:t>
          </a:r>
          <a:r>
            <a:rPr lang="en-US" sz="1700" kern="1200" dirty="0"/>
            <a:t> </a:t>
          </a:r>
          <a:r>
            <a:rPr lang="en-US" sz="1700" kern="1200" dirty="0" err="1"/>
            <a:t>hạn</a:t>
          </a:r>
          <a:r>
            <a:rPr lang="en-US" sz="1700" kern="1200" dirty="0"/>
            <a:t> </a:t>
          </a:r>
          <a:r>
            <a:rPr lang="en-US" sz="1700" kern="1200" dirty="0" err="1"/>
            <a:t>bảo</a:t>
          </a:r>
          <a:r>
            <a:rPr lang="en-US" sz="1700" kern="1200" dirty="0"/>
            <a:t> </a:t>
          </a:r>
          <a:r>
            <a:rPr lang="en-US" sz="1700" kern="1200" dirty="0" err="1"/>
            <a:t>hộ</a:t>
          </a:r>
          <a:r>
            <a:rPr lang="en-US" sz="1700" kern="1200" dirty="0"/>
            <a:t>: </a:t>
          </a:r>
          <a:r>
            <a:rPr lang="en-US" sz="1700" kern="1200" dirty="0" err="1"/>
            <a:t>Bảo</a:t>
          </a:r>
          <a:r>
            <a:rPr lang="en-US" sz="1700" kern="1200" dirty="0"/>
            <a:t> </a:t>
          </a:r>
          <a:r>
            <a:rPr lang="en-US" sz="1700" kern="1200" dirty="0" err="1"/>
            <a:t>hộ</a:t>
          </a:r>
          <a:r>
            <a:rPr lang="en-US" sz="1700" kern="1200" dirty="0"/>
            <a:t> </a:t>
          </a:r>
          <a:r>
            <a:rPr lang="en-US" sz="1700" kern="1200" dirty="0" err="1"/>
            <a:t>có</a:t>
          </a:r>
          <a:r>
            <a:rPr lang="en-US" sz="1700" kern="1200" dirty="0"/>
            <a:t> </a:t>
          </a:r>
          <a:r>
            <a:rPr lang="en-US" sz="1700" kern="1200" dirty="0" err="1"/>
            <a:t>thời</a:t>
          </a:r>
          <a:r>
            <a:rPr lang="en-US" sz="1700" kern="1200" dirty="0"/>
            <a:t> </a:t>
          </a:r>
          <a:r>
            <a:rPr lang="en-US" sz="1700" kern="1200" dirty="0" err="1"/>
            <a:t>hạn</a:t>
          </a:r>
          <a:r>
            <a:rPr lang="en-US" sz="1700" kern="1200" dirty="0"/>
            <a:t> </a:t>
          </a:r>
        </a:p>
      </dsp:txBody>
      <dsp:txXfrm>
        <a:off x="5348087" y="1105900"/>
        <a:ext cx="3172372" cy="3179312"/>
      </dsp:txXfrm>
    </dsp:sp>
    <dsp:sp modelId="{BCBDF96B-BFB4-4D3E-AB9F-4FA75949DE66}">
      <dsp:nvSpPr>
        <dsp:cNvPr id="0" name=""/>
        <dsp:cNvSpPr/>
      </dsp:nvSpPr>
      <dsp:spPr>
        <a:xfrm>
          <a:off x="4267192" y="0"/>
          <a:ext cx="1673349" cy="16733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Để</a:t>
          </a:r>
          <a:r>
            <a:rPr lang="en-US" sz="2300" kern="1200" dirty="0"/>
            <a:t> </a:t>
          </a:r>
          <a:r>
            <a:rPr lang="en-US" sz="2300" kern="1200" dirty="0" err="1"/>
            <a:t>được</a:t>
          </a:r>
          <a:r>
            <a:rPr lang="en-US" sz="2300" kern="1200" dirty="0"/>
            <a:t> </a:t>
          </a:r>
          <a:r>
            <a:rPr lang="en-US" sz="2300" kern="1200" dirty="0" err="1"/>
            <a:t>bảo</a:t>
          </a:r>
          <a:r>
            <a:rPr lang="en-US" sz="2300" kern="1200" dirty="0"/>
            <a:t> </a:t>
          </a:r>
          <a:r>
            <a:rPr lang="en-US" sz="2300" kern="1200" dirty="0" err="1"/>
            <a:t>hộ</a:t>
          </a:r>
          <a:endParaRPr lang="en-US" sz="2300" kern="1200" dirty="0"/>
        </a:p>
      </dsp:txBody>
      <dsp:txXfrm>
        <a:off x="4512248" y="245056"/>
        <a:ext cx="1183237" cy="11832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5DBC6E-23A1-44B3-8F6D-BE8B622122EC}">
      <dsp:nvSpPr>
        <dsp:cNvPr id="0" name=""/>
        <dsp:cNvSpPr/>
      </dsp:nvSpPr>
      <dsp:spPr>
        <a:xfrm>
          <a:off x="724912" y="3055"/>
          <a:ext cx="2824906" cy="16949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Phân</a:t>
          </a:r>
          <a:r>
            <a:rPr lang="en-US" sz="1800" kern="1200" dirty="0"/>
            <a:t> </a:t>
          </a:r>
          <a:r>
            <a:rPr lang="en-US" sz="1800" kern="1200" dirty="0" err="1"/>
            <a:t>biệt</a:t>
          </a:r>
          <a:r>
            <a:rPr lang="en-US" sz="1800" kern="1200" dirty="0"/>
            <a:t> </a:t>
          </a:r>
          <a:r>
            <a:rPr lang="en-US" sz="1800" kern="1200" dirty="0" err="1"/>
            <a:t>hàng</a:t>
          </a:r>
          <a:r>
            <a:rPr lang="en-US" sz="1800" kern="1200" dirty="0"/>
            <a:t> </a:t>
          </a:r>
          <a:r>
            <a:rPr lang="en-US" sz="1800" kern="1200" dirty="0" err="1"/>
            <a:t>hóa</a:t>
          </a:r>
          <a:r>
            <a:rPr lang="en-US" sz="1800" kern="1200" dirty="0"/>
            <a:t> </a:t>
          </a:r>
          <a:r>
            <a:rPr lang="en-US" sz="1800" kern="1200" dirty="0" err="1"/>
            <a:t>của</a:t>
          </a:r>
          <a:r>
            <a:rPr lang="en-US" sz="1800" kern="1200" dirty="0"/>
            <a:t> </a:t>
          </a:r>
          <a:r>
            <a:rPr lang="en-US" sz="1800" kern="1200" dirty="0" err="1"/>
            <a:t>những</a:t>
          </a:r>
          <a:r>
            <a:rPr lang="en-US" sz="1800" kern="1200" dirty="0"/>
            <a:t> </a:t>
          </a:r>
          <a:r>
            <a:rPr lang="en-US" sz="1800" kern="1200" dirty="0" err="1"/>
            <a:t>nhà</a:t>
          </a:r>
          <a:r>
            <a:rPr lang="en-US" sz="1800" kern="1200" dirty="0"/>
            <a:t> </a:t>
          </a:r>
          <a:r>
            <a:rPr lang="en-US" sz="1800" kern="1200" dirty="0" err="1"/>
            <a:t>sản</a:t>
          </a:r>
          <a:r>
            <a:rPr lang="en-US" sz="1800" kern="1200" dirty="0"/>
            <a:t> </a:t>
          </a:r>
          <a:r>
            <a:rPr lang="en-US" sz="1800" kern="1200" dirty="0" err="1"/>
            <a:t>xuất,bảo</a:t>
          </a:r>
          <a:r>
            <a:rPr lang="en-US" sz="1800" kern="1200" dirty="0"/>
            <a:t> </a:t>
          </a:r>
          <a:r>
            <a:rPr lang="en-US" sz="1800" kern="1200" dirty="0" err="1"/>
            <a:t>vệ</a:t>
          </a:r>
          <a:r>
            <a:rPr lang="en-US" sz="1800" kern="1200" dirty="0"/>
            <a:t> </a:t>
          </a:r>
          <a:r>
            <a:rPr lang="en-US" sz="1800" kern="1200" dirty="0" err="1"/>
            <a:t>quyền</a:t>
          </a:r>
          <a:r>
            <a:rPr lang="en-US" sz="1800" kern="1200" dirty="0"/>
            <a:t> </a:t>
          </a:r>
          <a:r>
            <a:rPr lang="en-US" sz="1800" kern="1200" dirty="0" err="1"/>
            <a:t>lợi</a:t>
          </a:r>
          <a:r>
            <a:rPr lang="en-US" sz="1800" kern="1200" dirty="0"/>
            <a:t> </a:t>
          </a:r>
          <a:r>
            <a:rPr lang="en-US" sz="1800" kern="1200" dirty="0" err="1"/>
            <a:t>người</a:t>
          </a:r>
          <a:r>
            <a:rPr lang="en-US" sz="1800" kern="1200" dirty="0"/>
            <a:t> </a:t>
          </a:r>
          <a:r>
            <a:rPr lang="en-US" sz="1800" kern="1200" dirty="0" err="1"/>
            <a:t>tiêu</a:t>
          </a:r>
          <a:r>
            <a:rPr lang="en-US" sz="1800" kern="1200" dirty="0"/>
            <a:t> </a:t>
          </a:r>
          <a:r>
            <a:rPr lang="en-US" sz="1800" kern="1200" dirty="0" err="1"/>
            <a:t>dùng</a:t>
          </a:r>
          <a:endParaRPr lang="en-US" sz="1800" kern="1200" dirty="0"/>
        </a:p>
      </dsp:txBody>
      <dsp:txXfrm>
        <a:off x="774555" y="52698"/>
        <a:ext cx="2725620" cy="1595657"/>
      </dsp:txXfrm>
    </dsp:sp>
    <dsp:sp modelId="{A27E7D3E-C9AA-441E-927E-29D112AAB3F7}">
      <dsp:nvSpPr>
        <dsp:cNvPr id="0" name=""/>
        <dsp:cNvSpPr/>
      </dsp:nvSpPr>
      <dsp:spPr>
        <a:xfrm>
          <a:off x="3798410" y="500239"/>
          <a:ext cx="598880" cy="7005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tint val="60000"/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798410" y="640354"/>
        <a:ext cx="419216" cy="420346"/>
      </dsp:txXfrm>
    </dsp:sp>
    <dsp:sp modelId="{C70F2CDE-0794-423D-B327-F61EAC6216AF}">
      <dsp:nvSpPr>
        <dsp:cNvPr id="0" name=""/>
        <dsp:cNvSpPr/>
      </dsp:nvSpPr>
      <dsp:spPr>
        <a:xfrm>
          <a:off x="4679781" y="3055"/>
          <a:ext cx="2824906" cy="16949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Bảo</a:t>
          </a:r>
          <a:r>
            <a:rPr lang="en-US" sz="1800" kern="1200" dirty="0"/>
            <a:t> </a:t>
          </a:r>
          <a:r>
            <a:rPr lang="en-US" sz="1800" kern="1200" dirty="0" err="1"/>
            <a:t>đảm</a:t>
          </a:r>
          <a:r>
            <a:rPr lang="en-US" sz="1800" kern="1200" dirty="0"/>
            <a:t> </a:t>
          </a:r>
          <a:r>
            <a:rPr lang="en-US" sz="1800" kern="1200" dirty="0" err="1"/>
            <a:t>lợi</a:t>
          </a:r>
          <a:r>
            <a:rPr lang="en-US" sz="1800" kern="1200" dirty="0"/>
            <a:t> </a:t>
          </a:r>
          <a:r>
            <a:rPr lang="en-US" sz="1800" kern="1200" dirty="0" err="1"/>
            <a:t>ích</a:t>
          </a:r>
          <a:r>
            <a:rPr lang="en-US" sz="1800" kern="1200" dirty="0"/>
            <a:t> </a:t>
          </a:r>
          <a:r>
            <a:rPr lang="en-US" sz="1800" kern="1200" dirty="0" err="1"/>
            <a:t>kinh</a:t>
          </a:r>
          <a:r>
            <a:rPr lang="en-US" sz="1800" kern="1200" dirty="0"/>
            <a:t> </a:t>
          </a:r>
          <a:r>
            <a:rPr lang="en-US" sz="1800" kern="1200" dirty="0" err="1"/>
            <a:t>tế</a:t>
          </a:r>
          <a:r>
            <a:rPr lang="en-US" sz="1800" kern="1200" dirty="0"/>
            <a:t> </a:t>
          </a:r>
          <a:r>
            <a:rPr lang="en-US" sz="1800" kern="1200" dirty="0" err="1"/>
            <a:t>của</a:t>
          </a:r>
          <a:r>
            <a:rPr lang="en-US" sz="1800" kern="1200" dirty="0"/>
            <a:t> </a:t>
          </a:r>
          <a:r>
            <a:rPr lang="en-US" sz="1800" kern="1200" dirty="0" err="1"/>
            <a:t>chủ</a:t>
          </a:r>
          <a:r>
            <a:rPr lang="en-US" sz="1800" kern="1200" dirty="0"/>
            <a:t> </a:t>
          </a:r>
          <a:r>
            <a:rPr lang="en-US" sz="1800" kern="1200" dirty="0" err="1"/>
            <a:t>sở</a:t>
          </a:r>
          <a:r>
            <a:rPr lang="en-US" sz="1800" kern="1200" dirty="0"/>
            <a:t> </a:t>
          </a:r>
          <a:r>
            <a:rPr lang="en-US" sz="1800" kern="1200" dirty="0" err="1"/>
            <a:t>hữu</a:t>
          </a:r>
          <a:r>
            <a:rPr lang="en-US" sz="1800" kern="1200" dirty="0"/>
            <a:t> </a:t>
          </a:r>
          <a:r>
            <a:rPr lang="en-US" sz="1800" kern="1200" dirty="0" err="1"/>
            <a:t>nhãn</a:t>
          </a:r>
          <a:r>
            <a:rPr lang="en-US" sz="1800" kern="1200" dirty="0"/>
            <a:t> </a:t>
          </a:r>
          <a:r>
            <a:rPr lang="en-US" sz="1800" kern="1200" dirty="0" err="1"/>
            <a:t>hiệu</a:t>
          </a:r>
          <a:r>
            <a:rPr lang="en-US" sz="1800" kern="1200" dirty="0"/>
            <a:t> </a:t>
          </a:r>
          <a:r>
            <a:rPr lang="en-US" sz="1800" kern="1200" dirty="0" err="1"/>
            <a:t>trong</a:t>
          </a:r>
          <a:r>
            <a:rPr lang="en-US" sz="1800" kern="1200" dirty="0"/>
            <a:t> </a:t>
          </a:r>
          <a:r>
            <a:rPr lang="en-US" sz="1800" kern="1200" dirty="0" err="1"/>
            <a:t>quá</a:t>
          </a:r>
          <a:r>
            <a:rPr lang="en-US" sz="1800" kern="1200" dirty="0"/>
            <a:t> </a:t>
          </a:r>
          <a:r>
            <a:rPr lang="en-US" sz="1800" kern="1200" dirty="0" err="1"/>
            <a:t>trình</a:t>
          </a:r>
          <a:r>
            <a:rPr lang="en-US" sz="1800" kern="1200" dirty="0"/>
            <a:t> </a:t>
          </a:r>
          <a:r>
            <a:rPr lang="en-US" sz="1800" kern="1200" dirty="0" err="1"/>
            <a:t>khai</a:t>
          </a:r>
          <a:r>
            <a:rPr lang="en-US" sz="1800" kern="1200" dirty="0"/>
            <a:t> </a:t>
          </a:r>
          <a:r>
            <a:rPr lang="en-US" sz="1800" kern="1200" dirty="0" err="1"/>
            <a:t>thác</a:t>
          </a:r>
          <a:r>
            <a:rPr lang="en-US" sz="1800" kern="1200" dirty="0"/>
            <a:t> </a:t>
          </a:r>
          <a:r>
            <a:rPr lang="en-US" sz="1800" kern="1200" dirty="0" err="1"/>
            <a:t>nhãn</a:t>
          </a:r>
          <a:r>
            <a:rPr lang="en-US" sz="1800" kern="1200" dirty="0"/>
            <a:t> </a:t>
          </a:r>
          <a:r>
            <a:rPr lang="en-US" sz="1800" kern="1200" dirty="0" err="1"/>
            <a:t>hiệu</a:t>
          </a:r>
          <a:endParaRPr lang="en-US" sz="1800" kern="1200" dirty="0"/>
        </a:p>
      </dsp:txBody>
      <dsp:txXfrm>
        <a:off x="4729424" y="52698"/>
        <a:ext cx="2725620" cy="1595657"/>
      </dsp:txXfrm>
    </dsp:sp>
    <dsp:sp modelId="{A44DD6C6-4800-4FD6-AA73-FE58E751FAE1}">
      <dsp:nvSpPr>
        <dsp:cNvPr id="0" name=""/>
        <dsp:cNvSpPr/>
      </dsp:nvSpPr>
      <dsp:spPr>
        <a:xfrm rot="5400000">
          <a:off x="5792794" y="1895743"/>
          <a:ext cx="598880" cy="7005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tint val="60000"/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5882061" y="1946591"/>
        <a:ext cx="420346" cy="419216"/>
      </dsp:txXfrm>
    </dsp:sp>
    <dsp:sp modelId="{D76F6484-A63C-4CBA-BC80-7BF9825384E0}">
      <dsp:nvSpPr>
        <dsp:cNvPr id="0" name=""/>
        <dsp:cNvSpPr/>
      </dsp:nvSpPr>
      <dsp:spPr>
        <a:xfrm>
          <a:off x="4679781" y="2827962"/>
          <a:ext cx="2824906" cy="16949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2000"/>
                <a:satMod val="180000"/>
              </a:schemeClr>
            </a:gs>
            <a:gs pos="65000">
              <a:schemeClr val="accent1">
                <a:hueOff val="0"/>
                <a:satOff val="0"/>
                <a:lumOff val="0"/>
                <a:alphaOff val="0"/>
                <a:tint val="320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3000"/>
                <a:satMod val="300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Ngăn</a:t>
          </a:r>
          <a:r>
            <a:rPr lang="en-US" sz="1800" kern="1200" dirty="0"/>
            <a:t> </a:t>
          </a:r>
          <a:r>
            <a:rPr lang="en-US" sz="1800" kern="1200" dirty="0" err="1"/>
            <a:t>chặn</a:t>
          </a:r>
          <a:r>
            <a:rPr lang="en-US" sz="1800" kern="1200" dirty="0"/>
            <a:t> </a:t>
          </a:r>
          <a:r>
            <a:rPr lang="en-US" sz="1800" kern="1200" dirty="0" err="1"/>
            <a:t>hành</a:t>
          </a:r>
          <a:r>
            <a:rPr lang="en-US" sz="1800" kern="1200" dirty="0"/>
            <a:t> vi </a:t>
          </a:r>
          <a:r>
            <a:rPr lang="en-US" sz="1800" kern="1200" dirty="0" err="1"/>
            <a:t>cạnh</a:t>
          </a:r>
          <a:r>
            <a:rPr lang="en-US" sz="1800" kern="1200" dirty="0"/>
            <a:t> </a:t>
          </a:r>
          <a:r>
            <a:rPr lang="en-US" sz="1800" kern="1200" dirty="0" err="1"/>
            <a:t>tranh</a:t>
          </a:r>
          <a:r>
            <a:rPr lang="en-US" sz="1800" kern="1200" dirty="0"/>
            <a:t> </a:t>
          </a:r>
          <a:r>
            <a:rPr lang="en-US" sz="1800" kern="1200" dirty="0" err="1"/>
            <a:t>không</a:t>
          </a:r>
          <a:r>
            <a:rPr lang="en-US" sz="1800" kern="1200" dirty="0"/>
            <a:t> </a:t>
          </a:r>
          <a:r>
            <a:rPr lang="en-US" sz="1800" kern="1200" dirty="0" err="1"/>
            <a:t>lành</a:t>
          </a:r>
          <a:r>
            <a:rPr lang="en-US" sz="1800" kern="1200" dirty="0"/>
            <a:t> </a:t>
          </a:r>
          <a:r>
            <a:rPr lang="en-US" sz="1800" kern="1200" dirty="0" err="1"/>
            <a:t>mạnh</a:t>
          </a:r>
          <a:r>
            <a:rPr lang="en-US" sz="1800" kern="1200" dirty="0"/>
            <a:t> </a:t>
          </a:r>
          <a:r>
            <a:rPr lang="en-US" sz="1800" kern="1200" dirty="0" err="1"/>
            <a:t>của</a:t>
          </a:r>
          <a:r>
            <a:rPr lang="en-US" sz="1800" kern="1200" dirty="0"/>
            <a:t> </a:t>
          </a:r>
          <a:r>
            <a:rPr lang="en-US" sz="1800" kern="1200" dirty="0" err="1"/>
            <a:t>đối</a:t>
          </a:r>
          <a:r>
            <a:rPr lang="en-US" sz="1800" kern="1200" dirty="0"/>
            <a:t> </a:t>
          </a:r>
          <a:r>
            <a:rPr lang="en-US" sz="1800" kern="1200" dirty="0" err="1"/>
            <a:t>thủ</a:t>
          </a:r>
          <a:r>
            <a:rPr lang="en-US" sz="1800" kern="1200" dirty="0"/>
            <a:t> </a:t>
          </a:r>
          <a:r>
            <a:rPr lang="en-US" sz="1800" kern="1200" dirty="0" err="1"/>
            <a:t>cạnh</a:t>
          </a:r>
          <a:r>
            <a:rPr lang="en-US" sz="1800" kern="1200" dirty="0"/>
            <a:t> </a:t>
          </a:r>
          <a:r>
            <a:rPr lang="en-US" sz="1800" kern="1200" dirty="0" err="1"/>
            <a:t>tranh</a:t>
          </a:r>
          <a:r>
            <a:rPr lang="en-US" sz="1800" kern="1200" dirty="0"/>
            <a:t>. </a:t>
          </a:r>
        </a:p>
      </dsp:txBody>
      <dsp:txXfrm>
        <a:off x="4729424" y="2877605"/>
        <a:ext cx="2725620" cy="1595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9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EFC6B619-D2E8-4B5D-B9F8-C76E34A3E0D8}" type="datetimeFigureOut">
              <a:rPr lang="en-US" smtClean="0"/>
              <a:pPr/>
              <a:t>2/9/2022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643436D-C921-4A1D-A56B-BBD323864C9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752601"/>
            <a:ext cx="8458200" cy="1829761"/>
          </a:xfrm>
        </p:spPr>
        <p:txBody>
          <a:bodyPr/>
          <a:lstStyle/>
          <a:p>
            <a:pPr algn="l"/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Yến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 smtClean="0"/>
              <a:t>tuệ</a:t>
            </a:r>
            <a:r>
              <a:rPr lang="en-US" dirty="0" smtClean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,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chính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D045F22-5D6B-44EB-A02B-D1C5D2D10152}"/>
              </a:ext>
            </a:extLst>
          </p:cNvPr>
          <p:cNvSpPr/>
          <p:nvPr/>
        </p:nvSpPr>
        <p:spPr>
          <a:xfrm>
            <a:off x="152400" y="0"/>
            <a:ext cx="89154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1.Các </a:t>
            </a:r>
            <a:r>
              <a:rPr lang="en-US" sz="3000" b="1" dirty="0" err="1"/>
              <a:t>Lĩnh</a:t>
            </a:r>
            <a:r>
              <a:rPr lang="en-US" sz="3000" b="1" dirty="0"/>
              <a:t> </a:t>
            </a:r>
            <a:r>
              <a:rPr lang="en-US" sz="3000" b="1" dirty="0" err="1"/>
              <a:t>vực</a:t>
            </a:r>
            <a:r>
              <a:rPr lang="en-US" sz="3000" b="1" dirty="0"/>
              <a:t> </a:t>
            </a:r>
            <a:r>
              <a:rPr lang="en-US" sz="3000" b="1" dirty="0" err="1"/>
              <a:t>của</a:t>
            </a:r>
            <a:r>
              <a:rPr lang="en-US" sz="3000" b="1" dirty="0"/>
              <a:t> </a:t>
            </a:r>
            <a:r>
              <a:rPr lang="en-US" sz="3000" b="1" dirty="0" err="1"/>
              <a:t>quyền</a:t>
            </a:r>
            <a:r>
              <a:rPr lang="en-US" sz="3000" b="1" dirty="0"/>
              <a:t> </a:t>
            </a:r>
            <a:r>
              <a:rPr lang="en-US" sz="3000" b="1" dirty="0" err="1"/>
              <a:t>Sở</a:t>
            </a:r>
            <a:r>
              <a:rPr lang="en-US" sz="3000" b="1" dirty="0"/>
              <a:t> </a:t>
            </a:r>
            <a:r>
              <a:rPr lang="en-US" sz="3000" b="1" dirty="0" err="1"/>
              <a:t>hữu</a:t>
            </a:r>
            <a:r>
              <a:rPr lang="en-US" sz="3000" b="1" dirty="0"/>
              <a:t> </a:t>
            </a:r>
            <a:r>
              <a:rPr lang="en-US" sz="3000" b="1" dirty="0" err="1"/>
              <a:t>trí</a:t>
            </a:r>
            <a:r>
              <a:rPr lang="en-US" sz="3000" b="1" dirty="0"/>
              <a:t> </a:t>
            </a:r>
            <a:r>
              <a:rPr lang="en-US" sz="3000" b="1" dirty="0" err="1"/>
              <a:t>tuệ</a:t>
            </a:r>
            <a:r>
              <a:rPr lang="en-US" sz="3000" b="1" dirty="0"/>
              <a:t> </a:t>
            </a:r>
            <a:r>
              <a:rPr lang="en-US" sz="3000" b="1" dirty="0" err="1"/>
              <a:t>gồm</a:t>
            </a:r>
            <a:endParaRPr lang="en-US" sz="3000" b="1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D9119F7E-4A8F-4F57-9C58-549B9473C810}"/>
              </a:ext>
            </a:extLst>
          </p:cNvPr>
          <p:cNvSpPr/>
          <p:nvPr/>
        </p:nvSpPr>
        <p:spPr>
          <a:xfrm>
            <a:off x="411480" y="1219200"/>
            <a:ext cx="2865120" cy="4338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en-US" sz="2400" dirty="0"/>
              <a:t>- </a:t>
            </a:r>
            <a:r>
              <a:rPr lang="en-US" sz="2400" b="1" dirty="0" err="1"/>
              <a:t>Quyền</a:t>
            </a:r>
            <a:r>
              <a:rPr lang="en-US" sz="2400" b="1" dirty="0"/>
              <a:t> </a:t>
            </a:r>
            <a:r>
              <a:rPr lang="en-US" sz="2400" b="1" dirty="0" err="1"/>
              <a:t>tác</a:t>
            </a:r>
            <a:r>
              <a:rPr lang="en-US" sz="2400" b="1" dirty="0"/>
              <a:t> </a:t>
            </a:r>
            <a:r>
              <a:rPr lang="en-US" sz="2400" b="1" dirty="0" err="1"/>
              <a:t>giả</a:t>
            </a:r>
            <a:r>
              <a:rPr lang="en-US" sz="2400" b="1" dirty="0"/>
              <a:t>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quyền</a:t>
            </a:r>
            <a:r>
              <a:rPr lang="en-US" sz="2400" b="1" dirty="0"/>
              <a:t> </a:t>
            </a:r>
            <a:r>
              <a:rPr lang="en-US" sz="2400" b="1" dirty="0" err="1"/>
              <a:t>liên</a:t>
            </a:r>
            <a:r>
              <a:rPr lang="en-US" sz="2400" b="1" dirty="0"/>
              <a:t> </a:t>
            </a:r>
            <a:r>
              <a:rPr lang="en-US" sz="2400" b="1" dirty="0" err="1"/>
              <a:t>quan</a:t>
            </a:r>
            <a:endParaRPr lang="en-US" sz="2400" b="1" dirty="0"/>
          </a:p>
          <a:p>
            <a:pPr lvl="0" algn="just"/>
            <a:r>
              <a:rPr lang="en-US" sz="2000" i="1" dirty="0" err="1"/>
              <a:t>Quyền</a:t>
            </a:r>
            <a:r>
              <a:rPr lang="en-US" sz="2000" i="1" dirty="0"/>
              <a:t> </a:t>
            </a:r>
            <a:r>
              <a:rPr lang="en-US" sz="2000" i="1" dirty="0" err="1"/>
              <a:t>tác</a:t>
            </a:r>
            <a:r>
              <a:rPr lang="en-US" sz="2000" i="1" dirty="0"/>
              <a:t> </a:t>
            </a:r>
            <a:r>
              <a:rPr lang="en-US" sz="2000" i="1" dirty="0" err="1"/>
              <a:t>giả</a:t>
            </a:r>
            <a:r>
              <a:rPr lang="en-US" sz="2000" i="1" dirty="0"/>
              <a:t>: </a:t>
            </a:r>
            <a:r>
              <a:rPr lang="en-US" sz="2000" i="1" dirty="0" err="1"/>
              <a:t>quyền</a:t>
            </a:r>
            <a:r>
              <a:rPr lang="en-US" sz="2000" i="1" dirty="0"/>
              <a:t> </a:t>
            </a:r>
            <a:r>
              <a:rPr lang="en-US" sz="2000" i="1" dirty="0" err="1"/>
              <a:t>đối</a:t>
            </a:r>
            <a:r>
              <a:rPr lang="en-US" sz="2000" i="1" dirty="0"/>
              <a:t> </a:t>
            </a:r>
            <a:r>
              <a:rPr lang="en-US" sz="2000" i="1" dirty="0" err="1"/>
              <a:t>với</a:t>
            </a:r>
            <a:r>
              <a:rPr lang="en-US" sz="2000" i="1" dirty="0"/>
              <a:t> </a:t>
            </a:r>
            <a:r>
              <a:rPr lang="en-US" sz="2000" i="1" dirty="0" err="1"/>
              <a:t>tác</a:t>
            </a:r>
            <a:r>
              <a:rPr lang="en-US" sz="2000" i="1" dirty="0"/>
              <a:t> </a:t>
            </a:r>
            <a:r>
              <a:rPr lang="en-US" sz="2000" i="1" dirty="0" err="1"/>
              <a:t>phẩm</a:t>
            </a:r>
            <a:r>
              <a:rPr lang="en-US" sz="2000" i="1" dirty="0"/>
              <a:t> </a:t>
            </a:r>
            <a:r>
              <a:rPr lang="en-US" sz="2000" i="1" dirty="0" err="1"/>
              <a:t>văn</a:t>
            </a:r>
            <a:r>
              <a:rPr lang="en-US" sz="2000" i="1" dirty="0"/>
              <a:t> </a:t>
            </a:r>
            <a:r>
              <a:rPr lang="en-US" sz="2000" i="1" dirty="0" err="1"/>
              <a:t>học</a:t>
            </a:r>
            <a:r>
              <a:rPr lang="en-US" sz="2000" i="1" dirty="0"/>
              <a:t>, </a:t>
            </a:r>
            <a:r>
              <a:rPr lang="en-US" sz="2000" i="1" dirty="0" err="1"/>
              <a:t>nghệ</a:t>
            </a:r>
            <a:r>
              <a:rPr lang="en-US" sz="2000" i="1" dirty="0"/>
              <a:t> </a:t>
            </a:r>
            <a:r>
              <a:rPr lang="en-US" sz="2000" i="1" dirty="0" err="1"/>
              <a:t>thuật</a:t>
            </a:r>
            <a:r>
              <a:rPr lang="en-US" sz="2000" i="1" dirty="0"/>
              <a:t>, khoa </a:t>
            </a:r>
            <a:r>
              <a:rPr lang="en-US" sz="2000" i="1" dirty="0" err="1"/>
              <a:t>học</a:t>
            </a:r>
            <a:r>
              <a:rPr lang="en-US" sz="2000" i="1" dirty="0"/>
              <a:t>..</a:t>
            </a:r>
          </a:p>
          <a:p>
            <a:pPr lvl="0" algn="just"/>
            <a:r>
              <a:rPr lang="en-US" sz="2000" i="1" dirty="0" err="1"/>
              <a:t>Quyền</a:t>
            </a:r>
            <a:r>
              <a:rPr lang="en-US" sz="2000" i="1" dirty="0"/>
              <a:t> </a:t>
            </a:r>
            <a:r>
              <a:rPr lang="en-US" sz="2000" i="1" dirty="0" err="1"/>
              <a:t>liên</a:t>
            </a:r>
            <a:r>
              <a:rPr lang="en-US" sz="2000" i="1" dirty="0"/>
              <a:t> </a:t>
            </a:r>
            <a:r>
              <a:rPr lang="en-US" sz="2000" i="1" dirty="0" err="1"/>
              <a:t>quan</a:t>
            </a:r>
            <a:r>
              <a:rPr lang="en-US" sz="2000" i="1" dirty="0"/>
              <a:t>: </a:t>
            </a:r>
            <a:r>
              <a:rPr lang="en-US" sz="2000" i="1" dirty="0" err="1"/>
              <a:t>quyền</a:t>
            </a:r>
            <a:r>
              <a:rPr lang="en-US" sz="2000" i="1" dirty="0"/>
              <a:t> </a:t>
            </a:r>
            <a:r>
              <a:rPr lang="en-US" sz="2000" i="1" dirty="0" err="1"/>
              <a:t>của</a:t>
            </a:r>
            <a:r>
              <a:rPr lang="en-US" sz="2000" i="1" dirty="0"/>
              <a:t> </a:t>
            </a:r>
            <a:r>
              <a:rPr lang="en-US" sz="2000" i="1" dirty="0" err="1"/>
              <a:t>người</a:t>
            </a:r>
            <a:r>
              <a:rPr lang="en-US" sz="2000" i="1" dirty="0"/>
              <a:t> </a:t>
            </a:r>
            <a:r>
              <a:rPr lang="en-US" sz="2000" i="1" dirty="0" err="1"/>
              <a:t>biểu</a:t>
            </a:r>
            <a:r>
              <a:rPr lang="en-US" sz="2000" i="1" dirty="0"/>
              <a:t> </a:t>
            </a:r>
            <a:r>
              <a:rPr lang="en-US" sz="2000" i="1" dirty="0" err="1"/>
              <a:t>diễn</a:t>
            </a:r>
            <a:r>
              <a:rPr lang="en-US" sz="2000" i="1" dirty="0"/>
              <a:t>, </a:t>
            </a:r>
            <a:r>
              <a:rPr lang="en-US" sz="2000" i="1" dirty="0" err="1"/>
              <a:t>bản</a:t>
            </a:r>
            <a:r>
              <a:rPr lang="en-US" sz="2000" i="1" dirty="0"/>
              <a:t> </a:t>
            </a:r>
            <a:r>
              <a:rPr lang="en-US" sz="2000" i="1" dirty="0" err="1"/>
              <a:t>ghi</a:t>
            </a:r>
            <a:r>
              <a:rPr lang="en-US" sz="2000" i="1" dirty="0"/>
              <a:t> </a:t>
            </a:r>
            <a:r>
              <a:rPr lang="en-US" sz="2000" i="1" dirty="0" err="1"/>
              <a:t>âm</a:t>
            </a:r>
            <a:r>
              <a:rPr lang="en-US" sz="2000" i="1" dirty="0"/>
              <a:t>, </a:t>
            </a:r>
            <a:r>
              <a:rPr lang="en-US" sz="2000" i="1" dirty="0" err="1"/>
              <a:t>ghi</a:t>
            </a:r>
            <a:r>
              <a:rPr lang="en-US" sz="2000" i="1" dirty="0"/>
              <a:t> </a:t>
            </a:r>
            <a:r>
              <a:rPr lang="en-US" sz="2000" i="1" dirty="0" err="1"/>
              <a:t>hình</a:t>
            </a:r>
            <a:r>
              <a:rPr lang="en-US" sz="2000" i="1" dirty="0"/>
              <a:t>, </a:t>
            </a:r>
            <a:r>
              <a:rPr lang="en-US" sz="2000" i="1" dirty="0" err="1"/>
              <a:t>chương</a:t>
            </a:r>
            <a:r>
              <a:rPr lang="en-US" sz="2000" i="1" dirty="0"/>
              <a:t> </a:t>
            </a:r>
            <a:r>
              <a:rPr lang="en-US" sz="2000" i="1" dirty="0" err="1"/>
              <a:t>trình</a:t>
            </a:r>
            <a:r>
              <a:rPr lang="en-US" sz="2000" i="1" dirty="0"/>
              <a:t> </a:t>
            </a:r>
            <a:r>
              <a:rPr lang="en-US" sz="2000" i="1" dirty="0" err="1"/>
              <a:t>phát</a:t>
            </a:r>
            <a:r>
              <a:rPr lang="en-US" sz="2000" i="1" dirty="0"/>
              <a:t> </a:t>
            </a:r>
            <a:r>
              <a:rPr lang="en-US" sz="2000" i="1" dirty="0" err="1"/>
              <a:t>sóng</a:t>
            </a:r>
            <a:endParaRPr lang="en-US" sz="2000" i="1" dirty="0"/>
          </a:p>
          <a:p>
            <a:pPr marL="457200" lvl="0" indent="-457200">
              <a:buFontTx/>
              <a:buChar char="-"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30A53FA-78A7-42DA-A970-AE0BA29068D3}"/>
              </a:ext>
            </a:extLst>
          </p:cNvPr>
          <p:cNvSpPr/>
          <p:nvPr/>
        </p:nvSpPr>
        <p:spPr>
          <a:xfrm>
            <a:off x="3543300" y="1219200"/>
            <a:ext cx="2783840" cy="4338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just">
              <a:buFontTx/>
              <a:buChar char="-"/>
            </a:pPr>
            <a:r>
              <a:rPr lang="en-US" sz="2400" b="1" dirty="0" err="1"/>
              <a:t>Quyền</a:t>
            </a:r>
            <a:r>
              <a:rPr lang="en-US" sz="2400" b="1" dirty="0"/>
              <a:t> </a:t>
            </a:r>
            <a:r>
              <a:rPr lang="en-US" sz="2400" b="1" dirty="0" err="1"/>
              <a:t>sở</a:t>
            </a:r>
            <a:r>
              <a:rPr lang="en-US" sz="2400" b="1" dirty="0"/>
              <a:t> </a:t>
            </a:r>
            <a:r>
              <a:rPr lang="en-US" sz="2400" b="1" dirty="0" err="1"/>
              <a:t>hữu</a:t>
            </a:r>
            <a:r>
              <a:rPr lang="en-US" sz="2400" b="1" dirty="0"/>
              <a:t> </a:t>
            </a:r>
            <a:r>
              <a:rPr lang="en-US" sz="2400" b="1" dirty="0" err="1"/>
              <a:t>công</a:t>
            </a:r>
            <a:r>
              <a:rPr lang="en-US" sz="2400" b="1" dirty="0"/>
              <a:t> </a:t>
            </a:r>
            <a:r>
              <a:rPr lang="en-US" sz="2400" b="1" dirty="0" err="1"/>
              <a:t>nghiệp</a:t>
            </a:r>
            <a:r>
              <a:rPr lang="en-US" sz="2400" b="1" dirty="0"/>
              <a:t> </a:t>
            </a:r>
          </a:p>
          <a:p>
            <a:pPr algn="just"/>
            <a:endParaRPr lang="en-US" sz="2400" b="1" dirty="0"/>
          </a:p>
          <a:p>
            <a:pPr algn="just"/>
            <a:endParaRPr lang="en-US" sz="2400" b="1" dirty="0"/>
          </a:p>
          <a:p>
            <a:pPr marL="342900" indent="-342900" algn="just">
              <a:buFontTx/>
              <a:buChar char="-"/>
            </a:pPr>
            <a:r>
              <a:rPr lang="en-US" sz="2000" i="1" dirty="0" err="1"/>
              <a:t>Là</a:t>
            </a:r>
            <a:r>
              <a:rPr lang="en-US" sz="2000" i="1" dirty="0"/>
              <a:t> </a:t>
            </a:r>
            <a:r>
              <a:rPr lang="en-US" sz="2000" i="1" dirty="0" err="1"/>
              <a:t>quyền</a:t>
            </a:r>
            <a:r>
              <a:rPr lang="en-US" sz="2000" i="1" dirty="0"/>
              <a:t> </a:t>
            </a:r>
            <a:r>
              <a:rPr lang="en-US" sz="2000" i="1" dirty="0" err="1"/>
              <a:t>đối</a:t>
            </a:r>
            <a:r>
              <a:rPr lang="en-US" sz="2000" i="1" dirty="0"/>
              <a:t> </a:t>
            </a:r>
            <a:r>
              <a:rPr lang="en-US" sz="2000" i="1" dirty="0" err="1"/>
              <a:t>với</a:t>
            </a:r>
            <a:r>
              <a:rPr lang="en-US" sz="2000" i="1" dirty="0"/>
              <a:t>: </a:t>
            </a:r>
          </a:p>
          <a:p>
            <a:pPr algn="just"/>
            <a:r>
              <a:rPr lang="en-US" i="1" dirty="0" err="1"/>
              <a:t>sáng</a:t>
            </a:r>
            <a:r>
              <a:rPr lang="en-US" i="1" dirty="0"/>
              <a:t> </a:t>
            </a:r>
            <a:r>
              <a:rPr lang="en-US" i="1" dirty="0" err="1"/>
              <a:t>chế</a:t>
            </a:r>
            <a:r>
              <a:rPr lang="en-US" i="1" dirty="0"/>
              <a:t>, </a:t>
            </a:r>
            <a:r>
              <a:rPr lang="en-US" i="1" dirty="0" err="1"/>
              <a:t>kiểu</a:t>
            </a:r>
            <a:r>
              <a:rPr lang="en-US" i="1" dirty="0"/>
              <a:t> </a:t>
            </a:r>
            <a:r>
              <a:rPr lang="en-US" i="1" dirty="0" err="1"/>
              <a:t>dáng</a:t>
            </a:r>
            <a:r>
              <a:rPr lang="en-US" i="1" dirty="0"/>
              <a:t> CN, </a:t>
            </a:r>
            <a:r>
              <a:rPr lang="en-US" i="1" dirty="0" err="1"/>
              <a:t>thiết</a:t>
            </a:r>
            <a:r>
              <a:rPr lang="en-US" i="1" dirty="0"/>
              <a:t> </a:t>
            </a:r>
            <a:r>
              <a:rPr lang="en-US" i="1" dirty="0" err="1"/>
              <a:t>kế</a:t>
            </a:r>
            <a:r>
              <a:rPr lang="en-US" i="1" dirty="0"/>
              <a:t> </a:t>
            </a:r>
            <a:r>
              <a:rPr lang="en-US" i="1" dirty="0" err="1"/>
              <a:t>bố</a:t>
            </a:r>
            <a:r>
              <a:rPr lang="en-US" i="1" dirty="0"/>
              <a:t> </a:t>
            </a:r>
            <a:r>
              <a:rPr lang="en-US" i="1" dirty="0" err="1"/>
              <a:t>trí</a:t>
            </a:r>
            <a:r>
              <a:rPr lang="en-US" i="1" dirty="0"/>
              <a:t> </a:t>
            </a:r>
            <a:r>
              <a:rPr lang="en-US" i="1" dirty="0" err="1"/>
              <a:t>mạch</a:t>
            </a:r>
            <a:r>
              <a:rPr lang="en-US" i="1" dirty="0"/>
              <a:t> </a:t>
            </a:r>
            <a:r>
              <a:rPr lang="en-US" i="1" dirty="0" err="1"/>
              <a:t>tích</a:t>
            </a:r>
            <a:r>
              <a:rPr lang="en-US" i="1" dirty="0"/>
              <a:t> </a:t>
            </a:r>
            <a:r>
              <a:rPr lang="en-US" i="1" dirty="0" err="1"/>
              <a:t>hợp</a:t>
            </a:r>
            <a:r>
              <a:rPr lang="en-US" i="1" dirty="0"/>
              <a:t> </a:t>
            </a:r>
            <a:r>
              <a:rPr lang="en-US" i="1" dirty="0" err="1"/>
              <a:t>bán</a:t>
            </a:r>
            <a:r>
              <a:rPr lang="en-US" i="1" dirty="0"/>
              <a:t> </a:t>
            </a:r>
            <a:r>
              <a:rPr lang="en-US" i="1" dirty="0" err="1"/>
              <a:t>dẫn</a:t>
            </a:r>
            <a:r>
              <a:rPr lang="en-US" i="1" dirty="0"/>
              <a:t>; </a:t>
            </a:r>
            <a:r>
              <a:rPr lang="en-US" i="1" dirty="0" err="1"/>
              <a:t>bí</a:t>
            </a:r>
            <a:r>
              <a:rPr lang="en-US" i="1" dirty="0"/>
              <a:t> </a:t>
            </a:r>
            <a:r>
              <a:rPr lang="en-US" i="1" dirty="0" err="1"/>
              <a:t>mật</a:t>
            </a:r>
            <a:r>
              <a:rPr lang="en-US" i="1" dirty="0"/>
              <a:t> </a:t>
            </a:r>
            <a:r>
              <a:rPr lang="en-US" i="1" dirty="0" err="1"/>
              <a:t>kinh</a:t>
            </a:r>
            <a:r>
              <a:rPr lang="en-US" i="1" dirty="0"/>
              <a:t> </a:t>
            </a:r>
            <a:r>
              <a:rPr lang="en-US" i="1" dirty="0" err="1"/>
              <a:t>doanh</a:t>
            </a:r>
            <a:r>
              <a:rPr lang="en-US" i="1" dirty="0"/>
              <a:t>, </a:t>
            </a:r>
            <a:r>
              <a:rPr lang="en-US" i="1" dirty="0" err="1"/>
              <a:t>nhãn</a:t>
            </a:r>
            <a:r>
              <a:rPr lang="en-US" i="1" dirty="0"/>
              <a:t> </a:t>
            </a:r>
            <a:r>
              <a:rPr lang="en-US" i="1" dirty="0" err="1"/>
              <a:t>hiệu</a:t>
            </a:r>
            <a:r>
              <a:rPr lang="en-US" i="1" dirty="0"/>
              <a:t>, </a:t>
            </a:r>
            <a:r>
              <a:rPr lang="en-US" i="1" dirty="0" err="1"/>
              <a:t>tên</a:t>
            </a:r>
            <a:r>
              <a:rPr lang="en-US" i="1" dirty="0"/>
              <a:t> </a:t>
            </a:r>
            <a:r>
              <a:rPr lang="en-US" i="1" dirty="0" err="1"/>
              <a:t>thương</a:t>
            </a:r>
            <a:r>
              <a:rPr lang="en-US" i="1" dirty="0"/>
              <a:t> </a:t>
            </a:r>
            <a:r>
              <a:rPr lang="en-US" i="1" dirty="0" err="1"/>
              <a:t>mại</a:t>
            </a:r>
            <a:r>
              <a:rPr lang="en-US" i="1" dirty="0"/>
              <a:t> </a:t>
            </a:r>
            <a:r>
              <a:rPr lang="en-US" i="1" dirty="0" err="1"/>
              <a:t>và</a:t>
            </a:r>
            <a:r>
              <a:rPr lang="en-US" i="1" dirty="0"/>
              <a:t> </a:t>
            </a:r>
            <a:r>
              <a:rPr lang="en-US" i="1" dirty="0" err="1"/>
              <a:t>chỉ</a:t>
            </a:r>
            <a:r>
              <a:rPr lang="en-US" i="1" dirty="0"/>
              <a:t> </a:t>
            </a:r>
            <a:r>
              <a:rPr lang="en-US" i="1" dirty="0" err="1"/>
              <a:t>d</a:t>
            </a:r>
            <a:r>
              <a:rPr lang="en-US" i="1" smtClean="0"/>
              <a:t>ẫn</a:t>
            </a:r>
            <a:r>
              <a:rPr lang="en-US" i="1" dirty="0" smtClean="0"/>
              <a:t> </a:t>
            </a:r>
            <a:r>
              <a:rPr lang="en-US" i="1" dirty="0" err="1"/>
              <a:t>địa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endParaRPr lang="en-US" i="1" dirty="0"/>
          </a:p>
          <a:p>
            <a:pPr algn="just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B34F158-B1C1-49A3-9091-B2B2475BC1D0}"/>
              </a:ext>
            </a:extLst>
          </p:cNvPr>
          <p:cNvSpPr/>
          <p:nvPr/>
        </p:nvSpPr>
        <p:spPr>
          <a:xfrm>
            <a:off x="6675120" y="1219200"/>
            <a:ext cx="2169160" cy="42722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just">
              <a:buFontTx/>
              <a:buChar char="-"/>
            </a:pPr>
            <a:r>
              <a:rPr lang="en-US" sz="2400" b="1" dirty="0" err="1"/>
              <a:t>Quyền</a:t>
            </a:r>
            <a:r>
              <a:rPr lang="en-US" sz="2400" b="1" dirty="0"/>
              <a:t> </a:t>
            </a:r>
            <a:r>
              <a:rPr lang="en-US" sz="2400" b="1" dirty="0" err="1"/>
              <a:t>đối</a:t>
            </a:r>
            <a:r>
              <a:rPr lang="en-US" sz="2400" b="1" dirty="0"/>
              <a:t> </a:t>
            </a:r>
            <a:r>
              <a:rPr lang="en-US" sz="2400" b="1" dirty="0" err="1"/>
              <a:t>với</a:t>
            </a:r>
            <a:r>
              <a:rPr lang="en-US" sz="2400" b="1" dirty="0"/>
              <a:t> </a:t>
            </a:r>
            <a:r>
              <a:rPr lang="en-US" sz="2400" b="1" dirty="0" err="1"/>
              <a:t>giống</a:t>
            </a:r>
            <a:r>
              <a:rPr lang="en-US" sz="2400" b="1" dirty="0"/>
              <a:t> </a:t>
            </a:r>
            <a:r>
              <a:rPr lang="en-US" sz="2400" b="1" dirty="0" err="1"/>
              <a:t>cây</a:t>
            </a:r>
            <a:r>
              <a:rPr lang="en-US" sz="2400" b="1" dirty="0"/>
              <a:t> </a:t>
            </a:r>
            <a:r>
              <a:rPr lang="en-US" sz="2400" b="1" dirty="0" err="1"/>
              <a:t>trồng</a:t>
            </a:r>
            <a:endParaRPr lang="en-US" sz="2400" b="1" dirty="0"/>
          </a:p>
          <a:p>
            <a:pPr marL="457200" indent="-457200" algn="just">
              <a:buFontTx/>
              <a:buChar char="-"/>
            </a:pPr>
            <a:endParaRPr lang="en-US" sz="2400" dirty="0"/>
          </a:p>
          <a:p>
            <a:pPr marL="457200" indent="-457200" algn="just">
              <a:buFontTx/>
              <a:buChar char="-"/>
            </a:pPr>
            <a:endParaRPr lang="en-US" sz="2000" dirty="0"/>
          </a:p>
          <a:p>
            <a:pPr algn="just"/>
            <a:r>
              <a:rPr lang="en-US" sz="2000" i="1" dirty="0" err="1"/>
              <a:t>Quyền</a:t>
            </a:r>
            <a:r>
              <a:rPr lang="en-US" sz="2000" i="1" dirty="0"/>
              <a:t> </a:t>
            </a:r>
            <a:r>
              <a:rPr lang="en-US" sz="2000" i="1" dirty="0" err="1"/>
              <a:t>đối</a:t>
            </a:r>
            <a:r>
              <a:rPr lang="en-US" sz="2000" i="1" dirty="0"/>
              <a:t> </a:t>
            </a:r>
            <a:r>
              <a:rPr lang="en-US" sz="2000" i="1" dirty="0" err="1"/>
              <a:t>với</a:t>
            </a:r>
            <a:r>
              <a:rPr lang="en-US" sz="2000" i="1" dirty="0"/>
              <a:t> </a:t>
            </a:r>
            <a:r>
              <a:rPr lang="en-US" sz="2000" i="1" dirty="0" err="1"/>
              <a:t>giống</a:t>
            </a:r>
            <a:r>
              <a:rPr lang="en-US" sz="2000" i="1" dirty="0"/>
              <a:t> </a:t>
            </a:r>
            <a:r>
              <a:rPr lang="en-US" sz="2000" i="1" dirty="0" err="1"/>
              <a:t>cây</a:t>
            </a:r>
            <a:r>
              <a:rPr lang="en-US" sz="2000" i="1" dirty="0"/>
              <a:t> </a:t>
            </a:r>
            <a:r>
              <a:rPr lang="en-US" sz="2000" i="1" dirty="0" err="1"/>
              <a:t>trồng</a:t>
            </a:r>
            <a:r>
              <a:rPr lang="en-US" sz="2000" i="1" dirty="0"/>
              <a:t> </a:t>
            </a:r>
            <a:r>
              <a:rPr lang="en-US" sz="2000" i="1" dirty="0" err="1"/>
              <a:t>và</a:t>
            </a:r>
            <a:r>
              <a:rPr lang="en-US" sz="2000" i="1" dirty="0"/>
              <a:t> </a:t>
            </a:r>
            <a:r>
              <a:rPr lang="en-US" sz="2000" i="1" dirty="0" err="1"/>
              <a:t>vật</a:t>
            </a:r>
            <a:r>
              <a:rPr lang="en-US" sz="2000" i="1" dirty="0"/>
              <a:t> </a:t>
            </a:r>
            <a:r>
              <a:rPr lang="en-US" sz="2000" i="1" dirty="0" err="1"/>
              <a:t>liệu</a:t>
            </a:r>
            <a:r>
              <a:rPr lang="en-US" sz="2000" i="1" dirty="0"/>
              <a:t> </a:t>
            </a:r>
            <a:r>
              <a:rPr lang="en-US" sz="2000" i="1" dirty="0" err="1"/>
              <a:t>nhân</a:t>
            </a:r>
            <a:r>
              <a:rPr lang="en-US" sz="2000" i="1" dirty="0"/>
              <a:t> </a:t>
            </a:r>
            <a:r>
              <a:rPr lang="en-US" sz="2000" i="1" dirty="0" err="1"/>
              <a:t>giống</a:t>
            </a:r>
            <a:endParaRPr lang="en-US" sz="2000" i="1" dirty="0"/>
          </a:p>
          <a:p>
            <a:pPr algn="just"/>
            <a:endParaRPr lang="en-US" sz="2800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4208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chế</a:t>
            </a:r>
            <a:endParaRPr lang="en-US" dirty="0"/>
          </a:p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dáng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endParaRPr lang="en-US" dirty="0"/>
          </a:p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nhãn</a:t>
            </a:r>
            <a:r>
              <a:rPr lang="en-US" dirty="0"/>
              <a:t> </a:t>
            </a:r>
            <a:r>
              <a:rPr lang="en-US" dirty="0" err="1"/>
              <a:t>hiệu</a:t>
            </a:r>
            <a:endParaRPr lang="en-US" dirty="0"/>
          </a:p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endParaRPr lang="en-US" dirty="0"/>
          </a:p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endParaRPr lang="en-US" dirty="0"/>
          </a:p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trồng</a:t>
            </a:r>
            <a:r>
              <a:rPr lang="en-US" dirty="0"/>
              <a:t> </a:t>
            </a:r>
            <a:r>
              <a:rPr lang="en-US" dirty="0" err="1"/>
              <a:t>mới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SHTT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,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do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.</a:t>
            </a:r>
          </a:p>
          <a:p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?</a:t>
            </a:r>
          </a:p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quyển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?</a:t>
            </a:r>
          </a:p>
          <a:p>
            <a:r>
              <a:rPr lang="en-US" dirty="0" err="1"/>
              <a:t>Alexandre</a:t>
            </a:r>
            <a:r>
              <a:rPr lang="en-US" dirty="0"/>
              <a:t> Dumas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tiểu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“ </a:t>
            </a:r>
            <a:r>
              <a:rPr lang="en-US" dirty="0" err="1"/>
              <a:t>Bá</a:t>
            </a:r>
            <a:r>
              <a:rPr lang="en-US" dirty="0"/>
              <a:t> </a:t>
            </a:r>
            <a:r>
              <a:rPr lang="en-US" dirty="0" err="1"/>
              <a:t>tước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Monte Cristo”,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Chánh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tiểu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hệt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“</a:t>
            </a:r>
            <a:r>
              <a:rPr lang="en-US" dirty="0" err="1"/>
              <a:t>Chúa</a:t>
            </a:r>
            <a:r>
              <a:rPr lang="en-US" dirty="0"/>
              <a:t> </a:t>
            </a:r>
            <a:r>
              <a:rPr lang="en-US" dirty="0" err="1"/>
              <a:t>Tàu</a:t>
            </a:r>
            <a:r>
              <a:rPr lang="en-US" dirty="0"/>
              <a:t> Kim </a:t>
            </a:r>
            <a:r>
              <a:rPr lang="en-US" dirty="0" err="1"/>
              <a:t>Quy</a:t>
            </a:r>
            <a:r>
              <a:rPr lang="en-US" dirty="0"/>
              <a:t>”.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Chánh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tiểu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hay </a:t>
            </a:r>
            <a:r>
              <a:rPr lang="en-US" dirty="0" err="1"/>
              <a:t>không</a:t>
            </a:r>
            <a:r>
              <a:rPr lang="en-US" dirty="0"/>
              <a:t>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A.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(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Luật</a:t>
            </a:r>
            <a:r>
              <a:rPr lang="en-US" dirty="0"/>
              <a:t> SHTT: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,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khoa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hay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</a:t>
            </a:r>
          </a:p>
          <a:p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,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quyển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: </a:t>
            </a:r>
            <a:r>
              <a:rPr lang="en-US" dirty="0" err="1"/>
              <a:t>Dịch</a:t>
            </a:r>
            <a:r>
              <a:rPr lang="en-US" dirty="0"/>
              <a:t>, </a:t>
            </a:r>
            <a:r>
              <a:rPr lang="en-US" dirty="0" err="1"/>
              <a:t>phóng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,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,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, </a:t>
            </a:r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,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soạn</a:t>
            </a:r>
            <a:r>
              <a:rPr lang="en-US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/>
          <p:cNvSpPr/>
          <p:nvPr/>
        </p:nvSpPr>
        <p:spPr>
          <a:xfrm>
            <a:off x="762000" y="5105400"/>
            <a:ext cx="7924800" cy="1371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. TP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, </a:t>
            </a:r>
            <a:r>
              <a:rPr lang="en-US" dirty="0" err="1"/>
              <a:t>mĩ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,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, </a:t>
            </a:r>
            <a:r>
              <a:rPr lang="en-US" dirty="0" err="1"/>
              <a:t>khuyết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(50 </a:t>
            </a:r>
            <a:r>
              <a:rPr lang="en-US" dirty="0" err="1"/>
              <a:t>năm</a:t>
            </a:r>
            <a:r>
              <a:rPr lang="en-US" dirty="0"/>
              <a:t>).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50 </a:t>
            </a:r>
            <a:r>
              <a:rPr lang="en-US" dirty="0" err="1"/>
              <a:t>năm</a:t>
            </a:r>
            <a:r>
              <a:rPr lang="en-US" dirty="0"/>
              <a:t>.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suốt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50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chết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endParaRPr lang="en-US" dirty="0"/>
          </a:p>
          <a:p>
            <a:r>
              <a:rPr lang="en-US" dirty="0" err="1"/>
              <a:t>Xâm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liền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: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mạo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,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xén</a:t>
            </a:r>
            <a:r>
              <a:rPr lang="en-US" dirty="0"/>
              <a:t>, </a:t>
            </a:r>
            <a:r>
              <a:rPr lang="en-US" dirty="0" err="1"/>
              <a:t>xuyên</a:t>
            </a:r>
            <a:r>
              <a:rPr lang="en-US" dirty="0"/>
              <a:t> </a:t>
            </a:r>
            <a:r>
              <a:rPr lang="en-US" dirty="0" err="1"/>
              <a:t>tạc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  <a:p>
            <a:r>
              <a:rPr lang="en-US" dirty="0" err="1"/>
              <a:t>Xâm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liền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: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,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endParaRPr lang="en-US" dirty="0"/>
          </a:p>
          <a:p>
            <a:r>
              <a:rPr lang="en-US" dirty="0" err="1"/>
              <a:t>Xâm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: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chép</a:t>
            </a:r>
            <a:r>
              <a:rPr lang="en-US" dirty="0"/>
              <a:t>,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,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phái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,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ý</a:t>
            </a:r>
          </a:p>
          <a:p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chép</a:t>
            </a:r>
            <a:r>
              <a:rPr lang="en-US" dirty="0"/>
              <a:t>,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lậu</a:t>
            </a:r>
            <a:r>
              <a:rPr lang="en-US" dirty="0"/>
              <a:t>, </a:t>
            </a:r>
            <a:r>
              <a:rPr lang="en-US" dirty="0" err="1"/>
              <a:t>mua</a:t>
            </a:r>
            <a:r>
              <a:rPr lang="en-US" dirty="0"/>
              <a:t>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chép</a:t>
            </a:r>
            <a:r>
              <a:rPr lang="en-US" dirty="0"/>
              <a:t> </a:t>
            </a:r>
            <a:r>
              <a:rPr lang="en-US" dirty="0" err="1"/>
              <a:t>lậu</a:t>
            </a:r>
            <a:r>
              <a:rPr lang="en-US" dirty="0"/>
              <a:t>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xâm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cấm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chép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thác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xinn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thù</a:t>
            </a:r>
            <a:r>
              <a:rPr lang="en-US" dirty="0"/>
              <a:t> </a:t>
            </a:r>
            <a:r>
              <a:rPr lang="en-US" dirty="0" err="1"/>
              <a:t>lao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nhắc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r>
              <a:rPr lang="en-US" b="1" dirty="0"/>
              <a:t> </a:t>
            </a:r>
            <a:r>
              <a:rPr lang="en-US" b="1" dirty="0" err="1"/>
              <a:t>thuộc</a:t>
            </a:r>
            <a:r>
              <a:rPr lang="en-US" b="1" dirty="0"/>
              <a:t> </a:t>
            </a:r>
            <a:r>
              <a:rPr lang="en-US" b="1" dirty="0" err="1"/>
              <a:t>quyền</a:t>
            </a:r>
            <a:r>
              <a:rPr lang="en-US" b="1" dirty="0"/>
              <a:t> </a:t>
            </a:r>
            <a:r>
              <a:rPr lang="en-US" b="1" dirty="0" err="1"/>
              <a:t>sở</a:t>
            </a:r>
            <a:r>
              <a:rPr lang="en-US" b="1" dirty="0"/>
              <a:t> </a:t>
            </a:r>
            <a:r>
              <a:rPr lang="en-US" b="1" dirty="0" err="1"/>
              <a:t>hữu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nghiệp</a:t>
            </a:r>
            <a:r>
              <a:rPr lang="en-US" b="1" dirty="0"/>
              <a:t> </a:t>
            </a:r>
            <a:r>
              <a:rPr lang="en-US" b="1" dirty="0" err="1"/>
              <a:t>gồm</a:t>
            </a:r>
            <a:r>
              <a:rPr lang="en-US" b="1" dirty="0"/>
              <a:t>: </a:t>
            </a:r>
          </a:p>
          <a:p>
            <a:r>
              <a:rPr lang="en-US" i="1" dirty="0" err="1"/>
              <a:t>Sáng</a:t>
            </a:r>
            <a:r>
              <a:rPr lang="en-US" i="1" dirty="0"/>
              <a:t> </a:t>
            </a:r>
            <a:r>
              <a:rPr lang="en-US" i="1" dirty="0" err="1"/>
              <a:t>chế</a:t>
            </a:r>
            <a:endParaRPr lang="en-US" i="1" dirty="0"/>
          </a:p>
          <a:p>
            <a:r>
              <a:rPr lang="en-US" i="1" dirty="0" err="1"/>
              <a:t>Kiểu</a:t>
            </a:r>
            <a:r>
              <a:rPr lang="en-US" i="1" dirty="0"/>
              <a:t> </a:t>
            </a:r>
            <a:r>
              <a:rPr lang="en-US" i="1" dirty="0" err="1"/>
              <a:t>dáng</a:t>
            </a:r>
            <a:r>
              <a:rPr lang="en-US" i="1" dirty="0"/>
              <a:t> </a:t>
            </a:r>
            <a:r>
              <a:rPr lang="en-US" i="1" dirty="0" err="1"/>
              <a:t>công</a:t>
            </a:r>
            <a:r>
              <a:rPr lang="en-US" i="1" dirty="0"/>
              <a:t> </a:t>
            </a:r>
            <a:r>
              <a:rPr lang="en-US" i="1" dirty="0" err="1"/>
              <a:t>nghiệp</a:t>
            </a:r>
            <a:endParaRPr lang="en-US" i="1" dirty="0"/>
          </a:p>
          <a:p>
            <a:r>
              <a:rPr lang="en-US" i="1" dirty="0" err="1"/>
              <a:t>Nhãn</a:t>
            </a:r>
            <a:r>
              <a:rPr lang="en-US" i="1" dirty="0"/>
              <a:t> </a:t>
            </a:r>
            <a:r>
              <a:rPr lang="en-US" i="1" dirty="0" err="1"/>
              <a:t>hiệu</a:t>
            </a:r>
            <a:endParaRPr lang="en-US" i="1" dirty="0"/>
          </a:p>
          <a:p>
            <a:r>
              <a:rPr lang="en-US" i="1" dirty="0" err="1"/>
              <a:t>Tên</a:t>
            </a:r>
            <a:r>
              <a:rPr lang="en-US" i="1" dirty="0"/>
              <a:t> </a:t>
            </a:r>
            <a:r>
              <a:rPr lang="en-US" i="1" dirty="0" err="1"/>
              <a:t>thương</a:t>
            </a:r>
            <a:r>
              <a:rPr lang="en-US" i="1" dirty="0"/>
              <a:t> </a:t>
            </a:r>
            <a:r>
              <a:rPr lang="en-US" i="1" dirty="0" err="1"/>
              <a:t>mại</a:t>
            </a:r>
            <a:endParaRPr lang="en-US" i="1" dirty="0"/>
          </a:p>
          <a:p>
            <a:r>
              <a:rPr lang="en-US" i="1" dirty="0" err="1"/>
              <a:t>Chỉ</a:t>
            </a:r>
            <a:r>
              <a:rPr lang="en-US" i="1" dirty="0"/>
              <a:t> </a:t>
            </a:r>
            <a:r>
              <a:rPr lang="en-US" i="1" dirty="0" err="1"/>
              <a:t>dẫn</a:t>
            </a:r>
            <a:r>
              <a:rPr lang="en-US" i="1" dirty="0"/>
              <a:t> </a:t>
            </a:r>
            <a:r>
              <a:rPr lang="en-US" i="1" dirty="0" err="1"/>
              <a:t>địa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endParaRPr lang="en-US" i="1" dirty="0"/>
          </a:p>
          <a:p>
            <a:r>
              <a:rPr lang="en-US" i="1" dirty="0" err="1"/>
              <a:t>Bí</a:t>
            </a:r>
            <a:r>
              <a:rPr lang="en-US" i="1" dirty="0"/>
              <a:t> </a:t>
            </a:r>
            <a:r>
              <a:rPr lang="en-US" i="1" dirty="0" err="1"/>
              <a:t>mật</a:t>
            </a:r>
            <a:r>
              <a:rPr lang="en-US" i="1" dirty="0"/>
              <a:t> </a:t>
            </a:r>
            <a:r>
              <a:rPr lang="en-US" i="1" dirty="0" err="1"/>
              <a:t>kinh</a:t>
            </a:r>
            <a:r>
              <a:rPr lang="en-US" i="1" dirty="0"/>
              <a:t> </a:t>
            </a:r>
            <a:r>
              <a:rPr lang="en-US" i="1" dirty="0" err="1"/>
              <a:t>doanh</a:t>
            </a:r>
            <a:endParaRPr lang="en-US" i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876954120"/>
              </p:ext>
            </p:extLst>
          </p:nvPr>
        </p:nvGraphicFramePr>
        <p:xfrm>
          <a:off x="457200" y="1417638"/>
          <a:ext cx="8610600" cy="4589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sz="2700" dirty="0"/>
              <a:t>(</a:t>
            </a:r>
            <a:r>
              <a:rPr lang="en-US" sz="2700" dirty="0" err="1"/>
              <a:t>Sáng</a:t>
            </a:r>
            <a:r>
              <a:rPr lang="en-US" sz="2700" dirty="0"/>
              <a:t> </a:t>
            </a:r>
            <a:r>
              <a:rPr lang="en-US" sz="2700" dirty="0" err="1"/>
              <a:t>chế</a:t>
            </a:r>
            <a:r>
              <a:rPr lang="en-US" sz="2700" dirty="0"/>
              <a:t> </a:t>
            </a:r>
            <a:r>
              <a:rPr lang="en-US" sz="2700" dirty="0" err="1"/>
              <a:t>được</a:t>
            </a:r>
            <a:r>
              <a:rPr lang="en-US" sz="2700" dirty="0"/>
              <a:t> </a:t>
            </a:r>
            <a:r>
              <a:rPr lang="en-US" sz="2700" dirty="0" err="1"/>
              <a:t>bảo</a:t>
            </a:r>
            <a:r>
              <a:rPr lang="en-US" sz="2700" dirty="0"/>
              <a:t> </a:t>
            </a:r>
            <a:r>
              <a:rPr lang="en-US" sz="2700" dirty="0" err="1"/>
              <a:t>hộ</a:t>
            </a:r>
            <a:r>
              <a:rPr lang="en-US" sz="2700" dirty="0"/>
              <a:t> </a:t>
            </a:r>
            <a:r>
              <a:rPr lang="en-US" sz="2700" dirty="0" err="1"/>
              <a:t>trên</a:t>
            </a:r>
            <a:r>
              <a:rPr lang="en-US" sz="2700" dirty="0"/>
              <a:t> </a:t>
            </a:r>
            <a:r>
              <a:rPr lang="en-US" sz="2700" dirty="0" err="1"/>
              <a:t>cơ</a:t>
            </a:r>
            <a:r>
              <a:rPr lang="en-US" sz="2700" dirty="0"/>
              <a:t> </a:t>
            </a:r>
            <a:r>
              <a:rPr lang="en-US" sz="2700" dirty="0" err="1"/>
              <a:t>sở</a:t>
            </a:r>
            <a:r>
              <a:rPr lang="en-US" sz="2700" dirty="0"/>
              <a:t> </a:t>
            </a:r>
            <a:r>
              <a:rPr lang="en-US" sz="2700" dirty="0" err="1"/>
              <a:t>quyết</a:t>
            </a:r>
            <a:r>
              <a:rPr lang="en-US" sz="2700" dirty="0"/>
              <a:t> </a:t>
            </a:r>
            <a:r>
              <a:rPr lang="en-US" sz="2700" dirty="0" err="1"/>
              <a:t>định</a:t>
            </a:r>
            <a:r>
              <a:rPr lang="en-US" sz="2700" dirty="0"/>
              <a:t> </a:t>
            </a:r>
            <a:r>
              <a:rPr lang="en-US" sz="2700" dirty="0" err="1"/>
              <a:t>cấp</a:t>
            </a:r>
            <a:r>
              <a:rPr lang="en-US" sz="2700" dirty="0"/>
              <a:t> </a:t>
            </a:r>
            <a:r>
              <a:rPr lang="en-US" sz="2700" dirty="0" err="1"/>
              <a:t>văn</a:t>
            </a:r>
            <a:r>
              <a:rPr lang="en-US" sz="2700" dirty="0"/>
              <a:t> </a:t>
            </a:r>
            <a:r>
              <a:rPr lang="en-US" sz="2700" dirty="0" err="1"/>
              <a:t>bằng</a:t>
            </a:r>
            <a:r>
              <a:rPr lang="en-US" sz="2700" dirty="0"/>
              <a:t> </a:t>
            </a:r>
            <a:r>
              <a:rPr lang="en-US" sz="2700" dirty="0" err="1"/>
              <a:t>bảo</a:t>
            </a:r>
            <a:r>
              <a:rPr lang="en-US" sz="2700" dirty="0"/>
              <a:t> </a:t>
            </a:r>
            <a:r>
              <a:rPr lang="en-US" sz="2700" dirty="0" err="1"/>
              <a:t>hộ</a:t>
            </a:r>
            <a:r>
              <a:rPr lang="en-US" sz="2700" dirty="0"/>
              <a:t> </a:t>
            </a:r>
            <a:r>
              <a:rPr lang="en-US" sz="2700" dirty="0" err="1"/>
              <a:t>của</a:t>
            </a:r>
            <a:r>
              <a:rPr lang="en-US" sz="2700" dirty="0"/>
              <a:t> </a:t>
            </a:r>
            <a:r>
              <a:rPr lang="en-US" sz="2700" dirty="0" err="1"/>
              <a:t>cơ</a:t>
            </a:r>
            <a:r>
              <a:rPr lang="en-US" sz="2700" dirty="0"/>
              <a:t> </a:t>
            </a:r>
            <a:r>
              <a:rPr lang="en-US" sz="2700" dirty="0" err="1"/>
              <a:t>quan</a:t>
            </a:r>
            <a:r>
              <a:rPr lang="en-US" sz="2700" dirty="0"/>
              <a:t> </a:t>
            </a:r>
            <a:r>
              <a:rPr lang="en-US" sz="2700" dirty="0" err="1"/>
              <a:t>nhà</a:t>
            </a:r>
            <a:r>
              <a:rPr lang="en-US" sz="2700" dirty="0"/>
              <a:t> </a:t>
            </a:r>
            <a:r>
              <a:rPr lang="en-US" sz="2700" dirty="0" err="1"/>
              <a:t>nước</a:t>
            </a:r>
            <a:r>
              <a:rPr lang="en-US" sz="2700" dirty="0"/>
              <a:t> </a:t>
            </a:r>
            <a:r>
              <a:rPr lang="en-US" sz="2700" dirty="0" err="1"/>
              <a:t>có</a:t>
            </a:r>
            <a:r>
              <a:rPr lang="en-US" sz="2700" dirty="0"/>
              <a:t> </a:t>
            </a:r>
            <a:r>
              <a:rPr lang="en-US" sz="2700" dirty="0" err="1"/>
              <a:t>thẩm</a:t>
            </a:r>
            <a:r>
              <a:rPr lang="en-US" sz="2700" dirty="0"/>
              <a:t> </a:t>
            </a:r>
            <a:r>
              <a:rPr lang="en-US" sz="2700" dirty="0" err="1"/>
              <a:t>quyền</a:t>
            </a:r>
            <a:r>
              <a:rPr lang="en-US" sz="2700" dirty="0"/>
              <a:t>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09728" indent="0">
              <a:buNone/>
            </a:pPr>
            <a:r>
              <a:rPr lang="en-US" dirty="0"/>
              <a:t>1.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(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)</a:t>
            </a:r>
          </a:p>
          <a:p>
            <a:pPr marL="624078" indent="-514350">
              <a:buFont typeface="Wingdings" pitchFamily="2" charset="2"/>
              <a:buChar char="ü"/>
            </a:pP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khía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marL="624078" indent="-514350">
              <a:buFontTx/>
              <a:buChar char="-"/>
            </a:pP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endParaRPr lang="en-US" dirty="0"/>
          </a:p>
          <a:p>
            <a:pPr marL="624078" indent="-514350">
              <a:buFontTx/>
              <a:buChar char="-"/>
            </a:pP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pPr marL="624078" indent="-514350">
              <a:buFontTx/>
              <a:buChar char="-"/>
            </a:pP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pPr marL="624078" indent="-514350">
              <a:buNone/>
            </a:pPr>
            <a:r>
              <a:rPr lang="en-US" dirty="0"/>
              <a:t>2.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endParaRPr lang="en-US" dirty="0"/>
          </a:p>
          <a:p>
            <a:pPr marL="624078" indent="-514350">
              <a:buFontTx/>
              <a:buChar char="-"/>
            </a:pPr>
            <a:r>
              <a:rPr lang="en-US" dirty="0"/>
              <a:t>Cho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endParaRPr lang="en-US" dirty="0"/>
          </a:p>
          <a:p>
            <a:pPr marL="624078" indent="-514350">
              <a:buFontTx/>
              <a:buChar char="-"/>
            </a:pP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ở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endParaRPr lang="en-US" dirty="0"/>
          </a:p>
          <a:p>
            <a:pPr marL="624078" indent="-514350">
              <a:buFontTx/>
              <a:buChar char="-"/>
            </a:pP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endParaRPr lang="en-US" dirty="0"/>
          </a:p>
          <a:p>
            <a:pPr marL="624078" indent="-514350">
              <a:buNone/>
            </a:pPr>
            <a:r>
              <a:rPr lang="en-US" dirty="0"/>
              <a:t>3.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mới</a:t>
            </a:r>
            <a:endParaRPr lang="en-US" dirty="0"/>
          </a:p>
          <a:p>
            <a:pPr marL="624078" indent="-514350">
              <a:buFontTx/>
              <a:buChar char="-"/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pPr marL="624078" indent="-514350">
              <a:buFontTx/>
              <a:buChar char="-"/>
            </a:pP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bộc</a:t>
            </a:r>
            <a:r>
              <a:rPr lang="en-US" dirty="0"/>
              <a:t> </a:t>
            </a:r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khai</a:t>
            </a:r>
            <a:endParaRPr lang="en-US" dirty="0"/>
          </a:p>
          <a:p>
            <a:pPr marL="624078" indent="-514350">
              <a:buNone/>
            </a:pPr>
            <a:r>
              <a:rPr lang="en-US" dirty="0"/>
              <a:t>4.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endParaRPr lang="en-US" dirty="0"/>
          </a:p>
          <a:p>
            <a:pPr marL="624078" indent="-514350">
              <a:buFontTx/>
              <a:buChar char="-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chế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dáng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dáng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,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nét</a:t>
            </a:r>
            <a:r>
              <a:rPr lang="en-US" dirty="0"/>
              <a:t>,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sắc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</a:t>
            </a:r>
          </a:p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mới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(5 </a:t>
            </a:r>
            <a:r>
              <a:rPr lang="en-US" dirty="0" err="1"/>
              <a:t>năm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15 </a:t>
            </a:r>
            <a:r>
              <a:rPr lang="en-US" dirty="0" err="1"/>
              <a:t>năm</a:t>
            </a:r>
            <a:r>
              <a:rPr lang="en-US" dirty="0"/>
              <a:t>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dáng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Nhãn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,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,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,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,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, </a:t>
            </a:r>
            <a:r>
              <a:rPr lang="en-US" dirty="0" err="1"/>
              <a:t>khứu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,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, </a:t>
            </a:r>
            <a:r>
              <a:rPr lang="en-US" dirty="0" err="1"/>
              <a:t>thính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Nhãn</a:t>
            </a:r>
            <a:r>
              <a:rPr lang="en-US" dirty="0"/>
              <a:t> </a:t>
            </a:r>
            <a:r>
              <a:rPr lang="en-US" dirty="0" err="1"/>
              <a:t>hiệu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7A4BE593-60D6-4F7C-B8B3-415A65765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1352550" algn="l"/>
              </a:tabLs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nhìn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thấy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khả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biệt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hang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nhau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màu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sắc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63FE49EB-3BF1-45CF-91C0-D886184A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nhãn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9446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nhãn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457200"/>
            <a:ext cx="73152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 err="1"/>
              <a:t>Chỉ</a:t>
            </a:r>
            <a:r>
              <a:rPr lang="en-US" sz="3600" dirty="0"/>
              <a:t> </a:t>
            </a:r>
            <a:r>
              <a:rPr lang="en-US" sz="3600" dirty="0" err="1"/>
              <a:t>dẫn</a:t>
            </a:r>
            <a:r>
              <a:rPr lang="en-US" sz="3600" dirty="0"/>
              <a:t> </a:t>
            </a:r>
            <a:r>
              <a:rPr lang="en-US" sz="3600" dirty="0" err="1"/>
              <a:t>địa</a:t>
            </a:r>
            <a:r>
              <a:rPr lang="en-US" sz="3600" dirty="0"/>
              <a:t> </a:t>
            </a:r>
            <a:r>
              <a:rPr lang="en-US" sz="3600" dirty="0" err="1"/>
              <a:t>lý</a:t>
            </a:r>
            <a:endParaRPr lang="en-US"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2209800" y="1600200"/>
            <a:ext cx="6629400" cy="1447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: </a:t>
            </a:r>
            <a:r>
              <a:rPr lang="en-US" sz="2400" dirty="0" err="1"/>
              <a:t>Vải</a:t>
            </a:r>
            <a:r>
              <a:rPr lang="en-US" sz="2400" dirty="0"/>
              <a:t> </a:t>
            </a:r>
            <a:r>
              <a:rPr lang="en-US" sz="2400" dirty="0" err="1"/>
              <a:t>Thanh</a:t>
            </a:r>
            <a:r>
              <a:rPr lang="en-US" sz="2400" dirty="0"/>
              <a:t> </a:t>
            </a:r>
            <a:r>
              <a:rPr lang="en-US" sz="2400" dirty="0" err="1"/>
              <a:t>Hà</a:t>
            </a:r>
            <a:r>
              <a:rPr lang="en-US" sz="2400" dirty="0"/>
              <a:t>, café </a:t>
            </a:r>
            <a:r>
              <a:rPr lang="en-US" sz="2400" dirty="0" err="1"/>
              <a:t>Buôn</a:t>
            </a:r>
            <a:r>
              <a:rPr lang="en-US" sz="2400" dirty="0"/>
              <a:t> Ma </a:t>
            </a:r>
            <a:r>
              <a:rPr lang="en-US" sz="2400" dirty="0" err="1"/>
              <a:t>Thuật</a:t>
            </a:r>
            <a:r>
              <a:rPr lang="en-US" sz="2400" dirty="0"/>
              <a:t>, </a:t>
            </a:r>
            <a:r>
              <a:rPr lang="en-US" sz="2400" dirty="0" err="1"/>
              <a:t>Nhãn</a:t>
            </a:r>
            <a:r>
              <a:rPr lang="en-US" sz="2400" dirty="0"/>
              <a:t> </a:t>
            </a:r>
            <a:r>
              <a:rPr lang="en-US" sz="2400" dirty="0" err="1"/>
              <a:t>lồng</a:t>
            </a:r>
            <a:r>
              <a:rPr lang="en-US" sz="2400" dirty="0"/>
              <a:t> </a:t>
            </a:r>
            <a:r>
              <a:rPr lang="en-US" sz="2400" dirty="0" err="1"/>
              <a:t>Hưng</a:t>
            </a:r>
            <a:r>
              <a:rPr lang="en-US" sz="2400" dirty="0"/>
              <a:t> </a:t>
            </a:r>
            <a:r>
              <a:rPr lang="en-US" sz="2400" dirty="0" err="1"/>
              <a:t>Yên</a:t>
            </a:r>
            <a:r>
              <a:rPr lang="en-US" sz="2400" dirty="0"/>
              <a:t>, </a:t>
            </a:r>
            <a:r>
              <a:rPr lang="en-US" sz="2400" dirty="0" err="1"/>
              <a:t>vang</a:t>
            </a:r>
            <a:r>
              <a:rPr lang="en-US" sz="2400" dirty="0"/>
              <a:t> Bordeaux, </a:t>
            </a:r>
            <a:r>
              <a:rPr lang="en-US" sz="2400" dirty="0" err="1"/>
              <a:t>Rượu</a:t>
            </a:r>
            <a:r>
              <a:rPr lang="en-US" sz="2400" dirty="0"/>
              <a:t> Champagne, </a:t>
            </a:r>
            <a:r>
              <a:rPr lang="en-US" sz="2400" dirty="0" err="1"/>
              <a:t>Chè</a:t>
            </a:r>
            <a:r>
              <a:rPr lang="en-US" sz="2400" dirty="0"/>
              <a:t> </a:t>
            </a:r>
            <a:r>
              <a:rPr lang="en-US" sz="2400" dirty="0" err="1"/>
              <a:t>Mộc</a:t>
            </a:r>
            <a:r>
              <a:rPr lang="en-US" sz="2400" dirty="0"/>
              <a:t> </a:t>
            </a:r>
            <a:r>
              <a:rPr lang="en-US" sz="2400" dirty="0" err="1"/>
              <a:t>Châu</a:t>
            </a:r>
            <a:r>
              <a:rPr lang="en-US" sz="2400" dirty="0"/>
              <a:t>; </a:t>
            </a:r>
            <a:r>
              <a:rPr lang="en-US" sz="2400" dirty="0" err="1"/>
              <a:t>Rượu</a:t>
            </a:r>
            <a:r>
              <a:rPr lang="en-US" sz="2400" dirty="0"/>
              <a:t> COGNAC….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819400"/>
            <a:ext cx="1981200" cy="20574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dẫn</a:t>
            </a:r>
            <a:r>
              <a:rPr lang="en-US" sz="2800" dirty="0"/>
              <a:t> </a:t>
            </a:r>
            <a:r>
              <a:rPr lang="en-US" sz="2800" dirty="0" err="1"/>
              <a:t>địa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endParaRPr lang="en-US" sz="2800" dirty="0"/>
          </a:p>
          <a:p>
            <a:pPr algn="ctr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267200" y="4038600"/>
            <a:ext cx="4038600" cy="22098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dấu</a:t>
            </a:r>
            <a:r>
              <a:rPr lang="en-US" sz="2200" dirty="0"/>
              <a:t> </a:t>
            </a:r>
            <a:r>
              <a:rPr lang="en-US" sz="2200" dirty="0" err="1"/>
              <a:t>hiệu</a:t>
            </a:r>
            <a:r>
              <a:rPr lang="en-US" sz="2200" dirty="0"/>
              <a:t> </a:t>
            </a:r>
            <a:r>
              <a:rPr lang="en-US" sz="2200" dirty="0" err="1"/>
              <a:t>để</a:t>
            </a:r>
            <a:r>
              <a:rPr lang="en-US" sz="2200" dirty="0"/>
              <a:t> </a:t>
            </a:r>
            <a:r>
              <a:rPr lang="en-US" sz="2200" dirty="0" err="1"/>
              <a:t>chỉ</a:t>
            </a:r>
            <a:r>
              <a:rPr lang="en-US" sz="2200" dirty="0"/>
              <a:t> </a:t>
            </a:r>
            <a:r>
              <a:rPr lang="en-US" sz="2200" dirty="0" err="1"/>
              <a:t>sản</a:t>
            </a:r>
            <a:r>
              <a:rPr lang="en-US" sz="2200" dirty="0"/>
              <a:t> </a:t>
            </a:r>
            <a:r>
              <a:rPr lang="en-US" sz="2200" dirty="0" err="1"/>
              <a:t>phẩm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nguồn</a:t>
            </a:r>
            <a:r>
              <a:rPr lang="en-US" sz="2200" dirty="0"/>
              <a:t> </a:t>
            </a:r>
            <a:r>
              <a:rPr lang="en-US" sz="2200" dirty="0" err="1"/>
              <a:t>gốc</a:t>
            </a:r>
            <a:r>
              <a:rPr lang="en-US" sz="2200" dirty="0"/>
              <a:t> </a:t>
            </a:r>
            <a:r>
              <a:rPr lang="en-US" sz="2200" dirty="0" err="1"/>
              <a:t>từ</a:t>
            </a:r>
            <a:r>
              <a:rPr lang="en-US" sz="2200" dirty="0"/>
              <a:t> </a:t>
            </a:r>
            <a:r>
              <a:rPr lang="en-US" sz="2200" dirty="0" err="1"/>
              <a:t>khu</a:t>
            </a:r>
            <a:r>
              <a:rPr lang="en-US" sz="2200" dirty="0"/>
              <a:t> </a:t>
            </a:r>
            <a:r>
              <a:rPr lang="en-US" sz="2200" dirty="0" err="1"/>
              <a:t>vực</a:t>
            </a:r>
            <a:r>
              <a:rPr lang="en-US" sz="2200" dirty="0"/>
              <a:t> </a:t>
            </a:r>
            <a:r>
              <a:rPr lang="en-US" sz="2200" dirty="0" err="1"/>
              <a:t>địa</a:t>
            </a:r>
            <a:r>
              <a:rPr lang="en-US" sz="2200" dirty="0"/>
              <a:t> </a:t>
            </a:r>
            <a:r>
              <a:rPr lang="en-US" sz="2200" dirty="0" err="1"/>
              <a:t>phương</a:t>
            </a:r>
            <a:r>
              <a:rPr lang="en-US" sz="2200" dirty="0"/>
              <a:t>, </a:t>
            </a:r>
            <a:r>
              <a:rPr lang="en-US" sz="2200" dirty="0" err="1"/>
              <a:t>vùng</a:t>
            </a:r>
            <a:r>
              <a:rPr lang="en-US" sz="2200" dirty="0"/>
              <a:t> </a:t>
            </a:r>
            <a:r>
              <a:rPr lang="en-US" sz="2200" dirty="0" err="1"/>
              <a:t>lãnh</a:t>
            </a:r>
            <a:r>
              <a:rPr lang="en-US" sz="2200" dirty="0"/>
              <a:t> </a:t>
            </a:r>
            <a:r>
              <a:rPr lang="en-US" sz="2200" dirty="0" err="1"/>
              <a:t>thổ</a:t>
            </a:r>
            <a:r>
              <a:rPr lang="en-US" sz="2200" dirty="0"/>
              <a:t> hay </a:t>
            </a:r>
            <a:r>
              <a:rPr lang="en-US" sz="2200" dirty="0" err="1"/>
              <a:t>quốc</a:t>
            </a:r>
            <a:r>
              <a:rPr lang="en-US" sz="2200" dirty="0"/>
              <a:t> </a:t>
            </a:r>
            <a:r>
              <a:rPr lang="en-US" sz="2200" dirty="0" err="1"/>
              <a:t>gia</a:t>
            </a:r>
            <a:r>
              <a:rPr lang="en-US" sz="2200" dirty="0"/>
              <a:t> </a:t>
            </a:r>
            <a:r>
              <a:rPr lang="en-US" sz="2200" dirty="0" err="1"/>
              <a:t>cụ</a:t>
            </a:r>
            <a:r>
              <a:rPr lang="en-US" sz="2200" dirty="0"/>
              <a:t> </a:t>
            </a:r>
            <a:r>
              <a:rPr lang="en-US" sz="2200" dirty="0" err="1"/>
              <a:t>thể</a:t>
            </a:r>
            <a:r>
              <a:rPr lang="en-US" sz="2200" dirty="0"/>
              <a:t>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38400" y="3962400"/>
            <a:ext cx="1752600" cy="76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,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.</a:t>
            </a:r>
          </a:p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tiễn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họp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endParaRPr lang="en-US" dirty="0"/>
          </a:p>
          <a:p>
            <a:r>
              <a:rPr lang="en-US" dirty="0" err="1"/>
              <a:t>Cấm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nhầm</a:t>
            </a:r>
            <a:r>
              <a:rPr lang="en-US" dirty="0"/>
              <a:t> </a:t>
            </a:r>
            <a:r>
              <a:rPr lang="en-US" dirty="0" err="1"/>
              <a:t>lẫn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.</a:t>
            </a:r>
          </a:p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,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bộc</a:t>
            </a:r>
            <a:r>
              <a:rPr lang="en-US" dirty="0"/>
              <a:t> </a:t>
            </a:r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.</a:t>
            </a:r>
          </a:p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.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,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tuệ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.</a:t>
            </a:r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.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,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mại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tranh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endParaRPr lang="en-US" dirty="0"/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(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).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biện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bộc</a:t>
            </a:r>
            <a:r>
              <a:rPr lang="en-US" dirty="0"/>
              <a:t> </a:t>
            </a:r>
            <a:r>
              <a:rPr lang="en-US" dirty="0" err="1"/>
              <a:t>lộ</a:t>
            </a:r>
            <a:r>
              <a:rPr lang="en-US" dirty="0"/>
              <a:t> hay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endParaRPr lang="en-US" dirty="0"/>
          </a:p>
          <a:p>
            <a:pPr>
              <a:buNone/>
            </a:pPr>
            <a:r>
              <a:rPr lang="en-US"/>
              <a:t>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559BBB3E04CE4FB7D7B9179CE5FF8A" ma:contentTypeVersion="3" ma:contentTypeDescription="Create a new document." ma:contentTypeScope="" ma:versionID="261c60b58c452ad9ed03265d176c24a8">
  <xsd:schema xmlns:xsd="http://www.w3.org/2001/XMLSchema" xmlns:xs="http://www.w3.org/2001/XMLSchema" xmlns:p="http://schemas.microsoft.com/office/2006/metadata/properties" xmlns:ns2="9e18689c-e6d7-49bd-8522-da28bab5bbe4" targetNamespace="http://schemas.microsoft.com/office/2006/metadata/properties" ma:root="true" ma:fieldsID="ded7c53be1ef62f52676fa4a9b4f7d87" ns2:_="">
    <xsd:import namespace="9e18689c-e6d7-49bd-8522-da28bab5bb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8689c-e6d7-49bd-8522-da28bab5bb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543137A-DC1F-4240-8AED-C8925FC4B2F7}"/>
</file>

<file path=customXml/itemProps2.xml><?xml version="1.0" encoding="utf-8"?>
<ds:datastoreItem xmlns:ds="http://schemas.openxmlformats.org/officeDocument/2006/customXml" ds:itemID="{275ABA37-2F51-4855-BAE0-F2F7685E9591}"/>
</file>

<file path=customXml/itemProps3.xml><?xml version="1.0" encoding="utf-8"?>
<ds:datastoreItem xmlns:ds="http://schemas.openxmlformats.org/officeDocument/2006/customXml" ds:itemID="{D68B9FC2-AB7E-4B24-B830-BA8304855378}"/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389</TotalTime>
  <Words>1892</Words>
  <Application>Microsoft Office PowerPoint</Application>
  <PresentationFormat>On-screen Show (4:3)</PresentationFormat>
  <Paragraphs>141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Concourse</vt:lpstr>
      <vt:lpstr>Pháp luật về sở hữu trí tuệ</vt:lpstr>
      <vt:lpstr>Nội dung chính </vt:lpstr>
      <vt:lpstr>Tài sản trí tuệ và quyền sở hữu trí tuệ</vt:lpstr>
      <vt:lpstr>Slide 4</vt:lpstr>
      <vt:lpstr> Các đối tượng SHTT</vt:lpstr>
      <vt:lpstr>A. Bản quyền tác giả (quyền tác giả)</vt:lpstr>
      <vt:lpstr>Tác phẩm, các loại tác phẩm</vt:lpstr>
      <vt:lpstr>Nội dung của quyền tác giả</vt:lpstr>
      <vt:lpstr>Hành vi xâm phạm quyền tác giả</vt:lpstr>
      <vt:lpstr>Giới hạn quyền tác giả</vt:lpstr>
      <vt:lpstr>B. Quyền sở hữu công nghiệp</vt:lpstr>
      <vt:lpstr>Sáng chế (Sáng chế được bảo hộ trên cơ sở quyết định cấp văn bằng bảo hộ của cơ quan nhà nước có thẩm quyền). </vt:lpstr>
      <vt:lpstr>Điều kiện được cấp bằng sáng chế</vt:lpstr>
      <vt:lpstr>Kiểu dáng công nghiệp</vt:lpstr>
      <vt:lpstr>Nhãn hiệu</vt:lpstr>
      <vt:lpstr>Điều kiện để nhãn hiệu được bảo hộ</vt:lpstr>
      <vt:lpstr>Lợi ích khi nhãn hiệu được bảo hộ</vt:lpstr>
      <vt:lpstr>Slide 18</vt:lpstr>
      <vt:lpstr>Tên thương mại</vt:lpstr>
      <vt:lpstr>Quyền của chủ sở hữu đối với tên thương mại</vt:lpstr>
      <vt:lpstr>Bí mật kinh doanh</vt:lpstr>
      <vt:lpstr>Điều kiện bảo hộ đối với bí mật kinh doanh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Pháp luật về sở hữu trí tuệ</dc:title>
  <dc:creator>ASUS</dc:creator>
  <cp:lastModifiedBy>ASUS</cp:lastModifiedBy>
  <cp:revision>39</cp:revision>
  <dcterms:created xsi:type="dcterms:W3CDTF">2020-06-03T04:22:15Z</dcterms:created>
  <dcterms:modified xsi:type="dcterms:W3CDTF">2022-02-09T09:47:27Z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0x01010006559BBB3E04CE4FB7D7B9179CE5FF8A</vt:lpwstr>
  </property>
</Properties>
</file>