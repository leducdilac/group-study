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1.xml" ContentType="application/vnd.openxmlformats-officedocument.drawingml.diagramData+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2.xml" ContentType="application/vnd.openxmlformats-officedocument.presentationml.notes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layout2.xml" ContentType="application/vnd.openxmlformats-officedocument.drawingml.diagramLayout+xml"/>
  <Override PartName="/ppt/diagrams/drawing3.xml" ContentType="application/vnd.ms-office.drawingml.diagramDrawing+xml"/>
  <Override PartName="/ppt/diagrams/layout3.xml" ContentType="application/vnd.openxmlformats-officedocument.drawingml.diagramLayout+xml"/>
  <Override PartName="/ppt/diagrams/quickStyle3.xml" ContentType="application/vnd.openxmlformats-officedocument.drawingml.diagramStyle+xml"/>
  <Override PartName="/ppt/diagrams/colors4.xml" ContentType="application/vnd.openxmlformats-officedocument.drawingml.diagramColors+xml"/>
  <Override PartName="/ppt/diagrams/drawing2.xml" ContentType="application/vnd.ms-office.drawingml.diagramDrawing+xml"/>
  <Override PartName="/ppt/diagrams/quickStyle2.xml" ContentType="application/vnd.openxmlformats-officedocument.drawingml.diagramStyle+xml"/>
  <Override PartName="/ppt/diagrams/drawing4.xml" ContentType="application/vnd.ms-office.drawingml.diagramDrawing+xml"/>
  <Override PartName="/ppt/diagrams/colors2.xml" ContentType="application/vnd.openxmlformats-officedocument.drawingml.diagramColors+xml"/>
  <Override PartName="/ppt/diagrams/layout4.xml" ContentType="application/vnd.openxmlformats-officedocument.drawingml.diagramLayout+xml"/>
  <Override PartName="/ppt/diagrams/quickStyle4.xml" ContentType="application/vnd.openxmlformats-officedocument.drawingml.diagramStyle+xml"/>
  <Override PartName="/ppt/diagrams/colors3.xml" ContentType="application/vnd.openxmlformats-officedocument.drawingml.diagramColors+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handoutMasterIdLst>
    <p:handoutMasterId r:id="rId27"/>
  </p:handoutMasterIdLst>
  <p:sldIdLst>
    <p:sldId id="256" r:id="rId2"/>
    <p:sldId id="257" r:id="rId3"/>
    <p:sldId id="258" r:id="rId4"/>
    <p:sldId id="276" r:id="rId5"/>
    <p:sldId id="259" r:id="rId6"/>
    <p:sldId id="260" r:id="rId7"/>
    <p:sldId id="277" r:id="rId8"/>
    <p:sldId id="261" r:id="rId9"/>
    <p:sldId id="278" r:id="rId10"/>
    <p:sldId id="263" r:id="rId11"/>
    <p:sldId id="279" r:id="rId12"/>
    <p:sldId id="264" r:id="rId13"/>
    <p:sldId id="280" r:id="rId14"/>
    <p:sldId id="265" r:id="rId15"/>
    <p:sldId id="266" r:id="rId16"/>
    <p:sldId id="281" r:id="rId17"/>
    <p:sldId id="267" r:id="rId18"/>
    <p:sldId id="269" r:id="rId19"/>
    <p:sldId id="274" r:id="rId20"/>
    <p:sldId id="271" r:id="rId21"/>
    <p:sldId id="275" r:id="rId22"/>
    <p:sldId id="272" r:id="rId23"/>
    <p:sldId id="273" r:id="rId24"/>
    <p:sldId id="282"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32" autoAdjust="0"/>
    <p:restoredTop sz="94660"/>
  </p:normalViewPr>
  <p:slideViewPr>
    <p:cSldViewPr>
      <p:cViewPr varScale="1">
        <p:scale>
          <a:sx n="63" d="100"/>
          <a:sy n="63" d="100"/>
        </p:scale>
        <p:origin x="1416"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ustomXml" Target="../customXml/item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 Id="rId8" Type="http://schemas.openxmlformats.org/officeDocument/2006/relationships/slide" Target="slides/slide7.xml"/></Relationships>
</file>

<file path=ppt/diagrams/_rels/data2.xml.rels><?xml version="1.0" encoding="UTF-8" standalone="yes"?>
<Relationships xmlns="http://schemas.openxmlformats.org/package/2006/relationships"><Relationship Id="rId1" Type="http://schemas.openxmlformats.org/officeDocument/2006/relationships/image" Target="../media/image8.png"/></Relationships>
</file>

<file path=ppt/diagrams/_rels/drawing2.xml.rels><?xml version="1.0" encoding="UTF-8" standalone="yes"?>
<Relationships xmlns="http://schemas.openxmlformats.org/package/2006/relationships"><Relationship Id="rId1" Type="http://schemas.openxmlformats.org/officeDocument/2006/relationships/image" Target="../media/image8.png"/></Relationships>
</file>

<file path=ppt/diagrams/colors1.xml><?xml version="1.0" encoding="utf-8"?>
<dgm:colorsDef xmlns:dgm="http://schemas.openxmlformats.org/drawingml/2006/diagram" xmlns:a="http://schemas.openxmlformats.org/drawingml/2006/main" uniqueId="urn:microsoft.com/office/officeart/2005/8/colors/accent3_3">
  <dgm:title val=""/>
  <dgm:desc val=""/>
  <dgm:catLst>
    <dgm:cat type="accent3" pri="11300"/>
  </dgm:catLst>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5_1">
  <dgm:title val=""/>
  <dgm:desc val=""/>
  <dgm:catLst>
    <dgm:cat type="accent5" pri="11100"/>
  </dgm:catLst>
  <dgm:styleLbl name="node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5">
        <a:shade val="80000"/>
      </a:schemeClr>
    </dgm:linClrLst>
    <dgm:effectClrLst/>
    <dgm:txLinClrLst/>
    <dgm:txFillClrLst/>
    <dgm:txEffectClrLst/>
  </dgm:styleLbl>
  <dgm:styleLbl name="node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f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align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b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dgm:txEffectClrLst/>
  </dgm:styleLbl>
  <dgm:styleLbl name="parChTrans2D2">
    <dgm:fillClrLst meth="repeat">
      <a:schemeClr val="accent5"/>
    </dgm:fillClrLst>
    <dgm:linClrLst meth="repeat">
      <a:schemeClr val="accent5"/>
    </dgm:linClrLst>
    <dgm:effectClrLst/>
    <dgm:txLinClrLst/>
    <dgm:txFillClrLst/>
    <dgm:txEffectClrLst/>
  </dgm:styleLbl>
  <dgm:styleLbl name="parChTrans2D3">
    <dgm:fillClrLst meth="repeat">
      <a:schemeClr val="accent5"/>
    </dgm:fillClrLst>
    <dgm:linClrLst meth="repeat">
      <a:schemeClr val="accent5"/>
    </dgm:linClrLst>
    <dgm:effectClrLst/>
    <dgm:txLinClrLst/>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con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align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trAlignAcc1">
    <dgm:fillClrLst meth="repeat">
      <a:schemeClr val="accent5">
        <a:alpha val="40000"/>
        <a:tint val="40000"/>
      </a:schemeClr>
    </dgm:fillClrLst>
    <dgm:linClrLst meth="repeat">
      <a:schemeClr val="accent5"/>
    </dgm:linClrLst>
    <dgm:effectClrLst/>
    <dgm:txLinClrLst/>
    <dgm:txFillClrLst meth="repeat">
      <a:schemeClr val="dk1"/>
    </dgm:txFillClrLst>
    <dgm:txEffectClrLst/>
  </dgm:styleLbl>
  <dgm:styleLbl name="b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fgAcc0">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2">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3">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4">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C0DD4CD-4726-4FAA-9786-0809E582B193}" type="doc">
      <dgm:prSet loTypeId="urn:microsoft.com/office/officeart/2005/8/layout/arrow5" loCatId="relationship" qsTypeId="urn:microsoft.com/office/officeart/2005/8/quickstyle/3d2#1" qsCatId="3D" csTypeId="urn:microsoft.com/office/officeart/2005/8/colors/accent3_3" csCatId="accent3" phldr="1"/>
      <dgm:spPr/>
      <dgm:t>
        <a:bodyPr/>
        <a:lstStyle/>
        <a:p>
          <a:endParaRPr lang="en-US"/>
        </a:p>
      </dgm:t>
    </dgm:pt>
    <dgm:pt modelId="{BED8324F-E799-4F31-9574-236CC952D445}">
      <dgm:prSet phldrT="[Text]" custT="1"/>
      <dgm:spPr/>
      <dgm:t>
        <a:bodyPr/>
        <a:lstStyle/>
        <a:p>
          <a:r>
            <a:rPr lang="en-US" sz="2800">
              <a:solidFill>
                <a:schemeClr val="tx1"/>
              </a:solidFill>
            </a:rPr>
            <a:t>Hình thưc pháp luật là những dạng tồn tại thực tế của pháp luật trong các kiểu nhà nước.</a:t>
          </a:r>
        </a:p>
      </dgm:t>
    </dgm:pt>
    <dgm:pt modelId="{9EF5F58F-324A-4A26-99FD-AE10C3A2AF35}" type="parTrans" cxnId="{E15F0883-BA03-4340-A46A-F1C061024118}">
      <dgm:prSet/>
      <dgm:spPr/>
      <dgm:t>
        <a:bodyPr/>
        <a:lstStyle/>
        <a:p>
          <a:endParaRPr lang="en-US"/>
        </a:p>
      </dgm:t>
    </dgm:pt>
    <dgm:pt modelId="{DECA2790-B833-432B-9F23-B2049F0F2087}" type="sibTrans" cxnId="{E15F0883-BA03-4340-A46A-F1C061024118}">
      <dgm:prSet/>
      <dgm:spPr/>
      <dgm:t>
        <a:bodyPr/>
        <a:lstStyle/>
        <a:p>
          <a:endParaRPr lang="en-US"/>
        </a:p>
      </dgm:t>
    </dgm:pt>
    <dgm:pt modelId="{BE739666-FACA-4E48-95DB-AEFC8195D9A7}">
      <dgm:prSet phldrT="[Text]" custT="1"/>
      <dgm:spPr/>
      <dgm:t>
        <a:bodyPr/>
        <a:lstStyle/>
        <a:p>
          <a:r>
            <a:rPr lang="en-US" sz="2800">
              <a:solidFill>
                <a:schemeClr val="tx1"/>
              </a:solidFill>
            </a:rPr>
            <a:t>Hình thức pháp luật là những dạng tồn tại thực tế của pháp luật được các quan tòa áp dụng khi xét xử.</a:t>
          </a:r>
        </a:p>
      </dgm:t>
    </dgm:pt>
    <dgm:pt modelId="{48094C86-5168-4303-91D7-DA33F291670C}" type="parTrans" cxnId="{23298560-3B08-4703-8BB7-3960EB818F5A}">
      <dgm:prSet/>
      <dgm:spPr/>
      <dgm:t>
        <a:bodyPr/>
        <a:lstStyle/>
        <a:p>
          <a:endParaRPr lang="en-US"/>
        </a:p>
      </dgm:t>
    </dgm:pt>
    <dgm:pt modelId="{C3656E5E-3A7C-44AC-BF97-4E753D99AC82}" type="sibTrans" cxnId="{23298560-3B08-4703-8BB7-3960EB818F5A}">
      <dgm:prSet/>
      <dgm:spPr/>
      <dgm:t>
        <a:bodyPr/>
        <a:lstStyle/>
        <a:p>
          <a:endParaRPr lang="en-US"/>
        </a:p>
      </dgm:t>
    </dgm:pt>
    <dgm:pt modelId="{E483D989-C197-4FB1-BE58-CAA7C1E1E214}" type="pres">
      <dgm:prSet presAssocID="{EC0DD4CD-4726-4FAA-9786-0809E582B193}" presName="diagram" presStyleCnt="0">
        <dgm:presLayoutVars>
          <dgm:dir/>
          <dgm:resizeHandles val="exact"/>
        </dgm:presLayoutVars>
      </dgm:prSet>
      <dgm:spPr/>
    </dgm:pt>
    <dgm:pt modelId="{E2D4D347-B745-439E-AADB-576E5FB4B74E}" type="pres">
      <dgm:prSet presAssocID="{BED8324F-E799-4F31-9574-236CC952D445}" presName="arrow" presStyleLbl="node1" presStyleIdx="0" presStyleCnt="2">
        <dgm:presLayoutVars>
          <dgm:bulletEnabled val="1"/>
        </dgm:presLayoutVars>
      </dgm:prSet>
      <dgm:spPr/>
    </dgm:pt>
    <dgm:pt modelId="{DBA947F3-CC64-4BE8-A2E1-5ADB273B04D6}" type="pres">
      <dgm:prSet presAssocID="{BE739666-FACA-4E48-95DB-AEFC8195D9A7}" presName="arrow" presStyleLbl="node1" presStyleIdx="1" presStyleCnt="2" custScaleY="113084">
        <dgm:presLayoutVars>
          <dgm:bulletEnabled val="1"/>
        </dgm:presLayoutVars>
      </dgm:prSet>
      <dgm:spPr/>
    </dgm:pt>
  </dgm:ptLst>
  <dgm:cxnLst>
    <dgm:cxn modelId="{CCDBC440-64D3-4FEC-BEFE-E2FFC8262553}" type="presOf" srcId="{BE739666-FACA-4E48-95DB-AEFC8195D9A7}" destId="{DBA947F3-CC64-4BE8-A2E1-5ADB273B04D6}" srcOrd="0" destOrd="0" presId="urn:microsoft.com/office/officeart/2005/8/layout/arrow5"/>
    <dgm:cxn modelId="{E456D95E-1535-4094-BC14-D4FEF0142AA5}" type="presOf" srcId="{BED8324F-E799-4F31-9574-236CC952D445}" destId="{E2D4D347-B745-439E-AADB-576E5FB4B74E}" srcOrd="0" destOrd="0" presId="urn:microsoft.com/office/officeart/2005/8/layout/arrow5"/>
    <dgm:cxn modelId="{23298560-3B08-4703-8BB7-3960EB818F5A}" srcId="{EC0DD4CD-4726-4FAA-9786-0809E582B193}" destId="{BE739666-FACA-4E48-95DB-AEFC8195D9A7}" srcOrd="1" destOrd="0" parTransId="{48094C86-5168-4303-91D7-DA33F291670C}" sibTransId="{C3656E5E-3A7C-44AC-BF97-4E753D99AC82}"/>
    <dgm:cxn modelId="{E15F0883-BA03-4340-A46A-F1C061024118}" srcId="{EC0DD4CD-4726-4FAA-9786-0809E582B193}" destId="{BED8324F-E799-4F31-9574-236CC952D445}" srcOrd="0" destOrd="0" parTransId="{9EF5F58F-324A-4A26-99FD-AE10C3A2AF35}" sibTransId="{DECA2790-B833-432B-9F23-B2049F0F2087}"/>
    <dgm:cxn modelId="{8CCDDB8E-3906-49D8-9611-35C3ACD21D54}" type="presOf" srcId="{EC0DD4CD-4726-4FAA-9786-0809E582B193}" destId="{E483D989-C197-4FB1-BE58-CAA7C1E1E214}" srcOrd="0" destOrd="0" presId="urn:microsoft.com/office/officeart/2005/8/layout/arrow5"/>
    <dgm:cxn modelId="{D94F9D22-7FDA-4FBB-90FB-4D9D4EAAAA7E}" type="presParOf" srcId="{E483D989-C197-4FB1-BE58-CAA7C1E1E214}" destId="{E2D4D347-B745-439E-AADB-576E5FB4B74E}" srcOrd="0" destOrd="0" presId="urn:microsoft.com/office/officeart/2005/8/layout/arrow5"/>
    <dgm:cxn modelId="{DA65D145-5B4F-4414-9F77-C0372CFD00BC}" type="presParOf" srcId="{E483D989-C197-4FB1-BE58-CAA7C1E1E214}" destId="{DBA947F3-CC64-4BE8-A2E1-5ADB273B04D6}" srcOrd="1" destOrd="0" presId="urn:microsoft.com/office/officeart/2005/8/layout/arrow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E4413B3-C7A2-4E1A-B4CD-E424629B088D}" type="doc">
      <dgm:prSet loTypeId="urn:microsoft.com/office/officeart/2005/8/layout/vList3" loCatId="list" qsTypeId="urn:microsoft.com/office/officeart/2005/8/quickstyle/3d2#2" qsCatId="3D" csTypeId="urn:microsoft.com/office/officeart/2005/8/colors/colorful5" csCatId="colorful" phldr="1"/>
      <dgm:spPr/>
    </dgm:pt>
    <dgm:pt modelId="{FD4367E6-816A-441D-A8A7-39925950103A}">
      <dgm:prSet phldrT="[Text]" custT="1"/>
      <dgm:spPr/>
      <dgm:t>
        <a:bodyPr/>
        <a:lstStyle/>
        <a:p>
          <a:pPr algn="just"/>
          <a:r>
            <a:rPr lang="en-US" sz="2000">
              <a:latin typeface=".VnArial" pitchFamily="34" charset="0"/>
            </a:rPr>
            <a:t>V¨n b¶n do c¬ quan nhµ n­íc cã thÈm quyÒn ban hµnh theo thñ tôc, tr×nh tù luËt ®Þnh, trong ®ã cã quy t¾c xö sù chung, ®­îc nhµ n­íc b¶o ®¶m thùc hiÖn nh»m ®iÒu chØnh c¸c quan hÖ x· héi vµ ®­îc ¸p dông nhiÒu lÇn trong ®êi sèng-x· héi </a:t>
          </a:r>
        </a:p>
      </dgm:t>
    </dgm:pt>
    <dgm:pt modelId="{38ABD6BF-23AE-442D-A23A-61AD5791B34B}" type="parTrans" cxnId="{345E657A-B15D-4849-AE75-7D19AF0ADA08}">
      <dgm:prSet/>
      <dgm:spPr/>
      <dgm:t>
        <a:bodyPr/>
        <a:lstStyle/>
        <a:p>
          <a:endParaRPr lang="en-US"/>
        </a:p>
      </dgm:t>
    </dgm:pt>
    <dgm:pt modelId="{22BB1186-E4E2-4A8F-8E1D-B935185EE33A}" type="sibTrans" cxnId="{345E657A-B15D-4849-AE75-7D19AF0ADA08}">
      <dgm:prSet/>
      <dgm:spPr/>
      <dgm:t>
        <a:bodyPr/>
        <a:lstStyle/>
        <a:p>
          <a:endParaRPr lang="en-US"/>
        </a:p>
      </dgm:t>
    </dgm:pt>
    <dgm:pt modelId="{CFFA5A27-AD9C-4DE2-BF33-41BD2F3AEF67}" type="pres">
      <dgm:prSet presAssocID="{AE4413B3-C7A2-4E1A-B4CD-E424629B088D}" presName="linearFlow" presStyleCnt="0">
        <dgm:presLayoutVars>
          <dgm:dir/>
          <dgm:resizeHandles val="exact"/>
        </dgm:presLayoutVars>
      </dgm:prSet>
      <dgm:spPr/>
    </dgm:pt>
    <dgm:pt modelId="{5B9C0B50-98A1-44A4-BED5-36B260946C4D}" type="pres">
      <dgm:prSet presAssocID="{FD4367E6-816A-441D-A8A7-39925950103A}" presName="composite" presStyleCnt="0"/>
      <dgm:spPr/>
    </dgm:pt>
    <dgm:pt modelId="{A2B1E801-3639-42F8-8EC3-E64A8314D7DD}" type="pres">
      <dgm:prSet presAssocID="{FD4367E6-816A-441D-A8A7-39925950103A}" presName="imgShp" presStyleLbl="fgImgPlace1" presStyleIdx="0" presStyleCnt="1" custScaleX="115397" custScaleY="122915"/>
      <dgm:spPr>
        <a:blipFill rotWithShape="0">
          <a:blip xmlns:r="http://schemas.openxmlformats.org/officeDocument/2006/relationships" r:embed="rId1"/>
          <a:stretch>
            <a:fillRect/>
          </a:stretch>
        </a:blipFill>
      </dgm:spPr>
    </dgm:pt>
    <dgm:pt modelId="{03FAC3FB-D714-4A7E-B319-472AD5E9369A}" type="pres">
      <dgm:prSet presAssocID="{FD4367E6-816A-441D-A8A7-39925950103A}" presName="txShp" presStyleLbl="node1" presStyleIdx="0" presStyleCnt="1" custScaleY="134621">
        <dgm:presLayoutVars>
          <dgm:bulletEnabled val="1"/>
        </dgm:presLayoutVars>
      </dgm:prSet>
      <dgm:spPr/>
    </dgm:pt>
  </dgm:ptLst>
  <dgm:cxnLst>
    <dgm:cxn modelId="{345E657A-B15D-4849-AE75-7D19AF0ADA08}" srcId="{AE4413B3-C7A2-4E1A-B4CD-E424629B088D}" destId="{FD4367E6-816A-441D-A8A7-39925950103A}" srcOrd="0" destOrd="0" parTransId="{38ABD6BF-23AE-442D-A23A-61AD5791B34B}" sibTransId="{22BB1186-E4E2-4A8F-8E1D-B935185EE33A}"/>
    <dgm:cxn modelId="{1F2DCCBD-1EA0-4F9A-8AD7-2749335D606D}" type="presOf" srcId="{FD4367E6-816A-441D-A8A7-39925950103A}" destId="{03FAC3FB-D714-4A7E-B319-472AD5E9369A}" srcOrd="0" destOrd="0" presId="urn:microsoft.com/office/officeart/2005/8/layout/vList3"/>
    <dgm:cxn modelId="{3A8331D6-C9A2-46C3-B7FB-88BF518B58AD}" type="presOf" srcId="{AE4413B3-C7A2-4E1A-B4CD-E424629B088D}" destId="{CFFA5A27-AD9C-4DE2-BF33-41BD2F3AEF67}" srcOrd="0" destOrd="0" presId="urn:microsoft.com/office/officeart/2005/8/layout/vList3"/>
    <dgm:cxn modelId="{4FFF1FFC-C8D0-4B37-A12E-6B4EA6A69C89}" type="presParOf" srcId="{CFFA5A27-AD9C-4DE2-BF33-41BD2F3AEF67}" destId="{5B9C0B50-98A1-44A4-BED5-36B260946C4D}" srcOrd="0" destOrd="0" presId="urn:microsoft.com/office/officeart/2005/8/layout/vList3"/>
    <dgm:cxn modelId="{1DD5D8F1-1D30-4246-9C4E-57EB02948425}" type="presParOf" srcId="{5B9C0B50-98A1-44A4-BED5-36B260946C4D}" destId="{A2B1E801-3639-42F8-8EC3-E64A8314D7DD}" srcOrd="0" destOrd="0" presId="urn:microsoft.com/office/officeart/2005/8/layout/vList3"/>
    <dgm:cxn modelId="{B3851129-A328-4CEA-BCAC-C028EBCFCF76}" type="presParOf" srcId="{5B9C0B50-98A1-44A4-BED5-36B260946C4D}" destId="{03FAC3FB-D714-4A7E-B319-472AD5E9369A}"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8B221E9-AC43-4A50-94A5-3974E51C6F40}" type="doc">
      <dgm:prSet loTypeId="urn:microsoft.com/office/officeart/2005/8/layout/radial5" loCatId="relationship" qsTypeId="urn:microsoft.com/office/officeart/2005/8/quickstyle/3d2#3" qsCatId="3D" csTypeId="urn:microsoft.com/office/officeart/2005/8/colors/accent3_1" csCatId="accent3" phldr="1"/>
      <dgm:spPr/>
      <dgm:t>
        <a:bodyPr/>
        <a:lstStyle/>
        <a:p>
          <a:endParaRPr lang="en-US"/>
        </a:p>
      </dgm:t>
    </dgm:pt>
    <dgm:pt modelId="{039AE7F6-B30C-431E-B5FC-6B9E8C33C499}">
      <dgm:prSet phldrT="[Text]" custT="1"/>
      <dgm:spPr/>
      <dgm:t>
        <a:bodyPr/>
        <a:lstStyle/>
        <a:p>
          <a:r>
            <a:rPr lang="en-US" sz="1600">
              <a:latin typeface=".VnArial" pitchFamily="34" charset="0"/>
            </a:rPr>
            <a:t>V¨n b¶n ph¸p luËt</a:t>
          </a:r>
        </a:p>
      </dgm:t>
    </dgm:pt>
    <dgm:pt modelId="{0C37E7CE-34B9-4999-A522-AAC8DE493D1A}" type="parTrans" cxnId="{53CBA887-AE9F-43F6-B54A-C45DFA55FF32}">
      <dgm:prSet/>
      <dgm:spPr/>
      <dgm:t>
        <a:bodyPr/>
        <a:lstStyle/>
        <a:p>
          <a:endParaRPr lang="en-US"/>
        </a:p>
      </dgm:t>
    </dgm:pt>
    <dgm:pt modelId="{2F2345EF-C0C0-4295-9B9F-9067F6F8F401}" type="sibTrans" cxnId="{53CBA887-AE9F-43F6-B54A-C45DFA55FF32}">
      <dgm:prSet/>
      <dgm:spPr/>
      <dgm:t>
        <a:bodyPr/>
        <a:lstStyle/>
        <a:p>
          <a:endParaRPr lang="en-US"/>
        </a:p>
      </dgm:t>
    </dgm:pt>
    <dgm:pt modelId="{F5B828DB-1F54-4961-98C5-75ED90FFB469}">
      <dgm:prSet phldrT="[Text]" custT="1"/>
      <dgm:spPr/>
      <dgm:t>
        <a:bodyPr/>
        <a:lstStyle/>
        <a:p>
          <a:pPr algn="just"/>
          <a:r>
            <a:rPr lang="en-US" sz="1600">
              <a:latin typeface=".VnArial" pitchFamily="34" charset="0"/>
            </a:rPr>
            <a:t>Do c¬ quan NN cã thÈm quyÒn ban hµnh</a:t>
          </a:r>
        </a:p>
      </dgm:t>
    </dgm:pt>
    <dgm:pt modelId="{C14EBCB7-4F24-457A-9F3E-5A4CF2B2B1B9}" type="parTrans" cxnId="{C01F0563-47F0-457A-BDBC-DF2A2389F240}">
      <dgm:prSet/>
      <dgm:spPr/>
      <dgm:t>
        <a:bodyPr/>
        <a:lstStyle/>
        <a:p>
          <a:endParaRPr lang="en-US"/>
        </a:p>
      </dgm:t>
    </dgm:pt>
    <dgm:pt modelId="{0D361340-37E4-40A1-B4BF-2E5D05425139}" type="sibTrans" cxnId="{C01F0563-47F0-457A-BDBC-DF2A2389F240}">
      <dgm:prSet/>
      <dgm:spPr/>
      <dgm:t>
        <a:bodyPr/>
        <a:lstStyle/>
        <a:p>
          <a:endParaRPr lang="en-US"/>
        </a:p>
      </dgm:t>
    </dgm:pt>
    <dgm:pt modelId="{BA3C7FF2-B008-4A0D-B221-0DB4FF7112EC}">
      <dgm:prSet phldrT="[Text]" custT="1"/>
      <dgm:spPr/>
      <dgm:t>
        <a:bodyPr/>
        <a:lstStyle/>
        <a:p>
          <a:pPr algn="just"/>
          <a:r>
            <a:rPr lang="en-US" sz="1600">
              <a:latin typeface=".VnArial" pitchFamily="34" charset="0"/>
            </a:rPr>
            <a:t>Chøa ®ùng quy t¾c xö sù chung</a:t>
          </a:r>
        </a:p>
      </dgm:t>
    </dgm:pt>
    <dgm:pt modelId="{022AE436-4F2D-404B-816D-0A59332BD712}" type="parTrans" cxnId="{B165010E-22E2-4B90-A13F-FBEA18E1B33D}">
      <dgm:prSet/>
      <dgm:spPr/>
      <dgm:t>
        <a:bodyPr/>
        <a:lstStyle/>
        <a:p>
          <a:endParaRPr lang="en-US"/>
        </a:p>
      </dgm:t>
    </dgm:pt>
    <dgm:pt modelId="{30416492-5717-4D0D-A0B9-3A52879166D8}" type="sibTrans" cxnId="{B165010E-22E2-4B90-A13F-FBEA18E1B33D}">
      <dgm:prSet/>
      <dgm:spPr/>
      <dgm:t>
        <a:bodyPr/>
        <a:lstStyle/>
        <a:p>
          <a:endParaRPr lang="en-US"/>
        </a:p>
      </dgm:t>
    </dgm:pt>
    <dgm:pt modelId="{E0B32815-8BAA-46C5-B79C-4D219EF1F3BB}">
      <dgm:prSet phldrT="[Text]" custT="1"/>
      <dgm:spPr/>
      <dgm:t>
        <a:bodyPr/>
        <a:lstStyle/>
        <a:p>
          <a:pPr algn="just"/>
          <a:r>
            <a:rPr lang="en-US" sz="1600">
              <a:latin typeface=".VnArial" pitchFamily="34" charset="0"/>
            </a:rPr>
            <a:t>§­îc ¸p dông nhiÒu lÇn trong cuéc sèng</a:t>
          </a:r>
        </a:p>
      </dgm:t>
    </dgm:pt>
    <dgm:pt modelId="{B55C8E31-EAA9-49C1-AACE-89B9ADE952F6}" type="parTrans" cxnId="{644CC0D1-F8BE-422D-9B2F-F7FC1343A690}">
      <dgm:prSet/>
      <dgm:spPr/>
      <dgm:t>
        <a:bodyPr/>
        <a:lstStyle/>
        <a:p>
          <a:endParaRPr lang="en-US"/>
        </a:p>
      </dgm:t>
    </dgm:pt>
    <dgm:pt modelId="{AC0C98FF-370F-46CA-BC6C-FC75FA83D064}" type="sibTrans" cxnId="{644CC0D1-F8BE-422D-9B2F-F7FC1343A690}">
      <dgm:prSet/>
      <dgm:spPr/>
      <dgm:t>
        <a:bodyPr/>
        <a:lstStyle/>
        <a:p>
          <a:endParaRPr lang="en-US"/>
        </a:p>
      </dgm:t>
    </dgm:pt>
    <dgm:pt modelId="{A43FA577-2139-4432-A4AD-6AE816DF92D7}">
      <dgm:prSet phldrT="[Text]" custT="1"/>
      <dgm:spPr/>
      <dgm:t>
        <a:bodyPr/>
        <a:lstStyle/>
        <a:p>
          <a:pPr algn="just"/>
          <a:r>
            <a:rPr lang="en-US" sz="1600">
              <a:latin typeface=".VnArial" pitchFamily="34" charset="0"/>
            </a:rPr>
            <a:t>Tªn gäi, néi dung vµ tr×nh tù ban hµnh ®­îc quy ®Þnh cô thÓ trong PL</a:t>
          </a:r>
        </a:p>
      </dgm:t>
    </dgm:pt>
    <dgm:pt modelId="{D44FFBDC-E7FB-46F5-851B-4BAF078F7C9A}" type="parTrans" cxnId="{F0D47F98-7570-48A9-94F3-116FF2152CEB}">
      <dgm:prSet/>
      <dgm:spPr/>
      <dgm:t>
        <a:bodyPr/>
        <a:lstStyle/>
        <a:p>
          <a:endParaRPr lang="en-US"/>
        </a:p>
      </dgm:t>
    </dgm:pt>
    <dgm:pt modelId="{6932D5B4-81F2-422B-85F8-A28209B31F5B}" type="sibTrans" cxnId="{F0D47F98-7570-48A9-94F3-116FF2152CEB}">
      <dgm:prSet/>
      <dgm:spPr/>
      <dgm:t>
        <a:bodyPr/>
        <a:lstStyle/>
        <a:p>
          <a:endParaRPr lang="en-US"/>
        </a:p>
      </dgm:t>
    </dgm:pt>
    <dgm:pt modelId="{5633EE8C-6B4A-4C55-A6B0-D353569FF455}" type="pres">
      <dgm:prSet presAssocID="{78B221E9-AC43-4A50-94A5-3974E51C6F40}" presName="Name0" presStyleCnt="0">
        <dgm:presLayoutVars>
          <dgm:chMax val="1"/>
          <dgm:dir/>
          <dgm:animLvl val="ctr"/>
          <dgm:resizeHandles val="exact"/>
        </dgm:presLayoutVars>
      </dgm:prSet>
      <dgm:spPr/>
    </dgm:pt>
    <dgm:pt modelId="{AA7D1391-8652-4C93-9F94-238BBBA8A7F9}" type="pres">
      <dgm:prSet presAssocID="{039AE7F6-B30C-431E-B5FC-6B9E8C33C499}" presName="centerShape" presStyleLbl="node0" presStyleIdx="0" presStyleCnt="1"/>
      <dgm:spPr/>
    </dgm:pt>
    <dgm:pt modelId="{206855F5-F432-46C6-9395-F72A7238EAF3}" type="pres">
      <dgm:prSet presAssocID="{C14EBCB7-4F24-457A-9F3E-5A4CF2B2B1B9}" presName="parTrans" presStyleLbl="sibTrans2D1" presStyleIdx="0" presStyleCnt="4"/>
      <dgm:spPr/>
    </dgm:pt>
    <dgm:pt modelId="{0EC25698-3B7B-40DB-AE59-EC97C3F37ADB}" type="pres">
      <dgm:prSet presAssocID="{C14EBCB7-4F24-457A-9F3E-5A4CF2B2B1B9}" presName="connectorText" presStyleLbl="sibTrans2D1" presStyleIdx="0" presStyleCnt="4"/>
      <dgm:spPr/>
    </dgm:pt>
    <dgm:pt modelId="{E02F7D7E-3720-4C22-99A8-433E93A1A45E}" type="pres">
      <dgm:prSet presAssocID="{F5B828DB-1F54-4961-98C5-75ED90FFB469}" presName="node" presStyleLbl="node1" presStyleIdx="0" presStyleCnt="4" custScaleX="164369">
        <dgm:presLayoutVars>
          <dgm:bulletEnabled val="1"/>
        </dgm:presLayoutVars>
      </dgm:prSet>
      <dgm:spPr/>
    </dgm:pt>
    <dgm:pt modelId="{DC4DB822-7099-41DD-9D7B-5C846BF05624}" type="pres">
      <dgm:prSet presAssocID="{022AE436-4F2D-404B-816D-0A59332BD712}" presName="parTrans" presStyleLbl="sibTrans2D1" presStyleIdx="1" presStyleCnt="4"/>
      <dgm:spPr/>
    </dgm:pt>
    <dgm:pt modelId="{8A7B3411-3CBB-46DE-8069-D761ECE4FD1E}" type="pres">
      <dgm:prSet presAssocID="{022AE436-4F2D-404B-816D-0A59332BD712}" presName="connectorText" presStyleLbl="sibTrans2D1" presStyleIdx="1" presStyleCnt="4"/>
      <dgm:spPr/>
    </dgm:pt>
    <dgm:pt modelId="{7BE57772-9387-46C1-928A-EFA2253B5EB9}" type="pres">
      <dgm:prSet presAssocID="{BA3C7FF2-B008-4A0D-B221-0DB4FF7112EC}" presName="node" presStyleLbl="node1" presStyleIdx="1" presStyleCnt="4" custScaleX="167241" custRadScaleRad="111290" custRadScaleInc="-614">
        <dgm:presLayoutVars>
          <dgm:bulletEnabled val="1"/>
        </dgm:presLayoutVars>
      </dgm:prSet>
      <dgm:spPr/>
    </dgm:pt>
    <dgm:pt modelId="{488722BD-ED5D-4412-AADB-E95832BFEC9E}" type="pres">
      <dgm:prSet presAssocID="{B55C8E31-EAA9-49C1-AACE-89B9ADE952F6}" presName="parTrans" presStyleLbl="sibTrans2D1" presStyleIdx="2" presStyleCnt="4"/>
      <dgm:spPr/>
    </dgm:pt>
    <dgm:pt modelId="{FCD4AE45-B2D7-4464-BB8F-52B3BED31515}" type="pres">
      <dgm:prSet presAssocID="{B55C8E31-EAA9-49C1-AACE-89B9ADE952F6}" presName="connectorText" presStyleLbl="sibTrans2D1" presStyleIdx="2" presStyleCnt="4"/>
      <dgm:spPr/>
    </dgm:pt>
    <dgm:pt modelId="{7B9066AE-E26E-4A34-AD36-D545583B3C4D}" type="pres">
      <dgm:prSet presAssocID="{E0B32815-8BAA-46C5-B79C-4D219EF1F3BB}" presName="node" presStyleLbl="node1" presStyleIdx="2" presStyleCnt="4" custScaleX="182576">
        <dgm:presLayoutVars>
          <dgm:bulletEnabled val="1"/>
        </dgm:presLayoutVars>
      </dgm:prSet>
      <dgm:spPr/>
    </dgm:pt>
    <dgm:pt modelId="{3463E46D-BB73-428D-B700-6D5F284D7D1A}" type="pres">
      <dgm:prSet presAssocID="{D44FFBDC-E7FB-46F5-851B-4BAF078F7C9A}" presName="parTrans" presStyleLbl="sibTrans2D1" presStyleIdx="3" presStyleCnt="4"/>
      <dgm:spPr/>
    </dgm:pt>
    <dgm:pt modelId="{F4A3EAA3-CD4A-4CDE-B318-F9B892A97F4B}" type="pres">
      <dgm:prSet presAssocID="{D44FFBDC-E7FB-46F5-851B-4BAF078F7C9A}" presName="connectorText" presStyleLbl="sibTrans2D1" presStyleIdx="3" presStyleCnt="4"/>
      <dgm:spPr/>
    </dgm:pt>
    <dgm:pt modelId="{9B9BDD4D-2DD9-45B1-BF1E-8F7F99266B41}" type="pres">
      <dgm:prSet presAssocID="{A43FA577-2139-4432-A4AD-6AE816DF92D7}" presName="node" presStyleLbl="node1" presStyleIdx="3" presStyleCnt="4" custScaleX="193761" custRadScaleRad="125857" custRadScaleInc="-4040">
        <dgm:presLayoutVars>
          <dgm:bulletEnabled val="1"/>
        </dgm:presLayoutVars>
      </dgm:prSet>
      <dgm:spPr/>
    </dgm:pt>
  </dgm:ptLst>
  <dgm:cxnLst>
    <dgm:cxn modelId="{6CDA4304-26D6-48B7-8F21-B6CBE7B4B0FC}" type="presOf" srcId="{B55C8E31-EAA9-49C1-AACE-89B9ADE952F6}" destId="{FCD4AE45-B2D7-4464-BB8F-52B3BED31515}" srcOrd="1" destOrd="0" presId="urn:microsoft.com/office/officeart/2005/8/layout/radial5"/>
    <dgm:cxn modelId="{B165010E-22E2-4B90-A13F-FBEA18E1B33D}" srcId="{039AE7F6-B30C-431E-B5FC-6B9E8C33C499}" destId="{BA3C7FF2-B008-4A0D-B221-0DB4FF7112EC}" srcOrd="1" destOrd="0" parTransId="{022AE436-4F2D-404B-816D-0A59332BD712}" sibTransId="{30416492-5717-4D0D-A0B9-3A52879166D8}"/>
    <dgm:cxn modelId="{D4EF7911-961C-41EE-A20A-631D241D0E03}" type="presOf" srcId="{D44FFBDC-E7FB-46F5-851B-4BAF078F7C9A}" destId="{F4A3EAA3-CD4A-4CDE-B318-F9B892A97F4B}" srcOrd="1" destOrd="0" presId="urn:microsoft.com/office/officeart/2005/8/layout/radial5"/>
    <dgm:cxn modelId="{99863116-2BD7-42EF-AFC6-9703F2185AF2}" type="presOf" srcId="{B55C8E31-EAA9-49C1-AACE-89B9ADE952F6}" destId="{488722BD-ED5D-4412-AADB-E95832BFEC9E}" srcOrd="0" destOrd="0" presId="urn:microsoft.com/office/officeart/2005/8/layout/radial5"/>
    <dgm:cxn modelId="{49AE991C-7B92-40D9-89DE-9787DAD24AFF}" type="presOf" srcId="{E0B32815-8BAA-46C5-B79C-4D219EF1F3BB}" destId="{7B9066AE-E26E-4A34-AD36-D545583B3C4D}" srcOrd="0" destOrd="0" presId="urn:microsoft.com/office/officeart/2005/8/layout/radial5"/>
    <dgm:cxn modelId="{F07A4033-1C48-46C1-A382-B16F4A8F3CAE}" type="presOf" srcId="{039AE7F6-B30C-431E-B5FC-6B9E8C33C499}" destId="{AA7D1391-8652-4C93-9F94-238BBBA8A7F9}" srcOrd="0" destOrd="0" presId="urn:microsoft.com/office/officeart/2005/8/layout/radial5"/>
    <dgm:cxn modelId="{EF21FC5F-5F06-46BF-B232-95E075A118E7}" type="presOf" srcId="{A43FA577-2139-4432-A4AD-6AE816DF92D7}" destId="{9B9BDD4D-2DD9-45B1-BF1E-8F7F99266B41}" srcOrd="0" destOrd="0" presId="urn:microsoft.com/office/officeart/2005/8/layout/radial5"/>
    <dgm:cxn modelId="{C01F0563-47F0-457A-BDBC-DF2A2389F240}" srcId="{039AE7F6-B30C-431E-B5FC-6B9E8C33C499}" destId="{F5B828DB-1F54-4961-98C5-75ED90FFB469}" srcOrd="0" destOrd="0" parTransId="{C14EBCB7-4F24-457A-9F3E-5A4CF2B2B1B9}" sibTransId="{0D361340-37E4-40A1-B4BF-2E5D05425139}"/>
    <dgm:cxn modelId="{DD661364-5750-474A-B249-23E2A0363762}" type="presOf" srcId="{BA3C7FF2-B008-4A0D-B221-0DB4FF7112EC}" destId="{7BE57772-9387-46C1-928A-EFA2253B5EB9}" srcOrd="0" destOrd="0" presId="urn:microsoft.com/office/officeart/2005/8/layout/radial5"/>
    <dgm:cxn modelId="{65455F53-4375-4591-A3CB-477F86DE77EC}" type="presOf" srcId="{D44FFBDC-E7FB-46F5-851B-4BAF078F7C9A}" destId="{3463E46D-BB73-428D-B700-6D5F284D7D1A}" srcOrd="0" destOrd="0" presId="urn:microsoft.com/office/officeart/2005/8/layout/radial5"/>
    <dgm:cxn modelId="{66068874-99AB-4D9A-BBD8-7BCCCAE8DB0F}" type="presOf" srcId="{C14EBCB7-4F24-457A-9F3E-5A4CF2B2B1B9}" destId="{0EC25698-3B7B-40DB-AE59-EC97C3F37ADB}" srcOrd="1" destOrd="0" presId="urn:microsoft.com/office/officeart/2005/8/layout/radial5"/>
    <dgm:cxn modelId="{4229C384-6553-4A1D-B4BC-756E1F447A3E}" type="presOf" srcId="{F5B828DB-1F54-4961-98C5-75ED90FFB469}" destId="{E02F7D7E-3720-4C22-99A8-433E93A1A45E}" srcOrd="0" destOrd="0" presId="urn:microsoft.com/office/officeart/2005/8/layout/radial5"/>
    <dgm:cxn modelId="{53CBA887-AE9F-43F6-B54A-C45DFA55FF32}" srcId="{78B221E9-AC43-4A50-94A5-3974E51C6F40}" destId="{039AE7F6-B30C-431E-B5FC-6B9E8C33C499}" srcOrd="0" destOrd="0" parTransId="{0C37E7CE-34B9-4999-A522-AAC8DE493D1A}" sibTransId="{2F2345EF-C0C0-4295-9B9F-9067F6F8F401}"/>
    <dgm:cxn modelId="{F0D47F98-7570-48A9-94F3-116FF2152CEB}" srcId="{039AE7F6-B30C-431E-B5FC-6B9E8C33C499}" destId="{A43FA577-2139-4432-A4AD-6AE816DF92D7}" srcOrd="3" destOrd="0" parTransId="{D44FFBDC-E7FB-46F5-851B-4BAF078F7C9A}" sibTransId="{6932D5B4-81F2-422B-85F8-A28209B31F5B}"/>
    <dgm:cxn modelId="{E154F6AC-C557-47EB-B518-257E078F93F0}" type="presOf" srcId="{78B221E9-AC43-4A50-94A5-3974E51C6F40}" destId="{5633EE8C-6B4A-4C55-A6B0-D353569FF455}" srcOrd="0" destOrd="0" presId="urn:microsoft.com/office/officeart/2005/8/layout/radial5"/>
    <dgm:cxn modelId="{644CC0D1-F8BE-422D-9B2F-F7FC1343A690}" srcId="{039AE7F6-B30C-431E-B5FC-6B9E8C33C499}" destId="{E0B32815-8BAA-46C5-B79C-4D219EF1F3BB}" srcOrd="2" destOrd="0" parTransId="{B55C8E31-EAA9-49C1-AACE-89B9ADE952F6}" sibTransId="{AC0C98FF-370F-46CA-BC6C-FC75FA83D064}"/>
    <dgm:cxn modelId="{AD9A54D5-006A-4A51-AB06-4A3D50B9AB65}" type="presOf" srcId="{C14EBCB7-4F24-457A-9F3E-5A4CF2B2B1B9}" destId="{206855F5-F432-46C6-9395-F72A7238EAF3}" srcOrd="0" destOrd="0" presId="urn:microsoft.com/office/officeart/2005/8/layout/radial5"/>
    <dgm:cxn modelId="{E8BE03DF-9E10-4931-81CC-CF525580776F}" type="presOf" srcId="{022AE436-4F2D-404B-816D-0A59332BD712}" destId="{DC4DB822-7099-41DD-9D7B-5C846BF05624}" srcOrd="0" destOrd="0" presId="urn:microsoft.com/office/officeart/2005/8/layout/radial5"/>
    <dgm:cxn modelId="{52E74AFD-A690-40D2-B5BD-C257F5E3260F}" type="presOf" srcId="{022AE436-4F2D-404B-816D-0A59332BD712}" destId="{8A7B3411-3CBB-46DE-8069-D761ECE4FD1E}" srcOrd="1" destOrd="0" presId="urn:microsoft.com/office/officeart/2005/8/layout/radial5"/>
    <dgm:cxn modelId="{DC484DB9-3DDC-4812-97EE-80361B55D935}" type="presParOf" srcId="{5633EE8C-6B4A-4C55-A6B0-D353569FF455}" destId="{AA7D1391-8652-4C93-9F94-238BBBA8A7F9}" srcOrd="0" destOrd="0" presId="urn:microsoft.com/office/officeart/2005/8/layout/radial5"/>
    <dgm:cxn modelId="{0EF85B44-834A-4B9F-B85B-1DF881FC20EC}" type="presParOf" srcId="{5633EE8C-6B4A-4C55-A6B0-D353569FF455}" destId="{206855F5-F432-46C6-9395-F72A7238EAF3}" srcOrd="1" destOrd="0" presId="urn:microsoft.com/office/officeart/2005/8/layout/radial5"/>
    <dgm:cxn modelId="{3209E246-AC9B-4CFC-9118-4E964A50058F}" type="presParOf" srcId="{206855F5-F432-46C6-9395-F72A7238EAF3}" destId="{0EC25698-3B7B-40DB-AE59-EC97C3F37ADB}" srcOrd="0" destOrd="0" presId="urn:microsoft.com/office/officeart/2005/8/layout/radial5"/>
    <dgm:cxn modelId="{BF21F6A9-19C7-497F-B4EE-364DB4406A11}" type="presParOf" srcId="{5633EE8C-6B4A-4C55-A6B0-D353569FF455}" destId="{E02F7D7E-3720-4C22-99A8-433E93A1A45E}" srcOrd="2" destOrd="0" presId="urn:microsoft.com/office/officeart/2005/8/layout/radial5"/>
    <dgm:cxn modelId="{E2F6BD57-E225-41DB-9E54-80DB004B836D}" type="presParOf" srcId="{5633EE8C-6B4A-4C55-A6B0-D353569FF455}" destId="{DC4DB822-7099-41DD-9D7B-5C846BF05624}" srcOrd="3" destOrd="0" presId="urn:microsoft.com/office/officeart/2005/8/layout/radial5"/>
    <dgm:cxn modelId="{CF783922-82A9-4A05-954B-C3A9D6B0257D}" type="presParOf" srcId="{DC4DB822-7099-41DD-9D7B-5C846BF05624}" destId="{8A7B3411-3CBB-46DE-8069-D761ECE4FD1E}" srcOrd="0" destOrd="0" presId="urn:microsoft.com/office/officeart/2005/8/layout/radial5"/>
    <dgm:cxn modelId="{1D17E508-2ED1-4A96-8218-C4364E9F3753}" type="presParOf" srcId="{5633EE8C-6B4A-4C55-A6B0-D353569FF455}" destId="{7BE57772-9387-46C1-928A-EFA2253B5EB9}" srcOrd="4" destOrd="0" presId="urn:microsoft.com/office/officeart/2005/8/layout/radial5"/>
    <dgm:cxn modelId="{FED3C931-2746-46C2-BBB1-A3662F40223B}" type="presParOf" srcId="{5633EE8C-6B4A-4C55-A6B0-D353569FF455}" destId="{488722BD-ED5D-4412-AADB-E95832BFEC9E}" srcOrd="5" destOrd="0" presId="urn:microsoft.com/office/officeart/2005/8/layout/radial5"/>
    <dgm:cxn modelId="{1C854AC1-5218-4192-8431-AF160CB49C3C}" type="presParOf" srcId="{488722BD-ED5D-4412-AADB-E95832BFEC9E}" destId="{FCD4AE45-B2D7-4464-BB8F-52B3BED31515}" srcOrd="0" destOrd="0" presId="urn:microsoft.com/office/officeart/2005/8/layout/radial5"/>
    <dgm:cxn modelId="{75748701-38A5-45A3-917C-77ABCE951537}" type="presParOf" srcId="{5633EE8C-6B4A-4C55-A6B0-D353569FF455}" destId="{7B9066AE-E26E-4A34-AD36-D545583B3C4D}" srcOrd="6" destOrd="0" presId="urn:microsoft.com/office/officeart/2005/8/layout/radial5"/>
    <dgm:cxn modelId="{C1EC7AD4-630A-4122-9E9E-4160B45C4FA7}" type="presParOf" srcId="{5633EE8C-6B4A-4C55-A6B0-D353569FF455}" destId="{3463E46D-BB73-428D-B700-6D5F284D7D1A}" srcOrd="7" destOrd="0" presId="urn:microsoft.com/office/officeart/2005/8/layout/radial5"/>
    <dgm:cxn modelId="{A19F7C88-F4ED-4D99-959B-B2CF440055C8}" type="presParOf" srcId="{3463E46D-BB73-428D-B700-6D5F284D7D1A}" destId="{F4A3EAA3-CD4A-4CDE-B318-F9B892A97F4B}" srcOrd="0" destOrd="0" presId="urn:microsoft.com/office/officeart/2005/8/layout/radial5"/>
    <dgm:cxn modelId="{1A9EC7BF-3238-48DA-93AB-FE139F01BB6F}" type="presParOf" srcId="{5633EE8C-6B4A-4C55-A6B0-D353569FF455}" destId="{9B9BDD4D-2DD9-45B1-BF1E-8F7F99266B41}" srcOrd="8" destOrd="0" presId="urn:microsoft.com/office/officeart/2005/8/layout/radial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A359A98-85B8-42F4-B29E-45E465D671EE}" type="doc">
      <dgm:prSet loTypeId="urn:microsoft.com/office/officeart/2005/8/layout/cycle8" loCatId="cycle" qsTypeId="urn:microsoft.com/office/officeart/2005/8/quickstyle/simple5" qsCatId="simple" csTypeId="urn:microsoft.com/office/officeart/2005/8/colors/accent5_1" csCatId="accent5" phldr="1"/>
      <dgm:spPr/>
    </dgm:pt>
    <dgm:pt modelId="{F44CAA21-CBEA-4201-8D9D-CDEB2F8F1F4A}">
      <dgm:prSet phldrT="[Text]" custT="1"/>
      <dgm:spPr/>
      <dgm:t>
        <a:bodyPr/>
        <a:lstStyle/>
        <a:p>
          <a:r>
            <a:rPr lang="en-US" sz="1800">
              <a:latin typeface=".VnArial" pitchFamily="34" charset="0"/>
            </a:rPr>
            <a:t>HiÖu lùc kh«ng gian  lµ ph¹m vi l·nh thæ văn b¶n t¸c ®éng tíi</a:t>
          </a:r>
        </a:p>
      </dgm:t>
    </dgm:pt>
    <dgm:pt modelId="{83D4F554-DA81-4641-8BBC-C24A96B4606A}" type="parTrans" cxnId="{15E030AB-3F23-47E0-B238-B9136EAF483A}">
      <dgm:prSet/>
      <dgm:spPr/>
      <dgm:t>
        <a:bodyPr/>
        <a:lstStyle/>
        <a:p>
          <a:endParaRPr lang="en-US"/>
        </a:p>
      </dgm:t>
    </dgm:pt>
    <dgm:pt modelId="{C0B6B94F-C166-4701-BC75-91978CB3C08F}" type="sibTrans" cxnId="{15E030AB-3F23-47E0-B238-B9136EAF483A}">
      <dgm:prSet/>
      <dgm:spPr/>
      <dgm:t>
        <a:bodyPr/>
        <a:lstStyle/>
        <a:p>
          <a:endParaRPr lang="en-US"/>
        </a:p>
      </dgm:t>
    </dgm:pt>
    <dgm:pt modelId="{463C07E4-4D40-4CA8-B9D1-7CAB561E59AD}">
      <dgm:prSet phldrT="[Text]" custT="1"/>
      <dgm:spPr/>
      <dgm:t>
        <a:bodyPr/>
        <a:lstStyle/>
        <a:p>
          <a:r>
            <a:rPr lang="en-US" sz="1800">
              <a:latin typeface=".VnArial" pitchFamily="34" charset="0"/>
            </a:rPr>
            <a:t>HiÖu lùc vÒ ®èi t­îng t¸c ®éng lµ c¸c chñ thÓ chÞu sù t¸c ®éng cña v¨n b¶n ®ã</a:t>
          </a:r>
        </a:p>
      </dgm:t>
    </dgm:pt>
    <dgm:pt modelId="{17F3AB79-D479-4C0A-B6B5-D1B3E4B7134C}" type="parTrans" cxnId="{5247284C-7942-473C-B99C-09096A8FC8B5}">
      <dgm:prSet/>
      <dgm:spPr/>
      <dgm:t>
        <a:bodyPr/>
        <a:lstStyle/>
        <a:p>
          <a:endParaRPr lang="en-US"/>
        </a:p>
      </dgm:t>
    </dgm:pt>
    <dgm:pt modelId="{849953C0-334C-433A-BD18-828DAF47472A}" type="sibTrans" cxnId="{5247284C-7942-473C-B99C-09096A8FC8B5}">
      <dgm:prSet/>
      <dgm:spPr/>
      <dgm:t>
        <a:bodyPr/>
        <a:lstStyle/>
        <a:p>
          <a:endParaRPr lang="en-US"/>
        </a:p>
      </dgm:t>
    </dgm:pt>
    <dgm:pt modelId="{032BB4BF-3B22-41FE-9F96-55503B459D32}">
      <dgm:prSet phldrT="[Text]" custT="1"/>
      <dgm:spPr/>
      <dgm:t>
        <a:bodyPr/>
        <a:lstStyle/>
        <a:p>
          <a:r>
            <a:rPr lang="en-US" sz="1800">
              <a:latin typeface=".VnArial" pitchFamily="34" charset="0"/>
            </a:rPr>
            <a:t>HiÖu lùc thêi gian ®­îc x¸c ®Þnh tõ thêi ®iÓm ph¸t sinh cho tíi khi chÊm døt </a:t>
          </a:r>
        </a:p>
      </dgm:t>
    </dgm:pt>
    <dgm:pt modelId="{F50778CE-2E10-4128-B35A-3F9B33B009B6}" type="parTrans" cxnId="{9499F69F-B5D8-42C5-9764-AE081755B337}">
      <dgm:prSet/>
      <dgm:spPr/>
      <dgm:t>
        <a:bodyPr/>
        <a:lstStyle/>
        <a:p>
          <a:endParaRPr lang="en-US"/>
        </a:p>
      </dgm:t>
    </dgm:pt>
    <dgm:pt modelId="{80142354-8510-4EC0-8B3C-C6A4C84830B2}" type="sibTrans" cxnId="{9499F69F-B5D8-42C5-9764-AE081755B337}">
      <dgm:prSet/>
      <dgm:spPr/>
      <dgm:t>
        <a:bodyPr/>
        <a:lstStyle/>
        <a:p>
          <a:endParaRPr lang="en-US"/>
        </a:p>
      </dgm:t>
    </dgm:pt>
    <dgm:pt modelId="{A3914DB0-D86A-492A-BD48-4B83D97D250B}" type="pres">
      <dgm:prSet presAssocID="{3A359A98-85B8-42F4-B29E-45E465D671EE}" presName="compositeShape" presStyleCnt="0">
        <dgm:presLayoutVars>
          <dgm:chMax val="7"/>
          <dgm:dir/>
          <dgm:resizeHandles val="exact"/>
        </dgm:presLayoutVars>
      </dgm:prSet>
      <dgm:spPr/>
    </dgm:pt>
    <dgm:pt modelId="{7E78C94B-C33F-4AAD-8045-CA57B992E58D}" type="pres">
      <dgm:prSet presAssocID="{3A359A98-85B8-42F4-B29E-45E465D671EE}" presName="wedge1" presStyleLbl="node1" presStyleIdx="0" presStyleCnt="3"/>
      <dgm:spPr/>
    </dgm:pt>
    <dgm:pt modelId="{4BA6A878-12C7-4888-B3C1-04C104EFC2B6}" type="pres">
      <dgm:prSet presAssocID="{3A359A98-85B8-42F4-B29E-45E465D671EE}" presName="dummy1a" presStyleCnt="0"/>
      <dgm:spPr/>
    </dgm:pt>
    <dgm:pt modelId="{FE318316-FE23-416B-97EF-FB37DC4FEB52}" type="pres">
      <dgm:prSet presAssocID="{3A359A98-85B8-42F4-B29E-45E465D671EE}" presName="dummy1b" presStyleCnt="0"/>
      <dgm:spPr/>
    </dgm:pt>
    <dgm:pt modelId="{F8CAE3C7-4483-4BCF-9E6D-6B2CAA077C36}" type="pres">
      <dgm:prSet presAssocID="{3A359A98-85B8-42F4-B29E-45E465D671EE}" presName="wedge1Tx" presStyleLbl="node1" presStyleIdx="0" presStyleCnt="3">
        <dgm:presLayoutVars>
          <dgm:chMax val="0"/>
          <dgm:chPref val="0"/>
          <dgm:bulletEnabled val="1"/>
        </dgm:presLayoutVars>
      </dgm:prSet>
      <dgm:spPr/>
    </dgm:pt>
    <dgm:pt modelId="{4ED2680B-B919-4B1C-B5F0-EC669F484305}" type="pres">
      <dgm:prSet presAssocID="{3A359A98-85B8-42F4-B29E-45E465D671EE}" presName="wedge2" presStyleLbl="node1" presStyleIdx="1" presStyleCnt="3"/>
      <dgm:spPr/>
    </dgm:pt>
    <dgm:pt modelId="{0F5FAE53-53A7-4662-9897-6DF03E6A619D}" type="pres">
      <dgm:prSet presAssocID="{3A359A98-85B8-42F4-B29E-45E465D671EE}" presName="dummy2a" presStyleCnt="0"/>
      <dgm:spPr/>
    </dgm:pt>
    <dgm:pt modelId="{A670188E-C162-41D8-9345-725A4E5BFBD6}" type="pres">
      <dgm:prSet presAssocID="{3A359A98-85B8-42F4-B29E-45E465D671EE}" presName="dummy2b" presStyleCnt="0"/>
      <dgm:spPr/>
    </dgm:pt>
    <dgm:pt modelId="{63FACBBC-2C54-4902-9B5A-8FD4DCF86903}" type="pres">
      <dgm:prSet presAssocID="{3A359A98-85B8-42F4-B29E-45E465D671EE}" presName="wedge2Tx" presStyleLbl="node1" presStyleIdx="1" presStyleCnt="3">
        <dgm:presLayoutVars>
          <dgm:chMax val="0"/>
          <dgm:chPref val="0"/>
          <dgm:bulletEnabled val="1"/>
        </dgm:presLayoutVars>
      </dgm:prSet>
      <dgm:spPr/>
    </dgm:pt>
    <dgm:pt modelId="{ED21E5FF-E80F-478C-9D4A-65278548653D}" type="pres">
      <dgm:prSet presAssocID="{3A359A98-85B8-42F4-B29E-45E465D671EE}" presName="wedge3" presStyleLbl="node1" presStyleIdx="2" presStyleCnt="3"/>
      <dgm:spPr/>
    </dgm:pt>
    <dgm:pt modelId="{4882B7FA-84A7-4CC9-9300-B90A65F0E257}" type="pres">
      <dgm:prSet presAssocID="{3A359A98-85B8-42F4-B29E-45E465D671EE}" presName="dummy3a" presStyleCnt="0"/>
      <dgm:spPr/>
    </dgm:pt>
    <dgm:pt modelId="{9028F2AD-42B5-4947-8106-E1BDBEFF360B}" type="pres">
      <dgm:prSet presAssocID="{3A359A98-85B8-42F4-B29E-45E465D671EE}" presName="dummy3b" presStyleCnt="0"/>
      <dgm:spPr/>
    </dgm:pt>
    <dgm:pt modelId="{85E59ED1-8700-4371-B3F7-734D20557B2B}" type="pres">
      <dgm:prSet presAssocID="{3A359A98-85B8-42F4-B29E-45E465D671EE}" presName="wedge3Tx" presStyleLbl="node1" presStyleIdx="2" presStyleCnt="3">
        <dgm:presLayoutVars>
          <dgm:chMax val="0"/>
          <dgm:chPref val="0"/>
          <dgm:bulletEnabled val="1"/>
        </dgm:presLayoutVars>
      </dgm:prSet>
      <dgm:spPr/>
    </dgm:pt>
    <dgm:pt modelId="{54D3D577-B1E9-427E-99E1-6C3F6709D7D4}" type="pres">
      <dgm:prSet presAssocID="{C0B6B94F-C166-4701-BC75-91978CB3C08F}" presName="arrowWedge1" presStyleLbl="fgSibTrans2D1" presStyleIdx="0" presStyleCnt="3" custScaleX="112846" custScaleY="98517"/>
      <dgm:spPr/>
    </dgm:pt>
    <dgm:pt modelId="{2887ADD6-AEFE-4AC8-B2D9-73ECF52125E0}" type="pres">
      <dgm:prSet presAssocID="{849953C0-334C-433A-BD18-828DAF47472A}" presName="arrowWedge2" presStyleLbl="fgSibTrans2D1" presStyleIdx="1" presStyleCnt="3"/>
      <dgm:spPr/>
    </dgm:pt>
    <dgm:pt modelId="{4D5EAEC3-10A2-429E-8650-42613697B23B}" type="pres">
      <dgm:prSet presAssocID="{80142354-8510-4EC0-8B3C-C6A4C84830B2}" presName="arrowWedge3" presStyleLbl="fgSibTrans2D1" presStyleIdx="2" presStyleCnt="3" custLinFactNeighborX="-6423" custLinFactNeighborY="-1377"/>
      <dgm:spPr/>
    </dgm:pt>
  </dgm:ptLst>
  <dgm:cxnLst>
    <dgm:cxn modelId="{54837E68-549D-4566-8307-C5B2C29259F7}" type="presOf" srcId="{463C07E4-4D40-4CA8-B9D1-7CAB561E59AD}" destId="{4ED2680B-B919-4B1C-B5F0-EC669F484305}" srcOrd="0" destOrd="0" presId="urn:microsoft.com/office/officeart/2005/8/layout/cycle8"/>
    <dgm:cxn modelId="{5247284C-7942-473C-B99C-09096A8FC8B5}" srcId="{3A359A98-85B8-42F4-B29E-45E465D671EE}" destId="{463C07E4-4D40-4CA8-B9D1-7CAB561E59AD}" srcOrd="1" destOrd="0" parTransId="{17F3AB79-D479-4C0A-B6B5-D1B3E4B7134C}" sibTransId="{849953C0-334C-433A-BD18-828DAF47472A}"/>
    <dgm:cxn modelId="{637E029C-8FDB-4892-8E0C-5F9E67E4E476}" type="presOf" srcId="{032BB4BF-3B22-41FE-9F96-55503B459D32}" destId="{ED21E5FF-E80F-478C-9D4A-65278548653D}" srcOrd="0" destOrd="0" presId="urn:microsoft.com/office/officeart/2005/8/layout/cycle8"/>
    <dgm:cxn modelId="{9499F69F-B5D8-42C5-9764-AE081755B337}" srcId="{3A359A98-85B8-42F4-B29E-45E465D671EE}" destId="{032BB4BF-3B22-41FE-9F96-55503B459D32}" srcOrd="2" destOrd="0" parTransId="{F50778CE-2E10-4128-B35A-3F9B33B009B6}" sibTransId="{80142354-8510-4EC0-8B3C-C6A4C84830B2}"/>
    <dgm:cxn modelId="{0D5E40A8-8297-4658-8793-B9B035B521AC}" type="presOf" srcId="{3A359A98-85B8-42F4-B29E-45E465D671EE}" destId="{A3914DB0-D86A-492A-BD48-4B83D97D250B}" srcOrd="0" destOrd="0" presId="urn:microsoft.com/office/officeart/2005/8/layout/cycle8"/>
    <dgm:cxn modelId="{15E030AB-3F23-47E0-B238-B9136EAF483A}" srcId="{3A359A98-85B8-42F4-B29E-45E465D671EE}" destId="{F44CAA21-CBEA-4201-8D9D-CDEB2F8F1F4A}" srcOrd="0" destOrd="0" parTransId="{83D4F554-DA81-4641-8BBC-C24A96B4606A}" sibTransId="{C0B6B94F-C166-4701-BC75-91978CB3C08F}"/>
    <dgm:cxn modelId="{54F8FAB9-279D-456A-9C56-30081873D006}" type="presOf" srcId="{F44CAA21-CBEA-4201-8D9D-CDEB2F8F1F4A}" destId="{F8CAE3C7-4483-4BCF-9E6D-6B2CAA077C36}" srcOrd="1" destOrd="0" presId="urn:microsoft.com/office/officeart/2005/8/layout/cycle8"/>
    <dgm:cxn modelId="{2B1CE5BE-4182-4B66-B834-6CED4AFD4F4F}" type="presOf" srcId="{463C07E4-4D40-4CA8-B9D1-7CAB561E59AD}" destId="{63FACBBC-2C54-4902-9B5A-8FD4DCF86903}" srcOrd="1" destOrd="0" presId="urn:microsoft.com/office/officeart/2005/8/layout/cycle8"/>
    <dgm:cxn modelId="{64A0ABE1-8330-4183-9C39-AFB61851E75E}" type="presOf" srcId="{F44CAA21-CBEA-4201-8D9D-CDEB2F8F1F4A}" destId="{7E78C94B-C33F-4AAD-8045-CA57B992E58D}" srcOrd="0" destOrd="0" presId="urn:microsoft.com/office/officeart/2005/8/layout/cycle8"/>
    <dgm:cxn modelId="{CCDE60EA-1D1F-4ABA-B18B-D9BA23F21B36}" type="presOf" srcId="{032BB4BF-3B22-41FE-9F96-55503B459D32}" destId="{85E59ED1-8700-4371-B3F7-734D20557B2B}" srcOrd="1" destOrd="0" presId="urn:microsoft.com/office/officeart/2005/8/layout/cycle8"/>
    <dgm:cxn modelId="{5397CBE5-7BD3-4492-99CA-A9425011D787}" type="presParOf" srcId="{A3914DB0-D86A-492A-BD48-4B83D97D250B}" destId="{7E78C94B-C33F-4AAD-8045-CA57B992E58D}" srcOrd="0" destOrd="0" presId="urn:microsoft.com/office/officeart/2005/8/layout/cycle8"/>
    <dgm:cxn modelId="{6C1E582E-475F-4D95-AC1B-801DB5D54740}" type="presParOf" srcId="{A3914DB0-D86A-492A-BD48-4B83D97D250B}" destId="{4BA6A878-12C7-4888-B3C1-04C104EFC2B6}" srcOrd="1" destOrd="0" presId="urn:microsoft.com/office/officeart/2005/8/layout/cycle8"/>
    <dgm:cxn modelId="{0DF0C24E-EAAC-4B49-A358-39579B075C82}" type="presParOf" srcId="{A3914DB0-D86A-492A-BD48-4B83D97D250B}" destId="{FE318316-FE23-416B-97EF-FB37DC4FEB52}" srcOrd="2" destOrd="0" presId="urn:microsoft.com/office/officeart/2005/8/layout/cycle8"/>
    <dgm:cxn modelId="{1EC0E7A4-BE15-4C63-9C2E-BF1B794246FA}" type="presParOf" srcId="{A3914DB0-D86A-492A-BD48-4B83D97D250B}" destId="{F8CAE3C7-4483-4BCF-9E6D-6B2CAA077C36}" srcOrd="3" destOrd="0" presId="urn:microsoft.com/office/officeart/2005/8/layout/cycle8"/>
    <dgm:cxn modelId="{27CC70E3-7510-4558-B81A-F3DA6D67F4A5}" type="presParOf" srcId="{A3914DB0-D86A-492A-BD48-4B83D97D250B}" destId="{4ED2680B-B919-4B1C-B5F0-EC669F484305}" srcOrd="4" destOrd="0" presId="urn:microsoft.com/office/officeart/2005/8/layout/cycle8"/>
    <dgm:cxn modelId="{E66E3C8A-E520-4AB2-8DBB-8546A3016D65}" type="presParOf" srcId="{A3914DB0-D86A-492A-BD48-4B83D97D250B}" destId="{0F5FAE53-53A7-4662-9897-6DF03E6A619D}" srcOrd="5" destOrd="0" presId="urn:microsoft.com/office/officeart/2005/8/layout/cycle8"/>
    <dgm:cxn modelId="{F702D5D3-47A7-4E7A-AA9B-F4C7C49BA643}" type="presParOf" srcId="{A3914DB0-D86A-492A-BD48-4B83D97D250B}" destId="{A670188E-C162-41D8-9345-725A4E5BFBD6}" srcOrd="6" destOrd="0" presId="urn:microsoft.com/office/officeart/2005/8/layout/cycle8"/>
    <dgm:cxn modelId="{E23C7EFE-D3F7-4E83-9619-E75E2740B103}" type="presParOf" srcId="{A3914DB0-D86A-492A-BD48-4B83D97D250B}" destId="{63FACBBC-2C54-4902-9B5A-8FD4DCF86903}" srcOrd="7" destOrd="0" presId="urn:microsoft.com/office/officeart/2005/8/layout/cycle8"/>
    <dgm:cxn modelId="{B206DCCC-D967-4E2D-B0C7-0E12A53E2A2D}" type="presParOf" srcId="{A3914DB0-D86A-492A-BD48-4B83D97D250B}" destId="{ED21E5FF-E80F-478C-9D4A-65278548653D}" srcOrd="8" destOrd="0" presId="urn:microsoft.com/office/officeart/2005/8/layout/cycle8"/>
    <dgm:cxn modelId="{210D98DE-CB8B-413A-925C-148725652F3F}" type="presParOf" srcId="{A3914DB0-D86A-492A-BD48-4B83D97D250B}" destId="{4882B7FA-84A7-4CC9-9300-B90A65F0E257}" srcOrd="9" destOrd="0" presId="urn:microsoft.com/office/officeart/2005/8/layout/cycle8"/>
    <dgm:cxn modelId="{C6072DAB-85B0-4965-BA65-2EDFF414CD77}" type="presParOf" srcId="{A3914DB0-D86A-492A-BD48-4B83D97D250B}" destId="{9028F2AD-42B5-4947-8106-E1BDBEFF360B}" srcOrd="10" destOrd="0" presId="urn:microsoft.com/office/officeart/2005/8/layout/cycle8"/>
    <dgm:cxn modelId="{726E43BF-7C7E-4D1A-A16D-3F4A8BAA4A18}" type="presParOf" srcId="{A3914DB0-D86A-492A-BD48-4B83D97D250B}" destId="{85E59ED1-8700-4371-B3F7-734D20557B2B}" srcOrd="11" destOrd="0" presId="urn:microsoft.com/office/officeart/2005/8/layout/cycle8"/>
    <dgm:cxn modelId="{E8567D3E-510D-4D5B-896A-A6755B8F5029}" type="presParOf" srcId="{A3914DB0-D86A-492A-BD48-4B83D97D250B}" destId="{54D3D577-B1E9-427E-99E1-6C3F6709D7D4}" srcOrd="12" destOrd="0" presId="urn:microsoft.com/office/officeart/2005/8/layout/cycle8"/>
    <dgm:cxn modelId="{05AFA610-E963-4BA7-B06E-79486821E51C}" type="presParOf" srcId="{A3914DB0-D86A-492A-BD48-4B83D97D250B}" destId="{2887ADD6-AEFE-4AC8-B2D9-73ECF52125E0}" srcOrd="13" destOrd="0" presId="urn:microsoft.com/office/officeart/2005/8/layout/cycle8"/>
    <dgm:cxn modelId="{5A65B164-F8BE-4BB1-B15B-2572779E7D90}" type="presParOf" srcId="{A3914DB0-D86A-492A-BD48-4B83D97D250B}" destId="{4D5EAEC3-10A2-429E-8650-42613697B23B}" srcOrd="14" destOrd="0" presId="urn:microsoft.com/office/officeart/2005/8/layout/cycle8"/>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D4D347-B745-439E-AADB-576E5FB4B74E}">
      <dsp:nvSpPr>
        <dsp:cNvPr id="0" name=""/>
        <dsp:cNvSpPr/>
      </dsp:nvSpPr>
      <dsp:spPr>
        <a:xfrm rot="16200000">
          <a:off x="702" y="261838"/>
          <a:ext cx="4002285" cy="4002285"/>
        </a:xfrm>
        <a:prstGeom prst="downArrow">
          <a:avLst>
            <a:gd name="adj1" fmla="val 50000"/>
            <a:gd name="adj2" fmla="val 35000"/>
          </a:avLst>
        </a:prstGeom>
        <a:gradFill rotWithShape="0">
          <a:gsLst>
            <a:gs pos="0">
              <a:schemeClr val="accent3">
                <a:shade val="80000"/>
                <a:hueOff val="0"/>
                <a:satOff val="0"/>
                <a:lumOff val="0"/>
                <a:alphaOff val="0"/>
                <a:shade val="51000"/>
                <a:satMod val="130000"/>
              </a:schemeClr>
            </a:gs>
            <a:gs pos="80000">
              <a:schemeClr val="accent3">
                <a:shade val="80000"/>
                <a:hueOff val="0"/>
                <a:satOff val="0"/>
                <a:lumOff val="0"/>
                <a:alphaOff val="0"/>
                <a:shade val="93000"/>
                <a:satMod val="130000"/>
              </a:schemeClr>
            </a:gs>
            <a:gs pos="100000">
              <a:schemeClr val="accent3">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US" sz="2800" kern="1200">
              <a:solidFill>
                <a:schemeClr val="tx1"/>
              </a:solidFill>
            </a:rPr>
            <a:t>Hình thưc pháp luật là những dạng tồn tại thực tế của pháp luật trong các kiểu nhà nước.</a:t>
          </a:r>
        </a:p>
      </dsp:txBody>
      <dsp:txXfrm rot="5400000">
        <a:off x="702" y="1262409"/>
        <a:ext cx="3301885" cy="2001143"/>
      </dsp:txXfrm>
    </dsp:sp>
    <dsp:sp modelId="{DBA947F3-CC64-4BE8-A2E1-5ADB273B04D6}">
      <dsp:nvSpPr>
        <dsp:cNvPr id="0" name=""/>
        <dsp:cNvSpPr/>
      </dsp:nvSpPr>
      <dsp:spPr>
        <a:xfrm rot="5400000">
          <a:off x="4226611" y="8"/>
          <a:ext cx="4002285" cy="4525945"/>
        </a:xfrm>
        <a:prstGeom prst="downArrow">
          <a:avLst>
            <a:gd name="adj1" fmla="val 50000"/>
            <a:gd name="adj2" fmla="val 35000"/>
          </a:avLst>
        </a:prstGeom>
        <a:gradFill rotWithShape="0">
          <a:gsLst>
            <a:gs pos="0">
              <a:schemeClr val="accent3">
                <a:shade val="80000"/>
                <a:hueOff val="218907"/>
                <a:satOff val="-1431"/>
                <a:lumOff val="24554"/>
                <a:alphaOff val="0"/>
                <a:shade val="51000"/>
                <a:satMod val="130000"/>
              </a:schemeClr>
            </a:gs>
            <a:gs pos="80000">
              <a:schemeClr val="accent3">
                <a:shade val="80000"/>
                <a:hueOff val="218907"/>
                <a:satOff val="-1431"/>
                <a:lumOff val="24554"/>
                <a:alphaOff val="0"/>
                <a:shade val="93000"/>
                <a:satMod val="130000"/>
              </a:schemeClr>
            </a:gs>
            <a:gs pos="100000">
              <a:schemeClr val="accent3">
                <a:shade val="80000"/>
                <a:hueOff val="218907"/>
                <a:satOff val="-1431"/>
                <a:lumOff val="24554"/>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US" sz="2800" kern="1200">
              <a:solidFill>
                <a:schemeClr val="tx1"/>
              </a:solidFill>
            </a:rPr>
            <a:t>Hình thức pháp luật là những dạng tồn tại thực tế của pháp luật được các quan tòa áp dụng khi xét xử.</a:t>
          </a:r>
        </a:p>
      </dsp:txBody>
      <dsp:txXfrm rot="-5400000">
        <a:off x="4665181" y="1262409"/>
        <a:ext cx="3825545" cy="200114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FAC3FB-D714-4A7E-B319-472AD5E9369A}">
      <dsp:nvSpPr>
        <dsp:cNvPr id="0" name=""/>
        <dsp:cNvSpPr/>
      </dsp:nvSpPr>
      <dsp:spPr>
        <a:xfrm rot="10800000">
          <a:off x="2053040" y="533400"/>
          <a:ext cx="5168646" cy="3505199"/>
        </a:xfrm>
        <a:prstGeom prst="homePlat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48183" tIns="76200" rIns="142240" bIns="76200" numCol="1" spcCol="1270" anchor="ctr" anchorCtr="0">
          <a:noAutofit/>
        </a:bodyPr>
        <a:lstStyle/>
        <a:p>
          <a:pPr marL="0" lvl="0" indent="0" algn="just" defTabSz="889000">
            <a:lnSpc>
              <a:spcPct val="90000"/>
            </a:lnSpc>
            <a:spcBef>
              <a:spcPct val="0"/>
            </a:spcBef>
            <a:spcAft>
              <a:spcPct val="35000"/>
            </a:spcAft>
            <a:buNone/>
          </a:pPr>
          <a:r>
            <a:rPr lang="en-US" sz="2000" kern="1200">
              <a:latin typeface=".VnArial" pitchFamily="34" charset="0"/>
            </a:rPr>
            <a:t>V¨n b¶n do c¬ quan nhµ n­íc cã thÈm quyÒn ban hµnh theo thñ tôc, tr×nh tù luËt ®Þnh, trong ®ã cã quy t¾c xö sù chung, ®­îc nhµ n­íc b¶o ®¶m thùc hiÖn nh»m ®iÒu chØnh c¸c quan hÖ x· héi vµ ®­îc ¸p dông nhiÒu lÇn trong ®êi sèng-x· héi </a:t>
          </a:r>
        </a:p>
      </dsp:txBody>
      <dsp:txXfrm rot="10800000">
        <a:off x="2929340" y="533400"/>
        <a:ext cx="4292346" cy="3505199"/>
      </dsp:txXfrm>
    </dsp:sp>
    <dsp:sp modelId="{A2B1E801-3639-42F8-8EC3-E64A8314D7DD}">
      <dsp:nvSpPr>
        <dsp:cNvPr id="0" name=""/>
        <dsp:cNvSpPr/>
      </dsp:nvSpPr>
      <dsp:spPr>
        <a:xfrm>
          <a:off x="550713" y="685797"/>
          <a:ext cx="3004654" cy="3200404"/>
        </a:xfrm>
        <a:prstGeom prst="ellipse">
          <a:avLst/>
        </a:prstGeom>
        <a:blipFill rotWithShape="0">
          <a:blip xmlns:r="http://schemas.openxmlformats.org/officeDocument/2006/relationships" r:embed="rId1"/>
          <a:stretch>
            <a:fillRect/>
          </a:stretch>
        </a:blipFill>
        <a:ln>
          <a:noFill/>
        </a:ln>
        <a:effectLst/>
        <a:scene3d>
          <a:camera prst="orthographicFront"/>
          <a:lightRig rig="threePt" dir="t">
            <a:rot lat="0" lon="0" rev="7500000"/>
          </a:lightRig>
        </a:scene3d>
        <a:sp3d z="152400" extrusionH="63500" prstMaterial="matte">
          <a:bevelT w="50800" h="19050" prst="relaxedInset"/>
          <a:contourClr>
            <a:schemeClr val="bg1"/>
          </a:contourClr>
        </a:sp3d>
      </dsp:spPr>
      <dsp:style>
        <a:lnRef idx="0">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7D1391-8652-4C93-9F94-238BBBA8A7F9}">
      <dsp:nvSpPr>
        <dsp:cNvPr id="0" name=""/>
        <dsp:cNvSpPr/>
      </dsp:nvSpPr>
      <dsp:spPr>
        <a:xfrm>
          <a:off x="3588293" y="1825581"/>
          <a:ext cx="1301836" cy="1301836"/>
        </a:xfrm>
        <a:prstGeom prst="ellipse">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a:latin typeface=".VnArial" pitchFamily="34" charset="0"/>
            </a:rPr>
            <a:t>V¨n b¶n ph¸p luËt</a:t>
          </a:r>
        </a:p>
      </dsp:txBody>
      <dsp:txXfrm>
        <a:off x="3778942" y="2016230"/>
        <a:ext cx="920538" cy="920538"/>
      </dsp:txXfrm>
    </dsp:sp>
    <dsp:sp modelId="{206855F5-F432-46C6-9395-F72A7238EAF3}">
      <dsp:nvSpPr>
        <dsp:cNvPr id="0" name=""/>
        <dsp:cNvSpPr/>
      </dsp:nvSpPr>
      <dsp:spPr>
        <a:xfrm rot="16200000">
          <a:off x="4101092" y="1351485"/>
          <a:ext cx="276237" cy="442624"/>
        </a:xfrm>
        <a:prstGeom prst="rightArrow">
          <a:avLst>
            <a:gd name="adj1" fmla="val 60000"/>
            <a:gd name="adj2" fmla="val 50000"/>
          </a:avLst>
        </a:prstGeom>
        <a:solidFill>
          <a:schemeClr val="accent3">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4142528" y="1481446"/>
        <a:ext cx="193366" cy="265574"/>
      </dsp:txXfrm>
    </dsp:sp>
    <dsp:sp modelId="{E02F7D7E-3720-4C22-99A8-433E93A1A45E}">
      <dsp:nvSpPr>
        <dsp:cNvPr id="0" name=""/>
        <dsp:cNvSpPr/>
      </dsp:nvSpPr>
      <dsp:spPr>
        <a:xfrm>
          <a:off x="3169303" y="2541"/>
          <a:ext cx="2139816" cy="1301836"/>
        </a:xfrm>
        <a:prstGeom prst="ellipse">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just" defTabSz="711200">
            <a:lnSpc>
              <a:spcPct val="90000"/>
            </a:lnSpc>
            <a:spcBef>
              <a:spcPct val="0"/>
            </a:spcBef>
            <a:spcAft>
              <a:spcPct val="35000"/>
            </a:spcAft>
            <a:buNone/>
          </a:pPr>
          <a:r>
            <a:rPr lang="en-US" sz="1600" kern="1200">
              <a:latin typeface=".VnArial" pitchFamily="34" charset="0"/>
            </a:rPr>
            <a:t>Do c¬ quan NN cã thÈm quyÒn ban hµnh</a:t>
          </a:r>
        </a:p>
      </dsp:txBody>
      <dsp:txXfrm>
        <a:off x="3482672" y="193190"/>
        <a:ext cx="1513078" cy="920538"/>
      </dsp:txXfrm>
    </dsp:sp>
    <dsp:sp modelId="{DC4DB822-7099-41DD-9D7B-5C846BF05624}">
      <dsp:nvSpPr>
        <dsp:cNvPr id="0" name=""/>
        <dsp:cNvSpPr/>
      </dsp:nvSpPr>
      <dsp:spPr>
        <a:xfrm rot="21583422">
          <a:off x="4953780" y="2251372"/>
          <a:ext cx="153362" cy="442624"/>
        </a:xfrm>
        <a:prstGeom prst="rightArrow">
          <a:avLst>
            <a:gd name="adj1" fmla="val 60000"/>
            <a:gd name="adj2" fmla="val 50000"/>
          </a:avLst>
        </a:prstGeom>
        <a:solidFill>
          <a:schemeClr val="accent3">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4953780" y="2340008"/>
        <a:ext cx="107353" cy="265574"/>
      </dsp:txXfrm>
    </dsp:sp>
    <dsp:sp modelId="{7BE57772-9387-46C1-928A-EFA2253B5EB9}">
      <dsp:nvSpPr>
        <dsp:cNvPr id="0" name=""/>
        <dsp:cNvSpPr/>
      </dsp:nvSpPr>
      <dsp:spPr>
        <a:xfrm>
          <a:off x="5179446" y="1815797"/>
          <a:ext cx="2177204" cy="1301836"/>
        </a:xfrm>
        <a:prstGeom prst="ellipse">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just" defTabSz="711200">
            <a:lnSpc>
              <a:spcPct val="90000"/>
            </a:lnSpc>
            <a:spcBef>
              <a:spcPct val="0"/>
            </a:spcBef>
            <a:spcAft>
              <a:spcPct val="35000"/>
            </a:spcAft>
            <a:buNone/>
          </a:pPr>
          <a:r>
            <a:rPr lang="en-US" sz="1600" kern="1200">
              <a:latin typeface=".VnArial" pitchFamily="34" charset="0"/>
            </a:rPr>
            <a:t>Chøa ®ùng quy t¾c xö sù chung</a:t>
          </a:r>
        </a:p>
      </dsp:txBody>
      <dsp:txXfrm>
        <a:off x="5498290" y="2006446"/>
        <a:ext cx="1539516" cy="920538"/>
      </dsp:txXfrm>
    </dsp:sp>
    <dsp:sp modelId="{488722BD-ED5D-4412-AADB-E95832BFEC9E}">
      <dsp:nvSpPr>
        <dsp:cNvPr id="0" name=""/>
        <dsp:cNvSpPr/>
      </dsp:nvSpPr>
      <dsp:spPr>
        <a:xfrm rot="5400000">
          <a:off x="4101092" y="3158889"/>
          <a:ext cx="276237" cy="442624"/>
        </a:xfrm>
        <a:prstGeom prst="rightArrow">
          <a:avLst>
            <a:gd name="adj1" fmla="val 60000"/>
            <a:gd name="adj2" fmla="val 50000"/>
          </a:avLst>
        </a:prstGeom>
        <a:solidFill>
          <a:schemeClr val="accent3">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4142528" y="3205979"/>
        <a:ext cx="193366" cy="265574"/>
      </dsp:txXfrm>
    </dsp:sp>
    <dsp:sp modelId="{7B9066AE-E26E-4A34-AD36-D545583B3C4D}">
      <dsp:nvSpPr>
        <dsp:cNvPr id="0" name=""/>
        <dsp:cNvSpPr/>
      </dsp:nvSpPr>
      <dsp:spPr>
        <a:xfrm>
          <a:off x="3050790" y="3648621"/>
          <a:ext cx="2376841" cy="1301836"/>
        </a:xfrm>
        <a:prstGeom prst="ellipse">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just" defTabSz="711200">
            <a:lnSpc>
              <a:spcPct val="90000"/>
            </a:lnSpc>
            <a:spcBef>
              <a:spcPct val="0"/>
            </a:spcBef>
            <a:spcAft>
              <a:spcPct val="35000"/>
            </a:spcAft>
            <a:buNone/>
          </a:pPr>
          <a:r>
            <a:rPr lang="en-US" sz="1600" kern="1200">
              <a:latin typeface=".VnArial" pitchFamily="34" charset="0"/>
            </a:rPr>
            <a:t>§­îc ¸p dông nhiÒu lÇn trong cuéc sèng</a:t>
          </a:r>
        </a:p>
      </dsp:txBody>
      <dsp:txXfrm>
        <a:off x="3398870" y="3839270"/>
        <a:ext cx="1680681" cy="920538"/>
      </dsp:txXfrm>
    </dsp:sp>
    <dsp:sp modelId="{3463E46D-BB73-428D-B700-6D5F284D7D1A}">
      <dsp:nvSpPr>
        <dsp:cNvPr id="0" name=""/>
        <dsp:cNvSpPr/>
      </dsp:nvSpPr>
      <dsp:spPr>
        <a:xfrm rot="10690920">
          <a:off x="3300697" y="2281746"/>
          <a:ext cx="203532" cy="442624"/>
        </a:xfrm>
        <a:prstGeom prst="rightArrow">
          <a:avLst>
            <a:gd name="adj1" fmla="val 60000"/>
            <a:gd name="adj2" fmla="val 50000"/>
          </a:avLst>
        </a:prstGeom>
        <a:solidFill>
          <a:schemeClr val="accent3">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rot="10800000">
        <a:off x="3361742" y="2369302"/>
        <a:ext cx="142472" cy="265574"/>
      </dsp:txXfrm>
    </dsp:sp>
    <dsp:sp modelId="{9B9BDD4D-2DD9-45B1-BF1E-8F7F99266B41}">
      <dsp:nvSpPr>
        <dsp:cNvPr id="0" name=""/>
        <dsp:cNvSpPr/>
      </dsp:nvSpPr>
      <dsp:spPr>
        <a:xfrm>
          <a:off x="684717" y="1898371"/>
          <a:ext cx="2522452" cy="1301836"/>
        </a:xfrm>
        <a:prstGeom prst="ellipse">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just" defTabSz="711200">
            <a:lnSpc>
              <a:spcPct val="90000"/>
            </a:lnSpc>
            <a:spcBef>
              <a:spcPct val="0"/>
            </a:spcBef>
            <a:spcAft>
              <a:spcPct val="35000"/>
            </a:spcAft>
            <a:buNone/>
          </a:pPr>
          <a:r>
            <a:rPr lang="en-US" sz="1600" kern="1200">
              <a:latin typeface=".VnArial" pitchFamily="34" charset="0"/>
            </a:rPr>
            <a:t>Tªn gäi, néi dung vµ tr×nh tù ban hµnh ®­îc quy ®Þnh cô thÓ trong PL</a:t>
          </a:r>
        </a:p>
      </dsp:txBody>
      <dsp:txXfrm>
        <a:off x="1054122" y="2089020"/>
        <a:ext cx="1783642" cy="92053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78C94B-C33F-4AAD-8045-CA57B992E58D}">
      <dsp:nvSpPr>
        <dsp:cNvPr id="0" name=""/>
        <dsp:cNvSpPr/>
      </dsp:nvSpPr>
      <dsp:spPr>
        <a:xfrm>
          <a:off x="2045055" y="297179"/>
          <a:ext cx="3840480" cy="3840480"/>
        </a:xfrm>
        <a:prstGeom prst="pie">
          <a:avLst>
            <a:gd name="adj1" fmla="val 16200000"/>
            <a:gd name="adj2" fmla="val 1800000"/>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a:latin typeface=".VnArial" pitchFamily="34" charset="0"/>
            </a:rPr>
            <a:t>HiÖu lùc kh«ng gian  lµ ph¹m vi l·nh thæ văn b¶n t¸c ®éng tíi</a:t>
          </a:r>
        </a:p>
      </dsp:txBody>
      <dsp:txXfrm>
        <a:off x="4069080" y="1110995"/>
        <a:ext cx="1371600" cy="1143000"/>
      </dsp:txXfrm>
    </dsp:sp>
    <dsp:sp modelId="{4ED2680B-B919-4B1C-B5F0-EC669F484305}">
      <dsp:nvSpPr>
        <dsp:cNvPr id="0" name=""/>
        <dsp:cNvSpPr/>
      </dsp:nvSpPr>
      <dsp:spPr>
        <a:xfrm>
          <a:off x="1965960" y="434339"/>
          <a:ext cx="3840480" cy="3840480"/>
        </a:xfrm>
        <a:prstGeom prst="pie">
          <a:avLst>
            <a:gd name="adj1" fmla="val 1800000"/>
            <a:gd name="adj2" fmla="val 9000000"/>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a:latin typeface=".VnArial" pitchFamily="34" charset="0"/>
            </a:rPr>
            <a:t>HiÖu lùc vÒ ®èi t­îng t¸c ®éng lµ c¸c chñ thÓ chÞu sù t¸c ®éng cña v¨n b¶n ®ã</a:t>
          </a:r>
        </a:p>
      </dsp:txBody>
      <dsp:txXfrm>
        <a:off x="2880359" y="2926080"/>
        <a:ext cx="2057400" cy="1005840"/>
      </dsp:txXfrm>
    </dsp:sp>
    <dsp:sp modelId="{ED21E5FF-E80F-478C-9D4A-65278548653D}">
      <dsp:nvSpPr>
        <dsp:cNvPr id="0" name=""/>
        <dsp:cNvSpPr/>
      </dsp:nvSpPr>
      <dsp:spPr>
        <a:xfrm>
          <a:off x="1886864" y="297179"/>
          <a:ext cx="3840480" cy="3840480"/>
        </a:xfrm>
        <a:prstGeom prst="pie">
          <a:avLst>
            <a:gd name="adj1" fmla="val 9000000"/>
            <a:gd name="adj2" fmla="val 16200000"/>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a:latin typeface=".VnArial" pitchFamily="34" charset="0"/>
            </a:rPr>
            <a:t>HiÖu lùc thêi gian ®­îc x¸c ®Þnh tõ thêi ®iÓm ph¸t sinh cho tíi khi chÊm døt </a:t>
          </a:r>
        </a:p>
      </dsp:txBody>
      <dsp:txXfrm>
        <a:off x="2331719" y="1110995"/>
        <a:ext cx="1371600" cy="1143000"/>
      </dsp:txXfrm>
    </dsp:sp>
    <dsp:sp modelId="{54D3D577-B1E9-427E-99E1-6C3F6709D7D4}">
      <dsp:nvSpPr>
        <dsp:cNvPr id="0" name=""/>
        <dsp:cNvSpPr/>
      </dsp:nvSpPr>
      <dsp:spPr>
        <a:xfrm>
          <a:off x="1530413" y="91438"/>
          <a:ext cx="4870397" cy="4251962"/>
        </a:xfrm>
        <a:prstGeom prst="circularArrow">
          <a:avLst>
            <a:gd name="adj1" fmla="val 5085"/>
            <a:gd name="adj2" fmla="val 327528"/>
            <a:gd name="adj3" fmla="val 1472472"/>
            <a:gd name="adj4" fmla="val 16199432"/>
            <a:gd name="adj5" fmla="val 5932"/>
          </a:avLst>
        </a:prstGeom>
        <a:gradFill rotWithShape="0">
          <a:gsLst>
            <a:gs pos="0">
              <a:schemeClr val="accent5">
                <a:tint val="60000"/>
                <a:hueOff val="0"/>
                <a:satOff val="0"/>
                <a:lumOff val="0"/>
                <a:alphaOff val="0"/>
                <a:shade val="51000"/>
                <a:satMod val="130000"/>
              </a:schemeClr>
            </a:gs>
            <a:gs pos="80000">
              <a:schemeClr val="accent5">
                <a:tint val="60000"/>
                <a:hueOff val="0"/>
                <a:satOff val="0"/>
                <a:lumOff val="0"/>
                <a:alphaOff val="0"/>
                <a:shade val="93000"/>
                <a:satMod val="130000"/>
              </a:schemeClr>
            </a:gs>
            <a:gs pos="100000">
              <a:schemeClr val="accent5">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2887ADD6-AEFE-4AC8-B2D9-73ECF52125E0}">
      <dsp:nvSpPr>
        <dsp:cNvPr id="0" name=""/>
        <dsp:cNvSpPr/>
      </dsp:nvSpPr>
      <dsp:spPr>
        <a:xfrm>
          <a:off x="1728216" y="196353"/>
          <a:ext cx="4315968" cy="4315968"/>
        </a:xfrm>
        <a:prstGeom prst="circularArrow">
          <a:avLst>
            <a:gd name="adj1" fmla="val 5085"/>
            <a:gd name="adj2" fmla="val 327528"/>
            <a:gd name="adj3" fmla="val 8671970"/>
            <a:gd name="adj4" fmla="val 1800502"/>
            <a:gd name="adj5" fmla="val 5932"/>
          </a:avLst>
        </a:prstGeom>
        <a:gradFill rotWithShape="0">
          <a:gsLst>
            <a:gs pos="0">
              <a:schemeClr val="accent5">
                <a:tint val="60000"/>
                <a:hueOff val="0"/>
                <a:satOff val="0"/>
                <a:lumOff val="0"/>
                <a:alphaOff val="0"/>
                <a:shade val="51000"/>
                <a:satMod val="130000"/>
              </a:schemeClr>
            </a:gs>
            <a:gs pos="80000">
              <a:schemeClr val="accent5">
                <a:tint val="60000"/>
                <a:hueOff val="0"/>
                <a:satOff val="0"/>
                <a:lumOff val="0"/>
                <a:alphaOff val="0"/>
                <a:shade val="93000"/>
                <a:satMod val="130000"/>
              </a:schemeClr>
            </a:gs>
            <a:gs pos="100000">
              <a:schemeClr val="accent5">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4D5EAEC3-10A2-429E-8650-42613697B23B}">
      <dsp:nvSpPr>
        <dsp:cNvPr id="0" name=""/>
        <dsp:cNvSpPr/>
      </dsp:nvSpPr>
      <dsp:spPr>
        <a:xfrm>
          <a:off x="1371588" y="5"/>
          <a:ext cx="4315968" cy="4315968"/>
        </a:xfrm>
        <a:prstGeom prst="circularArrow">
          <a:avLst>
            <a:gd name="adj1" fmla="val 5085"/>
            <a:gd name="adj2" fmla="val 327528"/>
            <a:gd name="adj3" fmla="val 15873039"/>
            <a:gd name="adj4" fmla="val 9000000"/>
            <a:gd name="adj5" fmla="val 5932"/>
          </a:avLst>
        </a:prstGeom>
        <a:gradFill rotWithShape="0">
          <a:gsLst>
            <a:gs pos="0">
              <a:schemeClr val="accent5">
                <a:tint val="60000"/>
                <a:hueOff val="0"/>
                <a:satOff val="0"/>
                <a:lumOff val="0"/>
                <a:alphaOff val="0"/>
                <a:shade val="51000"/>
                <a:satMod val="130000"/>
              </a:schemeClr>
            </a:gs>
            <a:gs pos="80000">
              <a:schemeClr val="accent5">
                <a:tint val="60000"/>
                <a:hueOff val="0"/>
                <a:satOff val="0"/>
                <a:lumOff val="0"/>
                <a:alphaOff val="0"/>
                <a:shade val="93000"/>
                <a:satMod val="130000"/>
              </a:schemeClr>
            </a:gs>
            <a:gs pos="100000">
              <a:schemeClr val="accent5">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1">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3">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vi-VN"/>
              <a:t>CHơng 3. Hình thức pháp luật</a:t>
            </a: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3459F4C-61C4-4515-B669-CFEFAF101797}" type="datetimeFigureOut">
              <a:rPr lang="en-US" smtClean="0"/>
              <a:pPr/>
              <a:t>9/9/2020</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B5541E-00C5-4E7F-BD11-EF5171C2F0CC}"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vi-VN"/>
              <a:t>CHơng 3. Hình thức pháp luật</a:t>
            </a: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011D35D-92E1-4BB5-97E4-B9E6B1A067C1}" type="datetimeFigureOut">
              <a:rPr lang="en-US" smtClean="0"/>
              <a:pPr/>
              <a:t>9/9/2020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E475DCE-BC8A-4936-847B-DDB8C54BAD14}" type="slidenum">
              <a:rPr lang="en-US" smtClean="0"/>
              <a:pPr/>
              <a:t>‹#›</a:t>
            </a:fld>
            <a:endParaRPr lang="en-US"/>
          </a:p>
        </p:txBody>
      </p:sp>
    </p:spTree>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E475DCE-BC8A-4936-847B-DDB8C54BAD14}" type="slidenum">
              <a:rPr lang="en-US" smtClean="0"/>
              <a:pPr/>
              <a:t>1</a:t>
            </a:fld>
            <a:endParaRPr lang="en-US"/>
          </a:p>
        </p:txBody>
      </p:sp>
      <p:sp>
        <p:nvSpPr>
          <p:cNvPr id="5" name="Header Placeholder 4"/>
          <p:cNvSpPr>
            <a:spLocks noGrp="1"/>
          </p:cNvSpPr>
          <p:nvPr>
            <p:ph type="hdr" sz="quarter" idx="11"/>
          </p:nvPr>
        </p:nvSpPr>
        <p:spPr/>
        <p:txBody>
          <a:bodyPr/>
          <a:lstStyle/>
          <a:p>
            <a:r>
              <a:rPr lang="vi-VN"/>
              <a:t>CHơng 3. Hình thức pháp luật</a:t>
            </a:r>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D15012D-7B7E-4CE9-98E4-8A63BCB9CA4C}" type="slidenum">
              <a:rPr lang="en-US" smtClean="0"/>
              <a:pPr/>
              <a:t>13</a:t>
            </a:fld>
            <a:endParaRPr lang="en-US"/>
          </a:p>
        </p:txBody>
      </p:sp>
    </p:spTree>
    <p:extLst>
      <p:ext uri="{BB962C8B-B14F-4D97-AF65-F5344CB8AC3E}">
        <p14:creationId xmlns:p14="http://schemas.microsoft.com/office/powerpoint/2010/main" val="12061505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1E18C45-2D65-4C5A-AD2D-E8BD1B4821C2}" type="datetime1">
              <a:rPr lang="en-US" smtClean="0"/>
              <a:pPr/>
              <a:t>9/9/2020</a:t>
            </a:fld>
            <a:endParaRPr lang="en-US"/>
          </a:p>
        </p:txBody>
      </p:sp>
      <p:sp>
        <p:nvSpPr>
          <p:cNvPr id="5" name="Footer Placeholder 4"/>
          <p:cNvSpPr>
            <a:spLocks noGrp="1"/>
          </p:cNvSpPr>
          <p:nvPr>
            <p:ph type="ftr" sz="quarter" idx="11"/>
          </p:nvPr>
        </p:nvSpPr>
        <p:spPr/>
        <p:txBody>
          <a:bodyPr/>
          <a:lstStyle/>
          <a:p>
            <a:r>
              <a:rPr lang="en-US"/>
              <a:t>Nguyễn Thị Yến</a:t>
            </a:r>
          </a:p>
        </p:txBody>
      </p:sp>
      <p:sp>
        <p:nvSpPr>
          <p:cNvPr id="6" name="Slide Number Placeholder 5"/>
          <p:cNvSpPr>
            <a:spLocks noGrp="1"/>
          </p:cNvSpPr>
          <p:nvPr>
            <p:ph type="sldNum" sz="quarter" idx="12"/>
          </p:nvPr>
        </p:nvSpPr>
        <p:spPr/>
        <p:txBody>
          <a:bodyPr/>
          <a:lstStyle/>
          <a:p>
            <a:fld id="{902BCE0B-57F7-4867-87A9-8DFB03EBEF2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7FD2355-7BF3-43B8-9439-F05EB55F3847}" type="datetime1">
              <a:rPr lang="en-US" smtClean="0"/>
              <a:pPr/>
              <a:t>9/9/2020</a:t>
            </a:fld>
            <a:endParaRPr lang="en-US"/>
          </a:p>
        </p:txBody>
      </p:sp>
      <p:sp>
        <p:nvSpPr>
          <p:cNvPr id="5" name="Footer Placeholder 4"/>
          <p:cNvSpPr>
            <a:spLocks noGrp="1"/>
          </p:cNvSpPr>
          <p:nvPr>
            <p:ph type="ftr" sz="quarter" idx="11"/>
          </p:nvPr>
        </p:nvSpPr>
        <p:spPr/>
        <p:txBody>
          <a:bodyPr/>
          <a:lstStyle/>
          <a:p>
            <a:r>
              <a:rPr lang="en-US"/>
              <a:t>Nguyễn Thị Yến</a:t>
            </a:r>
          </a:p>
        </p:txBody>
      </p:sp>
      <p:sp>
        <p:nvSpPr>
          <p:cNvPr id="6" name="Slide Number Placeholder 5"/>
          <p:cNvSpPr>
            <a:spLocks noGrp="1"/>
          </p:cNvSpPr>
          <p:nvPr>
            <p:ph type="sldNum" sz="quarter" idx="12"/>
          </p:nvPr>
        </p:nvSpPr>
        <p:spPr/>
        <p:txBody>
          <a:bodyPr/>
          <a:lstStyle/>
          <a:p>
            <a:fld id="{902BCE0B-57F7-4867-87A9-8DFB03EBEF21}"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E6A222D-BF08-4551-AC3D-0FA29867517A}" type="datetime1">
              <a:rPr lang="en-US" smtClean="0"/>
              <a:pPr/>
              <a:t>9/9/2020</a:t>
            </a:fld>
            <a:endParaRPr lang="en-US"/>
          </a:p>
        </p:txBody>
      </p:sp>
      <p:sp>
        <p:nvSpPr>
          <p:cNvPr id="5" name="Footer Placeholder 4"/>
          <p:cNvSpPr>
            <a:spLocks noGrp="1"/>
          </p:cNvSpPr>
          <p:nvPr>
            <p:ph type="ftr" sz="quarter" idx="11"/>
          </p:nvPr>
        </p:nvSpPr>
        <p:spPr/>
        <p:txBody>
          <a:bodyPr/>
          <a:lstStyle/>
          <a:p>
            <a:r>
              <a:rPr lang="en-US"/>
              <a:t>Nguyễn Thị Yến</a:t>
            </a:r>
          </a:p>
        </p:txBody>
      </p:sp>
      <p:sp>
        <p:nvSpPr>
          <p:cNvPr id="6" name="Slide Number Placeholder 5"/>
          <p:cNvSpPr>
            <a:spLocks noGrp="1"/>
          </p:cNvSpPr>
          <p:nvPr>
            <p:ph type="sldNum" sz="quarter" idx="12"/>
          </p:nvPr>
        </p:nvSpPr>
        <p:spPr/>
        <p:txBody>
          <a:bodyPr/>
          <a:lstStyle/>
          <a:p>
            <a:fld id="{902BCE0B-57F7-4867-87A9-8DFB03EBEF21}"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83C71FC-DC6D-4851-B508-293ADA2C15E8}" type="datetime1">
              <a:rPr lang="en-US" smtClean="0"/>
              <a:pPr/>
              <a:t>9/9/2020</a:t>
            </a:fld>
            <a:endParaRPr lang="en-US"/>
          </a:p>
        </p:txBody>
      </p:sp>
      <p:sp>
        <p:nvSpPr>
          <p:cNvPr id="6" name="Footer Placeholder 5"/>
          <p:cNvSpPr>
            <a:spLocks noGrp="1"/>
          </p:cNvSpPr>
          <p:nvPr>
            <p:ph type="ftr" sz="quarter" idx="11"/>
          </p:nvPr>
        </p:nvSpPr>
        <p:spPr/>
        <p:txBody>
          <a:bodyPr/>
          <a:lstStyle/>
          <a:p>
            <a:r>
              <a:rPr lang="en-US"/>
              <a:t>Nguyễn Thị Yến</a:t>
            </a:r>
          </a:p>
        </p:txBody>
      </p:sp>
      <p:sp>
        <p:nvSpPr>
          <p:cNvPr id="7" name="Slide Number Placeholder 6"/>
          <p:cNvSpPr>
            <a:spLocks noGrp="1"/>
          </p:cNvSpPr>
          <p:nvPr>
            <p:ph type="sldNum" sz="quarter" idx="12"/>
          </p:nvPr>
        </p:nvSpPr>
        <p:spPr/>
        <p:txBody>
          <a:bodyPr/>
          <a:lstStyle/>
          <a:p>
            <a:fld id="{902BCE0B-57F7-4867-87A9-8DFB03EBEF21}"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4F69FEE-C1D2-4164-AE86-A9DF8033CD13}" type="datetime1">
              <a:rPr lang="en-US" smtClean="0"/>
              <a:pPr/>
              <a:t>9/9/2020</a:t>
            </a:fld>
            <a:endParaRPr lang="en-US"/>
          </a:p>
        </p:txBody>
      </p:sp>
      <p:sp>
        <p:nvSpPr>
          <p:cNvPr id="8" name="Footer Placeholder 7"/>
          <p:cNvSpPr>
            <a:spLocks noGrp="1"/>
          </p:cNvSpPr>
          <p:nvPr>
            <p:ph type="ftr" sz="quarter" idx="11"/>
          </p:nvPr>
        </p:nvSpPr>
        <p:spPr/>
        <p:txBody>
          <a:bodyPr/>
          <a:lstStyle/>
          <a:p>
            <a:r>
              <a:rPr lang="en-US"/>
              <a:t>Nguyễn Thị Yến</a:t>
            </a:r>
          </a:p>
        </p:txBody>
      </p:sp>
      <p:sp>
        <p:nvSpPr>
          <p:cNvPr id="9" name="Slide Number Placeholder 8"/>
          <p:cNvSpPr>
            <a:spLocks noGrp="1"/>
          </p:cNvSpPr>
          <p:nvPr>
            <p:ph type="sldNum" sz="quarter" idx="12"/>
          </p:nvPr>
        </p:nvSpPr>
        <p:spPr/>
        <p:txBody>
          <a:bodyPr/>
          <a:lstStyle/>
          <a:p>
            <a:fld id="{902BCE0B-57F7-4867-87A9-8DFB03EBEF21}"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AFDA8E4-5951-481F-9EB1-A0BB37ADE4B0}" type="datetime1">
              <a:rPr lang="en-US" smtClean="0"/>
              <a:pPr/>
              <a:t>9/9/2020</a:t>
            </a:fld>
            <a:endParaRPr lang="en-US"/>
          </a:p>
        </p:txBody>
      </p:sp>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902BCE0B-57F7-4867-87A9-8DFB03EBEF2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C7551F-00F2-44C4-BF6E-C33C893AE991}" type="datetime1">
              <a:rPr lang="en-US" smtClean="0"/>
              <a:pPr/>
              <a:t>9/9/2020</a:t>
            </a:fld>
            <a:endParaRPr lang="en-US"/>
          </a:p>
        </p:txBody>
      </p:sp>
      <p:sp>
        <p:nvSpPr>
          <p:cNvPr id="3" name="Footer Placeholder 2"/>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fld id="{902BCE0B-57F7-4867-87A9-8DFB03EBEF2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774C7B-75B6-4F1B-A7D6-2E55BFA8A890}" type="datetime1">
              <a:rPr lang="en-US" smtClean="0"/>
              <a:pPr/>
              <a:t>9/9/2020</a:t>
            </a:fld>
            <a:endParaRPr lang="en-US"/>
          </a:p>
        </p:txBody>
      </p:sp>
      <p:sp>
        <p:nvSpPr>
          <p:cNvPr id="6" name="Footer Placeholder 5"/>
          <p:cNvSpPr>
            <a:spLocks noGrp="1"/>
          </p:cNvSpPr>
          <p:nvPr>
            <p:ph type="ftr" sz="quarter" idx="11"/>
          </p:nvPr>
        </p:nvSpPr>
        <p:spPr/>
        <p:txBody>
          <a:bodyPr/>
          <a:lstStyle/>
          <a:p>
            <a:r>
              <a:rPr lang="en-US"/>
              <a:t>Nguyễn Thị Yến</a:t>
            </a:r>
          </a:p>
        </p:txBody>
      </p:sp>
      <p:sp>
        <p:nvSpPr>
          <p:cNvPr id="7" name="Slide Number Placeholder 6"/>
          <p:cNvSpPr>
            <a:spLocks noGrp="1"/>
          </p:cNvSpPr>
          <p:nvPr>
            <p:ph type="sldNum" sz="quarter" idx="12"/>
          </p:nvPr>
        </p:nvSpPr>
        <p:spPr/>
        <p:txBody>
          <a:bodyPr/>
          <a:lstStyle/>
          <a:p>
            <a:fld id="{902BCE0B-57F7-4867-87A9-8DFB03EBEF21}"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DA6C9A-C7FF-4295-B255-6C3D690D26CE}" type="datetime1">
              <a:rPr lang="en-US" smtClean="0"/>
              <a:pPr/>
              <a:t>9/9/2020</a:t>
            </a:fld>
            <a:endParaRPr lang="en-US"/>
          </a:p>
        </p:txBody>
      </p:sp>
      <p:sp>
        <p:nvSpPr>
          <p:cNvPr id="6" name="Footer Placeholder 5"/>
          <p:cNvSpPr>
            <a:spLocks noGrp="1"/>
          </p:cNvSpPr>
          <p:nvPr>
            <p:ph type="ftr" sz="quarter" idx="11"/>
          </p:nvPr>
        </p:nvSpPr>
        <p:spPr/>
        <p:txBody>
          <a:bodyPr/>
          <a:lstStyle/>
          <a:p>
            <a:r>
              <a:rPr lang="en-US"/>
              <a:t>Nguyễn Thị Yến</a:t>
            </a:r>
          </a:p>
        </p:txBody>
      </p:sp>
      <p:sp>
        <p:nvSpPr>
          <p:cNvPr id="7" name="Slide Number Placeholder 6"/>
          <p:cNvSpPr>
            <a:spLocks noGrp="1"/>
          </p:cNvSpPr>
          <p:nvPr>
            <p:ph type="sldNum" sz="quarter" idx="12"/>
          </p:nvPr>
        </p:nvSpPr>
        <p:spPr/>
        <p:txBody>
          <a:bodyPr/>
          <a:lstStyle/>
          <a:p>
            <a:fld id="{902BCE0B-57F7-4867-87A9-8DFB03EBEF21}"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A352B6A-E1F7-4A05-ACA3-EFBA3D7DC2FE}" type="datetime1">
              <a:rPr lang="en-US" smtClean="0"/>
              <a:pPr/>
              <a:t>9/9/2020</a:t>
            </a:fld>
            <a:endParaRPr lang="en-US"/>
          </a:p>
        </p:txBody>
      </p:sp>
      <p:sp>
        <p:nvSpPr>
          <p:cNvPr id="5" name="Footer Placeholder 4"/>
          <p:cNvSpPr>
            <a:spLocks noGrp="1"/>
          </p:cNvSpPr>
          <p:nvPr>
            <p:ph type="ftr" sz="quarter" idx="11"/>
          </p:nvPr>
        </p:nvSpPr>
        <p:spPr/>
        <p:txBody>
          <a:bodyPr/>
          <a:lstStyle/>
          <a:p>
            <a:r>
              <a:rPr lang="en-US"/>
              <a:t>Nguyễn Thị Yến</a:t>
            </a:r>
          </a:p>
        </p:txBody>
      </p:sp>
      <p:sp>
        <p:nvSpPr>
          <p:cNvPr id="6" name="Slide Number Placeholder 5"/>
          <p:cNvSpPr>
            <a:spLocks noGrp="1"/>
          </p:cNvSpPr>
          <p:nvPr>
            <p:ph type="sldNum" sz="quarter" idx="12"/>
          </p:nvPr>
        </p:nvSpPr>
        <p:spPr/>
        <p:txBody>
          <a:bodyPr/>
          <a:lstStyle/>
          <a:p>
            <a:fld id="{902BCE0B-57F7-4867-87A9-8DFB03EBEF2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ED9DA7-B01A-4579-850F-9C927DA2D513}" type="datetime1">
              <a:rPr lang="en-US" smtClean="0"/>
              <a:pPr/>
              <a:t>9/9/2020</a:t>
            </a:fld>
            <a:endParaRPr lang="en-US"/>
          </a:p>
        </p:txBody>
      </p:sp>
      <p:sp>
        <p:nvSpPr>
          <p:cNvPr id="5" name="Footer Placeholder 4"/>
          <p:cNvSpPr>
            <a:spLocks noGrp="1"/>
          </p:cNvSpPr>
          <p:nvPr>
            <p:ph type="ftr" sz="quarter" idx="11"/>
          </p:nvPr>
        </p:nvSpPr>
        <p:spPr/>
        <p:txBody>
          <a:bodyPr/>
          <a:lstStyle/>
          <a:p>
            <a:r>
              <a:rPr lang="en-US"/>
              <a:t>Nguyễn Thị Yến</a:t>
            </a:r>
          </a:p>
        </p:txBody>
      </p:sp>
      <p:sp>
        <p:nvSpPr>
          <p:cNvPr id="6" name="Slide Number Placeholder 5"/>
          <p:cNvSpPr>
            <a:spLocks noGrp="1"/>
          </p:cNvSpPr>
          <p:nvPr>
            <p:ph type="sldNum" sz="quarter" idx="12"/>
          </p:nvPr>
        </p:nvSpPr>
        <p:spPr/>
        <p:txBody>
          <a:bodyPr/>
          <a:lstStyle/>
          <a:p>
            <a:fld id="{902BCE0B-57F7-4867-87A9-8DFB03EBEF2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8AB6D6-89EC-411F-BBCA-344574368AF7}" type="datetime1">
              <a:rPr lang="en-US" smtClean="0"/>
              <a:pPr/>
              <a:t>9/9/2020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Nguyễn Thị Yến</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2BCE0B-57F7-4867-87A9-8DFB03EBEF2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Chương 3. Hình thức của pháp luật</a:t>
            </a:r>
          </a:p>
        </p:txBody>
      </p:sp>
      <p:sp>
        <p:nvSpPr>
          <p:cNvPr id="3" name="Subtitle 2"/>
          <p:cNvSpPr>
            <a:spLocks noGrp="1"/>
          </p:cNvSpPr>
          <p:nvPr>
            <p:ph type="subTitle" idx="1"/>
          </p:nvPr>
        </p:nvSpPr>
        <p:spPr/>
        <p:txBody>
          <a:bodyPr/>
          <a:lstStyle/>
          <a:p>
            <a:r>
              <a:rPr lang="en-US"/>
              <a:t>3.1 Khái niệm về hình thức pháp luật</a:t>
            </a:r>
          </a:p>
          <a:p>
            <a:r>
              <a:rPr lang="en-US"/>
              <a:t>3.2 Văn bản pháp luật, hình thức pháp luật chủ yếu ở Việt Nam</a:t>
            </a:r>
          </a:p>
        </p:txBody>
      </p:sp>
      <p:sp>
        <p:nvSpPr>
          <p:cNvPr id="5" name="Footer Placeholder 4"/>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fld id="{902BCE0B-57F7-4867-87A9-8DFB03EBEF21}" type="slidenum">
              <a:rPr lang="en-US" smtClean="0"/>
              <a:pPr/>
              <a:t>1</a:t>
            </a:fld>
            <a:endParaRPr lang="en-US"/>
          </a:p>
        </p:txBody>
      </p:sp>
      <p:pic>
        <p:nvPicPr>
          <p:cNvPr id="9218" name="Picture 2" descr="http://media.tinmoi.vn/thumb/2012/10/31/1093.gif_thumb_248x156.jpg"/>
          <p:cNvPicPr>
            <a:picLocks noChangeAspect="1" noChangeArrowheads="1"/>
          </p:cNvPicPr>
          <p:nvPr/>
        </p:nvPicPr>
        <p:blipFill>
          <a:blip r:embed="rId3"/>
          <a:srcRect/>
          <a:stretch>
            <a:fillRect/>
          </a:stretch>
        </p:blipFill>
        <p:spPr bwMode="auto">
          <a:xfrm>
            <a:off x="1524000" y="0"/>
            <a:ext cx="6705600" cy="2209800"/>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3.1 Khái niệm về hình thức pháp luật- các hình thức cơ bản của pháp luật </a:t>
            </a:r>
          </a:p>
        </p:txBody>
      </p:sp>
      <p:sp>
        <p:nvSpPr>
          <p:cNvPr id="3" name="Content Placeholder 2"/>
          <p:cNvSpPr>
            <a:spLocks noGrp="1"/>
          </p:cNvSpPr>
          <p:nvPr>
            <p:ph idx="1"/>
          </p:nvPr>
        </p:nvSpPr>
        <p:spPr/>
        <p:txBody>
          <a:bodyPr/>
          <a:lstStyle/>
          <a:p>
            <a:r>
              <a:rPr lang="en-US"/>
              <a:t>1. khái niệm về hình thức pháp luật</a:t>
            </a:r>
          </a:p>
          <a:p>
            <a:r>
              <a:rPr lang="en-US"/>
              <a:t>2. Các hình thức pháp luật trên thế giới.</a:t>
            </a:r>
          </a:p>
        </p:txBody>
      </p:sp>
      <p:sp>
        <p:nvSpPr>
          <p:cNvPr id="4" name="Slide Number Placeholder 3"/>
          <p:cNvSpPr>
            <a:spLocks noGrp="1"/>
          </p:cNvSpPr>
          <p:nvPr>
            <p:ph type="sldNum" sz="quarter" idx="12"/>
          </p:nvPr>
        </p:nvSpPr>
        <p:spPr/>
        <p:txBody>
          <a:bodyPr/>
          <a:lstStyle/>
          <a:p>
            <a:fld id="{902BCE0B-57F7-4867-87A9-8DFB03EBEF21}" type="slidenum">
              <a:rPr lang="en-US" smtClean="0"/>
              <a:pPr/>
              <a:t>2</a:t>
            </a:fld>
            <a:endParaRPr lang="en-US"/>
          </a:p>
        </p:txBody>
      </p:sp>
      <p:sp>
        <p:nvSpPr>
          <p:cNvPr id="5" name="Footer Placeholder 4"/>
          <p:cNvSpPr>
            <a:spLocks noGrp="1"/>
          </p:cNvSpPr>
          <p:nvPr>
            <p:ph type="ftr" sz="quarter" idx="11"/>
          </p:nvPr>
        </p:nvSpPr>
        <p:spPr/>
        <p:txBody>
          <a:bodyPr/>
          <a:lstStyle/>
          <a:p>
            <a:r>
              <a:rPr lang="en-US"/>
              <a:t>Nguyễn Thị Yến</a:t>
            </a:r>
          </a:p>
        </p:txBody>
      </p:sp>
      <p:pic>
        <p:nvPicPr>
          <p:cNvPr id="7170" name="Picture 2" descr="http://saga.vn/Saga_Gallery/Quantri/phaply/congly2.jpg"/>
          <p:cNvPicPr>
            <a:picLocks noChangeAspect="1" noChangeArrowheads="1"/>
          </p:cNvPicPr>
          <p:nvPr/>
        </p:nvPicPr>
        <p:blipFill>
          <a:blip r:embed="rId2"/>
          <a:srcRect/>
          <a:stretch>
            <a:fillRect/>
          </a:stretch>
        </p:blipFill>
        <p:spPr bwMode="auto">
          <a:xfrm>
            <a:off x="2590800" y="2971800"/>
            <a:ext cx="4648200" cy="3429000"/>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3.1.1 Khái niệm về hình thức của pháp luật</a:t>
            </a:r>
          </a:p>
        </p:txBody>
      </p:sp>
      <p:graphicFrame>
        <p:nvGraphicFramePr>
          <p:cNvPr id="4" name="Content Placeholder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Slide Number Placeholder 4"/>
          <p:cNvSpPr>
            <a:spLocks noGrp="1"/>
          </p:cNvSpPr>
          <p:nvPr>
            <p:ph type="sldNum" sz="quarter" idx="12"/>
          </p:nvPr>
        </p:nvSpPr>
        <p:spPr/>
        <p:txBody>
          <a:bodyPr/>
          <a:lstStyle/>
          <a:p>
            <a:fld id="{902BCE0B-57F7-4867-87A9-8DFB03EBEF21}" type="slidenum">
              <a:rPr lang="en-US" smtClean="0"/>
              <a:pPr/>
              <a:t>3</a:t>
            </a:fld>
            <a:endParaRPr lang="en-US"/>
          </a:p>
        </p:txBody>
      </p:sp>
      <p:sp>
        <p:nvSpPr>
          <p:cNvPr id="6" name="Footer Placeholder 5"/>
          <p:cNvSpPr>
            <a:spLocks noGrp="1"/>
          </p:cNvSpPr>
          <p:nvPr>
            <p:ph type="ftr" sz="quarter" idx="11"/>
          </p:nvPr>
        </p:nvSpPr>
        <p:spPr/>
        <p:txBody>
          <a:bodyPr/>
          <a:lstStyle/>
          <a:p>
            <a:r>
              <a:rPr lang="en-US"/>
              <a:t>Nguyễn Thị Yến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1524000" y="990600"/>
            <a:ext cx="6781800" cy="584775"/>
          </a:xfrm>
          <a:prstGeom prst="rect">
            <a:avLst/>
          </a:prstGeom>
          <a:solidFill>
            <a:schemeClr val="bg1"/>
          </a:solidFill>
        </p:spPr>
        <p:txBody>
          <a:bodyPr wrap="square" rtlCol="0">
            <a:spAutoFit/>
          </a:bodyPr>
          <a:lstStyle/>
          <a:p>
            <a:pPr algn="ctr"/>
            <a:endParaRPr lang="en-US" sz="3200" b="1" dirty="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endParaRPr>
          </a:p>
        </p:txBody>
      </p:sp>
      <p:sp>
        <p:nvSpPr>
          <p:cNvPr id="19" name="Rectangle 18"/>
          <p:cNvSpPr/>
          <p:nvPr/>
        </p:nvSpPr>
        <p:spPr>
          <a:xfrm>
            <a:off x="1600200" y="1219200"/>
            <a:ext cx="6400800" cy="1077218"/>
          </a:xfrm>
          <a:prstGeom prst="rect">
            <a:avLst/>
          </a:prstGeom>
        </p:spPr>
        <p:txBody>
          <a:bodyPr wrap="square">
            <a:spAutoFit/>
          </a:bodyPr>
          <a:lstStyle/>
          <a:p>
            <a:pPr algn="ctr"/>
            <a:r>
              <a:rPr lang="en-US" sz="3200" b="1">
                <a:ln w="24500" cmpd="dbl">
                  <a:solidFill>
                    <a:schemeClr val="accent2">
                      <a:shade val="85000"/>
                      <a:satMod val="155000"/>
                    </a:schemeClr>
                  </a:solidFill>
                  <a:prstDash val="solid"/>
                  <a:miter lim="800000"/>
                </a:ln>
                <a:effectLst>
                  <a:outerShdw blurRad="38100" dist="38100" dir="7020000" algn="tl">
                    <a:srgbClr val="000000">
                      <a:alpha val="35000"/>
                    </a:srgbClr>
                  </a:outerShdw>
                </a:effectLst>
              </a:rPr>
              <a:t> 3.1.2 CÁC </a:t>
            </a:r>
            <a:r>
              <a:rPr lang="en-US" sz="3200" b="1" dirty="0">
                <a:ln w="24500" cmpd="dbl">
                  <a:solidFill>
                    <a:schemeClr val="accent2">
                      <a:shade val="85000"/>
                      <a:satMod val="155000"/>
                    </a:schemeClr>
                  </a:solidFill>
                  <a:prstDash val="solid"/>
                  <a:miter lim="800000"/>
                </a:ln>
                <a:effectLst>
                  <a:outerShdw blurRad="38100" dist="38100" dir="7020000" algn="tl">
                    <a:srgbClr val="000000">
                      <a:alpha val="35000"/>
                    </a:srgbClr>
                  </a:outerShdw>
                </a:effectLst>
              </a:rPr>
              <a:t>HÌNH THỨC PHÁP LUẬT TRÊN THẾ </a:t>
            </a:r>
            <a:r>
              <a:rPr lang="en-US" sz="3200" b="1" dirty="0" err="1">
                <a:ln w="24500" cmpd="dbl">
                  <a:solidFill>
                    <a:schemeClr val="accent2">
                      <a:shade val="85000"/>
                      <a:satMod val="155000"/>
                    </a:schemeClr>
                  </a:solidFill>
                  <a:prstDash val="solid"/>
                  <a:miter lim="800000"/>
                </a:ln>
                <a:effectLst>
                  <a:outerShdw blurRad="38100" dist="38100" dir="7020000" algn="tl">
                    <a:srgbClr val="000000">
                      <a:alpha val="35000"/>
                    </a:srgbClr>
                  </a:outerShdw>
                </a:effectLst>
              </a:rPr>
              <a:t>GiỚI</a:t>
            </a:r>
            <a:endParaRPr lang="en-US" sz="3200" b="1" dirty="0">
              <a:ln w="24500" cmpd="dbl">
                <a:solidFill>
                  <a:schemeClr val="accent2">
                    <a:shade val="85000"/>
                    <a:satMod val="155000"/>
                  </a:schemeClr>
                </a:solidFill>
                <a:prstDash val="solid"/>
                <a:miter lim="800000"/>
              </a:ln>
              <a:effectLst>
                <a:outerShdw blurRad="38100" dist="38100" dir="7020000" algn="tl">
                  <a:srgbClr val="000000">
                    <a:alpha val="35000"/>
                  </a:srgbClr>
                </a:outerShdw>
              </a:effectLst>
            </a:endParaRPr>
          </a:p>
        </p:txBody>
      </p:sp>
      <p:pic>
        <p:nvPicPr>
          <p:cNvPr id="2054" name="Picture 6" descr="D:\quản trị\phap-luat-dai-cuong.jpg"/>
          <p:cNvPicPr>
            <a:picLocks noChangeAspect="1" noChangeArrowheads="1"/>
          </p:cNvPicPr>
          <p:nvPr/>
        </p:nvPicPr>
        <p:blipFill>
          <a:blip r:embed="rId2"/>
          <a:srcRect/>
          <a:stretch>
            <a:fillRect/>
          </a:stretch>
        </p:blipFill>
        <p:spPr bwMode="auto">
          <a:xfrm>
            <a:off x="1371600" y="2590800"/>
            <a:ext cx="6705600" cy="328612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 Các hình thức pháp luật trên thế giới </a:t>
            </a:r>
          </a:p>
        </p:txBody>
      </p:sp>
      <p:sp>
        <p:nvSpPr>
          <p:cNvPr id="3" name="Content Placeholder 2"/>
          <p:cNvSpPr>
            <a:spLocks noGrp="1"/>
          </p:cNvSpPr>
          <p:nvPr>
            <p:ph idx="1"/>
          </p:nvPr>
        </p:nvSpPr>
        <p:spPr/>
        <p:txBody>
          <a:bodyPr/>
          <a:lstStyle/>
          <a:p>
            <a:r>
              <a:rPr lang="en-US"/>
              <a:t>Tập quán pháp </a:t>
            </a:r>
          </a:p>
          <a:p>
            <a:r>
              <a:rPr lang="en-US"/>
              <a:t>Án lệ (case law)</a:t>
            </a:r>
          </a:p>
          <a:p>
            <a:r>
              <a:rPr lang="en-US"/>
              <a:t>Văn bản pháp luật </a:t>
            </a:r>
          </a:p>
          <a:p>
            <a:r>
              <a:rPr lang="en-US"/>
              <a:t>Các học thuyết pháp lý</a:t>
            </a:r>
          </a:p>
          <a:p>
            <a:r>
              <a:rPr lang="en-US"/>
              <a:t>Điều ước quốc tế</a:t>
            </a:r>
          </a:p>
          <a:p>
            <a:r>
              <a:rPr lang="en-US"/>
              <a:t>Lẽ công bằng</a:t>
            </a:r>
          </a:p>
        </p:txBody>
      </p:sp>
      <p:sp>
        <p:nvSpPr>
          <p:cNvPr id="4" name="Slide Number Placeholder 3"/>
          <p:cNvSpPr>
            <a:spLocks noGrp="1"/>
          </p:cNvSpPr>
          <p:nvPr>
            <p:ph type="sldNum" sz="quarter" idx="12"/>
          </p:nvPr>
        </p:nvSpPr>
        <p:spPr/>
        <p:txBody>
          <a:bodyPr/>
          <a:lstStyle/>
          <a:p>
            <a:fld id="{902BCE0B-57F7-4867-87A9-8DFB03EBEF21}" type="slidenum">
              <a:rPr lang="en-US" smtClean="0"/>
              <a:pPr/>
              <a:t>5</a:t>
            </a:fld>
            <a:endParaRPr lang="en-US"/>
          </a:p>
        </p:txBody>
      </p:sp>
      <p:sp>
        <p:nvSpPr>
          <p:cNvPr id="5" name="Footer Placeholder 4"/>
          <p:cNvSpPr>
            <a:spLocks noGrp="1"/>
          </p:cNvSpPr>
          <p:nvPr>
            <p:ph type="ftr" sz="quarter" idx="11"/>
          </p:nvPr>
        </p:nvSpPr>
        <p:spPr/>
        <p:txBody>
          <a:bodyPr/>
          <a:lstStyle/>
          <a:p>
            <a:r>
              <a:rPr lang="en-US"/>
              <a:t>Nguyễn Thị Yến</a:t>
            </a:r>
          </a:p>
        </p:txBody>
      </p:sp>
      <p:pic>
        <p:nvPicPr>
          <p:cNvPr id="5122" name="Picture 2" descr="http://1.bp.blogspot.com/_R6-gxFnua6Q/TaLzXOiR3FI/AAAAAAAABB0/fxf3RgHAluk/s200-c/TTGN.jpg"/>
          <p:cNvPicPr>
            <a:picLocks noChangeAspect="1" noChangeArrowheads="1"/>
          </p:cNvPicPr>
          <p:nvPr/>
        </p:nvPicPr>
        <p:blipFill>
          <a:blip r:embed="rId2"/>
          <a:srcRect/>
          <a:stretch>
            <a:fillRect/>
          </a:stretch>
        </p:blipFill>
        <p:spPr bwMode="auto">
          <a:xfrm>
            <a:off x="5562600" y="1905000"/>
            <a:ext cx="3352800" cy="3657600"/>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52600" y="609600"/>
            <a:ext cx="6324600" cy="68580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3200"/>
              <a:t>Tập quán pháp</a:t>
            </a:r>
          </a:p>
        </p:txBody>
      </p:sp>
      <p:sp>
        <p:nvSpPr>
          <p:cNvPr id="3" name="Rounded Rectangle 2"/>
          <p:cNvSpPr/>
          <p:nvPr/>
        </p:nvSpPr>
        <p:spPr>
          <a:xfrm>
            <a:off x="838200" y="1981200"/>
            <a:ext cx="2971800" cy="449580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just"/>
            <a:r>
              <a:rPr lang="en-US" sz="2400"/>
              <a:t>Nhà nước thừa nhận một số tập quán lưu truyền trong xã hội phù hợp với lợi ích của giai cấp thống trị và nâng chúng lên thành những quy tắc xử sự chung, được nhà nước đảm bảo thực hiện</a:t>
            </a:r>
          </a:p>
        </p:txBody>
      </p:sp>
      <p:sp>
        <p:nvSpPr>
          <p:cNvPr id="4" name="Rectangle 3"/>
          <p:cNvSpPr/>
          <p:nvPr/>
        </p:nvSpPr>
        <p:spPr>
          <a:xfrm>
            <a:off x="5105400" y="1828800"/>
            <a:ext cx="3429000" cy="46482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just"/>
            <a:r>
              <a:rPr lang="en-US" sz="2800"/>
              <a:t>Điều kiện tập quán được nâng lên thành tập quán pháp </a:t>
            </a:r>
          </a:p>
          <a:p>
            <a:pPr algn="just">
              <a:buFontTx/>
              <a:buChar char="-"/>
            </a:pPr>
            <a:r>
              <a:rPr lang="en-US" sz="2800"/>
              <a:t>Thói quen được hình thành lâu đời và được áp dụng liên tục</a:t>
            </a:r>
          </a:p>
          <a:p>
            <a:pPr algn="just">
              <a:buFontTx/>
              <a:buChar char="-"/>
            </a:pPr>
            <a:r>
              <a:rPr lang="en-US" sz="2800"/>
              <a:t> Được thừa nhận rộng rãi</a:t>
            </a:r>
          </a:p>
          <a:p>
            <a:pPr algn="just">
              <a:buFontTx/>
              <a:buChar char="-"/>
            </a:pPr>
            <a:r>
              <a:rPr lang="en-US" sz="2800"/>
              <a:t> Có nội dung cụ thể rõ ràng </a:t>
            </a:r>
          </a:p>
        </p:txBody>
      </p:sp>
      <p:sp>
        <p:nvSpPr>
          <p:cNvPr id="5" name="Slide Number Placeholder 4"/>
          <p:cNvSpPr>
            <a:spLocks noGrp="1"/>
          </p:cNvSpPr>
          <p:nvPr>
            <p:ph type="sldNum" sz="quarter" idx="12"/>
          </p:nvPr>
        </p:nvSpPr>
        <p:spPr/>
        <p:txBody>
          <a:bodyPr/>
          <a:lstStyle/>
          <a:p>
            <a:fld id="{902BCE0B-57F7-4867-87A9-8DFB03EBEF21}" type="slidenum">
              <a:rPr lang="en-US" smtClean="0"/>
              <a:pPr/>
              <a:t>6</a:t>
            </a:fld>
            <a:endParaRPr lang="en-US"/>
          </a:p>
        </p:txBody>
      </p:sp>
      <p:sp>
        <p:nvSpPr>
          <p:cNvPr id="6" name="Footer Placeholder 5"/>
          <p:cNvSpPr>
            <a:spLocks noGrp="1"/>
          </p:cNvSpPr>
          <p:nvPr>
            <p:ph type="ftr" sz="quarter" idx="11"/>
          </p:nvPr>
        </p:nvSpPr>
        <p:spPr/>
        <p:txBody>
          <a:bodyPr/>
          <a:lstStyle/>
          <a:p>
            <a:r>
              <a:rPr lang="en-US"/>
              <a:t>Nguyễn Thị Yến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43000" y="152400"/>
            <a:ext cx="5937844" cy="461665"/>
          </a:xfrm>
          <a:prstGeom prst="rect">
            <a:avLst/>
          </a:prstGeom>
          <a:noFill/>
        </p:spPr>
        <p:txBody>
          <a:bodyPr wrap="none" rtlCol="0">
            <a:spAutoFit/>
          </a:bodyPr>
          <a:lstStyle/>
          <a:p>
            <a:r>
              <a:rPr lang="en-US" sz="2400" b="1" dirty="0"/>
              <a:t>2. </a:t>
            </a:r>
            <a:r>
              <a:rPr lang="en-US" sz="2400" b="1" dirty="0" err="1"/>
              <a:t>Các</a:t>
            </a:r>
            <a:r>
              <a:rPr lang="en-US" sz="2400" b="1" dirty="0"/>
              <a:t> </a:t>
            </a:r>
            <a:r>
              <a:rPr lang="en-US" sz="2400" b="1" dirty="0" err="1"/>
              <a:t>hình</a:t>
            </a:r>
            <a:r>
              <a:rPr lang="en-US" sz="2400" b="1" dirty="0"/>
              <a:t> </a:t>
            </a:r>
            <a:r>
              <a:rPr lang="en-US" sz="2400" b="1" dirty="0" err="1"/>
              <a:t>thức</a:t>
            </a:r>
            <a:r>
              <a:rPr lang="en-US" sz="2400" b="1" dirty="0"/>
              <a:t> </a:t>
            </a:r>
            <a:r>
              <a:rPr lang="en-US" sz="2400" b="1" dirty="0" err="1"/>
              <a:t>Pháp</a:t>
            </a:r>
            <a:r>
              <a:rPr lang="en-US" sz="2400" b="1" dirty="0"/>
              <a:t> </a:t>
            </a:r>
            <a:r>
              <a:rPr lang="en-US" sz="2400" b="1" dirty="0" err="1"/>
              <a:t>luật</a:t>
            </a:r>
            <a:r>
              <a:rPr lang="en-US" sz="2400" b="1" dirty="0"/>
              <a:t> </a:t>
            </a:r>
            <a:r>
              <a:rPr lang="en-US" sz="2400" b="1" dirty="0" err="1"/>
              <a:t>trên</a:t>
            </a:r>
            <a:r>
              <a:rPr lang="en-US" sz="2400" b="1" dirty="0"/>
              <a:t> </a:t>
            </a:r>
            <a:r>
              <a:rPr lang="en-US" sz="2400" b="1" dirty="0" err="1"/>
              <a:t>thế</a:t>
            </a:r>
            <a:r>
              <a:rPr lang="en-US" sz="2400" b="1" dirty="0"/>
              <a:t> </a:t>
            </a:r>
            <a:r>
              <a:rPr lang="en-US" sz="2400" b="1" dirty="0" err="1"/>
              <a:t>giới</a:t>
            </a:r>
            <a:endParaRPr lang="en-US" sz="2400" b="1" dirty="0"/>
          </a:p>
        </p:txBody>
      </p:sp>
      <p:sp>
        <p:nvSpPr>
          <p:cNvPr id="5" name="TextBox 4"/>
          <p:cNvSpPr txBox="1"/>
          <p:nvPr/>
        </p:nvSpPr>
        <p:spPr>
          <a:xfrm>
            <a:off x="1524000" y="609600"/>
            <a:ext cx="2514600" cy="400110"/>
          </a:xfrm>
          <a:prstGeom prst="rect">
            <a:avLst/>
          </a:prstGeom>
          <a:noFill/>
        </p:spPr>
        <p:txBody>
          <a:bodyPr wrap="square" rtlCol="0">
            <a:spAutoFit/>
          </a:bodyPr>
          <a:lstStyle/>
          <a:p>
            <a:r>
              <a:rPr lang="en-US" sz="2000" b="1"/>
              <a:t>1.Tập </a:t>
            </a:r>
            <a:r>
              <a:rPr lang="en-US" sz="2000" b="1" dirty="0" err="1"/>
              <a:t>quán</a:t>
            </a:r>
            <a:r>
              <a:rPr lang="en-US" sz="2000" b="1" dirty="0"/>
              <a:t> </a:t>
            </a:r>
            <a:r>
              <a:rPr lang="en-US" sz="2000" b="1" dirty="0" err="1"/>
              <a:t>pháp</a:t>
            </a:r>
            <a:endParaRPr lang="en-US" sz="2000" b="1" dirty="0"/>
          </a:p>
        </p:txBody>
      </p:sp>
      <p:sp>
        <p:nvSpPr>
          <p:cNvPr id="9" name="TextBox 8"/>
          <p:cNvSpPr txBox="1"/>
          <p:nvPr/>
        </p:nvSpPr>
        <p:spPr>
          <a:xfrm>
            <a:off x="1066800" y="1066800"/>
            <a:ext cx="3657600" cy="1631216"/>
          </a:xfrm>
          <a:prstGeom prst="rect">
            <a:avLst/>
          </a:prstGeom>
          <a:noFill/>
        </p:spPr>
        <p:txBody>
          <a:bodyPr wrap="square" rtlCol="0">
            <a:spAutoFit/>
          </a:bodyPr>
          <a:lstStyle/>
          <a:p>
            <a:r>
              <a:rPr lang="en-US" sz="2000" dirty="0" err="1"/>
              <a:t>Tập</a:t>
            </a:r>
            <a:r>
              <a:rPr lang="en-US" sz="2000" dirty="0"/>
              <a:t> </a:t>
            </a:r>
            <a:r>
              <a:rPr lang="en-US" sz="2000" dirty="0" err="1"/>
              <a:t>quán</a:t>
            </a:r>
            <a:r>
              <a:rPr lang="en-US" sz="2000" dirty="0"/>
              <a:t> </a:t>
            </a:r>
            <a:r>
              <a:rPr lang="en-US" sz="2000" dirty="0" err="1"/>
              <a:t>pháp</a:t>
            </a:r>
            <a:r>
              <a:rPr lang="en-US" sz="2000" dirty="0"/>
              <a:t> </a:t>
            </a:r>
            <a:r>
              <a:rPr lang="en-US" sz="2000" dirty="0" err="1"/>
              <a:t>là</a:t>
            </a:r>
            <a:r>
              <a:rPr lang="en-US" sz="2000" dirty="0"/>
              <a:t> </a:t>
            </a:r>
            <a:r>
              <a:rPr lang="en-US" sz="2000" dirty="0" err="1"/>
              <a:t>những</a:t>
            </a:r>
            <a:r>
              <a:rPr lang="en-US" sz="2000" dirty="0"/>
              <a:t> </a:t>
            </a:r>
            <a:r>
              <a:rPr lang="en-US" sz="2000" dirty="0" err="1"/>
              <a:t>tập</a:t>
            </a:r>
            <a:r>
              <a:rPr lang="en-US" sz="2000" dirty="0"/>
              <a:t> </a:t>
            </a:r>
            <a:r>
              <a:rPr lang="en-US" sz="2000" dirty="0" err="1"/>
              <a:t>quán</a:t>
            </a:r>
            <a:r>
              <a:rPr lang="en-US" sz="2000" dirty="0"/>
              <a:t> </a:t>
            </a:r>
            <a:r>
              <a:rPr lang="en-US" sz="2000" dirty="0" err="1"/>
              <a:t>được</a:t>
            </a:r>
            <a:r>
              <a:rPr lang="en-US" sz="2000" dirty="0"/>
              <a:t> </a:t>
            </a:r>
            <a:r>
              <a:rPr lang="en-US" sz="2000" dirty="0" err="1"/>
              <a:t>pháp</a:t>
            </a:r>
            <a:r>
              <a:rPr lang="en-US" sz="2000" dirty="0"/>
              <a:t> </a:t>
            </a:r>
            <a:r>
              <a:rPr lang="en-US" sz="2000" dirty="0" err="1"/>
              <a:t>luật</a:t>
            </a:r>
            <a:r>
              <a:rPr lang="en-US" sz="2000" dirty="0"/>
              <a:t> </a:t>
            </a:r>
            <a:r>
              <a:rPr lang="en-US" sz="2000" dirty="0" err="1"/>
              <a:t>thừa</a:t>
            </a:r>
            <a:r>
              <a:rPr lang="en-US" sz="2000" dirty="0"/>
              <a:t> </a:t>
            </a:r>
            <a:r>
              <a:rPr lang="en-US" sz="2000" dirty="0" err="1"/>
              <a:t>nhận</a:t>
            </a:r>
            <a:r>
              <a:rPr lang="en-US" sz="2000" dirty="0"/>
              <a:t> </a:t>
            </a:r>
            <a:r>
              <a:rPr lang="en-US" sz="2000" dirty="0" err="1"/>
              <a:t>khi</a:t>
            </a:r>
            <a:r>
              <a:rPr lang="en-US" sz="2000" dirty="0"/>
              <a:t> </a:t>
            </a:r>
            <a:r>
              <a:rPr lang="en-US" sz="2000" dirty="0" err="1"/>
              <a:t>có</a:t>
            </a:r>
            <a:r>
              <a:rPr lang="en-US" sz="2000" dirty="0"/>
              <a:t> </a:t>
            </a:r>
            <a:r>
              <a:rPr lang="en-US" sz="2000" dirty="0" err="1"/>
              <a:t>giá</a:t>
            </a:r>
            <a:r>
              <a:rPr lang="en-US" sz="2000" dirty="0"/>
              <a:t> </a:t>
            </a:r>
            <a:r>
              <a:rPr lang="en-US" sz="2000" dirty="0" err="1"/>
              <a:t>trị</a:t>
            </a:r>
            <a:r>
              <a:rPr lang="en-US" sz="2000" dirty="0"/>
              <a:t> </a:t>
            </a:r>
            <a:r>
              <a:rPr lang="en-US" sz="2000" dirty="0" err="1"/>
              <a:t>pháp</a:t>
            </a:r>
            <a:r>
              <a:rPr lang="en-US" sz="2000" dirty="0"/>
              <a:t> </a:t>
            </a:r>
            <a:r>
              <a:rPr lang="en-US" sz="2000" dirty="0" err="1"/>
              <a:t>lí</a:t>
            </a:r>
            <a:r>
              <a:rPr lang="en-US" sz="2000" dirty="0"/>
              <a:t> </a:t>
            </a:r>
            <a:r>
              <a:rPr lang="en-US" sz="2000" dirty="0" err="1"/>
              <a:t>trở</a:t>
            </a:r>
            <a:r>
              <a:rPr lang="en-US" sz="2000" dirty="0"/>
              <a:t> </a:t>
            </a:r>
            <a:r>
              <a:rPr lang="en-US" sz="2000" dirty="0" err="1"/>
              <a:t>thành</a:t>
            </a:r>
            <a:r>
              <a:rPr lang="en-US" sz="2000" dirty="0"/>
              <a:t> </a:t>
            </a:r>
            <a:r>
              <a:rPr lang="en-US" sz="2000" dirty="0" err="1"/>
              <a:t>quy</a:t>
            </a:r>
            <a:r>
              <a:rPr lang="en-US" sz="2000" dirty="0"/>
              <a:t> </a:t>
            </a:r>
            <a:r>
              <a:rPr lang="en-US" sz="2000" dirty="0" err="1"/>
              <a:t>tắc</a:t>
            </a:r>
            <a:r>
              <a:rPr lang="en-US" sz="2000" dirty="0"/>
              <a:t> </a:t>
            </a:r>
            <a:r>
              <a:rPr lang="en-US" sz="2000" dirty="0" err="1"/>
              <a:t>xử</a:t>
            </a:r>
            <a:r>
              <a:rPr lang="en-US" sz="2000" dirty="0"/>
              <a:t> </a:t>
            </a:r>
            <a:r>
              <a:rPr lang="en-US" sz="2000" dirty="0" err="1"/>
              <a:t>sự</a:t>
            </a:r>
            <a:r>
              <a:rPr lang="en-US" sz="2000" dirty="0"/>
              <a:t> </a:t>
            </a:r>
            <a:r>
              <a:rPr lang="en-US" sz="2000" dirty="0" err="1"/>
              <a:t>chung</a:t>
            </a:r>
            <a:r>
              <a:rPr lang="en-US" sz="2000" dirty="0"/>
              <a:t> </a:t>
            </a:r>
            <a:r>
              <a:rPr lang="en-US" sz="2000" dirty="0" err="1"/>
              <a:t>và</a:t>
            </a:r>
            <a:r>
              <a:rPr lang="en-US" sz="2000" dirty="0"/>
              <a:t> </a:t>
            </a:r>
            <a:r>
              <a:rPr lang="en-US" sz="2000" dirty="0" err="1"/>
              <a:t>được</a:t>
            </a:r>
            <a:r>
              <a:rPr lang="en-US" sz="2000" dirty="0"/>
              <a:t> </a:t>
            </a:r>
            <a:r>
              <a:rPr lang="en-US" sz="2000" dirty="0" err="1"/>
              <a:t>nhà</a:t>
            </a:r>
            <a:r>
              <a:rPr lang="en-US" sz="2000" dirty="0"/>
              <a:t> </a:t>
            </a:r>
            <a:r>
              <a:rPr lang="en-US" sz="2000" dirty="0" err="1"/>
              <a:t>nước</a:t>
            </a:r>
            <a:r>
              <a:rPr lang="en-US" sz="2000" dirty="0"/>
              <a:t> </a:t>
            </a:r>
            <a:r>
              <a:rPr lang="en-US" sz="2000" dirty="0" err="1"/>
              <a:t>đảm</a:t>
            </a:r>
            <a:r>
              <a:rPr lang="en-US" sz="2000" dirty="0"/>
              <a:t> </a:t>
            </a:r>
            <a:r>
              <a:rPr lang="en-US" sz="2000" dirty="0" err="1"/>
              <a:t>bảo</a:t>
            </a:r>
            <a:r>
              <a:rPr lang="en-US" sz="2000" dirty="0"/>
              <a:t> </a:t>
            </a:r>
            <a:r>
              <a:rPr lang="en-US" sz="2000" dirty="0" err="1"/>
              <a:t>thực</a:t>
            </a:r>
            <a:r>
              <a:rPr lang="en-US" sz="2000" dirty="0"/>
              <a:t> </a:t>
            </a:r>
            <a:r>
              <a:rPr lang="en-US" sz="2000" dirty="0" err="1"/>
              <a:t>hiện</a:t>
            </a:r>
            <a:endParaRPr lang="en-US" sz="2000" dirty="0"/>
          </a:p>
        </p:txBody>
      </p:sp>
      <p:pic>
        <p:nvPicPr>
          <p:cNvPr id="3077" name="Picture 5" descr="D:\quản trị\f0013fe068eb9f67899c33d78aa4157a.jpg"/>
          <p:cNvPicPr>
            <a:picLocks noChangeAspect="1" noChangeArrowheads="1"/>
          </p:cNvPicPr>
          <p:nvPr/>
        </p:nvPicPr>
        <p:blipFill>
          <a:blip r:embed="rId2"/>
          <a:srcRect/>
          <a:stretch>
            <a:fillRect/>
          </a:stretch>
        </p:blipFill>
        <p:spPr bwMode="auto">
          <a:xfrm>
            <a:off x="4762500" y="762000"/>
            <a:ext cx="4381500" cy="2543175"/>
          </a:xfrm>
          <a:prstGeom prst="rect">
            <a:avLst/>
          </a:prstGeom>
          <a:noFill/>
        </p:spPr>
      </p:pic>
      <p:sp>
        <p:nvSpPr>
          <p:cNvPr id="2" name="TextBox 1"/>
          <p:cNvSpPr txBox="1"/>
          <p:nvPr/>
        </p:nvSpPr>
        <p:spPr>
          <a:xfrm>
            <a:off x="1392393" y="2630872"/>
            <a:ext cx="1518364" cy="400110"/>
          </a:xfrm>
          <a:prstGeom prst="rect">
            <a:avLst/>
          </a:prstGeom>
          <a:noFill/>
        </p:spPr>
        <p:txBody>
          <a:bodyPr wrap="none" rtlCol="0">
            <a:spAutoFit/>
          </a:bodyPr>
          <a:lstStyle/>
          <a:p>
            <a:r>
              <a:rPr lang="en-US" sz="2000" b="1" dirty="0"/>
              <a:t>-</a:t>
            </a:r>
            <a:r>
              <a:rPr lang="en-US" sz="2000" b="1" dirty="0" err="1"/>
              <a:t>Đặc</a:t>
            </a:r>
            <a:r>
              <a:rPr lang="en-US" sz="2000" b="1" dirty="0"/>
              <a:t> </a:t>
            </a:r>
            <a:r>
              <a:rPr lang="en-US" sz="2000" b="1" dirty="0" err="1"/>
              <a:t>điểm</a:t>
            </a:r>
            <a:r>
              <a:rPr lang="en-US" sz="2000" b="1" dirty="0"/>
              <a:t> </a:t>
            </a:r>
          </a:p>
        </p:txBody>
      </p:sp>
      <p:sp>
        <p:nvSpPr>
          <p:cNvPr id="3" name="TextBox 2"/>
          <p:cNvSpPr txBox="1"/>
          <p:nvPr/>
        </p:nvSpPr>
        <p:spPr>
          <a:xfrm>
            <a:off x="838200" y="2964961"/>
            <a:ext cx="3858904" cy="1323439"/>
          </a:xfrm>
          <a:prstGeom prst="rect">
            <a:avLst/>
          </a:prstGeom>
          <a:noFill/>
        </p:spPr>
        <p:txBody>
          <a:bodyPr wrap="square" rtlCol="0">
            <a:spAutoFit/>
          </a:bodyPr>
          <a:lstStyle/>
          <a:p>
            <a:pPr marL="285750" indent="-285750">
              <a:buFontTx/>
              <a:buChar char="-"/>
            </a:pPr>
            <a:r>
              <a:rPr lang="en-US" sz="2000" dirty="0" err="1"/>
              <a:t>X</a:t>
            </a:r>
            <a:r>
              <a:rPr lang="en-US" sz="2000"/>
              <a:t>uất </a:t>
            </a:r>
            <a:r>
              <a:rPr lang="en-US" sz="2000" dirty="0" err="1"/>
              <a:t>hiện</a:t>
            </a:r>
            <a:r>
              <a:rPr lang="en-US" sz="2000" dirty="0"/>
              <a:t> </a:t>
            </a:r>
            <a:r>
              <a:rPr lang="en-US" sz="2000" dirty="0" err="1"/>
              <a:t>sớm</a:t>
            </a:r>
            <a:r>
              <a:rPr lang="en-US" sz="2000" dirty="0"/>
              <a:t> </a:t>
            </a:r>
            <a:r>
              <a:rPr lang="en-US" sz="2000" dirty="0" err="1"/>
              <a:t>nhất</a:t>
            </a:r>
            <a:r>
              <a:rPr lang="en-US" sz="2000" dirty="0"/>
              <a:t> </a:t>
            </a:r>
          </a:p>
          <a:p>
            <a:pPr marL="285750" indent="-285750">
              <a:buFontTx/>
              <a:buChar char="-"/>
            </a:pPr>
            <a:r>
              <a:rPr lang="en-US" sz="2000" dirty="0" err="1"/>
              <a:t>Được</a:t>
            </a:r>
            <a:r>
              <a:rPr lang="en-US" sz="2000" dirty="0"/>
              <a:t> </a:t>
            </a:r>
            <a:r>
              <a:rPr lang="en-US" sz="2000" dirty="0" err="1"/>
              <a:t>sử</a:t>
            </a:r>
            <a:r>
              <a:rPr lang="en-US" sz="2000" dirty="0"/>
              <a:t> </a:t>
            </a:r>
            <a:r>
              <a:rPr lang="en-US" sz="2000" dirty="0" err="1"/>
              <a:t>dụng</a:t>
            </a:r>
            <a:r>
              <a:rPr lang="en-US" sz="2000" dirty="0"/>
              <a:t> </a:t>
            </a:r>
            <a:r>
              <a:rPr lang="en-US" sz="2000" dirty="0" err="1"/>
              <a:t>phổ</a:t>
            </a:r>
            <a:r>
              <a:rPr lang="en-US" sz="2000" dirty="0"/>
              <a:t> </a:t>
            </a:r>
            <a:r>
              <a:rPr lang="en-US" sz="2000" dirty="0" err="1"/>
              <a:t>biến</a:t>
            </a:r>
            <a:r>
              <a:rPr lang="en-US" sz="2000" dirty="0"/>
              <a:t> </a:t>
            </a:r>
            <a:r>
              <a:rPr lang="en-US" sz="2000" dirty="0" err="1"/>
              <a:t>trong</a:t>
            </a:r>
            <a:r>
              <a:rPr lang="en-US" sz="2000" dirty="0"/>
              <a:t> </a:t>
            </a:r>
            <a:r>
              <a:rPr lang="en-US" sz="2000" dirty="0" err="1"/>
              <a:t>các</a:t>
            </a:r>
            <a:r>
              <a:rPr lang="en-US" sz="2000" dirty="0"/>
              <a:t> </a:t>
            </a:r>
            <a:r>
              <a:rPr lang="en-US" sz="2000" dirty="0" err="1"/>
              <a:t>nhà</a:t>
            </a:r>
            <a:r>
              <a:rPr lang="en-US" sz="2000" dirty="0"/>
              <a:t> </a:t>
            </a:r>
            <a:r>
              <a:rPr lang="en-US" sz="2000" dirty="0" err="1"/>
              <a:t>nước</a:t>
            </a:r>
            <a:r>
              <a:rPr lang="en-US" sz="2000" dirty="0"/>
              <a:t> </a:t>
            </a:r>
            <a:r>
              <a:rPr lang="en-US" sz="2000" dirty="0" err="1"/>
              <a:t>chủ</a:t>
            </a:r>
            <a:r>
              <a:rPr lang="en-US" sz="2000" dirty="0"/>
              <a:t> </a:t>
            </a:r>
            <a:r>
              <a:rPr lang="en-US" sz="2000" dirty="0" err="1"/>
              <a:t>nô</a:t>
            </a:r>
            <a:r>
              <a:rPr lang="en-US" sz="2000" dirty="0"/>
              <a:t> </a:t>
            </a:r>
            <a:r>
              <a:rPr lang="en-US" sz="2000" dirty="0" err="1"/>
              <a:t>và</a:t>
            </a:r>
            <a:r>
              <a:rPr lang="en-US" sz="2000" dirty="0"/>
              <a:t> </a:t>
            </a:r>
            <a:r>
              <a:rPr lang="en-US" sz="2000" dirty="0" err="1"/>
              <a:t>phong</a:t>
            </a:r>
            <a:r>
              <a:rPr lang="en-US" sz="2000" dirty="0"/>
              <a:t> </a:t>
            </a:r>
            <a:r>
              <a:rPr lang="en-US" sz="2000" dirty="0" err="1"/>
              <a:t>kiến</a:t>
            </a:r>
            <a:endParaRPr lang="en-US" sz="2000" dirty="0"/>
          </a:p>
        </p:txBody>
      </p:sp>
      <p:graphicFrame>
        <p:nvGraphicFramePr>
          <p:cNvPr id="10" name="Table 9"/>
          <p:cNvGraphicFramePr>
            <a:graphicFrameLocks noGrp="1"/>
          </p:cNvGraphicFramePr>
          <p:nvPr>
            <p:extLst>
              <p:ext uri="{D42A27DB-BD31-4B8C-83A1-F6EECF244321}">
                <p14:modId xmlns:p14="http://schemas.microsoft.com/office/powerpoint/2010/main" val="2155973669"/>
              </p:ext>
            </p:extLst>
          </p:nvPr>
        </p:nvGraphicFramePr>
        <p:xfrm>
          <a:off x="990600" y="4267200"/>
          <a:ext cx="7620000" cy="2286000"/>
        </p:xfrm>
        <a:graphic>
          <a:graphicData uri="http://schemas.openxmlformats.org/drawingml/2006/table">
            <a:tbl>
              <a:tblPr firstRow="1" bandRow="1">
                <a:tableStyleId>{5C22544A-7EE6-4342-B048-85BDC9FD1C3A}</a:tableStyleId>
              </a:tblPr>
              <a:tblGrid>
                <a:gridCol w="3544186">
                  <a:extLst>
                    <a:ext uri="{9D8B030D-6E8A-4147-A177-3AD203B41FA5}">
                      <a16:colId xmlns:a16="http://schemas.microsoft.com/office/drawing/2014/main" val="20000"/>
                    </a:ext>
                  </a:extLst>
                </a:gridCol>
                <a:gridCol w="4075814">
                  <a:extLst>
                    <a:ext uri="{9D8B030D-6E8A-4147-A177-3AD203B41FA5}">
                      <a16:colId xmlns:a16="http://schemas.microsoft.com/office/drawing/2014/main" val="20001"/>
                    </a:ext>
                  </a:extLst>
                </a:gridCol>
              </a:tblGrid>
              <a:tr h="653143">
                <a:tc>
                  <a:txBody>
                    <a:bodyPr/>
                    <a:lstStyle/>
                    <a:p>
                      <a:r>
                        <a:rPr lang="en-US" baseline="0" dirty="0"/>
                        <a:t>           </a:t>
                      </a:r>
                      <a:r>
                        <a:rPr lang="en-US" dirty="0" err="1"/>
                        <a:t>Ưu</a:t>
                      </a:r>
                      <a:r>
                        <a:rPr lang="en-US" baseline="0" dirty="0"/>
                        <a:t> </a:t>
                      </a:r>
                      <a:r>
                        <a:rPr lang="en-US" baseline="0" dirty="0" err="1"/>
                        <a:t>điểm</a:t>
                      </a:r>
                      <a:endParaRPr lang="en-US" dirty="0"/>
                    </a:p>
                  </a:txBody>
                  <a:tcPr/>
                </a:tc>
                <a:tc>
                  <a:txBody>
                    <a:bodyPr/>
                    <a:lstStyle/>
                    <a:p>
                      <a:r>
                        <a:rPr lang="en-US" dirty="0"/>
                        <a:t>       </a:t>
                      </a:r>
                      <a:r>
                        <a:rPr lang="en-US" dirty="0" err="1"/>
                        <a:t>Nhược</a:t>
                      </a:r>
                      <a:r>
                        <a:rPr lang="en-US" baseline="0" dirty="0"/>
                        <a:t> </a:t>
                      </a:r>
                      <a:r>
                        <a:rPr lang="en-US" baseline="0" dirty="0" err="1"/>
                        <a:t>điểm</a:t>
                      </a:r>
                      <a:r>
                        <a:rPr lang="en-US" baseline="0" dirty="0"/>
                        <a:t> </a:t>
                      </a:r>
                      <a:endParaRPr lang="en-US" dirty="0"/>
                    </a:p>
                  </a:txBody>
                  <a:tcPr/>
                </a:tc>
                <a:extLst>
                  <a:ext uri="{0D108BD9-81ED-4DB2-BD59-A6C34878D82A}">
                    <a16:rowId xmlns:a16="http://schemas.microsoft.com/office/drawing/2014/main" val="10000"/>
                  </a:ext>
                </a:extLst>
              </a:tr>
              <a:tr h="1632857">
                <a:tc>
                  <a:txBody>
                    <a:bodyPr/>
                    <a:lstStyle/>
                    <a:p>
                      <a:r>
                        <a:rPr kumimoji="0" lang="en-US" sz="1800" kern="1200" dirty="0">
                          <a:solidFill>
                            <a:schemeClr val="dk1"/>
                          </a:solidFill>
                          <a:latin typeface="+mn-lt"/>
                          <a:ea typeface="+mn-ea"/>
                          <a:cs typeface="+mn-cs"/>
                        </a:rPr>
                        <a:t>-</a:t>
                      </a:r>
                      <a:r>
                        <a:rPr kumimoji="0" lang="en-US" sz="2200" kern="1200" dirty="0" err="1">
                          <a:solidFill>
                            <a:schemeClr val="dk1"/>
                          </a:solidFill>
                          <a:latin typeface="+mn-lt"/>
                          <a:ea typeface="+mn-ea"/>
                          <a:cs typeface="+mn-cs"/>
                        </a:rPr>
                        <a:t>Các</a:t>
                      </a:r>
                      <a:r>
                        <a:rPr kumimoji="0" lang="en-US" sz="2200" kern="1200" dirty="0">
                          <a:solidFill>
                            <a:schemeClr val="dk1"/>
                          </a:solidFill>
                          <a:latin typeface="+mn-lt"/>
                          <a:ea typeface="+mn-ea"/>
                          <a:cs typeface="+mn-cs"/>
                        </a:rPr>
                        <a:t> </a:t>
                      </a:r>
                      <a:r>
                        <a:rPr kumimoji="0" lang="en-US" sz="2200" kern="1200" dirty="0" err="1">
                          <a:solidFill>
                            <a:schemeClr val="dk1"/>
                          </a:solidFill>
                          <a:latin typeface="+mn-lt"/>
                          <a:ea typeface="+mn-ea"/>
                          <a:cs typeface="+mn-cs"/>
                        </a:rPr>
                        <a:t>quy</a:t>
                      </a:r>
                      <a:r>
                        <a:rPr kumimoji="0" lang="en-US" sz="2200" kern="1200" dirty="0">
                          <a:solidFill>
                            <a:schemeClr val="dk1"/>
                          </a:solidFill>
                          <a:latin typeface="+mn-lt"/>
                          <a:ea typeface="+mn-ea"/>
                          <a:cs typeface="+mn-cs"/>
                        </a:rPr>
                        <a:t> </a:t>
                      </a:r>
                      <a:r>
                        <a:rPr kumimoji="0" lang="en-US" sz="2200" kern="1200" dirty="0" err="1">
                          <a:solidFill>
                            <a:schemeClr val="dk1"/>
                          </a:solidFill>
                          <a:latin typeface="+mn-lt"/>
                          <a:ea typeface="+mn-ea"/>
                          <a:cs typeface="+mn-cs"/>
                        </a:rPr>
                        <a:t>định</a:t>
                      </a:r>
                      <a:r>
                        <a:rPr kumimoji="0" lang="en-US" sz="2200" kern="1200" dirty="0">
                          <a:solidFill>
                            <a:schemeClr val="dk1"/>
                          </a:solidFill>
                          <a:latin typeface="+mn-lt"/>
                          <a:ea typeface="+mn-ea"/>
                          <a:cs typeface="+mn-cs"/>
                        </a:rPr>
                        <a:t> </a:t>
                      </a:r>
                      <a:r>
                        <a:rPr kumimoji="0" lang="en-US" sz="2200" kern="1200" dirty="0" err="1">
                          <a:solidFill>
                            <a:schemeClr val="dk1"/>
                          </a:solidFill>
                          <a:latin typeface="+mn-lt"/>
                          <a:ea typeface="+mn-ea"/>
                          <a:cs typeface="+mn-cs"/>
                        </a:rPr>
                        <a:t>dễ</a:t>
                      </a:r>
                      <a:r>
                        <a:rPr kumimoji="0" lang="en-US" sz="2200" kern="1200" dirty="0">
                          <a:solidFill>
                            <a:schemeClr val="dk1"/>
                          </a:solidFill>
                          <a:latin typeface="+mn-lt"/>
                          <a:ea typeface="+mn-ea"/>
                          <a:cs typeface="+mn-cs"/>
                        </a:rPr>
                        <a:t> </a:t>
                      </a:r>
                      <a:r>
                        <a:rPr kumimoji="0" lang="en-US" sz="2200" kern="1200" dirty="0" err="1">
                          <a:solidFill>
                            <a:schemeClr val="dk1"/>
                          </a:solidFill>
                          <a:latin typeface="+mn-lt"/>
                          <a:ea typeface="+mn-ea"/>
                          <a:cs typeface="+mn-cs"/>
                        </a:rPr>
                        <a:t>dàng</a:t>
                      </a:r>
                      <a:r>
                        <a:rPr kumimoji="0" lang="en-US" sz="2200" kern="1200" dirty="0">
                          <a:solidFill>
                            <a:schemeClr val="dk1"/>
                          </a:solidFill>
                          <a:latin typeface="+mn-lt"/>
                          <a:ea typeface="+mn-ea"/>
                          <a:cs typeface="+mn-cs"/>
                        </a:rPr>
                        <a:t> </a:t>
                      </a:r>
                      <a:r>
                        <a:rPr kumimoji="0" lang="en-US" sz="2200" kern="1200" dirty="0" err="1">
                          <a:solidFill>
                            <a:schemeClr val="dk1"/>
                          </a:solidFill>
                          <a:latin typeface="+mn-lt"/>
                          <a:ea typeface="+mn-ea"/>
                          <a:cs typeface="+mn-cs"/>
                        </a:rPr>
                        <a:t>được</a:t>
                      </a:r>
                      <a:r>
                        <a:rPr kumimoji="0" lang="en-US" sz="2200" kern="1200" dirty="0">
                          <a:solidFill>
                            <a:schemeClr val="dk1"/>
                          </a:solidFill>
                          <a:latin typeface="+mn-lt"/>
                          <a:ea typeface="+mn-ea"/>
                          <a:cs typeface="+mn-cs"/>
                        </a:rPr>
                        <a:t> </a:t>
                      </a:r>
                      <a:r>
                        <a:rPr kumimoji="0" lang="en-US" sz="2200" kern="1200" dirty="0" err="1">
                          <a:solidFill>
                            <a:schemeClr val="dk1"/>
                          </a:solidFill>
                          <a:latin typeface="+mn-lt"/>
                          <a:ea typeface="+mn-ea"/>
                          <a:cs typeface="+mn-cs"/>
                        </a:rPr>
                        <a:t>người</a:t>
                      </a:r>
                      <a:r>
                        <a:rPr kumimoji="0" lang="en-US" sz="2200" kern="1200" dirty="0">
                          <a:solidFill>
                            <a:schemeClr val="dk1"/>
                          </a:solidFill>
                          <a:latin typeface="+mn-lt"/>
                          <a:ea typeface="+mn-ea"/>
                          <a:cs typeface="+mn-cs"/>
                        </a:rPr>
                        <a:t> </a:t>
                      </a:r>
                      <a:r>
                        <a:rPr kumimoji="0" lang="en-US" sz="2200" kern="1200" dirty="0" err="1">
                          <a:solidFill>
                            <a:schemeClr val="dk1"/>
                          </a:solidFill>
                          <a:latin typeface="+mn-lt"/>
                          <a:ea typeface="+mn-ea"/>
                          <a:cs typeface="+mn-cs"/>
                        </a:rPr>
                        <a:t>dân</a:t>
                      </a:r>
                      <a:r>
                        <a:rPr kumimoji="0" lang="en-US" sz="2200" kern="1200" dirty="0">
                          <a:solidFill>
                            <a:schemeClr val="dk1"/>
                          </a:solidFill>
                          <a:latin typeface="+mn-lt"/>
                          <a:ea typeface="+mn-ea"/>
                          <a:cs typeface="+mn-cs"/>
                        </a:rPr>
                        <a:t> </a:t>
                      </a:r>
                      <a:r>
                        <a:rPr kumimoji="0" lang="en-US" sz="2200" kern="1200" dirty="0" err="1">
                          <a:solidFill>
                            <a:schemeClr val="dk1"/>
                          </a:solidFill>
                          <a:latin typeface="+mn-lt"/>
                          <a:ea typeface="+mn-ea"/>
                          <a:cs typeface="+mn-cs"/>
                        </a:rPr>
                        <a:t>chấp</a:t>
                      </a:r>
                      <a:r>
                        <a:rPr kumimoji="0" lang="en-US" sz="2200" kern="1200" dirty="0">
                          <a:solidFill>
                            <a:schemeClr val="dk1"/>
                          </a:solidFill>
                          <a:latin typeface="+mn-lt"/>
                          <a:ea typeface="+mn-ea"/>
                          <a:cs typeface="+mn-cs"/>
                        </a:rPr>
                        <a:t> </a:t>
                      </a:r>
                      <a:r>
                        <a:rPr kumimoji="0" lang="en-US" sz="2200" kern="1200" dirty="0" err="1">
                          <a:solidFill>
                            <a:schemeClr val="dk1"/>
                          </a:solidFill>
                          <a:latin typeface="+mn-lt"/>
                          <a:ea typeface="+mn-ea"/>
                          <a:cs typeface="+mn-cs"/>
                        </a:rPr>
                        <a:t>nhận</a:t>
                      </a:r>
                      <a:r>
                        <a:rPr kumimoji="0" lang="en-US" sz="2200" kern="1200" dirty="0">
                          <a:solidFill>
                            <a:schemeClr val="dk1"/>
                          </a:solidFill>
                          <a:latin typeface="+mn-lt"/>
                          <a:ea typeface="+mn-ea"/>
                          <a:cs typeface="+mn-cs"/>
                        </a:rPr>
                        <a:t> </a:t>
                      </a:r>
                      <a:r>
                        <a:rPr kumimoji="0" lang="en-US" sz="2200" kern="1200" dirty="0" err="1">
                          <a:solidFill>
                            <a:schemeClr val="dk1"/>
                          </a:solidFill>
                          <a:latin typeface="+mn-lt"/>
                          <a:ea typeface="+mn-ea"/>
                          <a:cs typeface="+mn-cs"/>
                        </a:rPr>
                        <a:t>và</a:t>
                      </a:r>
                      <a:r>
                        <a:rPr kumimoji="0" lang="en-US" sz="2200" kern="1200" dirty="0">
                          <a:solidFill>
                            <a:schemeClr val="dk1"/>
                          </a:solidFill>
                          <a:latin typeface="+mn-lt"/>
                          <a:ea typeface="+mn-ea"/>
                          <a:cs typeface="+mn-cs"/>
                        </a:rPr>
                        <a:t> </a:t>
                      </a:r>
                      <a:r>
                        <a:rPr kumimoji="0" lang="en-US" sz="2200" kern="1200" dirty="0" err="1">
                          <a:solidFill>
                            <a:schemeClr val="dk1"/>
                          </a:solidFill>
                          <a:latin typeface="+mn-lt"/>
                          <a:ea typeface="+mn-ea"/>
                          <a:cs typeface="+mn-cs"/>
                        </a:rPr>
                        <a:t>tự</a:t>
                      </a:r>
                      <a:r>
                        <a:rPr kumimoji="0" lang="en-US" sz="2200" kern="1200" dirty="0">
                          <a:solidFill>
                            <a:schemeClr val="dk1"/>
                          </a:solidFill>
                          <a:latin typeface="+mn-lt"/>
                          <a:ea typeface="+mn-ea"/>
                          <a:cs typeface="+mn-cs"/>
                        </a:rPr>
                        <a:t> </a:t>
                      </a:r>
                      <a:r>
                        <a:rPr kumimoji="0" lang="en-US" sz="2200" kern="1200" dirty="0" err="1">
                          <a:solidFill>
                            <a:schemeClr val="dk1"/>
                          </a:solidFill>
                          <a:latin typeface="+mn-lt"/>
                          <a:ea typeface="+mn-ea"/>
                          <a:cs typeface="+mn-cs"/>
                        </a:rPr>
                        <a:t>nguyện</a:t>
                      </a:r>
                      <a:r>
                        <a:rPr kumimoji="0" lang="en-US" sz="2200" kern="1200" dirty="0">
                          <a:solidFill>
                            <a:schemeClr val="dk1"/>
                          </a:solidFill>
                          <a:latin typeface="+mn-lt"/>
                          <a:ea typeface="+mn-ea"/>
                          <a:cs typeface="+mn-cs"/>
                        </a:rPr>
                        <a:t>, </a:t>
                      </a:r>
                      <a:r>
                        <a:rPr kumimoji="0" lang="en-US" sz="2200" kern="1200" dirty="0" err="1">
                          <a:solidFill>
                            <a:schemeClr val="dk1"/>
                          </a:solidFill>
                          <a:latin typeface="+mn-lt"/>
                          <a:ea typeface="+mn-ea"/>
                          <a:cs typeface="+mn-cs"/>
                        </a:rPr>
                        <a:t>tự</a:t>
                      </a:r>
                      <a:r>
                        <a:rPr kumimoji="0" lang="en-US" sz="2200" kern="1200" dirty="0">
                          <a:solidFill>
                            <a:schemeClr val="dk1"/>
                          </a:solidFill>
                          <a:latin typeface="+mn-lt"/>
                          <a:ea typeface="+mn-ea"/>
                          <a:cs typeface="+mn-cs"/>
                        </a:rPr>
                        <a:t> </a:t>
                      </a:r>
                      <a:r>
                        <a:rPr kumimoji="0" lang="en-US" sz="2200" kern="1200" dirty="0" err="1">
                          <a:solidFill>
                            <a:schemeClr val="dk1"/>
                          </a:solidFill>
                          <a:latin typeface="+mn-lt"/>
                          <a:ea typeface="+mn-ea"/>
                          <a:cs typeface="+mn-cs"/>
                        </a:rPr>
                        <a:t>giác</a:t>
                      </a:r>
                      <a:r>
                        <a:rPr kumimoji="0" lang="en-US" sz="2200" kern="1200" dirty="0">
                          <a:solidFill>
                            <a:schemeClr val="dk1"/>
                          </a:solidFill>
                          <a:latin typeface="+mn-lt"/>
                          <a:ea typeface="+mn-ea"/>
                          <a:cs typeface="+mn-cs"/>
                        </a:rPr>
                        <a:t> </a:t>
                      </a:r>
                      <a:r>
                        <a:rPr kumimoji="0" lang="en-US" sz="2200" kern="1200" dirty="0" err="1">
                          <a:solidFill>
                            <a:schemeClr val="dk1"/>
                          </a:solidFill>
                          <a:latin typeface="+mn-lt"/>
                          <a:ea typeface="+mn-ea"/>
                          <a:cs typeface="+mn-cs"/>
                        </a:rPr>
                        <a:t>thực</a:t>
                      </a:r>
                      <a:r>
                        <a:rPr kumimoji="0" lang="en-US" sz="2200" kern="1200" dirty="0">
                          <a:solidFill>
                            <a:schemeClr val="dk1"/>
                          </a:solidFill>
                          <a:latin typeface="+mn-lt"/>
                          <a:ea typeface="+mn-ea"/>
                          <a:cs typeface="+mn-cs"/>
                        </a:rPr>
                        <a:t> </a:t>
                      </a:r>
                      <a:r>
                        <a:rPr kumimoji="0" lang="en-US" sz="2200" kern="1200" dirty="0" err="1">
                          <a:solidFill>
                            <a:schemeClr val="dk1"/>
                          </a:solidFill>
                          <a:latin typeface="+mn-lt"/>
                          <a:ea typeface="+mn-ea"/>
                          <a:cs typeface="+mn-cs"/>
                        </a:rPr>
                        <a:t>hiện</a:t>
                      </a:r>
                      <a:r>
                        <a:rPr kumimoji="0" lang="en-US" sz="2200" kern="1200" dirty="0">
                          <a:solidFill>
                            <a:schemeClr val="dk1"/>
                          </a:solidFill>
                          <a:latin typeface="+mn-lt"/>
                          <a:ea typeface="+mn-ea"/>
                          <a:cs typeface="+mn-cs"/>
                        </a:rPr>
                        <a:t>  </a:t>
                      </a:r>
                    </a:p>
                    <a:p>
                      <a:endParaRPr lang="en-US" sz="2200" dirty="0"/>
                    </a:p>
                  </a:txBody>
                  <a:tcPr/>
                </a:tc>
                <a:tc>
                  <a:txBody>
                    <a:bodyPr/>
                    <a:lstStyle/>
                    <a:p>
                      <a:r>
                        <a:rPr lang="en-US" dirty="0"/>
                        <a:t>-</a:t>
                      </a:r>
                      <a:r>
                        <a:rPr lang="en-US" sz="2200" dirty="0" err="1"/>
                        <a:t>Thiếu</a:t>
                      </a:r>
                      <a:r>
                        <a:rPr lang="en-US" sz="2200" dirty="0"/>
                        <a:t> </a:t>
                      </a:r>
                      <a:r>
                        <a:rPr lang="en-US" sz="2200" dirty="0" err="1"/>
                        <a:t>tính</a:t>
                      </a:r>
                      <a:r>
                        <a:rPr lang="en-US" sz="2200" baseline="0" dirty="0"/>
                        <a:t> </a:t>
                      </a:r>
                      <a:r>
                        <a:rPr lang="en-US" sz="2200" baseline="0" dirty="0" err="1"/>
                        <a:t>khoa</a:t>
                      </a:r>
                      <a:r>
                        <a:rPr lang="en-US" sz="2200" baseline="0" dirty="0"/>
                        <a:t> </a:t>
                      </a:r>
                      <a:r>
                        <a:rPr lang="en-US" sz="2200" baseline="0" dirty="0" err="1"/>
                        <a:t>học</a:t>
                      </a:r>
                      <a:r>
                        <a:rPr lang="en-US" sz="2200" baseline="0" dirty="0"/>
                        <a:t> </a:t>
                      </a:r>
                    </a:p>
                    <a:p>
                      <a:r>
                        <a:rPr lang="en-US" sz="2200" dirty="0"/>
                        <a:t>-</a:t>
                      </a:r>
                      <a:r>
                        <a:rPr lang="en-US" sz="2200" dirty="0" err="1"/>
                        <a:t>Có</a:t>
                      </a:r>
                      <a:r>
                        <a:rPr lang="en-US" sz="2200" baseline="0" dirty="0"/>
                        <a:t> </a:t>
                      </a:r>
                      <a:r>
                        <a:rPr lang="en-US" sz="2200" baseline="0" dirty="0" err="1"/>
                        <a:t>tính</a:t>
                      </a:r>
                      <a:r>
                        <a:rPr lang="en-US" sz="2200" baseline="0" dirty="0"/>
                        <a:t> </a:t>
                      </a:r>
                      <a:r>
                        <a:rPr lang="en-US" sz="2200" baseline="0" dirty="0" err="1"/>
                        <a:t>bảo</a:t>
                      </a:r>
                      <a:r>
                        <a:rPr lang="en-US" sz="2200" baseline="0" dirty="0"/>
                        <a:t> </a:t>
                      </a:r>
                      <a:r>
                        <a:rPr lang="en-US" sz="2200" baseline="0" dirty="0" err="1"/>
                        <a:t>thủ</a:t>
                      </a:r>
                      <a:r>
                        <a:rPr lang="en-US" sz="2200" baseline="0" dirty="0"/>
                        <a:t> </a:t>
                      </a:r>
                    </a:p>
                    <a:p>
                      <a:r>
                        <a:rPr lang="en-US" sz="2200" baseline="0" dirty="0"/>
                        <a:t>-</a:t>
                      </a:r>
                      <a:r>
                        <a:rPr lang="en-US" sz="2200" baseline="0" dirty="0" err="1"/>
                        <a:t>Cục</a:t>
                      </a:r>
                      <a:r>
                        <a:rPr lang="en-US" sz="2200" baseline="0" dirty="0"/>
                        <a:t> </a:t>
                      </a:r>
                      <a:r>
                        <a:rPr lang="en-US" sz="2200" baseline="0" dirty="0" err="1"/>
                        <a:t>bộ</a:t>
                      </a:r>
                      <a:r>
                        <a:rPr lang="en-US" sz="2200" baseline="0" dirty="0"/>
                        <a:t> </a:t>
                      </a:r>
                    </a:p>
                    <a:p>
                      <a:r>
                        <a:rPr lang="en-US" sz="2200" baseline="0" dirty="0"/>
                        <a:t>-</a:t>
                      </a:r>
                      <a:r>
                        <a:rPr lang="en-US" sz="2200" baseline="0" dirty="0" err="1"/>
                        <a:t>Thiếu</a:t>
                      </a:r>
                      <a:r>
                        <a:rPr lang="en-US" sz="2200" baseline="0" dirty="0"/>
                        <a:t> </a:t>
                      </a:r>
                      <a:r>
                        <a:rPr lang="en-US" sz="2200" baseline="0" dirty="0" err="1"/>
                        <a:t>thống</a:t>
                      </a:r>
                      <a:r>
                        <a:rPr lang="en-US" sz="2200" baseline="0" dirty="0"/>
                        <a:t> </a:t>
                      </a:r>
                      <a:r>
                        <a:rPr lang="en-US" sz="2200" baseline="0" dirty="0" err="1"/>
                        <a:t>nhất</a:t>
                      </a:r>
                      <a:endParaRPr lang="en-US" sz="2200" dirty="0"/>
                    </a:p>
                  </a:txBody>
                  <a:tcPr/>
                </a:tc>
                <a:extLst>
                  <a:ext uri="{0D108BD9-81ED-4DB2-BD59-A6C34878D82A}">
                    <a16:rowId xmlns:a16="http://schemas.microsoft.com/office/drawing/2014/main" val="10001"/>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arn(inVertic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fade">
                                      <p:cBhvr>
                                        <p:cTn id="12" dur="1000"/>
                                        <p:tgtEl>
                                          <p:spTgt spid="9">
                                            <p:txEl>
                                              <p:pRg st="0" end="0"/>
                                            </p:txEl>
                                          </p:spTgt>
                                        </p:tgtEl>
                                      </p:cBhvr>
                                    </p:animEffect>
                                    <p:anim calcmode="lin" valueType="num">
                                      <p:cBhvr>
                                        <p:cTn id="13"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7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
                                            <p:txEl>
                                              <p:pRg st="0" end="0"/>
                                            </p:txEl>
                                          </p:spTgt>
                                        </p:tgtEl>
                                        <p:attrNameLst>
                                          <p:attrName>style.visibility</p:attrName>
                                        </p:attrNameLst>
                                      </p:cBhvr>
                                      <p:to>
                                        <p:strVal val="visible"/>
                                      </p:to>
                                    </p:set>
                                    <p:anim calcmode="lin" valueType="num">
                                      <p:cBhvr additive="base">
                                        <p:cTn id="23"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6" presetClass="entr" presetSubtype="16" fill="hold" nodeType="clickEffect">
                                  <p:stCondLst>
                                    <p:cond delay="0"/>
                                  </p:stCondLst>
                                  <p:childTnLst>
                                    <p:set>
                                      <p:cBhvr>
                                        <p:cTn id="28" dur="1" fill="hold">
                                          <p:stCondLst>
                                            <p:cond delay="0"/>
                                          </p:stCondLst>
                                        </p:cTn>
                                        <p:tgtEl>
                                          <p:spTgt spid="3">
                                            <p:txEl>
                                              <p:pRg st="0" end="0"/>
                                            </p:txEl>
                                          </p:spTgt>
                                        </p:tgtEl>
                                        <p:attrNameLst>
                                          <p:attrName>style.visibility</p:attrName>
                                        </p:attrNameLst>
                                      </p:cBhvr>
                                      <p:to>
                                        <p:strVal val="visible"/>
                                      </p:to>
                                    </p:set>
                                    <p:animEffect transition="in" filter="circle(in)">
                                      <p:cBhvr>
                                        <p:cTn id="29" dur="2000"/>
                                        <p:tgtEl>
                                          <p:spTgt spid="3">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6" presetClass="entr" presetSubtype="16" fill="hold" nodeType="clickEffect">
                                  <p:stCondLst>
                                    <p:cond delay="0"/>
                                  </p:stCondLst>
                                  <p:childTnLst>
                                    <p:set>
                                      <p:cBhvr>
                                        <p:cTn id="33" dur="1" fill="hold">
                                          <p:stCondLst>
                                            <p:cond delay="0"/>
                                          </p:stCondLst>
                                        </p:cTn>
                                        <p:tgtEl>
                                          <p:spTgt spid="3">
                                            <p:txEl>
                                              <p:pRg st="1" end="1"/>
                                            </p:txEl>
                                          </p:spTgt>
                                        </p:tgtEl>
                                        <p:attrNameLst>
                                          <p:attrName>style.visibility</p:attrName>
                                        </p:attrNameLst>
                                      </p:cBhvr>
                                      <p:to>
                                        <p:strVal val="visible"/>
                                      </p:to>
                                    </p:set>
                                    <p:animEffect transition="in" filter="circle(in)">
                                      <p:cBhvr>
                                        <p:cTn id="34" dur="2000"/>
                                        <p:tgtEl>
                                          <p:spTgt spid="3">
                                            <p:txEl>
                                              <p:pRg st="1" end="1"/>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additive="base">
                                        <p:cTn id="39" dur="500" fill="hold"/>
                                        <p:tgtEl>
                                          <p:spTgt spid="10"/>
                                        </p:tgtEl>
                                        <p:attrNameLst>
                                          <p:attrName>ppt_x</p:attrName>
                                        </p:attrNameLst>
                                      </p:cBhvr>
                                      <p:tavLst>
                                        <p:tav tm="0">
                                          <p:val>
                                            <p:strVal val="#ppt_x"/>
                                          </p:val>
                                        </p:tav>
                                        <p:tav tm="100000">
                                          <p:val>
                                            <p:strVal val="#ppt_x"/>
                                          </p:val>
                                        </p:tav>
                                      </p:tavLst>
                                    </p:anim>
                                    <p:anim calcmode="lin" valueType="num">
                                      <p:cBhvr additive="base">
                                        <p:cTn id="4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66800" y="533400"/>
            <a:ext cx="6858000" cy="91440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4400"/>
              <a:t>Án lệ</a:t>
            </a:r>
          </a:p>
        </p:txBody>
      </p:sp>
      <p:sp>
        <p:nvSpPr>
          <p:cNvPr id="3" name="Slide Number Placeholder 2"/>
          <p:cNvSpPr>
            <a:spLocks noGrp="1"/>
          </p:cNvSpPr>
          <p:nvPr>
            <p:ph type="sldNum" sz="quarter" idx="12"/>
          </p:nvPr>
        </p:nvSpPr>
        <p:spPr/>
        <p:txBody>
          <a:bodyPr/>
          <a:lstStyle/>
          <a:p>
            <a:fld id="{902BCE0B-57F7-4867-87A9-8DFB03EBEF21}" type="slidenum">
              <a:rPr lang="en-US" smtClean="0"/>
              <a:pPr/>
              <a:t>8</a:t>
            </a:fld>
            <a:endParaRPr lang="en-US"/>
          </a:p>
        </p:txBody>
      </p:sp>
      <p:sp>
        <p:nvSpPr>
          <p:cNvPr id="4" name="Footer Placeholder 3"/>
          <p:cNvSpPr>
            <a:spLocks noGrp="1"/>
          </p:cNvSpPr>
          <p:nvPr>
            <p:ph type="ftr" sz="quarter" idx="11"/>
          </p:nvPr>
        </p:nvSpPr>
        <p:spPr/>
        <p:txBody>
          <a:bodyPr/>
          <a:lstStyle/>
          <a:p>
            <a:r>
              <a:rPr lang="en-US"/>
              <a:t>Nguyễn Thị Yến</a:t>
            </a:r>
          </a:p>
        </p:txBody>
      </p:sp>
      <p:sp>
        <p:nvSpPr>
          <p:cNvPr id="5" name="Rectangle 4"/>
          <p:cNvSpPr/>
          <p:nvPr/>
        </p:nvSpPr>
        <p:spPr>
          <a:xfrm>
            <a:off x="1295400" y="2057400"/>
            <a:ext cx="4038600" cy="44958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just"/>
            <a:r>
              <a:rPr lang="en-US" sz="2800"/>
              <a:t>Việc nhà nước thừa nhận những quyết định, bản án của cơ quan hành chính, cơ quan xét xử khi giải quyết các vụ việc cụ thể để áp dụng cho những vụ việc tương tự lần sau</a:t>
            </a:r>
          </a:p>
        </p:txBody>
      </p:sp>
      <p:pic>
        <p:nvPicPr>
          <p:cNvPr id="3074" name="Picture 2" descr="https://encrypted-tbn2.gstatic.com/images?q=tbn:ANd9GcSlNduLrYBnERkciWEvZCK-W-_3DcwFqp_4VUY-wARH08vYzteGBQ"/>
          <p:cNvPicPr>
            <a:picLocks noChangeAspect="1" noChangeArrowheads="1"/>
          </p:cNvPicPr>
          <p:nvPr/>
        </p:nvPicPr>
        <p:blipFill>
          <a:blip r:embed="rId2"/>
          <a:srcRect/>
          <a:stretch>
            <a:fillRect/>
          </a:stretch>
        </p:blipFill>
        <p:spPr bwMode="auto">
          <a:xfrm>
            <a:off x="5486400" y="2057400"/>
            <a:ext cx="3429000" cy="4038600"/>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066800" y="0"/>
            <a:ext cx="1143000" cy="430887"/>
          </a:xfrm>
          <a:prstGeom prst="rect">
            <a:avLst/>
          </a:prstGeom>
          <a:noFill/>
        </p:spPr>
        <p:txBody>
          <a:bodyPr wrap="square" rtlCol="0">
            <a:spAutoFit/>
          </a:bodyPr>
          <a:lstStyle/>
          <a:p>
            <a:r>
              <a:rPr lang="en-US" sz="2200" b="1"/>
              <a:t>2 </a:t>
            </a:r>
            <a:r>
              <a:rPr lang="en-US" sz="2200" b="1" dirty="0" err="1"/>
              <a:t>Án</a:t>
            </a:r>
            <a:r>
              <a:rPr lang="en-US" sz="2200" b="1" dirty="0"/>
              <a:t> </a:t>
            </a:r>
            <a:r>
              <a:rPr lang="en-US" sz="2200" b="1" dirty="0" err="1"/>
              <a:t>lệ</a:t>
            </a:r>
            <a:r>
              <a:rPr lang="en-US" sz="2200" b="1" dirty="0"/>
              <a:t> </a:t>
            </a:r>
          </a:p>
        </p:txBody>
      </p:sp>
      <p:pic>
        <p:nvPicPr>
          <p:cNvPr id="18434" name="Picture 2" descr="D:\quản trị\AN-LE (1).jpg"/>
          <p:cNvPicPr>
            <a:picLocks noChangeAspect="1" noChangeArrowheads="1"/>
          </p:cNvPicPr>
          <p:nvPr/>
        </p:nvPicPr>
        <p:blipFill>
          <a:blip r:embed="rId2"/>
          <a:srcRect/>
          <a:stretch>
            <a:fillRect/>
          </a:stretch>
        </p:blipFill>
        <p:spPr bwMode="auto">
          <a:xfrm>
            <a:off x="5029200" y="381000"/>
            <a:ext cx="3733800" cy="2514600"/>
          </a:xfrm>
          <a:prstGeom prst="rect">
            <a:avLst/>
          </a:prstGeom>
          <a:noFill/>
        </p:spPr>
      </p:pic>
      <p:sp>
        <p:nvSpPr>
          <p:cNvPr id="12" name="TextBox 11"/>
          <p:cNvSpPr txBox="1"/>
          <p:nvPr/>
        </p:nvSpPr>
        <p:spPr>
          <a:xfrm>
            <a:off x="914400" y="369079"/>
            <a:ext cx="3962400" cy="2831544"/>
          </a:xfrm>
          <a:prstGeom prst="rect">
            <a:avLst/>
          </a:prstGeom>
          <a:noFill/>
        </p:spPr>
        <p:txBody>
          <a:bodyPr wrap="square" rtlCol="0">
            <a:spAutoFit/>
          </a:bodyPr>
          <a:lstStyle/>
          <a:p>
            <a:r>
              <a:rPr lang="en-US" sz="2000" dirty="0"/>
              <a:t>- </a:t>
            </a:r>
            <a:r>
              <a:rPr lang="en-US" sz="2000" dirty="0" err="1"/>
              <a:t>Là</a:t>
            </a:r>
            <a:r>
              <a:rPr lang="en-US" sz="2000" dirty="0"/>
              <a:t> </a:t>
            </a:r>
            <a:r>
              <a:rPr lang="en-US" sz="2000" dirty="0" err="1"/>
              <a:t>việc</a:t>
            </a:r>
            <a:r>
              <a:rPr lang="en-US" sz="2000" dirty="0"/>
              <a:t> </a:t>
            </a:r>
            <a:r>
              <a:rPr lang="en-US" sz="2000" dirty="0" err="1"/>
              <a:t>nhà</a:t>
            </a:r>
            <a:r>
              <a:rPr lang="en-US" sz="2000" dirty="0"/>
              <a:t> </a:t>
            </a:r>
            <a:r>
              <a:rPr lang="en-US" sz="2000" dirty="0" err="1"/>
              <a:t>nước</a:t>
            </a:r>
            <a:r>
              <a:rPr lang="en-US" sz="2000" dirty="0"/>
              <a:t> </a:t>
            </a:r>
            <a:r>
              <a:rPr lang="en-US" sz="2000" dirty="0" err="1"/>
              <a:t>thừa</a:t>
            </a:r>
            <a:r>
              <a:rPr lang="en-US" sz="2000" dirty="0"/>
              <a:t> </a:t>
            </a:r>
            <a:r>
              <a:rPr lang="en-US" sz="2000" dirty="0" err="1"/>
              <a:t>nhận</a:t>
            </a:r>
            <a:r>
              <a:rPr lang="en-US" sz="2000" dirty="0"/>
              <a:t> </a:t>
            </a:r>
            <a:r>
              <a:rPr lang="en-US" sz="2000" dirty="0" err="1"/>
              <a:t>các</a:t>
            </a:r>
            <a:r>
              <a:rPr lang="en-US" sz="2000" dirty="0"/>
              <a:t> </a:t>
            </a:r>
            <a:r>
              <a:rPr lang="en-US" sz="2000" dirty="0" err="1"/>
              <a:t>bản</a:t>
            </a:r>
            <a:r>
              <a:rPr lang="en-US" sz="2000" dirty="0"/>
              <a:t> </a:t>
            </a:r>
            <a:r>
              <a:rPr lang="en-US" sz="2000" dirty="0" err="1"/>
              <a:t>án</a:t>
            </a:r>
            <a:r>
              <a:rPr lang="en-US" sz="2000" dirty="0"/>
              <a:t> </a:t>
            </a:r>
            <a:r>
              <a:rPr lang="en-US" sz="2000" dirty="0" err="1"/>
              <a:t>của</a:t>
            </a:r>
            <a:r>
              <a:rPr lang="en-US" sz="2000" dirty="0"/>
              <a:t> </a:t>
            </a:r>
            <a:r>
              <a:rPr lang="en-US" sz="2000" dirty="0" err="1"/>
              <a:t>Tòa</a:t>
            </a:r>
            <a:r>
              <a:rPr lang="en-US" sz="2000" dirty="0"/>
              <a:t> </a:t>
            </a:r>
            <a:r>
              <a:rPr lang="en-US" sz="2000" dirty="0" err="1"/>
              <a:t>Án</a:t>
            </a:r>
            <a:r>
              <a:rPr lang="en-US" sz="2000" dirty="0"/>
              <a:t> </a:t>
            </a:r>
            <a:r>
              <a:rPr lang="en-US" sz="2000" dirty="0" err="1"/>
              <a:t>hoặc</a:t>
            </a:r>
            <a:r>
              <a:rPr lang="en-US" sz="2000" dirty="0"/>
              <a:t> </a:t>
            </a:r>
            <a:r>
              <a:rPr lang="en-US" sz="2000" dirty="0" err="1"/>
              <a:t>quyết</a:t>
            </a:r>
            <a:r>
              <a:rPr lang="en-US" sz="2000" dirty="0"/>
              <a:t> </a:t>
            </a:r>
            <a:r>
              <a:rPr lang="en-US" sz="2000" dirty="0" err="1"/>
              <a:t>định</a:t>
            </a:r>
            <a:r>
              <a:rPr lang="en-US" sz="2000" dirty="0"/>
              <a:t> </a:t>
            </a:r>
            <a:r>
              <a:rPr lang="en-US" sz="2000" dirty="0" err="1"/>
              <a:t>của</a:t>
            </a:r>
            <a:r>
              <a:rPr lang="en-US" sz="2000" dirty="0"/>
              <a:t> </a:t>
            </a:r>
            <a:r>
              <a:rPr lang="en-US" sz="2000" dirty="0" err="1"/>
              <a:t>cơ</a:t>
            </a:r>
            <a:r>
              <a:rPr lang="en-US" sz="2000" dirty="0"/>
              <a:t> </a:t>
            </a:r>
            <a:r>
              <a:rPr lang="en-US" sz="2000" dirty="0" err="1"/>
              <a:t>quan</a:t>
            </a:r>
            <a:r>
              <a:rPr lang="en-US" sz="2000" dirty="0"/>
              <a:t> </a:t>
            </a:r>
            <a:r>
              <a:rPr lang="en-US" sz="2000" dirty="0" err="1"/>
              <a:t>hành</a:t>
            </a:r>
            <a:r>
              <a:rPr lang="en-US" sz="2000" dirty="0"/>
              <a:t> </a:t>
            </a:r>
            <a:r>
              <a:rPr lang="en-US" sz="2000" dirty="0" err="1"/>
              <a:t>chính</a:t>
            </a:r>
            <a:r>
              <a:rPr lang="en-US" sz="2000" dirty="0"/>
              <a:t> </a:t>
            </a:r>
            <a:r>
              <a:rPr lang="en-US" sz="2000" dirty="0" err="1"/>
              <a:t>trong</a:t>
            </a:r>
            <a:r>
              <a:rPr lang="en-US" sz="2000" dirty="0"/>
              <a:t> </a:t>
            </a:r>
            <a:r>
              <a:rPr lang="en-US" sz="2000" dirty="0" err="1"/>
              <a:t>quá</a:t>
            </a:r>
            <a:r>
              <a:rPr lang="en-US" sz="2000" dirty="0"/>
              <a:t> </a:t>
            </a:r>
            <a:r>
              <a:rPr lang="en-US" sz="2000" dirty="0" err="1"/>
              <a:t>trình</a:t>
            </a:r>
            <a:r>
              <a:rPr lang="en-US" sz="2000" dirty="0"/>
              <a:t> </a:t>
            </a:r>
            <a:r>
              <a:rPr lang="en-US" sz="2000" dirty="0" err="1"/>
              <a:t>xét</a:t>
            </a:r>
            <a:r>
              <a:rPr lang="en-US" sz="2000" dirty="0"/>
              <a:t> </a:t>
            </a:r>
            <a:r>
              <a:rPr lang="en-US" sz="2000" dirty="0" err="1"/>
              <a:t>xử</a:t>
            </a:r>
            <a:r>
              <a:rPr lang="en-US" sz="2000" dirty="0"/>
              <a:t> 1 </a:t>
            </a:r>
            <a:r>
              <a:rPr lang="en-US" sz="2000" dirty="0" err="1"/>
              <a:t>vụ</a:t>
            </a:r>
            <a:r>
              <a:rPr lang="en-US" sz="2000" dirty="0"/>
              <a:t> </a:t>
            </a:r>
            <a:r>
              <a:rPr lang="en-US" sz="2000" dirty="0" err="1"/>
              <a:t>án</a:t>
            </a:r>
            <a:r>
              <a:rPr lang="en-US" sz="2000" dirty="0"/>
              <a:t> </a:t>
            </a:r>
            <a:r>
              <a:rPr lang="en-US" sz="2000" dirty="0" err="1"/>
              <a:t>hoặc</a:t>
            </a:r>
            <a:r>
              <a:rPr lang="en-US" sz="2000" dirty="0"/>
              <a:t> </a:t>
            </a:r>
            <a:r>
              <a:rPr lang="en-US" sz="2000" dirty="0" err="1"/>
              <a:t>giải</a:t>
            </a:r>
            <a:r>
              <a:rPr lang="en-US" sz="2000" dirty="0"/>
              <a:t> </a:t>
            </a:r>
            <a:r>
              <a:rPr lang="en-US" sz="2000" dirty="0" err="1"/>
              <a:t>quyết</a:t>
            </a:r>
            <a:r>
              <a:rPr lang="en-US" sz="2000" dirty="0"/>
              <a:t> 1 </a:t>
            </a:r>
            <a:r>
              <a:rPr lang="en-US" sz="2000" dirty="0" err="1"/>
              <a:t>sự</a:t>
            </a:r>
            <a:r>
              <a:rPr lang="en-US" sz="2000" dirty="0"/>
              <a:t> </a:t>
            </a:r>
            <a:r>
              <a:rPr lang="en-US" sz="2000" dirty="0" err="1"/>
              <a:t>việc</a:t>
            </a:r>
            <a:r>
              <a:rPr lang="en-US" sz="2000" dirty="0"/>
              <a:t> </a:t>
            </a:r>
            <a:r>
              <a:rPr lang="en-US" sz="2000" dirty="0" err="1"/>
              <a:t>nào</a:t>
            </a:r>
            <a:r>
              <a:rPr lang="en-US" sz="2000" dirty="0"/>
              <a:t> </a:t>
            </a:r>
            <a:r>
              <a:rPr lang="en-US" sz="2000" dirty="0" err="1"/>
              <a:t>đó</a:t>
            </a:r>
            <a:r>
              <a:rPr lang="en-US" sz="2000" dirty="0"/>
              <a:t>, </a:t>
            </a:r>
            <a:r>
              <a:rPr lang="en-US" sz="2000" dirty="0" err="1"/>
              <a:t>lấy</a:t>
            </a:r>
            <a:r>
              <a:rPr lang="en-US" sz="2000" dirty="0"/>
              <a:t> </a:t>
            </a:r>
            <a:r>
              <a:rPr lang="en-US" sz="2000" dirty="0" err="1"/>
              <a:t>các</a:t>
            </a:r>
            <a:r>
              <a:rPr lang="en-US" sz="2000" dirty="0"/>
              <a:t> </a:t>
            </a:r>
            <a:r>
              <a:rPr lang="en-US" sz="2000" dirty="0" err="1"/>
              <a:t>bản</a:t>
            </a:r>
            <a:r>
              <a:rPr lang="en-US" sz="2000" dirty="0"/>
              <a:t> </a:t>
            </a:r>
            <a:r>
              <a:rPr lang="en-US" sz="2000" dirty="0" err="1"/>
              <a:t>án</a:t>
            </a:r>
            <a:r>
              <a:rPr lang="en-US" sz="2000" dirty="0"/>
              <a:t> </a:t>
            </a:r>
            <a:r>
              <a:rPr lang="en-US" sz="2000" dirty="0" err="1"/>
              <a:t>hoặc</a:t>
            </a:r>
            <a:r>
              <a:rPr lang="en-US" sz="2000" dirty="0"/>
              <a:t> </a:t>
            </a:r>
            <a:r>
              <a:rPr lang="en-US" sz="2000" dirty="0" err="1"/>
              <a:t>quyết</a:t>
            </a:r>
            <a:r>
              <a:rPr lang="en-US" sz="2000" dirty="0"/>
              <a:t> </a:t>
            </a:r>
            <a:r>
              <a:rPr lang="en-US" sz="2000" dirty="0" err="1"/>
              <a:t>định</a:t>
            </a:r>
            <a:r>
              <a:rPr lang="en-US" sz="2000" dirty="0"/>
              <a:t> </a:t>
            </a:r>
            <a:r>
              <a:rPr lang="en-US" sz="2000" dirty="0" err="1"/>
              <a:t>đó</a:t>
            </a:r>
            <a:r>
              <a:rPr lang="en-US" sz="2000" dirty="0"/>
              <a:t> </a:t>
            </a:r>
            <a:r>
              <a:rPr lang="en-US" sz="2000" dirty="0" err="1"/>
              <a:t>làm</a:t>
            </a:r>
            <a:r>
              <a:rPr lang="en-US" sz="2000" dirty="0"/>
              <a:t> </a:t>
            </a:r>
            <a:r>
              <a:rPr lang="en-US" sz="2000" dirty="0" err="1"/>
              <a:t>căn</a:t>
            </a:r>
            <a:r>
              <a:rPr lang="en-US" sz="2000" dirty="0"/>
              <a:t> </a:t>
            </a:r>
            <a:r>
              <a:rPr lang="en-US" sz="2000" dirty="0" err="1"/>
              <a:t>cứ</a:t>
            </a:r>
            <a:r>
              <a:rPr lang="en-US" sz="2000" dirty="0"/>
              <a:t> </a:t>
            </a:r>
            <a:r>
              <a:rPr lang="en-US" sz="2000" dirty="0" err="1"/>
              <a:t>để</a:t>
            </a:r>
            <a:r>
              <a:rPr lang="en-US" sz="2000" dirty="0"/>
              <a:t> </a:t>
            </a:r>
            <a:r>
              <a:rPr lang="en-US" sz="2000" dirty="0" err="1"/>
              <a:t>giải</a:t>
            </a:r>
            <a:r>
              <a:rPr lang="en-US" sz="2000" dirty="0"/>
              <a:t> </a:t>
            </a:r>
            <a:r>
              <a:rPr lang="en-US" sz="2000" dirty="0" err="1"/>
              <a:t>quyết</a:t>
            </a:r>
            <a:r>
              <a:rPr lang="en-US" sz="2000" dirty="0"/>
              <a:t> </a:t>
            </a:r>
            <a:r>
              <a:rPr lang="en-US" sz="2000" dirty="0" err="1"/>
              <a:t>những</a:t>
            </a:r>
            <a:r>
              <a:rPr lang="en-US" sz="2000" dirty="0"/>
              <a:t> </a:t>
            </a:r>
            <a:r>
              <a:rPr lang="en-US" sz="2000" dirty="0" err="1"/>
              <a:t>sự</a:t>
            </a:r>
            <a:r>
              <a:rPr lang="en-US" sz="2000" dirty="0"/>
              <a:t> </a:t>
            </a:r>
            <a:r>
              <a:rPr lang="en-US" sz="2000" dirty="0" err="1"/>
              <a:t>việc</a:t>
            </a:r>
            <a:r>
              <a:rPr lang="en-US" sz="2000" dirty="0"/>
              <a:t> </a:t>
            </a:r>
            <a:r>
              <a:rPr lang="en-US" sz="2000" dirty="0" err="1"/>
              <a:t>tương</a:t>
            </a:r>
            <a:r>
              <a:rPr lang="en-US" sz="2000" dirty="0"/>
              <a:t> </a:t>
            </a:r>
            <a:r>
              <a:rPr lang="en-US" sz="2000" dirty="0" err="1"/>
              <a:t>tự</a:t>
            </a:r>
            <a:r>
              <a:rPr lang="en-US" sz="2000" dirty="0"/>
              <a:t> </a:t>
            </a:r>
            <a:r>
              <a:rPr lang="en-US" sz="2000" dirty="0" err="1"/>
              <a:t>xảy</a:t>
            </a:r>
            <a:r>
              <a:rPr lang="en-US" sz="2000" dirty="0"/>
              <a:t> </a:t>
            </a:r>
            <a:r>
              <a:rPr lang="en-US" sz="2000" dirty="0" err="1"/>
              <a:t>ra</a:t>
            </a:r>
            <a:r>
              <a:rPr lang="en-US" sz="2000" dirty="0"/>
              <a:t> </a:t>
            </a:r>
            <a:r>
              <a:rPr lang="en-US" sz="2000" dirty="0" err="1"/>
              <a:t>sau</a:t>
            </a:r>
            <a:r>
              <a:rPr lang="en-US" sz="2000" dirty="0"/>
              <a:t> </a:t>
            </a:r>
            <a:r>
              <a:rPr lang="en-US" sz="2000" dirty="0" err="1"/>
              <a:t>này</a:t>
            </a:r>
            <a:r>
              <a:rPr lang="en-US" sz="2000" dirty="0"/>
              <a:t>.</a:t>
            </a:r>
            <a:br>
              <a:rPr lang="en-US" dirty="0"/>
            </a:br>
            <a:endParaRPr lang="en-US" dirty="0"/>
          </a:p>
        </p:txBody>
      </p:sp>
      <p:sp>
        <p:nvSpPr>
          <p:cNvPr id="3" name="TextBox 2"/>
          <p:cNvSpPr txBox="1"/>
          <p:nvPr/>
        </p:nvSpPr>
        <p:spPr>
          <a:xfrm>
            <a:off x="990600" y="2971800"/>
            <a:ext cx="1415772" cy="430887"/>
          </a:xfrm>
          <a:prstGeom prst="rect">
            <a:avLst/>
          </a:prstGeom>
          <a:noFill/>
        </p:spPr>
        <p:txBody>
          <a:bodyPr wrap="none" rtlCol="0">
            <a:spAutoFit/>
          </a:bodyPr>
          <a:lstStyle/>
          <a:p>
            <a:r>
              <a:rPr lang="en-US" sz="2200" b="1"/>
              <a:t> </a:t>
            </a:r>
            <a:r>
              <a:rPr lang="en-US" sz="2200" b="1" dirty="0" err="1"/>
              <a:t>Đặc</a:t>
            </a:r>
            <a:r>
              <a:rPr lang="en-US" sz="2200" b="1" dirty="0"/>
              <a:t> </a:t>
            </a:r>
            <a:r>
              <a:rPr lang="en-US" sz="2200" b="1" dirty="0" err="1"/>
              <a:t>điểm</a:t>
            </a:r>
            <a:r>
              <a:rPr lang="en-US" sz="2200" b="1" dirty="0"/>
              <a:t> </a:t>
            </a:r>
          </a:p>
        </p:txBody>
      </p:sp>
      <p:sp>
        <p:nvSpPr>
          <p:cNvPr id="4" name="TextBox 3"/>
          <p:cNvSpPr txBox="1"/>
          <p:nvPr/>
        </p:nvSpPr>
        <p:spPr>
          <a:xfrm>
            <a:off x="1066800" y="3429000"/>
            <a:ext cx="5257800" cy="1015663"/>
          </a:xfrm>
          <a:prstGeom prst="rect">
            <a:avLst/>
          </a:prstGeom>
          <a:noFill/>
        </p:spPr>
        <p:txBody>
          <a:bodyPr wrap="square" rtlCol="0">
            <a:spAutoFit/>
          </a:bodyPr>
          <a:lstStyle/>
          <a:p>
            <a:pPr marL="285750" indent="-285750">
              <a:buFontTx/>
              <a:buChar char="-"/>
            </a:pPr>
            <a:r>
              <a:rPr lang="en-US" sz="2000" dirty="0" err="1"/>
              <a:t>Có</a:t>
            </a:r>
            <a:r>
              <a:rPr lang="en-US" sz="2000" dirty="0"/>
              <a:t> </a:t>
            </a:r>
            <a:r>
              <a:rPr lang="en-US" sz="2000" dirty="0" err="1"/>
              <a:t>mối</a:t>
            </a:r>
            <a:r>
              <a:rPr lang="en-US" sz="2000" dirty="0"/>
              <a:t> </a:t>
            </a:r>
            <a:r>
              <a:rPr lang="en-US" sz="2000" dirty="0" err="1"/>
              <a:t>quan</a:t>
            </a:r>
            <a:r>
              <a:rPr lang="en-US" sz="2000" dirty="0"/>
              <a:t> </a:t>
            </a:r>
            <a:r>
              <a:rPr lang="en-US" sz="2000" dirty="0" err="1"/>
              <a:t>hệ</a:t>
            </a:r>
            <a:r>
              <a:rPr lang="en-US" sz="2000" dirty="0"/>
              <a:t> </a:t>
            </a:r>
            <a:r>
              <a:rPr lang="en-US" sz="2000" dirty="0" err="1"/>
              <a:t>mật</a:t>
            </a:r>
            <a:r>
              <a:rPr lang="en-US" sz="2000" dirty="0"/>
              <a:t> </a:t>
            </a:r>
            <a:r>
              <a:rPr lang="en-US" sz="2000" dirty="0" err="1"/>
              <a:t>thiết</a:t>
            </a:r>
            <a:r>
              <a:rPr lang="en-US" sz="2000" dirty="0"/>
              <a:t> </a:t>
            </a:r>
            <a:r>
              <a:rPr lang="en-US" sz="2000" dirty="0" err="1"/>
              <a:t>với</a:t>
            </a:r>
            <a:r>
              <a:rPr lang="en-US" sz="2000" dirty="0"/>
              <a:t> </a:t>
            </a:r>
            <a:r>
              <a:rPr lang="en-US" sz="2000" dirty="0" err="1"/>
              <a:t>thẩm</a:t>
            </a:r>
            <a:r>
              <a:rPr lang="en-US" sz="2000" dirty="0"/>
              <a:t> </a:t>
            </a:r>
            <a:r>
              <a:rPr lang="en-US" sz="2000" dirty="0" err="1"/>
              <a:t>phán</a:t>
            </a:r>
            <a:endParaRPr lang="en-US" sz="2000" dirty="0"/>
          </a:p>
          <a:p>
            <a:pPr marL="285750" indent="-285750">
              <a:buFontTx/>
              <a:buChar char="-"/>
            </a:pPr>
            <a:r>
              <a:rPr lang="en-US" sz="2000" dirty="0" err="1"/>
              <a:t>Có</a:t>
            </a:r>
            <a:r>
              <a:rPr lang="en-US" sz="2000" dirty="0"/>
              <a:t> </a:t>
            </a:r>
            <a:r>
              <a:rPr lang="en-US" sz="2000" dirty="0" err="1"/>
              <a:t>tinh</a:t>
            </a:r>
            <a:r>
              <a:rPr lang="en-US" sz="2000" dirty="0"/>
              <a:t> </a:t>
            </a:r>
            <a:r>
              <a:rPr lang="en-US" sz="2000" dirty="0" err="1"/>
              <a:t>nhắc</a:t>
            </a:r>
            <a:r>
              <a:rPr lang="en-US" sz="2000" dirty="0"/>
              <a:t> </a:t>
            </a:r>
            <a:r>
              <a:rPr lang="en-US" sz="2000" dirty="0" err="1"/>
              <a:t>lại</a:t>
            </a:r>
            <a:r>
              <a:rPr lang="en-US" sz="2000" dirty="0"/>
              <a:t> </a:t>
            </a:r>
          </a:p>
          <a:p>
            <a:pPr marL="285750" indent="-285750">
              <a:buFontTx/>
              <a:buChar char="-"/>
            </a:pPr>
            <a:r>
              <a:rPr lang="en-US" sz="2000" dirty="0" err="1"/>
              <a:t>Có</a:t>
            </a:r>
            <a:r>
              <a:rPr lang="en-US" sz="2000" dirty="0"/>
              <a:t> </a:t>
            </a:r>
            <a:r>
              <a:rPr lang="en-US" sz="2000" dirty="0" err="1"/>
              <a:t>tính</a:t>
            </a:r>
            <a:r>
              <a:rPr lang="en-US" sz="2000" dirty="0"/>
              <a:t> </a:t>
            </a:r>
            <a:r>
              <a:rPr lang="en-US" sz="2000" dirty="0" err="1"/>
              <a:t>bắt</a:t>
            </a:r>
            <a:r>
              <a:rPr lang="en-US" sz="2000" dirty="0"/>
              <a:t> </a:t>
            </a:r>
            <a:r>
              <a:rPr lang="en-US" sz="2000" dirty="0" err="1"/>
              <a:t>buộc</a:t>
            </a:r>
            <a:endParaRPr lang="en-US" sz="2000" dirty="0"/>
          </a:p>
        </p:txBody>
      </p:sp>
      <p:graphicFrame>
        <p:nvGraphicFramePr>
          <p:cNvPr id="5" name="Table 4"/>
          <p:cNvGraphicFramePr>
            <a:graphicFrameLocks noGrp="1"/>
          </p:cNvGraphicFramePr>
          <p:nvPr>
            <p:extLst>
              <p:ext uri="{D42A27DB-BD31-4B8C-83A1-F6EECF244321}">
                <p14:modId xmlns:p14="http://schemas.microsoft.com/office/powerpoint/2010/main" val="3723258055"/>
              </p:ext>
            </p:extLst>
          </p:nvPr>
        </p:nvGraphicFramePr>
        <p:xfrm>
          <a:off x="685800" y="4572000"/>
          <a:ext cx="8458200" cy="2286000"/>
        </p:xfrm>
        <a:graphic>
          <a:graphicData uri="http://schemas.openxmlformats.org/drawingml/2006/table">
            <a:tbl>
              <a:tblPr firstRow="1" bandRow="1">
                <a:tableStyleId>{5C22544A-7EE6-4342-B048-85BDC9FD1C3A}</a:tableStyleId>
              </a:tblPr>
              <a:tblGrid>
                <a:gridCol w="4229100">
                  <a:extLst>
                    <a:ext uri="{9D8B030D-6E8A-4147-A177-3AD203B41FA5}">
                      <a16:colId xmlns:a16="http://schemas.microsoft.com/office/drawing/2014/main" val="20000"/>
                    </a:ext>
                  </a:extLst>
                </a:gridCol>
                <a:gridCol w="4229100">
                  <a:extLst>
                    <a:ext uri="{9D8B030D-6E8A-4147-A177-3AD203B41FA5}">
                      <a16:colId xmlns:a16="http://schemas.microsoft.com/office/drawing/2014/main" val="20001"/>
                    </a:ext>
                  </a:extLst>
                </a:gridCol>
              </a:tblGrid>
              <a:tr h="320040">
                <a:tc>
                  <a:txBody>
                    <a:bodyPr/>
                    <a:lstStyle/>
                    <a:p>
                      <a:r>
                        <a:rPr lang="en-US" dirty="0"/>
                        <a:t>                </a:t>
                      </a:r>
                      <a:r>
                        <a:rPr lang="vi-VN" dirty="0"/>
                        <a:t>Ư</a:t>
                      </a:r>
                      <a:r>
                        <a:rPr lang="en-US" dirty="0"/>
                        <a:t>u</a:t>
                      </a:r>
                      <a:r>
                        <a:rPr lang="en-US" baseline="0" dirty="0"/>
                        <a:t> </a:t>
                      </a:r>
                      <a:r>
                        <a:rPr lang="en-US" baseline="0" dirty="0" err="1"/>
                        <a:t>điểm</a:t>
                      </a:r>
                      <a:endParaRPr lang="en-US" dirty="0"/>
                    </a:p>
                  </a:txBody>
                  <a:tcPr/>
                </a:tc>
                <a:tc>
                  <a:txBody>
                    <a:bodyPr/>
                    <a:lstStyle/>
                    <a:p>
                      <a:r>
                        <a:rPr lang="en-US" dirty="0"/>
                        <a:t>               </a:t>
                      </a:r>
                      <a:r>
                        <a:rPr lang="en-US" dirty="0" err="1"/>
                        <a:t>Nhược</a:t>
                      </a:r>
                      <a:r>
                        <a:rPr lang="en-US" dirty="0"/>
                        <a:t> </a:t>
                      </a:r>
                      <a:r>
                        <a:rPr lang="en-US" dirty="0" err="1"/>
                        <a:t>điểm</a:t>
                      </a:r>
                      <a:endParaRPr lang="en-US" dirty="0"/>
                    </a:p>
                  </a:txBody>
                  <a:tcPr/>
                </a:tc>
                <a:extLst>
                  <a:ext uri="{0D108BD9-81ED-4DB2-BD59-A6C34878D82A}">
                    <a16:rowId xmlns:a16="http://schemas.microsoft.com/office/drawing/2014/main" val="10000"/>
                  </a:ext>
                </a:extLst>
              </a:tr>
              <a:tr h="370840">
                <a:tc>
                  <a:txBody>
                    <a:bodyPr/>
                    <a:lstStyle/>
                    <a:p>
                      <a:pPr marL="285750" indent="-285750">
                        <a:buFontTx/>
                        <a:buChar char="-"/>
                      </a:pPr>
                      <a:r>
                        <a:rPr lang="en-US" sz="2000" dirty="0" err="1"/>
                        <a:t>Tính</a:t>
                      </a:r>
                      <a:r>
                        <a:rPr lang="en-US" sz="2000" baseline="0" dirty="0"/>
                        <a:t> </a:t>
                      </a:r>
                      <a:r>
                        <a:rPr lang="en-US" sz="2000" baseline="0" dirty="0" err="1"/>
                        <a:t>giáo</a:t>
                      </a:r>
                      <a:r>
                        <a:rPr lang="en-US" sz="2000" baseline="0" dirty="0"/>
                        <a:t> </a:t>
                      </a:r>
                      <a:r>
                        <a:rPr lang="en-US" sz="2000" baseline="0" dirty="0" err="1"/>
                        <a:t>dục</a:t>
                      </a:r>
                      <a:r>
                        <a:rPr lang="en-US" sz="2000" baseline="0" dirty="0"/>
                        <a:t> </a:t>
                      </a:r>
                      <a:r>
                        <a:rPr lang="en-US" sz="2000" baseline="0" dirty="0" err="1"/>
                        <a:t>cao</a:t>
                      </a:r>
                      <a:r>
                        <a:rPr lang="en-US" sz="2000" baseline="0" dirty="0"/>
                        <a:t>, </a:t>
                      </a:r>
                      <a:r>
                        <a:rPr lang="en-US" sz="2000" baseline="0" dirty="0" err="1"/>
                        <a:t>tính</a:t>
                      </a:r>
                      <a:r>
                        <a:rPr lang="en-US" sz="2000" baseline="0" dirty="0"/>
                        <a:t> </a:t>
                      </a:r>
                      <a:r>
                        <a:rPr lang="en-US" sz="2000" baseline="0" dirty="0" err="1"/>
                        <a:t>khách</a:t>
                      </a:r>
                      <a:r>
                        <a:rPr lang="en-US" sz="2000" baseline="0" dirty="0"/>
                        <a:t> </a:t>
                      </a:r>
                      <a:r>
                        <a:rPr lang="en-US" sz="2000" baseline="0" dirty="0" err="1"/>
                        <a:t>quan</a:t>
                      </a:r>
                      <a:endParaRPr lang="en-US" sz="2000" baseline="0" dirty="0"/>
                    </a:p>
                    <a:p>
                      <a:pPr marL="285750" indent="-285750">
                        <a:buFontTx/>
                        <a:buChar char="-"/>
                      </a:pPr>
                      <a:r>
                        <a:rPr lang="en-US" sz="2000" baseline="0" dirty="0" err="1"/>
                        <a:t>Sát</a:t>
                      </a:r>
                      <a:r>
                        <a:rPr lang="en-US" sz="2000" baseline="0" dirty="0"/>
                        <a:t> </a:t>
                      </a:r>
                      <a:r>
                        <a:rPr lang="en-US" sz="2000" baseline="0" dirty="0" err="1"/>
                        <a:t>với</a:t>
                      </a:r>
                      <a:r>
                        <a:rPr lang="en-US" sz="2000" baseline="0" dirty="0"/>
                        <a:t> </a:t>
                      </a:r>
                      <a:r>
                        <a:rPr lang="en-US" sz="2000" baseline="0" dirty="0" err="1"/>
                        <a:t>thực</a:t>
                      </a:r>
                      <a:r>
                        <a:rPr lang="en-US" sz="2000" baseline="0" dirty="0"/>
                        <a:t> </a:t>
                      </a:r>
                      <a:r>
                        <a:rPr lang="en-US" sz="2000" baseline="0" dirty="0" err="1"/>
                        <a:t>tiễn</a:t>
                      </a:r>
                      <a:endParaRPr lang="en-US" sz="2000" baseline="0" dirty="0"/>
                    </a:p>
                    <a:p>
                      <a:pPr marL="285750" indent="-285750">
                        <a:buFontTx/>
                        <a:buChar char="-"/>
                      </a:pPr>
                      <a:r>
                        <a:rPr lang="en-US" sz="2000" baseline="0" dirty="0" err="1"/>
                        <a:t>Tạo</a:t>
                      </a:r>
                      <a:r>
                        <a:rPr lang="en-US" sz="2000" baseline="0" dirty="0"/>
                        <a:t> </a:t>
                      </a:r>
                      <a:r>
                        <a:rPr lang="en-US" sz="2000" baseline="0" dirty="0" err="1"/>
                        <a:t>điều</a:t>
                      </a:r>
                      <a:r>
                        <a:rPr lang="en-US" sz="2000" baseline="0" dirty="0"/>
                        <a:t> </a:t>
                      </a:r>
                      <a:r>
                        <a:rPr lang="en-US" sz="2000" baseline="0" dirty="0" err="1"/>
                        <a:t>kiện</a:t>
                      </a:r>
                      <a:r>
                        <a:rPr lang="en-US" sz="2000" baseline="0" dirty="0"/>
                        <a:t> </a:t>
                      </a:r>
                      <a:r>
                        <a:rPr lang="en-US" sz="2000" baseline="0" dirty="0" err="1"/>
                        <a:t>tạo</a:t>
                      </a:r>
                      <a:r>
                        <a:rPr lang="en-US" sz="2000" baseline="0" dirty="0"/>
                        <a:t> </a:t>
                      </a:r>
                      <a:r>
                        <a:rPr lang="en-US" sz="2000" baseline="0" dirty="0" err="1"/>
                        <a:t>ra</a:t>
                      </a:r>
                      <a:r>
                        <a:rPr lang="en-US" sz="2000" baseline="0" dirty="0"/>
                        <a:t> </a:t>
                      </a:r>
                      <a:r>
                        <a:rPr lang="en-US" sz="2000" baseline="0" dirty="0" err="1"/>
                        <a:t>những</a:t>
                      </a:r>
                      <a:r>
                        <a:rPr lang="en-US" sz="2000" baseline="0" dirty="0"/>
                        <a:t> </a:t>
                      </a:r>
                      <a:r>
                        <a:rPr lang="en-US" sz="2000" baseline="0" dirty="0" err="1"/>
                        <a:t>tư</a:t>
                      </a:r>
                      <a:r>
                        <a:rPr lang="en-US" sz="2000" baseline="0" dirty="0"/>
                        <a:t> </a:t>
                      </a:r>
                      <a:r>
                        <a:rPr lang="en-US" sz="2000" baseline="0" dirty="0" err="1"/>
                        <a:t>tưởng</a:t>
                      </a:r>
                      <a:r>
                        <a:rPr lang="en-US" sz="2000" baseline="0" dirty="0"/>
                        <a:t> </a:t>
                      </a:r>
                      <a:r>
                        <a:rPr lang="en-US" sz="2000" baseline="0" dirty="0" err="1"/>
                        <a:t>mới</a:t>
                      </a:r>
                      <a:endParaRPr lang="en-US" sz="2000" baseline="0" dirty="0"/>
                    </a:p>
                    <a:p>
                      <a:pPr marL="285750" indent="-285750">
                        <a:buFontTx/>
                        <a:buChar char="-"/>
                      </a:pPr>
                      <a:endParaRPr lang="en-US" dirty="0"/>
                    </a:p>
                  </a:txBody>
                  <a:tcPr/>
                </a:tc>
                <a:tc>
                  <a:txBody>
                    <a:bodyPr/>
                    <a:lstStyle/>
                    <a:p>
                      <a:pPr marL="285750" indent="-285750">
                        <a:buFontTx/>
                        <a:buChar char="-"/>
                      </a:pPr>
                      <a:r>
                        <a:rPr lang="en-US" sz="2000"/>
                        <a:t>Số</a:t>
                      </a:r>
                      <a:r>
                        <a:rPr lang="en-US" sz="2000" baseline="0"/>
                        <a:t> </a:t>
                      </a:r>
                      <a:r>
                        <a:rPr lang="en-US" sz="2000" baseline="0" dirty="0" err="1"/>
                        <a:t>lượng</a:t>
                      </a:r>
                      <a:r>
                        <a:rPr lang="en-US" sz="2000" baseline="0" dirty="0"/>
                        <a:t> </a:t>
                      </a:r>
                      <a:r>
                        <a:rPr lang="en-US" sz="2000" baseline="0" dirty="0" err="1"/>
                        <a:t>bản</a:t>
                      </a:r>
                      <a:r>
                        <a:rPr lang="en-US" sz="2000" baseline="0" dirty="0"/>
                        <a:t> </a:t>
                      </a:r>
                      <a:r>
                        <a:rPr lang="en-US" sz="2000" baseline="0" dirty="0" err="1"/>
                        <a:t>án</a:t>
                      </a:r>
                      <a:r>
                        <a:rPr lang="en-US" sz="2000" baseline="0" dirty="0"/>
                        <a:t> </a:t>
                      </a:r>
                      <a:r>
                        <a:rPr lang="en-US" sz="2000" baseline="0" dirty="0" err="1"/>
                        <a:t>quyết</a:t>
                      </a:r>
                      <a:r>
                        <a:rPr lang="en-US" sz="2000" baseline="0" dirty="0"/>
                        <a:t> </a:t>
                      </a:r>
                      <a:r>
                        <a:rPr lang="en-US" sz="2000" baseline="0" dirty="0" err="1"/>
                        <a:t>định</a:t>
                      </a:r>
                      <a:r>
                        <a:rPr lang="en-US" sz="2000" baseline="0" dirty="0"/>
                        <a:t> </a:t>
                      </a:r>
                      <a:r>
                        <a:rPr lang="en-US" sz="2000" baseline="0" dirty="0" err="1"/>
                        <a:t>ngày</a:t>
                      </a:r>
                      <a:r>
                        <a:rPr lang="en-US" sz="2000" baseline="0" dirty="0"/>
                        <a:t> </a:t>
                      </a:r>
                      <a:r>
                        <a:rPr lang="en-US" sz="2000" baseline="0" dirty="0" err="1"/>
                        <a:t>càng</a:t>
                      </a:r>
                      <a:r>
                        <a:rPr lang="en-US" sz="2000" baseline="0" dirty="0"/>
                        <a:t> </a:t>
                      </a:r>
                      <a:r>
                        <a:rPr lang="en-US" sz="2000" baseline="0" dirty="0" err="1"/>
                        <a:t>nhiều</a:t>
                      </a:r>
                      <a:endParaRPr lang="en-US" sz="2000" baseline="0" dirty="0"/>
                    </a:p>
                    <a:p>
                      <a:pPr marL="285750" indent="-285750">
                        <a:buFontTx/>
                        <a:buChar char="-"/>
                      </a:pPr>
                      <a:r>
                        <a:rPr lang="en-US" sz="2000" baseline="0" dirty="0" err="1"/>
                        <a:t>Mang</a:t>
                      </a:r>
                      <a:r>
                        <a:rPr lang="en-US" sz="2000" baseline="0" dirty="0"/>
                        <a:t> </a:t>
                      </a:r>
                      <a:r>
                        <a:rPr lang="en-US" sz="2000" baseline="0" dirty="0" err="1"/>
                        <a:t>tính</a:t>
                      </a:r>
                      <a:r>
                        <a:rPr lang="en-US" sz="2000" baseline="0" dirty="0"/>
                        <a:t> </a:t>
                      </a:r>
                      <a:r>
                        <a:rPr lang="en-US" sz="2000" baseline="0" dirty="0" err="1"/>
                        <a:t>cứng</a:t>
                      </a:r>
                      <a:r>
                        <a:rPr lang="en-US" sz="2000" baseline="0" dirty="0"/>
                        <a:t> </a:t>
                      </a:r>
                      <a:r>
                        <a:rPr lang="en-US" sz="2000" baseline="0" dirty="0" err="1"/>
                        <a:t>nhắc</a:t>
                      </a:r>
                      <a:endParaRPr lang="en-US" sz="2000" baseline="0" dirty="0"/>
                    </a:p>
                    <a:p>
                      <a:pPr marL="285750" indent="-285750">
                        <a:buFontTx/>
                        <a:buChar char="-"/>
                      </a:pPr>
                      <a:r>
                        <a:rPr lang="en-US" sz="2000" baseline="0" dirty="0" err="1"/>
                        <a:t>Tạo</a:t>
                      </a:r>
                      <a:r>
                        <a:rPr lang="en-US" sz="2000" baseline="0" dirty="0"/>
                        <a:t> </a:t>
                      </a:r>
                      <a:r>
                        <a:rPr lang="en-US" sz="2000" baseline="0" dirty="0" err="1"/>
                        <a:t>ra</a:t>
                      </a:r>
                      <a:r>
                        <a:rPr lang="en-US" sz="2000" baseline="0" dirty="0"/>
                        <a:t> </a:t>
                      </a:r>
                      <a:r>
                        <a:rPr lang="en-US" sz="2000" baseline="0" dirty="0" err="1"/>
                        <a:t>sự</a:t>
                      </a:r>
                      <a:r>
                        <a:rPr lang="en-US" sz="2000" baseline="0" dirty="0"/>
                        <a:t> </a:t>
                      </a:r>
                      <a:r>
                        <a:rPr lang="en-US" sz="2000" baseline="0" dirty="0" err="1"/>
                        <a:t>cồng</a:t>
                      </a:r>
                      <a:r>
                        <a:rPr lang="en-US" sz="2000" baseline="0" dirty="0"/>
                        <a:t> </a:t>
                      </a:r>
                      <a:r>
                        <a:rPr lang="en-US" sz="2000" baseline="0" dirty="0" err="1"/>
                        <a:t>kềnh</a:t>
                      </a:r>
                      <a:r>
                        <a:rPr lang="en-US" sz="2000" baseline="0" dirty="0"/>
                        <a:t> </a:t>
                      </a:r>
                    </a:p>
                    <a:p>
                      <a:pPr marL="285750" indent="-285750">
                        <a:buFontTx/>
                        <a:buChar char="-"/>
                      </a:pPr>
                      <a:r>
                        <a:rPr lang="en-US" sz="2000" baseline="0" dirty="0" err="1"/>
                        <a:t>Tạo</a:t>
                      </a:r>
                      <a:r>
                        <a:rPr lang="en-US" sz="2000" baseline="0" dirty="0"/>
                        <a:t> </a:t>
                      </a:r>
                      <a:r>
                        <a:rPr lang="en-US" sz="2000" baseline="0" dirty="0" err="1"/>
                        <a:t>ra</a:t>
                      </a:r>
                      <a:r>
                        <a:rPr lang="en-US" sz="2000" baseline="0" dirty="0"/>
                        <a:t> </a:t>
                      </a:r>
                      <a:r>
                        <a:rPr lang="en-US" sz="2000" baseline="0" dirty="0" err="1"/>
                        <a:t>sự</a:t>
                      </a:r>
                      <a:r>
                        <a:rPr lang="en-US" sz="2000" baseline="0" dirty="0"/>
                        <a:t> </a:t>
                      </a:r>
                      <a:r>
                        <a:rPr lang="en-US" sz="2000" baseline="0" dirty="0" err="1"/>
                        <a:t>tùy</a:t>
                      </a:r>
                      <a:r>
                        <a:rPr lang="en-US" sz="2000" baseline="0" dirty="0"/>
                        <a:t> </a:t>
                      </a:r>
                      <a:r>
                        <a:rPr lang="en-US" sz="2000" baseline="0" dirty="0" err="1"/>
                        <a:t>tiện</a:t>
                      </a:r>
                      <a:r>
                        <a:rPr lang="en-US" sz="2000" baseline="0" dirty="0"/>
                        <a:t> </a:t>
                      </a:r>
                      <a:r>
                        <a:rPr lang="en-US" sz="2000" baseline="0" dirty="0" err="1"/>
                        <a:t>trong</a:t>
                      </a:r>
                      <a:r>
                        <a:rPr lang="en-US" sz="2000" baseline="0" dirty="0"/>
                        <a:t> </a:t>
                      </a:r>
                      <a:r>
                        <a:rPr lang="en-US" sz="2000" baseline="0" dirty="0" err="1"/>
                        <a:t>nguyên</a:t>
                      </a:r>
                      <a:r>
                        <a:rPr lang="en-US" sz="2000" baseline="0" dirty="0"/>
                        <a:t> </a:t>
                      </a:r>
                      <a:r>
                        <a:rPr lang="en-US" sz="2000" baseline="0" dirty="0" err="1"/>
                        <a:t>tắc</a:t>
                      </a:r>
                      <a:r>
                        <a:rPr lang="en-US" sz="2000" baseline="0" dirty="0"/>
                        <a:t> </a:t>
                      </a:r>
                      <a:r>
                        <a:rPr lang="en-US" sz="2000" baseline="0" dirty="0" err="1"/>
                        <a:t>lập</a:t>
                      </a:r>
                      <a:r>
                        <a:rPr lang="en-US" sz="2000" baseline="0" dirty="0"/>
                        <a:t> </a:t>
                      </a:r>
                      <a:r>
                        <a:rPr lang="en-US" sz="2000" baseline="0" dirty="0" err="1"/>
                        <a:t>pháp</a:t>
                      </a:r>
                      <a:endParaRPr lang="en-US" sz="2000" dirty="0"/>
                    </a:p>
                  </a:txBody>
                  <a:tcPr/>
                </a:tc>
                <a:extLst>
                  <a:ext uri="{0D108BD9-81ED-4DB2-BD59-A6C34878D82A}">
                    <a16:rowId xmlns:a16="http://schemas.microsoft.com/office/drawing/2014/main" val="10001"/>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1000"/>
                                        <p:tgtEl>
                                          <p:spTgt spid="12">
                                            <p:txEl>
                                              <p:pRg st="0" end="0"/>
                                            </p:txEl>
                                          </p:spTgt>
                                        </p:tgtEl>
                                      </p:cBhvr>
                                    </p:animEffect>
                                    <p:anim calcmode="lin" valueType="num">
                                      <p:cBhvr>
                                        <p:cTn id="8" dur="10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18434"/>
                                        </p:tgtEl>
                                        <p:attrNameLst>
                                          <p:attrName>style.visibility</p:attrName>
                                        </p:attrNameLst>
                                      </p:cBhvr>
                                      <p:to>
                                        <p:strVal val="visible"/>
                                      </p:to>
                                    </p:set>
                                    <p:animEffect transition="in" filter="barn(inVertical)">
                                      <p:cBhvr>
                                        <p:cTn id="14" dur="500"/>
                                        <p:tgtEl>
                                          <p:spTgt spid="18434"/>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Effect transition="in" filter="wipe(down)">
                                      <p:cBhvr>
                                        <p:cTn id="19" dur="500"/>
                                        <p:tgtEl>
                                          <p:spTgt spid="3">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4">
                                            <p:txEl>
                                              <p:pRg st="0" end="0"/>
                                            </p:txEl>
                                          </p:spTgt>
                                        </p:tgtEl>
                                        <p:attrNameLst>
                                          <p:attrName>style.visibility</p:attrName>
                                        </p:attrNameLst>
                                      </p:cBhvr>
                                      <p:to>
                                        <p:strVal val="visible"/>
                                      </p:to>
                                    </p:set>
                                    <p:animEffect transition="in" filter="barn(inVertical)">
                                      <p:cBhvr>
                                        <p:cTn id="24" dur="500"/>
                                        <p:tgtEl>
                                          <p:spTgt spid="4">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nodeType="clickEffect">
                                  <p:stCondLst>
                                    <p:cond delay="0"/>
                                  </p:stCondLst>
                                  <p:childTnLst>
                                    <p:set>
                                      <p:cBhvr>
                                        <p:cTn id="28" dur="1" fill="hold">
                                          <p:stCondLst>
                                            <p:cond delay="0"/>
                                          </p:stCondLst>
                                        </p:cTn>
                                        <p:tgtEl>
                                          <p:spTgt spid="4">
                                            <p:txEl>
                                              <p:pRg st="1" end="1"/>
                                            </p:txEl>
                                          </p:spTgt>
                                        </p:tgtEl>
                                        <p:attrNameLst>
                                          <p:attrName>style.visibility</p:attrName>
                                        </p:attrNameLst>
                                      </p:cBhvr>
                                      <p:to>
                                        <p:strVal val="visible"/>
                                      </p:to>
                                    </p:set>
                                    <p:animEffect transition="in" filter="barn(inVertical)">
                                      <p:cBhvr>
                                        <p:cTn id="29" dur="500"/>
                                        <p:tgtEl>
                                          <p:spTgt spid="4">
                                            <p:txEl>
                                              <p:pRg st="1" end="1"/>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nodeType="clickEffect">
                                  <p:stCondLst>
                                    <p:cond delay="0"/>
                                  </p:stCondLst>
                                  <p:childTnLst>
                                    <p:set>
                                      <p:cBhvr>
                                        <p:cTn id="33" dur="1" fill="hold">
                                          <p:stCondLst>
                                            <p:cond delay="0"/>
                                          </p:stCondLst>
                                        </p:cTn>
                                        <p:tgtEl>
                                          <p:spTgt spid="4">
                                            <p:txEl>
                                              <p:pRg st="2" end="2"/>
                                            </p:txEl>
                                          </p:spTgt>
                                        </p:tgtEl>
                                        <p:attrNameLst>
                                          <p:attrName>style.visibility</p:attrName>
                                        </p:attrNameLst>
                                      </p:cBhvr>
                                      <p:to>
                                        <p:strVal val="visible"/>
                                      </p:to>
                                    </p:set>
                                    <p:animEffect transition="in" filter="barn(inVertical)">
                                      <p:cBhvr>
                                        <p:cTn id="34" dur="500"/>
                                        <p:tgtEl>
                                          <p:spTgt spid="4">
                                            <p:txEl>
                                              <p:pRg st="2" end="2"/>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5"/>
                                        </p:tgtEl>
                                        <p:attrNameLst>
                                          <p:attrName>style.visibility</p:attrName>
                                        </p:attrNameLst>
                                      </p:cBhvr>
                                      <p:to>
                                        <p:strVal val="visible"/>
                                      </p:to>
                                    </p:set>
                                    <p:anim calcmode="lin" valueType="num">
                                      <p:cBhvr additive="base">
                                        <p:cTn id="39" dur="500" fill="hold"/>
                                        <p:tgtEl>
                                          <p:spTgt spid="5"/>
                                        </p:tgtEl>
                                        <p:attrNameLst>
                                          <p:attrName>ppt_x</p:attrName>
                                        </p:attrNameLst>
                                      </p:cBhvr>
                                      <p:tavLst>
                                        <p:tav tm="0">
                                          <p:val>
                                            <p:strVal val="#ppt_x"/>
                                          </p:val>
                                        </p:tav>
                                        <p:tav tm="100000">
                                          <p:val>
                                            <p:strVal val="#ppt_x"/>
                                          </p:val>
                                        </p:tav>
                                      </p:tavLst>
                                    </p:anim>
                                    <p:anim calcmode="lin" valueType="num">
                                      <p:cBhvr additive="base">
                                        <p:cTn id="4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normAutofit/>
          </a:bodyPr>
          <a:lstStyle/>
          <a:p>
            <a:r>
              <a:rPr lang="en-US" sz="3600">
                <a:latin typeface=".VnArial" pitchFamily="34" charset="0"/>
              </a:rPr>
              <a:t>V¨n b¶n ph¸p luËt</a:t>
            </a:r>
          </a:p>
        </p:txBody>
      </p:sp>
      <p:graphicFrame>
        <p:nvGraphicFramePr>
          <p:cNvPr id="5" name="Content Placeholder 4"/>
          <p:cNvGraphicFramePr>
            <a:graphicFrameLocks noGrp="1"/>
          </p:cNvGraphicFramePr>
          <p:nvPr>
            <p:ph sz="quarter" idx="1"/>
          </p:nvPr>
        </p:nvGraphicFramePr>
        <p:xfrm>
          <a:off x="914400" y="1371600"/>
          <a:ext cx="77724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p:cNvSpPr>
            <a:spLocks noGrp="1"/>
          </p:cNvSpPr>
          <p:nvPr>
            <p:ph type="sldNum" sz="quarter" idx="12"/>
          </p:nvPr>
        </p:nvSpPr>
        <p:spPr/>
        <p:txBody>
          <a:bodyPr/>
          <a:lstStyle/>
          <a:p>
            <a:pPr>
              <a:defRPr/>
            </a:pPr>
            <a:fld id="{FB359B65-617B-4D99-B635-9AC70B92BC6D}" type="slidenum">
              <a:rPr lang="en-US" smtClean="0"/>
              <a:pPr>
                <a:defRPr/>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19200" y="-11583"/>
            <a:ext cx="5943600" cy="400110"/>
          </a:xfrm>
          <a:prstGeom prst="rect">
            <a:avLst/>
          </a:prstGeom>
          <a:noFill/>
        </p:spPr>
        <p:txBody>
          <a:bodyPr wrap="square" rtlCol="0">
            <a:spAutoFit/>
          </a:bodyPr>
          <a:lstStyle/>
          <a:p>
            <a:r>
              <a:rPr lang="en-US" sz="2000" b="1"/>
              <a:t>3</a:t>
            </a:r>
            <a:r>
              <a:rPr lang="en-US" sz="2000" b="1" dirty="0"/>
              <a:t>. </a:t>
            </a:r>
            <a:r>
              <a:rPr lang="en-US" sz="2000" b="1" dirty="0" err="1"/>
              <a:t>Văn</a:t>
            </a:r>
            <a:r>
              <a:rPr lang="en-US" sz="2000" b="1" dirty="0"/>
              <a:t> </a:t>
            </a:r>
            <a:r>
              <a:rPr lang="en-US" sz="2000" b="1" dirty="0" err="1"/>
              <a:t>bản</a:t>
            </a:r>
            <a:r>
              <a:rPr lang="en-US" sz="2000" b="1" dirty="0"/>
              <a:t> </a:t>
            </a:r>
            <a:r>
              <a:rPr lang="en-US" sz="2000" b="1" dirty="0" err="1"/>
              <a:t>quy</a:t>
            </a:r>
            <a:r>
              <a:rPr lang="en-US" sz="2000" b="1" dirty="0"/>
              <a:t> </a:t>
            </a:r>
            <a:r>
              <a:rPr lang="en-US" sz="2000" b="1" dirty="0" err="1"/>
              <a:t>phạm</a:t>
            </a:r>
            <a:r>
              <a:rPr lang="en-US" sz="2000" b="1" dirty="0"/>
              <a:t> </a:t>
            </a:r>
            <a:r>
              <a:rPr lang="en-US" sz="2000" b="1" dirty="0" err="1"/>
              <a:t>pháp</a:t>
            </a:r>
            <a:r>
              <a:rPr lang="en-US" sz="2000" b="1" dirty="0"/>
              <a:t> </a:t>
            </a:r>
            <a:r>
              <a:rPr lang="en-US" sz="2000" b="1" dirty="0" err="1"/>
              <a:t>luật</a:t>
            </a:r>
            <a:r>
              <a:rPr lang="en-US" sz="2000" b="1" dirty="0"/>
              <a:t> </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62600" y="463729"/>
            <a:ext cx="3581400" cy="2355671"/>
          </a:xfrm>
          <a:prstGeom prst="rect">
            <a:avLst/>
          </a:prstGeom>
        </p:spPr>
      </p:pic>
      <p:sp>
        <p:nvSpPr>
          <p:cNvPr id="6" name="Rectangle 5"/>
          <p:cNvSpPr/>
          <p:nvPr/>
        </p:nvSpPr>
        <p:spPr>
          <a:xfrm>
            <a:off x="762000" y="536097"/>
            <a:ext cx="5029200" cy="2831544"/>
          </a:xfrm>
          <a:prstGeom prst="rect">
            <a:avLst/>
          </a:prstGeom>
        </p:spPr>
        <p:txBody>
          <a:bodyPr wrap="square">
            <a:spAutoFit/>
          </a:bodyPr>
          <a:lstStyle/>
          <a:p>
            <a:r>
              <a:rPr lang="en-US" sz="2000" dirty="0" err="1">
                <a:latin typeface="Times New Roman" panose="02020603050405020304" pitchFamily="18" charset="0"/>
                <a:ea typeface="Calibri" panose="020F0502020204030204" pitchFamily="34" charset="0"/>
              </a:rPr>
              <a:t>Đây</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là</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văn</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bản</a:t>
            </a:r>
            <a:r>
              <a:rPr lang="en-US" sz="2000" dirty="0">
                <a:latin typeface="Times New Roman" panose="02020603050405020304" pitchFamily="18" charset="0"/>
                <a:ea typeface="Calibri" panose="020F0502020204030204" pitchFamily="34" charset="0"/>
              </a:rPr>
              <a:t> do </a:t>
            </a:r>
            <a:r>
              <a:rPr lang="en-US" sz="2000" dirty="0" err="1">
                <a:latin typeface="Times New Roman" panose="02020603050405020304" pitchFamily="18" charset="0"/>
                <a:ea typeface="Calibri" panose="020F0502020204030204" pitchFamily="34" charset="0"/>
              </a:rPr>
              <a:t>cơ</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quan</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nhà</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nước</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có</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thẩm</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quyền</a:t>
            </a:r>
            <a:r>
              <a:rPr lang="en-US" sz="2000" dirty="0">
                <a:latin typeface="Times New Roman" panose="02020603050405020304" pitchFamily="18" charset="0"/>
                <a:ea typeface="Calibri" panose="020F0502020204030204" pitchFamily="34" charset="0"/>
              </a:rPr>
              <a:t> ban </a:t>
            </a:r>
            <a:r>
              <a:rPr lang="en-US" sz="2000" dirty="0" err="1">
                <a:latin typeface="Times New Roman" panose="02020603050405020304" pitchFamily="18" charset="0"/>
                <a:ea typeface="Calibri" panose="020F0502020204030204" pitchFamily="34" charset="0"/>
              </a:rPr>
              <a:t>hành</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theo</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thủ</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tục</a:t>
            </a:r>
            <a:r>
              <a:rPr lang="en-US" sz="2000" dirty="0">
                <a:latin typeface="Times New Roman" panose="02020603050405020304" pitchFamily="18" charset="0"/>
                <a:ea typeface="Calibri" panose="020F0502020204030204" pitchFamily="34" charset="0"/>
              </a:rPr>
              <a:t> , </a:t>
            </a:r>
            <a:r>
              <a:rPr lang="en-US" sz="2000" dirty="0" err="1">
                <a:latin typeface="Times New Roman" panose="02020603050405020304" pitchFamily="18" charset="0"/>
                <a:ea typeface="Calibri" panose="020F0502020204030204" pitchFamily="34" charset="0"/>
              </a:rPr>
              <a:t>có</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trình</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tự</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luật</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định</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trong</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đó</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có</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các</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quy</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tắc</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xử</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sự</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chung</a:t>
            </a:r>
            <a:r>
              <a:rPr lang="en-US" sz="2000" dirty="0">
                <a:latin typeface="Times New Roman" panose="02020603050405020304" pitchFamily="18" charset="0"/>
                <a:ea typeface="Calibri" panose="020F0502020204030204" pitchFamily="34" charset="0"/>
              </a:rPr>
              <a:t> , </a:t>
            </a:r>
            <a:r>
              <a:rPr lang="en-US" sz="2000" dirty="0" err="1">
                <a:latin typeface="Times New Roman" panose="02020603050405020304" pitchFamily="18" charset="0"/>
                <a:ea typeface="Calibri" panose="020F0502020204030204" pitchFamily="34" charset="0"/>
              </a:rPr>
              <a:t>được</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nhà</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nước</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đảm</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bảo</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thực</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hiện</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nhằm</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điều</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chỉnh</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các</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quan</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hệ</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xã</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hội</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và</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được</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áp</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dụng</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nhiều</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lần</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trong</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thực</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tế</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đời</a:t>
            </a:r>
            <a:r>
              <a:rPr lang="en-US" sz="2000" dirty="0">
                <a:latin typeface="Times New Roman" panose="02020603050405020304" pitchFamily="18" charset="0"/>
                <a:ea typeface="Calibri" panose="020F0502020204030204" pitchFamily="34" charset="0"/>
              </a:rPr>
              <a:t> </a:t>
            </a:r>
            <a:r>
              <a:rPr lang="en-US" sz="2000" dirty="0" err="1">
                <a:latin typeface="Times New Roman" panose="02020603050405020304" pitchFamily="18" charset="0"/>
                <a:ea typeface="Calibri" panose="020F0502020204030204" pitchFamily="34" charset="0"/>
              </a:rPr>
              <a:t>sống</a:t>
            </a:r>
            <a:r>
              <a:rPr lang="en-US" sz="2000" dirty="0">
                <a:latin typeface="Times New Roman" panose="02020603050405020304" pitchFamily="18" charset="0"/>
                <a:ea typeface="Calibri" panose="020F0502020204030204" pitchFamily="34" charset="0"/>
              </a:rPr>
              <a:t>.</a:t>
            </a:r>
            <a:br>
              <a:rPr lang="en-US">
                <a:latin typeface="Times New Roman" panose="02020603050405020304" pitchFamily="18" charset="0"/>
                <a:ea typeface="Calibri" panose="020F0502020204030204" pitchFamily="34" charset="0"/>
              </a:rPr>
            </a:br>
            <a:r>
              <a:rPr lang="en-US" sz="2000" b="1">
                <a:latin typeface="Times New Roman" panose="02020603050405020304" pitchFamily="18" charset="0"/>
                <a:ea typeface="Calibri" panose="020F0502020204030204" pitchFamily="34" charset="0"/>
              </a:rPr>
              <a:t> </a:t>
            </a:r>
            <a:r>
              <a:rPr lang="en-US" sz="2000" b="1" dirty="0" err="1">
                <a:latin typeface="Times New Roman" panose="02020603050405020304" pitchFamily="18" charset="0"/>
                <a:ea typeface="Calibri" panose="020F0502020204030204" pitchFamily="34" charset="0"/>
              </a:rPr>
              <a:t>Đặc</a:t>
            </a:r>
            <a:r>
              <a:rPr lang="en-US" sz="2000" b="1" dirty="0">
                <a:latin typeface="Times New Roman" panose="02020603050405020304" pitchFamily="18" charset="0"/>
                <a:ea typeface="Calibri" panose="020F0502020204030204" pitchFamily="34" charset="0"/>
              </a:rPr>
              <a:t> </a:t>
            </a:r>
            <a:r>
              <a:rPr lang="en-US" sz="2000" b="1" dirty="0" err="1">
                <a:latin typeface="Times New Roman" panose="02020603050405020304" pitchFamily="18" charset="0"/>
                <a:ea typeface="Calibri" panose="020F0502020204030204" pitchFamily="34" charset="0"/>
              </a:rPr>
              <a:t>điểm</a:t>
            </a:r>
            <a:r>
              <a:rPr lang="en-US" sz="2000" b="1" dirty="0">
                <a:latin typeface="Times New Roman" panose="02020603050405020304" pitchFamily="18" charset="0"/>
                <a:ea typeface="Calibri" panose="020F0502020204030204" pitchFamily="34" charset="0"/>
              </a:rPr>
              <a:t>:</a:t>
            </a:r>
          </a:p>
          <a:p>
            <a:r>
              <a:rPr lang="en-US" sz="2000" b="1" dirty="0">
                <a:latin typeface="Times New Roman" panose="02020603050405020304" pitchFamily="18" charset="0"/>
                <a:ea typeface="Calibri" panose="020F0502020204030204" pitchFamily="34" charset="0"/>
              </a:rPr>
              <a:t> </a:t>
            </a:r>
            <a:br>
              <a:rPr lang="en-US" dirty="0">
                <a:latin typeface="Times New Roman" panose="02020603050405020304" pitchFamily="18" charset="0"/>
                <a:ea typeface="Calibri" panose="020F0502020204030204" pitchFamily="34" charset="0"/>
              </a:rPr>
            </a:br>
            <a:endParaRPr lang="en-US" dirty="0"/>
          </a:p>
        </p:txBody>
      </p:sp>
      <p:graphicFrame>
        <p:nvGraphicFramePr>
          <p:cNvPr id="8" name="Table 7"/>
          <p:cNvGraphicFramePr>
            <a:graphicFrameLocks noGrp="1"/>
          </p:cNvGraphicFramePr>
          <p:nvPr>
            <p:extLst>
              <p:ext uri="{D42A27DB-BD31-4B8C-83A1-F6EECF244321}">
                <p14:modId xmlns:p14="http://schemas.microsoft.com/office/powerpoint/2010/main" val="3338258075"/>
              </p:ext>
            </p:extLst>
          </p:nvPr>
        </p:nvGraphicFramePr>
        <p:xfrm>
          <a:off x="381000" y="4267200"/>
          <a:ext cx="8382000" cy="2362200"/>
        </p:xfrm>
        <a:graphic>
          <a:graphicData uri="http://schemas.openxmlformats.org/drawingml/2006/table">
            <a:tbl>
              <a:tblPr firstRow="1" bandRow="1">
                <a:tableStyleId>{5C22544A-7EE6-4342-B048-85BDC9FD1C3A}</a:tableStyleId>
              </a:tblPr>
              <a:tblGrid>
                <a:gridCol w="419100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tblGrid>
              <a:tr h="418987">
                <a:tc>
                  <a:txBody>
                    <a:bodyPr/>
                    <a:lstStyle/>
                    <a:p>
                      <a:r>
                        <a:rPr lang="en-US" dirty="0"/>
                        <a:t>                   </a:t>
                      </a:r>
                      <a:r>
                        <a:rPr lang="vi-VN" dirty="0"/>
                        <a:t>Ư</a:t>
                      </a:r>
                      <a:r>
                        <a:rPr lang="en-US" dirty="0"/>
                        <a:t>u</a:t>
                      </a:r>
                      <a:r>
                        <a:rPr lang="en-US" baseline="0" dirty="0"/>
                        <a:t> </a:t>
                      </a:r>
                      <a:r>
                        <a:rPr lang="en-US" baseline="0" dirty="0" err="1"/>
                        <a:t>điểm</a:t>
                      </a:r>
                      <a:r>
                        <a:rPr lang="en-US" baseline="0" dirty="0"/>
                        <a:t>   </a:t>
                      </a:r>
                      <a:endParaRPr lang="en-US" dirty="0"/>
                    </a:p>
                  </a:txBody>
                  <a:tcPr/>
                </a:tc>
                <a:tc>
                  <a:txBody>
                    <a:bodyPr/>
                    <a:lstStyle/>
                    <a:p>
                      <a:r>
                        <a:rPr lang="en-US" dirty="0"/>
                        <a:t>                 </a:t>
                      </a:r>
                      <a:r>
                        <a:rPr lang="en-US" dirty="0" err="1"/>
                        <a:t>Nhược</a:t>
                      </a:r>
                      <a:r>
                        <a:rPr lang="en-US" baseline="0" dirty="0"/>
                        <a:t> </a:t>
                      </a:r>
                      <a:r>
                        <a:rPr lang="en-US" baseline="0" dirty="0" err="1"/>
                        <a:t>điểm</a:t>
                      </a:r>
                      <a:endParaRPr lang="en-US" dirty="0"/>
                    </a:p>
                  </a:txBody>
                  <a:tcPr/>
                </a:tc>
                <a:extLst>
                  <a:ext uri="{0D108BD9-81ED-4DB2-BD59-A6C34878D82A}">
                    <a16:rowId xmlns:a16="http://schemas.microsoft.com/office/drawing/2014/main" val="10000"/>
                  </a:ext>
                </a:extLst>
              </a:tr>
              <a:tr h="1943213">
                <a:tc>
                  <a:txBody>
                    <a:bodyPr/>
                    <a:lstStyle/>
                    <a:p>
                      <a:pPr marL="285750" lvl="0" indent="-285750">
                        <a:buFontTx/>
                        <a:buChar char="-"/>
                      </a:pPr>
                      <a:r>
                        <a:rPr kumimoji="0" lang="en-US" sz="2000" kern="1200" baseline="0" dirty="0" err="1">
                          <a:solidFill>
                            <a:schemeClr val="dk1"/>
                          </a:solidFill>
                          <a:effectLst/>
                          <a:latin typeface="+mn-lt"/>
                          <a:ea typeface="+mn-ea"/>
                          <a:cs typeface="+mn-cs"/>
                        </a:rPr>
                        <a:t>Tính</a:t>
                      </a:r>
                      <a:r>
                        <a:rPr kumimoji="0" lang="en-US" sz="2000" kern="1200" baseline="0" dirty="0">
                          <a:solidFill>
                            <a:schemeClr val="dk1"/>
                          </a:solidFill>
                          <a:effectLst/>
                          <a:latin typeface="+mn-lt"/>
                          <a:ea typeface="+mn-ea"/>
                          <a:cs typeface="+mn-cs"/>
                        </a:rPr>
                        <a:t> </a:t>
                      </a:r>
                      <a:r>
                        <a:rPr kumimoji="0" lang="en-US" sz="2000" kern="1200" baseline="0" dirty="0" err="1">
                          <a:solidFill>
                            <a:schemeClr val="dk1"/>
                          </a:solidFill>
                          <a:effectLst/>
                          <a:latin typeface="+mn-lt"/>
                          <a:ea typeface="+mn-ea"/>
                          <a:cs typeface="+mn-cs"/>
                        </a:rPr>
                        <a:t>chính</a:t>
                      </a:r>
                      <a:r>
                        <a:rPr kumimoji="0" lang="en-US" sz="2000" kern="1200" baseline="0" dirty="0">
                          <a:solidFill>
                            <a:schemeClr val="dk1"/>
                          </a:solidFill>
                          <a:effectLst/>
                          <a:latin typeface="+mn-lt"/>
                          <a:ea typeface="+mn-ea"/>
                          <a:cs typeface="+mn-cs"/>
                        </a:rPr>
                        <a:t> </a:t>
                      </a:r>
                      <a:r>
                        <a:rPr kumimoji="0" lang="en-US" sz="2000" kern="1200" baseline="0" dirty="0" err="1">
                          <a:solidFill>
                            <a:schemeClr val="dk1"/>
                          </a:solidFill>
                          <a:effectLst/>
                          <a:latin typeface="+mn-lt"/>
                          <a:ea typeface="+mn-ea"/>
                          <a:cs typeface="+mn-cs"/>
                        </a:rPr>
                        <a:t>xác</a:t>
                      </a:r>
                      <a:r>
                        <a:rPr kumimoji="0" lang="en-US" sz="2000" kern="1200" baseline="0" dirty="0">
                          <a:solidFill>
                            <a:schemeClr val="dk1"/>
                          </a:solidFill>
                          <a:effectLst/>
                          <a:latin typeface="+mn-lt"/>
                          <a:ea typeface="+mn-ea"/>
                          <a:cs typeface="+mn-cs"/>
                        </a:rPr>
                        <a:t> , </a:t>
                      </a:r>
                      <a:r>
                        <a:rPr kumimoji="0" lang="en-US" sz="2000" kern="1200" baseline="0" dirty="0" err="1">
                          <a:solidFill>
                            <a:schemeClr val="dk1"/>
                          </a:solidFill>
                          <a:effectLst/>
                          <a:latin typeface="+mn-lt"/>
                          <a:ea typeface="+mn-ea"/>
                          <a:cs typeface="+mn-cs"/>
                        </a:rPr>
                        <a:t>rõ</a:t>
                      </a:r>
                      <a:r>
                        <a:rPr kumimoji="0" lang="en-US" sz="2000" kern="1200" baseline="0" dirty="0">
                          <a:solidFill>
                            <a:schemeClr val="dk1"/>
                          </a:solidFill>
                          <a:effectLst/>
                          <a:latin typeface="+mn-lt"/>
                          <a:ea typeface="+mn-ea"/>
                          <a:cs typeface="+mn-cs"/>
                        </a:rPr>
                        <a:t> </a:t>
                      </a:r>
                      <a:r>
                        <a:rPr kumimoji="0" lang="en-US" sz="2000" kern="1200" baseline="0" dirty="0" err="1">
                          <a:solidFill>
                            <a:schemeClr val="dk1"/>
                          </a:solidFill>
                          <a:effectLst/>
                          <a:latin typeface="+mn-lt"/>
                          <a:ea typeface="+mn-ea"/>
                          <a:cs typeface="+mn-cs"/>
                        </a:rPr>
                        <a:t>ràng</a:t>
                      </a:r>
                      <a:endParaRPr kumimoji="0" lang="en-US" sz="2000" kern="1200" baseline="0" dirty="0">
                        <a:solidFill>
                          <a:schemeClr val="dk1"/>
                        </a:solidFill>
                        <a:effectLst/>
                        <a:latin typeface="+mn-lt"/>
                        <a:ea typeface="+mn-ea"/>
                        <a:cs typeface="+mn-cs"/>
                      </a:endParaRPr>
                    </a:p>
                    <a:p>
                      <a:pPr marL="285750" lvl="0" indent="-285750">
                        <a:buFontTx/>
                        <a:buChar char="-"/>
                      </a:pPr>
                      <a:r>
                        <a:rPr kumimoji="0" lang="en-US" sz="2000" kern="1200" baseline="0" dirty="0" err="1">
                          <a:solidFill>
                            <a:schemeClr val="dk1"/>
                          </a:solidFill>
                          <a:effectLst/>
                          <a:latin typeface="+mn-lt"/>
                          <a:ea typeface="+mn-ea"/>
                          <a:cs typeface="+mn-cs"/>
                        </a:rPr>
                        <a:t>Điều</a:t>
                      </a:r>
                      <a:r>
                        <a:rPr kumimoji="0" lang="en-US" sz="2000" kern="1200" baseline="0" dirty="0">
                          <a:solidFill>
                            <a:schemeClr val="dk1"/>
                          </a:solidFill>
                          <a:effectLst/>
                          <a:latin typeface="+mn-lt"/>
                          <a:ea typeface="+mn-ea"/>
                          <a:cs typeface="+mn-cs"/>
                        </a:rPr>
                        <a:t> </a:t>
                      </a:r>
                      <a:r>
                        <a:rPr kumimoji="0" lang="en-US" sz="2000" kern="1200" baseline="0" dirty="0" err="1">
                          <a:solidFill>
                            <a:schemeClr val="dk1"/>
                          </a:solidFill>
                          <a:effectLst/>
                          <a:latin typeface="+mn-lt"/>
                          <a:ea typeface="+mn-ea"/>
                          <a:cs typeface="+mn-cs"/>
                        </a:rPr>
                        <a:t>chỉnh</a:t>
                      </a:r>
                      <a:r>
                        <a:rPr kumimoji="0" lang="en-US" sz="2000" kern="1200" baseline="0" dirty="0">
                          <a:solidFill>
                            <a:schemeClr val="dk1"/>
                          </a:solidFill>
                          <a:effectLst/>
                          <a:latin typeface="+mn-lt"/>
                          <a:ea typeface="+mn-ea"/>
                          <a:cs typeface="+mn-cs"/>
                        </a:rPr>
                        <a:t> </a:t>
                      </a:r>
                      <a:r>
                        <a:rPr kumimoji="0" lang="en-US" sz="2000" kern="1200" baseline="0" dirty="0" err="1">
                          <a:solidFill>
                            <a:schemeClr val="dk1"/>
                          </a:solidFill>
                          <a:effectLst/>
                          <a:latin typeface="+mn-lt"/>
                          <a:ea typeface="+mn-ea"/>
                          <a:cs typeface="+mn-cs"/>
                        </a:rPr>
                        <a:t>các</a:t>
                      </a:r>
                      <a:r>
                        <a:rPr kumimoji="0" lang="en-US" sz="2000" kern="1200" baseline="0" dirty="0">
                          <a:solidFill>
                            <a:schemeClr val="dk1"/>
                          </a:solidFill>
                          <a:effectLst/>
                          <a:latin typeface="+mn-lt"/>
                          <a:ea typeface="+mn-ea"/>
                          <a:cs typeface="+mn-cs"/>
                        </a:rPr>
                        <a:t> </a:t>
                      </a:r>
                      <a:r>
                        <a:rPr kumimoji="0" lang="en-US" sz="2000" kern="1200" baseline="0" dirty="0" err="1">
                          <a:solidFill>
                            <a:schemeClr val="dk1"/>
                          </a:solidFill>
                          <a:effectLst/>
                          <a:latin typeface="+mn-lt"/>
                          <a:ea typeface="+mn-ea"/>
                          <a:cs typeface="+mn-cs"/>
                        </a:rPr>
                        <a:t>quan</a:t>
                      </a:r>
                      <a:r>
                        <a:rPr kumimoji="0" lang="en-US" sz="2000" kern="1200" baseline="0" dirty="0">
                          <a:solidFill>
                            <a:schemeClr val="dk1"/>
                          </a:solidFill>
                          <a:effectLst/>
                          <a:latin typeface="+mn-lt"/>
                          <a:ea typeface="+mn-ea"/>
                          <a:cs typeface="+mn-cs"/>
                        </a:rPr>
                        <a:t> </a:t>
                      </a:r>
                      <a:r>
                        <a:rPr kumimoji="0" lang="en-US" sz="2000" kern="1200" baseline="0" dirty="0" err="1">
                          <a:solidFill>
                            <a:schemeClr val="dk1"/>
                          </a:solidFill>
                          <a:effectLst/>
                          <a:latin typeface="+mn-lt"/>
                          <a:ea typeface="+mn-ea"/>
                          <a:cs typeface="+mn-cs"/>
                        </a:rPr>
                        <a:t>hệ</a:t>
                      </a:r>
                      <a:r>
                        <a:rPr kumimoji="0" lang="en-US" sz="2000" kern="1200" baseline="0" dirty="0">
                          <a:solidFill>
                            <a:schemeClr val="dk1"/>
                          </a:solidFill>
                          <a:effectLst/>
                          <a:latin typeface="+mn-lt"/>
                          <a:ea typeface="+mn-ea"/>
                          <a:cs typeface="+mn-cs"/>
                        </a:rPr>
                        <a:t> </a:t>
                      </a:r>
                      <a:r>
                        <a:rPr kumimoji="0" lang="en-US" sz="2000" kern="1200" baseline="0" dirty="0" err="1">
                          <a:solidFill>
                            <a:schemeClr val="dk1"/>
                          </a:solidFill>
                          <a:effectLst/>
                          <a:latin typeface="+mn-lt"/>
                          <a:ea typeface="+mn-ea"/>
                          <a:cs typeface="+mn-cs"/>
                        </a:rPr>
                        <a:t>xã</a:t>
                      </a:r>
                      <a:r>
                        <a:rPr kumimoji="0" lang="en-US" sz="2000" kern="1200" baseline="0" dirty="0">
                          <a:solidFill>
                            <a:schemeClr val="dk1"/>
                          </a:solidFill>
                          <a:effectLst/>
                          <a:latin typeface="+mn-lt"/>
                          <a:ea typeface="+mn-ea"/>
                          <a:cs typeface="+mn-cs"/>
                        </a:rPr>
                        <a:t> </a:t>
                      </a:r>
                      <a:r>
                        <a:rPr kumimoji="0" lang="en-US" sz="2000" kern="1200" baseline="0" dirty="0" err="1">
                          <a:solidFill>
                            <a:schemeClr val="dk1"/>
                          </a:solidFill>
                          <a:effectLst/>
                          <a:latin typeface="+mn-lt"/>
                          <a:ea typeface="+mn-ea"/>
                          <a:cs typeface="+mn-cs"/>
                        </a:rPr>
                        <a:t>hội</a:t>
                      </a:r>
                      <a:r>
                        <a:rPr kumimoji="0" lang="en-US" sz="2000" kern="1200" baseline="0" dirty="0">
                          <a:solidFill>
                            <a:schemeClr val="dk1"/>
                          </a:solidFill>
                          <a:effectLst/>
                          <a:latin typeface="+mn-lt"/>
                          <a:ea typeface="+mn-ea"/>
                          <a:cs typeface="+mn-cs"/>
                        </a:rPr>
                        <a:t> </a:t>
                      </a:r>
                      <a:r>
                        <a:rPr kumimoji="0" lang="en-US" sz="2000" kern="1200" baseline="0" dirty="0" err="1">
                          <a:solidFill>
                            <a:schemeClr val="dk1"/>
                          </a:solidFill>
                          <a:effectLst/>
                          <a:latin typeface="+mn-lt"/>
                          <a:ea typeface="+mn-ea"/>
                          <a:cs typeface="+mn-cs"/>
                        </a:rPr>
                        <a:t>một</a:t>
                      </a:r>
                      <a:r>
                        <a:rPr kumimoji="0" lang="en-US" sz="2000" kern="1200" baseline="0" dirty="0">
                          <a:solidFill>
                            <a:schemeClr val="dk1"/>
                          </a:solidFill>
                          <a:effectLst/>
                          <a:latin typeface="+mn-lt"/>
                          <a:ea typeface="+mn-ea"/>
                          <a:cs typeface="+mn-cs"/>
                        </a:rPr>
                        <a:t> </a:t>
                      </a:r>
                      <a:r>
                        <a:rPr kumimoji="0" lang="en-US" sz="2000" kern="1200" baseline="0" dirty="0" err="1">
                          <a:solidFill>
                            <a:schemeClr val="dk1"/>
                          </a:solidFill>
                          <a:effectLst/>
                          <a:latin typeface="+mn-lt"/>
                          <a:ea typeface="+mn-ea"/>
                          <a:cs typeface="+mn-cs"/>
                        </a:rPr>
                        <a:t>cách</a:t>
                      </a:r>
                      <a:r>
                        <a:rPr kumimoji="0" lang="en-US" sz="2000" kern="1200" baseline="0" dirty="0">
                          <a:solidFill>
                            <a:schemeClr val="dk1"/>
                          </a:solidFill>
                          <a:effectLst/>
                          <a:latin typeface="+mn-lt"/>
                          <a:ea typeface="+mn-ea"/>
                          <a:cs typeface="+mn-cs"/>
                        </a:rPr>
                        <a:t> </a:t>
                      </a:r>
                      <a:r>
                        <a:rPr kumimoji="0" lang="en-US" sz="2000" kern="1200" baseline="0" dirty="0" err="1">
                          <a:solidFill>
                            <a:schemeClr val="dk1"/>
                          </a:solidFill>
                          <a:effectLst/>
                          <a:latin typeface="+mn-lt"/>
                          <a:ea typeface="+mn-ea"/>
                          <a:cs typeface="+mn-cs"/>
                        </a:rPr>
                        <a:t>nhanh</a:t>
                      </a:r>
                      <a:r>
                        <a:rPr kumimoji="0" lang="en-US" sz="2000" kern="1200" baseline="0" dirty="0">
                          <a:solidFill>
                            <a:schemeClr val="dk1"/>
                          </a:solidFill>
                          <a:effectLst/>
                          <a:latin typeface="+mn-lt"/>
                          <a:ea typeface="+mn-ea"/>
                          <a:cs typeface="+mn-cs"/>
                        </a:rPr>
                        <a:t> </a:t>
                      </a:r>
                      <a:r>
                        <a:rPr kumimoji="0" lang="en-US" sz="2000" kern="1200" baseline="0" dirty="0" err="1">
                          <a:solidFill>
                            <a:schemeClr val="dk1"/>
                          </a:solidFill>
                          <a:effectLst/>
                          <a:latin typeface="+mn-lt"/>
                          <a:ea typeface="+mn-ea"/>
                          <a:cs typeface="+mn-cs"/>
                        </a:rPr>
                        <a:t>chóng</a:t>
                      </a:r>
                      <a:endParaRPr kumimoji="0" lang="en-US" sz="2000" kern="1200" baseline="0" dirty="0">
                        <a:solidFill>
                          <a:schemeClr val="dk1"/>
                        </a:solidFill>
                        <a:effectLst/>
                        <a:latin typeface="+mn-lt"/>
                        <a:ea typeface="+mn-ea"/>
                        <a:cs typeface="+mn-cs"/>
                      </a:endParaRPr>
                    </a:p>
                    <a:p>
                      <a:pPr marL="285750" lvl="0" indent="-285750">
                        <a:buFontTx/>
                        <a:buChar char="-"/>
                      </a:pPr>
                      <a:r>
                        <a:rPr kumimoji="0" lang="en-US" sz="2000" kern="1200" baseline="0" dirty="0" err="1">
                          <a:solidFill>
                            <a:schemeClr val="dk1"/>
                          </a:solidFill>
                          <a:effectLst/>
                          <a:latin typeface="+mn-lt"/>
                          <a:ea typeface="+mn-ea"/>
                          <a:cs typeface="+mn-cs"/>
                        </a:rPr>
                        <a:t>Dễ</a:t>
                      </a:r>
                      <a:r>
                        <a:rPr kumimoji="0" lang="en-US" sz="2000" kern="1200" baseline="0" dirty="0">
                          <a:solidFill>
                            <a:schemeClr val="dk1"/>
                          </a:solidFill>
                          <a:effectLst/>
                          <a:latin typeface="+mn-lt"/>
                          <a:ea typeface="+mn-ea"/>
                          <a:cs typeface="+mn-cs"/>
                        </a:rPr>
                        <a:t> </a:t>
                      </a:r>
                      <a:r>
                        <a:rPr kumimoji="0" lang="en-US" sz="2000" kern="1200" baseline="0" dirty="0" err="1">
                          <a:solidFill>
                            <a:schemeClr val="dk1"/>
                          </a:solidFill>
                          <a:effectLst/>
                          <a:latin typeface="+mn-lt"/>
                          <a:ea typeface="+mn-ea"/>
                          <a:cs typeface="+mn-cs"/>
                        </a:rPr>
                        <a:t>dàng</a:t>
                      </a:r>
                      <a:r>
                        <a:rPr kumimoji="0" lang="en-US" sz="2000" kern="1200" baseline="0" dirty="0">
                          <a:solidFill>
                            <a:schemeClr val="dk1"/>
                          </a:solidFill>
                          <a:effectLst/>
                          <a:latin typeface="+mn-lt"/>
                          <a:ea typeface="+mn-ea"/>
                          <a:cs typeface="+mn-cs"/>
                        </a:rPr>
                        <a:t> </a:t>
                      </a:r>
                      <a:r>
                        <a:rPr kumimoji="0" lang="en-US" sz="2000" kern="1200" baseline="0" dirty="0" err="1">
                          <a:solidFill>
                            <a:schemeClr val="dk1"/>
                          </a:solidFill>
                          <a:effectLst/>
                          <a:latin typeface="+mn-lt"/>
                          <a:ea typeface="+mn-ea"/>
                          <a:cs typeface="+mn-cs"/>
                        </a:rPr>
                        <a:t>sửa</a:t>
                      </a:r>
                      <a:r>
                        <a:rPr kumimoji="0" lang="en-US" sz="2000" kern="1200" baseline="0" dirty="0">
                          <a:solidFill>
                            <a:schemeClr val="dk1"/>
                          </a:solidFill>
                          <a:effectLst/>
                          <a:latin typeface="+mn-lt"/>
                          <a:ea typeface="+mn-ea"/>
                          <a:cs typeface="+mn-cs"/>
                        </a:rPr>
                        <a:t> </a:t>
                      </a:r>
                      <a:r>
                        <a:rPr kumimoji="0" lang="en-US" sz="2000" kern="1200" baseline="0" dirty="0" err="1">
                          <a:solidFill>
                            <a:schemeClr val="dk1"/>
                          </a:solidFill>
                          <a:effectLst/>
                          <a:latin typeface="+mn-lt"/>
                          <a:ea typeface="+mn-ea"/>
                          <a:cs typeface="+mn-cs"/>
                        </a:rPr>
                        <a:t>đổi</a:t>
                      </a:r>
                      <a:r>
                        <a:rPr kumimoji="0" lang="en-US" sz="2000" kern="1200" baseline="0" dirty="0">
                          <a:solidFill>
                            <a:schemeClr val="dk1"/>
                          </a:solidFill>
                          <a:effectLst/>
                          <a:latin typeface="+mn-lt"/>
                          <a:ea typeface="+mn-ea"/>
                          <a:cs typeface="+mn-cs"/>
                        </a:rPr>
                        <a:t> </a:t>
                      </a:r>
                      <a:r>
                        <a:rPr kumimoji="0" lang="en-US" sz="2000" kern="1200" baseline="0" dirty="0" err="1">
                          <a:solidFill>
                            <a:schemeClr val="dk1"/>
                          </a:solidFill>
                          <a:effectLst/>
                          <a:latin typeface="+mn-lt"/>
                          <a:ea typeface="+mn-ea"/>
                          <a:cs typeface="+mn-cs"/>
                        </a:rPr>
                        <a:t>bổ</a:t>
                      </a:r>
                      <a:r>
                        <a:rPr kumimoji="0" lang="en-US" sz="2000" kern="1200" baseline="0" dirty="0">
                          <a:solidFill>
                            <a:schemeClr val="dk1"/>
                          </a:solidFill>
                          <a:effectLst/>
                          <a:latin typeface="+mn-lt"/>
                          <a:ea typeface="+mn-ea"/>
                          <a:cs typeface="+mn-cs"/>
                        </a:rPr>
                        <a:t> sung </a:t>
                      </a:r>
                      <a:r>
                        <a:rPr kumimoji="0" lang="en-US" sz="2000" kern="1200" baseline="0" dirty="0" err="1">
                          <a:solidFill>
                            <a:schemeClr val="dk1"/>
                          </a:solidFill>
                          <a:effectLst/>
                          <a:latin typeface="+mn-lt"/>
                          <a:ea typeface="+mn-ea"/>
                          <a:cs typeface="+mn-cs"/>
                        </a:rPr>
                        <a:t>cho</a:t>
                      </a:r>
                      <a:r>
                        <a:rPr kumimoji="0" lang="en-US" sz="2000" kern="1200" baseline="0" dirty="0">
                          <a:solidFill>
                            <a:schemeClr val="dk1"/>
                          </a:solidFill>
                          <a:effectLst/>
                          <a:latin typeface="+mn-lt"/>
                          <a:ea typeface="+mn-ea"/>
                          <a:cs typeface="+mn-cs"/>
                        </a:rPr>
                        <a:t> </a:t>
                      </a:r>
                      <a:r>
                        <a:rPr kumimoji="0" lang="en-US" sz="2000" kern="1200" baseline="0" dirty="0" err="1">
                          <a:solidFill>
                            <a:schemeClr val="dk1"/>
                          </a:solidFill>
                          <a:effectLst/>
                          <a:latin typeface="+mn-lt"/>
                          <a:ea typeface="+mn-ea"/>
                          <a:cs typeface="+mn-cs"/>
                        </a:rPr>
                        <a:t>phù</a:t>
                      </a:r>
                      <a:r>
                        <a:rPr kumimoji="0" lang="en-US" sz="2000" kern="1200" baseline="0" dirty="0">
                          <a:solidFill>
                            <a:schemeClr val="dk1"/>
                          </a:solidFill>
                          <a:effectLst/>
                          <a:latin typeface="+mn-lt"/>
                          <a:ea typeface="+mn-ea"/>
                          <a:cs typeface="+mn-cs"/>
                        </a:rPr>
                        <a:t> </a:t>
                      </a:r>
                      <a:r>
                        <a:rPr kumimoji="0" lang="en-US" sz="2000" kern="1200" baseline="0" dirty="0" err="1">
                          <a:solidFill>
                            <a:schemeClr val="dk1"/>
                          </a:solidFill>
                          <a:effectLst/>
                          <a:latin typeface="+mn-lt"/>
                          <a:ea typeface="+mn-ea"/>
                          <a:cs typeface="+mn-cs"/>
                        </a:rPr>
                        <a:t>hợp</a:t>
                      </a:r>
                      <a:r>
                        <a:rPr kumimoji="0" lang="en-US" sz="2000" kern="1200" baseline="0" dirty="0">
                          <a:solidFill>
                            <a:schemeClr val="dk1"/>
                          </a:solidFill>
                          <a:effectLst/>
                          <a:latin typeface="+mn-lt"/>
                          <a:ea typeface="+mn-ea"/>
                          <a:cs typeface="+mn-cs"/>
                        </a:rPr>
                        <a:t> </a:t>
                      </a:r>
                      <a:r>
                        <a:rPr kumimoji="0" lang="en-US" sz="2000" kern="1200" baseline="0" dirty="0" err="1">
                          <a:solidFill>
                            <a:schemeClr val="dk1"/>
                          </a:solidFill>
                          <a:effectLst/>
                          <a:latin typeface="+mn-lt"/>
                          <a:ea typeface="+mn-ea"/>
                          <a:cs typeface="+mn-cs"/>
                        </a:rPr>
                        <a:t>với</a:t>
                      </a:r>
                      <a:r>
                        <a:rPr kumimoji="0" lang="en-US" sz="2000" kern="1200" baseline="0" dirty="0">
                          <a:solidFill>
                            <a:schemeClr val="dk1"/>
                          </a:solidFill>
                          <a:effectLst/>
                          <a:latin typeface="+mn-lt"/>
                          <a:ea typeface="+mn-ea"/>
                          <a:cs typeface="+mn-cs"/>
                        </a:rPr>
                        <a:t> </a:t>
                      </a:r>
                      <a:r>
                        <a:rPr kumimoji="0" lang="en-US" sz="2000" kern="1200" baseline="0" dirty="0" err="1">
                          <a:solidFill>
                            <a:schemeClr val="dk1"/>
                          </a:solidFill>
                          <a:effectLst/>
                          <a:latin typeface="+mn-lt"/>
                          <a:ea typeface="+mn-ea"/>
                          <a:cs typeface="+mn-cs"/>
                        </a:rPr>
                        <a:t>điều</a:t>
                      </a:r>
                      <a:r>
                        <a:rPr kumimoji="0" lang="en-US" sz="2000" kern="1200" baseline="0" dirty="0">
                          <a:solidFill>
                            <a:schemeClr val="dk1"/>
                          </a:solidFill>
                          <a:effectLst/>
                          <a:latin typeface="+mn-lt"/>
                          <a:ea typeface="+mn-ea"/>
                          <a:cs typeface="+mn-cs"/>
                        </a:rPr>
                        <a:t> </a:t>
                      </a:r>
                      <a:r>
                        <a:rPr kumimoji="0" lang="en-US" sz="2000" kern="1200" baseline="0" dirty="0" err="1">
                          <a:solidFill>
                            <a:schemeClr val="dk1"/>
                          </a:solidFill>
                          <a:effectLst/>
                          <a:latin typeface="+mn-lt"/>
                          <a:ea typeface="+mn-ea"/>
                          <a:cs typeface="+mn-cs"/>
                        </a:rPr>
                        <a:t>kiện</a:t>
                      </a:r>
                      <a:r>
                        <a:rPr kumimoji="0" lang="en-US" sz="2000" kern="1200" baseline="0" dirty="0">
                          <a:solidFill>
                            <a:schemeClr val="dk1"/>
                          </a:solidFill>
                          <a:effectLst/>
                          <a:latin typeface="+mn-lt"/>
                          <a:ea typeface="+mn-ea"/>
                          <a:cs typeface="+mn-cs"/>
                        </a:rPr>
                        <a:t> </a:t>
                      </a:r>
                      <a:r>
                        <a:rPr kumimoji="0" lang="en-US" sz="2000" kern="1200" baseline="0" dirty="0" err="1">
                          <a:solidFill>
                            <a:schemeClr val="dk1"/>
                          </a:solidFill>
                          <a:effectLst/>
                          <a:latin typeface="+mn-lt"/>
                          <a:ea typeface="+mn-ea"/>
                          <a:cs typeface="+mn-cs"/>
                        </a:rPr>
                        <a:t>thực</a:t>
                      </a:r>
                      <a:r>
                        <a:rPr kumimoji="0" lang="en-US" sz="2000" kern="1200" baseline="0" dirty="0">
                          <a:solidFill>
                            <a:schemeClr val="dk1"/>
                          </a:solidFill>
                          <a:effectLst/>
                          <a:latin typeface="+mn-lt"/>
                          <a:ea typeface="+mn-ea"/>
                          <a:cs typeface="+mn-cs"/>
                        </a:rPr>
                        <a:t> </a:t>
                      </a:r>
                      <a:r>
                        <a:rPr kumimoji="0" lang="en-US" sz="2000" kern="1200" baseline="0" dirty="0" err="1">
                          <a:solidFill>
                            <a:schemeClr val="dk1"/>
                          </a:solidFill>
                          <a:effectLst/>
                          <a:latin typeface="+mn-lt"/>
                          <a:ea typeface="+mn-ea"/>
                          <a:cs typeface="+mn-cs"/>
                        </a:rPr>
                        <a:t>tế</a:t>
                      </a:r>
                      <a:endParaRPr lang="en-US" sz="2000" dirty="0"/>
                    </a:p>
                  </a:txBody>
                  <a:tcPr/>
                </a:tc>
                <a:tc>
                  <a:txBody>
                    <a:bodyPr/>
                    <a:lstStyle/>
                    <a:p>
                      <a:pPr marL="285750" indent="-285750">
                        <a:buFontTx/>
                        <a:buChar char="-"/>
                      </a:pPr>
                      <a:r>
                        <a:rPr lang="en-US" sz="2000" baseline="0" dirty="0" err="1"/>
                        <a:t>Hệ</a:t>
                      </a:r>
                      <a:r>
                        <a:rPr lang="en-US" sz="2000" baseline="0" dirty="0"/>
                        <a:t> </a:t>
                      </a:r>
                      <a:r>
                        <a:rPr lang="en-US" sz="2000" baseline="0" dirty="0" err="1"/>
                        <a:t>thống</a:t>
                      </a:r>
                      <a:r>
                        <a:rPr lang="en-US" sz="2000" baseline="0" dirty="0"/>
                        <a:t> </a:t>
                      </a:r>
                      <a:r>
                        <a:rPr lang="en-US" sz="2000" baseline="0" dirty="0" err="1"/>
                        <a:t>pháp</a:t>
                      </a:r>
                      <a:r>
                        <a:rPr lang="en-US" sz="2000" baseline="0" dirty="0"/>
                        <a:t> </a:t>
                      </a:r>
                      <a:r>
                        <a:rPr lang="en-US" sz="2000" baseline="0" dirty="0" err="1"/>
                        <a:t>luật</a:t>
                      </a:r>
                      <a:r>
                        <a:rPr lang="en-US" sz="2000" baseline="0" dirty="0"/>
                        <a:t> </a:t>
                      </a:r>
                      <a:r>
                        <a:rPr lang="en-US" sz="2000" baseline="0" dirty="0" err="1"/>
                        <a:t>cồng</a:t>
                      </a:r>
                      <a:r>
                        <a:rPr lang="en-US" sz="2000" baseline="0" dirty="0"/>
                        <a:t> </a:t>
                      </a:r>
                      <a:r>
                        <a:rPr lang="en-US" sz="2000" baseline="0" dirty="0" err="1"/>
                        <a:t>kềnh</a:t>
                      </a:r>
                      <a:r>
                        <a:rPr lang="en-US" sz="2000" baseline="0" dirty="0"/>
                        <a:t>, </a:t>
                      </a:r>
                      <a:r>
                        <a:rPr lang="en-US" sz="2000" baseline="0" dirty="0" err="1"/>
                        <a:t>mâu</a:t>
                      </a:r>
                      <a:r>
                        <a:rPr lang="en-US" sz="2000" baseline="0" dirty="0"/>
                        <a:t> </a:t>
                      </a:r>
                      <a:r>
                        <a:rPr lang="en-US" sz="2000" baseline="0" dirty="0" err="1"/>
                        <a:t>thuẫn</a:t>
                      </a:r>
                      <a:r>
                        <a:rPr lang="en-US" sz="2000" baseline="0" dirty="0"/>
                        <a:t> </a:t>
                      </a:r>
                      <a:r>
                        <a:rPr lang="en-US" sz="2000" baseline="0" dirty="0" err="1"/>
                        <a:t>chồng</a:t>
                      </a:r>
                      <a:r>
                        <a:rPr lang="en-US" sz="2000" baseline="0" dirty="0"/>
                        <a:t> </a:t>
                      </a:r>
                      <a:r>
                        <a:rPr lang="en-US" sz="2000" baseline="0" dirty="0" err="1"/>
                        <a:t>chéo</a:t>
                      </a:r>
                      <a:endParaRPr lang="en-US" sz="2000" baseline="0" dirty="0"/>
                    </a:p>
                    <a:p>
                      <a:pPr marL="285750" indent="-285750">
                        <a:buFontTx/>
                        <a:buChar char="-"/>
                      </a:pPr>
                      <a:r>
                        <a:rPr lang="en-US" sz="2000" baseline="0" dirty="0" err="1"/>
                        <a:t>Việc</a:t>
                      </a:r>
                      <a:r>
                        <a:rPr lang="en-US" sz="2000" baseline="0" dirty="0"/>
                        <a:t> </a:t>
                      </a:r>
                      <a:r>
                        <a:rPr lang="en-US" sz="2000" baseline="0" dirty="0" err="1"/>
                        <a:t>sửa</a:t>
                      </a:r>
                      <a:r>
                        <a:rPr lang="en-US" sz="2000" baseline="0" dirty="0"/>
                        <a:t> </a:t>
                      </a:r>
                      <a:r>
                        <a:rPr lang="en-US" sz="2000" baseline="0" dirty="0" err="1"/>
                        <a:t>đổi</a:t>
                      </a:r>
                      <a:r>
                        <a:rPr lang="en-US" sz="2000" baseline="0" dirty="0"/>
                        <a:t> </a:t>
                      </a:r>
                      <a:r>
                        <a:rPr lang="en-US" sz="2000" baseline="0" dirty="0" err="1"/>
                        <a:t>bổ</a:t>
                      </a:r>
                      <a:r>
                        <a:rPr lang="en-US" sz="2000" baseline="0" dirty="0"/>
                        <a:t> sung </a:t>
                      </a:r>
                      <a:r>
                        <a:rPr lang="en-US" sz="2000" baseline="0" dirty="0" err="1"/>
                        <a:t>của</a:t>
                      </a:r>
                      <a:r>
                        <a:rPr lang="en-US" sz="2000" baseline="0" dirty="0"/>
                        <a:t> </a:t>
                      </a:r>
                      <a:r>
                        <a:rPr lang="en-US" sz="2000" baseline="0" dirty="0" err="1"/>
                        <a:t>văn</a:t>
                      </a:r>
                      <a:r>
                        <a:rPr lang="en-US" sz="2000" baseline="0" dirty="0"/>
                        <a:t> </a:t>
                      </a:r>
                      <a:r>
                        <a:rPr lang="en-US" sz="2000" baseline="0" dirty="0" err="1"/>
                        <a:t>bản</a:t>
                      </a:r>
                      <a:r>
                        <a:rPr lang="en-US" sz="2000" baseline="0" dirty="0"/>
                        <a:t> </a:t>
                      </a:r>
                      <a:r>
                        <a:rPr lang="en-US" sz="2000" baseline="0" dirty="0" err="1"/>
                        <a:t>pháp</a:t>
                      </a:r>
                      <a:r>
                        <a:rPr lang="en-US" sz="2000" baseline="0" dirty="0"/>
                        <a:t> </a:t>
                      </a:r>
                      <a:r>
                        <a:rPr lang="en-US" sz="2000" baseline="0" dirty="0" err="1"/>
                        <a:t>luật</a:t>
                      </a:r>
                      <a:r>
                        <a:rPr lang="en-US" sz="2000" baseline="0" dirty="0"/>
                        <a:t> </a:t>
                      </a:r>
                      <a:r>
                        <a:rPr lang="en-US" sz="2000" baseline="0" dirty="0" err="1"/>
                        <a:t>diễn</a:t>
                      </a:r>
                      <a:r>
                        <a:rPr lang="en-US" sz="2000" baseline="0" dirty="0"/>
                        <a:t> </a:t>
                      </a:r>
                      <a:r>
                        <a:rPr lang="en-US" sz="2000" baseline="0" dirty="0" err="1"/>
                        <a:t>ra</a:t>
                      </a:r>
                      <a:r>
                        <a:rPr lang="en-US" sz="2000" baseline="0" dirty="0"/>
                        <a:t> </a:t>
                      </a:r>
                      <a:r>
                        <a:rPr lang="en-US" sz="2000" baseline="0" dirty="0" err="1"/>
                        <a:t>làm</a:t>
                      </a:r>
                      <a:r>
                        <a:rPr lang="en-US" sz="2000" baseline="0" dirty="0"/>
                        <a:t> </a:t>
                      </a:r>
                      <a:r>
                        <a:rPr lang="en-US" sz="2000" baseline="0" dirty="0" err="1"/>
                        <a:t>cho</a:t>
                      </a:r>
                      <a:r>
                        <a:rPr lang="en-US" sz="2000" baseline="0" dirty="0"/>
                        <a:t> </a:t>
                      </a:r>
                      <a:r>
                        <a:rPr lang="en-US" sz="2000" baseline="0" dirty="0" err="1"/>
                        <a:t>người</a:t>
                      </a:r>
                      <a:r>
                        <a:rPr lang="en-US" sz="2000" baseline="0" dirty="0"/>
                        <a:t> </a:t>
                      </a:r>
                      <a:r>
                        <a:rPr lang="en-US" sz="2000" baseline="0" dirty="0" err="1"/>
                        <a:t>dân</a:t>
                      </a:r>
                      <a:r>
                        <a:rPr lang="en-US" sz="2000" baseline="0" dirty="0"/>
                        <a:t> </a:t>
                      </a:r>
                      <a:r>
                        <a:rPr lang="en-US" sz="2000" baseline="0" dirty="0" err="1"/>
                        <a:t>không</a:t>
                      </a:r>
                      <a:r>
                        <a:rPr lang="en-US" sz="2000" baseline="0" dirty="0"/>
                        <a:t> </a:t>
                      </a:r>
                      <a:r>
                        <a:rPr lang="en-US" sz="2000" baseline="0" dirty="0" err="1"/>
                        <a:t>thể</a:t>
                      </a:r>
                      <a:r>
                        <a:rPr lang="en-US" sz="2000" baseline="0" dirty="0"/>
                        <a:t> </a:t>
                      </a:r>
                      <a:r>
                        <a:rPr lang="en-US" sz="2000" baseline="0" dirty="0" err="1"/>
                        <a:t>nắm</a:t>
                      </a:r>
                      <a:r>
                        <a:rPr lang="en-US" sz="2000" baseline="0" dirty="0"/>
                        <a:t> </a:t>
                      </a:r>
                      <a:r>
                        <a:rPr lang="en-US" sz="2000" baseline="0" dirty="0" err="1"/>
                        <a:t>rõ</a:t>
                      </a:r>
                      <a:endParaRPr lang="en-US" sz="2000" dirty="0"/>
                    </a:p>
                  </a:txBody>
                  <a:tcPr/>
                </a:tc>
                <a:extLst>
                  <a:ext uri="{0D108BD9-81ED-4DB2-BD59-A6C34878D82A}">
                    <a16:rowId xmlns:a16="http://schemas.microsoft.com/office/drawing/2014/main" val="10001"/>
                  </a:ext>
                </a:extLst>
              </a:tr>
            </a:tbl>
          </a:graphicData>
        </a:graphic>
      </p:graphicFrame>
      <p:sp>
        <p:nvSpPr>
          <p:cNvPr id="2" name="TextBox 1"/>
          <p:cNvSpPr txBox="1"/>
          <p:nvPr/>
        </p:nvSpPr>
        <p:spPr>
          <a:xfrm>
            <a:off x="914400" y="2971800"/>
            <a:ext cx="6934200" cy="1323439"/>
          </a:xfrm>
          <a:prstGeom prst="rect">
            <a:avLst/>
          </a:prstGeom>
          <a:noFill/>
        </p:spPr>
        <p:txBody>
          <a:bodyPr wrap="square" rtlCol="0">
            <a:spAutoFit/>
          </a:bodyPr>
          <a:lstStyle/>
          <a:p>
            <a:r>
              <a:rPr lang="en-US" dirty="0"/>
              <a:t>+ </a:t>
            </a:r>
            <a:r>
              <a:rPr lang="en-US" sz="2000" dirty="0"/>
              <a:t>Do </a:t>
            </a:r>
            <a:r>
              <a:rPr lang="en-US" sz="2000" dirty="0" err="1"/>
              <a:t>cơ</a:t>
            </a:r>
            <a:r>
              <a:rPr lang="en-US" sz="2000" dirty="0"/>
              <a:t> </a:t>
            </a:r>
            <a:r>
              <a:rPr lang="en-US" sz="2000" dirty="0" err="1"/>
              <a:t>quan</a:t>
            </a:r>
            <a:r>
              <a:rPr lang="en-US" sz="2000" dirty="0"/>
              <a:t> </a:t>
            </a:r>
            <a:r>
              <a:rPr lang="en-US" sz="2000" dirty="0" err="1"/>
              <a:t>nhà</a:t>
            </a:r>
            <a:r>
              <a:rPr lang="en-US" sz="2000" dirty="0"/>
              <a:t> </a:t>
            </a:r>
            <a:r>
              <a:rPr lang="en-US" sz="2000" dirty="0" err="1"/>
              <a:t>nước</a:t>
            </a:r>
            <a:r>
              <a:rPr lang="en-US" sz="2000" dirty="0"/>
              <a:t> </a:t>
            </a:r>
            <a:r>
              <a:rPr lang="en-US" sz="2000" dirty="0" err="1"/>
              <a:t>có</a:t>
            </a:r>
            <a:r>
              <a:rPr lang="en-US" sz="2000" dirty="0"/>
              <a:t> </a:t>
            </a:r>
            <a:r>
              <a:rPr lang="en-US" sz="2000" dirty="0" err="1"/>
              <a:t>thẩm</a:t>
            </a:r>
            <a:r>
              <a:rPr lang="en-US" sz="2000" dirty="0"/>
              <a:t> </a:t>
            </a:r>
            <a:r>
              <a:rPr lang="en-US" sz="2000" dirty="0" err="1"/>
              <a:t>quyền</a:t>
            </a:r>
            <a:r>
              <a:rPr lang="en-US" sz="2000" dirty="0"/>
              <a:t> ban </a:t>
            </a:r>
            <a:r>
              <a:rPr lang="en-US" sz="2000" dirty="0" err="1"/>
              <a:t>hành</a:t>
            </a:r>
            <a:endParaRPr lang="en-US" sz="2000" dirty="0"/>
          </a:p>
          <a:p>
            <a:r>
              <a:rPr lang="en-US" sz="2000" dirty="0"/>
              <a:t>+ </a:t>
            </a:r>
            <a:r>
              <a:rPr lang="en-US" sz="2000" dirty="0" err="1"/>
              <a:t>Chức</a:t>
            </a:r>
            <a:r>
              <a:rPr lang="en-US" sz="2000" dirty="0"/>
              <a:t> </a:t>
            </a:r>
            <a:r>
              <a:rPr lang="en-US" sz="2000" dirty="0" err="1"/>
              <a:t>đựng</a:t>
            </a:r>
            <a:r>
              <a:rPr lang="en-US" sz="2000" dirty="0"/>
              <a:t> </a:t>
            </a:r>
            <a:r>
              <a:rPr lang="en-US" sz="2000" dirty="0" err="1"/>
              <a:t>các</a:t>
            </a:r>
            <a:r>
              <a:rPr lang="en-US" sz="2000" dirty="0"/>
              <a:t> </a:t>
            </a:r>
            <a:r>
              <a:rPr lang="en-US" sz="2000" dirty="0" err="1"/>
              <a:t>quy</a:t>
            </a:r>
            <a:r>
              <a:rPr lang="en-US" sz="2000" dirty="0"/>
              <a:t> </a:t>
            </a:r>
            <a:r>
              <a:rPr lang="en-US" sz="2000" dirty="0" err="1"/>
              <a:t>tắc</a:t>
            </a:r>
            <a:r>
              <a:rPr lang="en-US" sz="2000" dirty="0"/>
              <a:t> </a:t>
            </a:r>
            <a:r>
              <a:rPr lang="en-US" sz="2000" dirty="0" err="1"/>
              <a:t>xử</a:t>
            </a:r>
            <a:r>
              <a:rPr lang="en-US" sz="2000" dirty="0"/>
              <a:t> </a:t>
            </a:r>
            <a:r>
              <a:rPr lang="en-US" sz="2000" dirty="0" err="1"/>
              <a:t>sự</a:t>
            </a:r>
            <a:r>
              <a:rPr lang="en-US" sz="2000" dirty="0"/>
              <a:t> </a:t>
            </a:r>
            <a:r>
              <a:rPr lang="en-US" sz="2000" dirty="0" err="1"/>
              <a:t>chung</a:t>
            </a:r>
            <a:endParaRPr lang="en-US" sz="2000" dirty="0"/>
          </a:p>
          <a:p>
            <a:r>
              <a:rPr lang="en-US" sz="2000" dirty="0"/>
              <a:t>+ </a:t>
            </a:r>
            <a:r>
              <a:rPr lang="en-US" sz="2000" dirty="0" err="1"/>
              <a:t>Được</a:t>
            </a:r>
            <a:r>
              <a:rPr lang="en-US" sz="2000" dirty="0"/>
              <a:t> </a:t>
            </a:r>
            <a:r>
              <a:rPr lang="en-US" sz="2000" dirty="0" err="1"/>
              <a:t>áp</a:t>
            </a:r>
            <a:r>
              <a:rPr lang="en-US" sz="2000" dirty="0"/>
              <a:t> </a:t>
            </a:r>
            <a:r>
              <a:rPr lang="en-US" sz="2000" dirty="0" err="1"/>
              <a:t>dụng</a:t>
            </a:r>
            <a:r>
              <a:rPr lang="en-US" sz="2000" dirty="0"/>
              <a:t> </a:t>
            </a:r>
            <a:r>
              <a:rPr lang="en-US" sz="2000" dirty="0" err="1"/>
              <a:t>nhiều</a:t>
            </a:r>
            <a:r>
              <a:rPr lang="en-US" sz="2000" dirty="0"/>
              <a:t> </a:t>
            </a:r>
            <a:r>
              <a:rPr lang="en-US" sz="2000" dirty="0" err="1"/>
              <a:t>lần</a:t>
            </a:r>
            <a:endParaRPr lang="en-US" sz="2000" dirty="0"/>
          </a:p>
          <a:p>
            <a:r>
              <a:rPr lang="en-US" sz="2000" dirty="0"/>
              <a:t>+ </a:t>
            </a:r>
            <a:r>
              <a:rPr lang="en-US" sz="2000" dirty="0" err="1"/>
              <a:t>Tên</a:t>
            </a:r>
            <a:r>
              <a:rPr lang="en-US" sz="2000" dirty="0"/>
              <a:t> </a:t>
            </a:r>
            <a:r>
              <a:rPr lang="en-US" sz="2000" dirty="0" err="1"/>
              <a:t>gọi</a:t>
            </a:r>
            <a:r>
              <a:rPr lang="en-US" sz="2000" dirty="0"/>
              <a:t> </a:t>
            </a:r>
            <a:r>
              <a:rPr lang="en-US" sz="2000" dirty="0" err="1"/>
              <a:t>nội</a:t>
            </a:r>
            <a:r>
              <a:rPr lang="en-US" sz="2000" dirty="0"/>
              <a:t> dung </a:t>
            </a:r>
            <a:r>
              <a:rPr lang="en-US" sz="2000" dirty="0" err="1"/>
              <a:t>và</a:t>
            </a:r>
            <a:r>
              <a:rPr lang="en-US" sz="2000" dirty="0"/>
              <a:t> </a:t>
            </a:r>
            <a:r>
              <a:rPr lang="en-US" sz="2000" dirty="0" err="1"/>
              <a:t>trình</a:t>
            </a:r>
            <a:r>
              <a:rPr lang="en-US" sz="2000" dirty="0"/>
              <a:t> </a:t>
            </a:r>
            <a:r>
              <a:rPr lang="en-US" sz="2000" dirty="0" err="1"/>
              <a:t>tự</a:t>
            </a:r>
            <a:r>
              <a:rPr lang="en-US" sz="2000" dirty="0"/>
              <a:t> ban </a:t>
            </a:r>
            <a:r>
              <a:rPr lang="en-US" sz="2000" dirty="0" err="1"/>
              <a:t>hành</a:t>
            </a:r>
            <a:r>
              <a:rPr lang="en-US" sz="2000" dirty="0"/>
              <a:t> </a:t>
            </a:r>
            <a:r>
              <a:rPr lang="en-US" sz="2000" dirty="0" err="1"/>
              <a:t>được</a:t>
            </a:r>
            <a:r>
              <a:rPr lang="en-US" sz="2000" dirty="0"/>
              <a:t> </a:t>
            </a:r>
            <a:r>
              <a:rPr lang="en-US" sz="2000" dirty="0" err="1"/>
              <a:t>quy</a:t>
            </a:r>
            <a:r>
              <a:rPr lang="en-US" sz="2000" dirty="0"/>
              <a:t> </a:t>
            </a:r>
            <a:r>
              <a:rPr lang="en-US" sz="2000" dirty="0" err="1"/>
              <a:t>định</a:t>
            </a:r>
            <a:r>
              <a:rPr lang="en-US" sz="2000" dirty="0"/>
              <a:t> </a:t>
            </a:r>
            <a:r>
              <a:rPr lang="en-US" sz="2000" dirty="0" err="1"/>
              <a:t>cụ</a:t>
            </a:r>
            <a:r>
              <a:rPr lang="en-US" sz="2000" dirty="0"/>
              <a:t> </a:t>
            </a:r>
            <a:r>
              <a:rPr lang="en-US" sz="2000" dirty="0" err="1"/>
              <a:t>thể</a:t>
            </a:r>
            <a:r>
              <a:rPr lang="en-US" sz="2000" dirty="0"/>
              <a:t> </a:t>
            </a:r>
          </a:p>
        </p:txBody>
      </p:sp>
    </p:spTree>
    <p:extLst>
      <p:ext uri="{BB962C8B-B14F-4D97-AF65-F5344CB8AC3E}">
        <p14:creationId xmlns:p14="http://schemas.microsoft.com/office/powerpoint/2010/main" val="929916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4" dur="500" fill="hold"/>
                                        <p:tgtEl>
                                          <p:spTgt spid="5"/>
                                        </p:tgtEl>
                                        <p:attrNameLst>
                                          <p:attrName>ppt_x</p:attrName>
                                        </p:attrNameLst>
                                      </p:cBhvr>
                                      <p:tavLst>
                                        <p:tav tm="0">
                                          <p:val>
                                            <p:strVal val="#ppt_x"/>
                                          </p:val>
                                        </p:tav>
                                        <p:tav tm="100000">
                                          <p:val>
                                            <p:strVal val="#ppt_x"/>
                                          </p:val>
                                        </p:tav>
                                      </p:tavLst>
                                    </p:anim>
                                    <p:anim calcmode="lin" valueType="num">
                                      <p:cBhvr additive="base">
                                        <p:cTn id="15"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2">
                                            <p:txEl>
                                              <p:pRg st="0" end="0"/>
                                            </p:txEl>
                                          </p:spTgt>
                                        </p:tgtEl>
                                        <p:attrNameLst>
                                          <p:attrName>style.visibility</p:attrName>
                                        </p:attrNameLst>
                                      </p:cBhvr>
                                      <p:to>
                                        <p:strVal val="visible"/>
                                      </p:to>
                                    </p:set>
                                    <p:animEffect transition="in" filter="wipe(down)">
                                      <p:cBhvr>
                                        <p:cTn id="20" dur="500"/>
                                        <p:tgtEl>
                                          <p:spTgt spid="2">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2">
                                            <p:txEl>
                                              <p:pRg st="1" end="1"/>
                                            </p:txEl>
                                          </p:spTgt>
                                        </p:tgtEl>
                                        <p:attrNameLst>
                                          <p:attrName>style.visibility</p:attrName>
                                        </p:attrNameLst>
                                      </p:cBhvr>
                                      <p:to>
                                        <p:strVal val="visible"/>
                                      </p:to>
                                    </p:set>
                                    <p:animEffect transition="in" filter="barn(inVertical)">
                                      <p:cBhvr>
                                        <p:cTn id="25" dur="500"/>
                                        <p:tgtEl>
                                          <p:spTgt spid="2">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nodeType="clickEffect">
                                  <p:stCondLst>
                                    <p:cond delay="0"/>
                                  </p:stCondLst>
                                  <p:childTnLst>
                                    <p:set>
                                      <p:cBhvr>
                                        <p:cTn id="29" dur="1" fill="hold">
                                          <p:stCondLst>
                                            <p:cond delay="0"/>
                                          </p:stCondLst>
                                        </p:cTn>
                                        <p:tgtEl>
                                          <p:spTgt spid="2">
                                            <p:txEl>
                                              <p:pRg st="2" end="2"/>
                                            </p:txEl>
                                          </p:spTgt>
                                        </p:tgtEl>
                                        <p:attrNameLst>
                                          <p:attrName>style.visibility</p:attrName>
                                        </p:attrNameLst>
                                      </p:cBhvr>
                                      <p:to>
                                        <p:strVal val="visible"/>
                                      </p:to>
                                    </p:set>
                                    <p:animEffect transition="in" filter="barn(inVertical)">
                                      <p:cBhvr>
                                        <p:cTn id="30" dur="500"/>
                                        <p:tgtEl>
                                          <p:spTgt spid="2">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barn(inVertical)">
                                      <p:cBhvr>
                                        <p:cTn id="35" dur="500"/>
                                        <p:tgtEl>
                                          <p:spTgt spid="2">
                                            <p:txEl>
                                              <p:pRg st="3" end="3"/>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8"/>
                                        </p:tgtEl>
                                        <p:attrNameLst>
                                          <p:attrName>style.visibility</p:attrName>
                                        </p:attrNameLst>
                                      </p:cBhvr>
                                      <p:to>
                                        <p:strVal val="visible"/>
                                      </p:to>
                                    </p:set>
                                    <p:anim calcmode="lin" valueType="num">
                                      <p:cBhvr additive="base">
                                        <p:cTn id="40" dur="500" fill="hold"/>
                                        <p:tgtEl>
                                          <p:spTgt spid="8"/>
                                        </p:tgtEl>
                                        <p:attrNameLst>
                                          <p:attrName>ppt_x</p:attrName>
                                        </p:attrNameLst>
                                      </p:cBhvr>
                                      <p:tavLst>
                                        <p:tav tm="0">
                                          <p:val>
                                            <p:strVal val="#ppt_x"/>
                                          </p:val>
                                        </p:tav>
                                        <p:tav tm="100000">
                                          <p:val>
                                            <p:strVal val="#ppt_x"/>
                                          </p:val>
                                        </p:tav>
                                      </p:tavLst>
                                    </p:anim>
                                    <p:anim calcmode="lin" valueType="num">
                                      <p:cBhvr additive="base">
                                        <p:cTn id="41"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Các học thuyết pháp lý</a:t>
            </a:r>
          </a:p>
        </p:txBody>
      </p:sp>
      <p:sp>
        <p:nvSpPr>
          <p:cNvPr id="3" name="Content Placeholder 2"/>
          <p:cNvSpPr>
            <a:spLocks noGrp="1"/>
          </p:cNvSpPr>
          <p:nvPr>
            <p:ph idx="1"/>
          </p:nvPr>
        </p:nvSpPr>
        <p:spPr/>
        <p:txBody>
          <a:bodyPr/>
          <a:lstStyle/>
          <a:p>
            <a:r>
              <a:rPr lang="en-US"/>
              <a:t>Công trình nghiên cứu của các học giả</a:t>
            </a:r>
          </a:p>
          <a:p>
            <a:r>
              <a:rPr lang="en-US"/>
              <a:t>Các ý kiến, bài viết . . . Liên quan đến Nhà nước và pháp luật của các giáo sư, quan tòa, luật sư, trọng tài.</a:t>
            </a:r>
          </a:p>
        </p:txBody>
      </p:sp>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902BCE0B-57F7-4867-87A9-8DFB03EBEF21}"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143000" y="152400"/>
            <a:ext cx="3810000" cy="400110"/>
          </a:xfrm>
          <a:prstGeom prst="rect">
            <a:avLst/>
          </a:prstGeom>
          <a:noFill/>
        </p:spPr>
        <p:txBody>
          <a:bodyPr wrap="square" rtlCol="0">
            <a:spAutoFit/>
          </a:bodyPr>
          <a:lstStyle/>
          <a:p>
            <a:r>
              <a:rPr lang="en-US" sz="2000" b="1" dirty="0"/>
              <a:t>2.4.  </a:t>
            </a:r>
            <a:r>
              <a:rPr lang="en-US" sz="2000" b="1" dirty="0" err="1"/>
              <a:t>Các</a:t>
            </a:r>
            <a:r>
              <a:rPr lang="en-US" sz="2000" b="1" dirty="0"/>
              <a:t> </a:t>
            </a:r>
            <a:r>
              <a:rPr lang="en-US" sz="2000" b="1" dirty="0" err="1"/>
              <a:t>học</a:t>
            </a:r>
            <a:r>
              <a:rPr lang="en-US" sz="2000" b="1" dirty="0"/>
              <a:t> </a:t>
            </a:r>
            <a:r>
              <a:rPr lang="en-US" sz="2000" b="1" dirty="0" err="1"/>
              <a:t>thuyết</a:t>
            </a:r>
            <a:r>
              <a:rPr lang="en-US" sz="2000" b="1" dirty="0"/>
              <a:t> </a:t>
            </a:r>
            <a:r>
              <a:rPr lang="en-US" sz="2000" b="1" dirty="0" err="1"/>
              <a:t>pháp</a:t>
            </a:r>
            <a:r>
              <a:rPr lang="en-US" sz="2000" b="1" dirty="0"/>
              <a:t> </a:t>
            </a:r>
            <a:r>
              <a:rPr lang="en-US" sz="2000" b="1" dirty="0" err="1"/>
              <a:t>lý</a:t>
            </a:r>
            <a:r>
              <a:rPr lang="en-US" sz="2000" b="1" dirty="0"/>
              <a:t> </a:t>
            </a:r>
          </a:p>
        </p:txBody>
      </p:sp>
      <p:sp>
        <p:nvSpPr>
          <p:cNvPr id="6" name="TextBox 5"/>
          <p:cNvSpPr txBox="1"/>
          <p:nvPr/>
        </p:nvSpPr>
        <p:spPr>
          <a:xfrm>
            <a:off x="685800" y="457200"/>
            <a:ext cx="5181600" cy="1938992"/>
          </a:xfrm>
          <a:prstGeom prst="rect">
            <a:avLst/>
          </a:prstGeom>
          <a:noFill/>
        </p:spPr>
        <p:txBody>
          <a:bodyPr wrap="square" rtlCol="0">
            <a:spAutoFit/>
          </a:bodyPr>
          <a:lstStyle/>
          <a:p>
            <a:pPr indent="457200">
              <a:spcAft>
                <a:spcPts val="1000"/>
              </a:spcAft>
            </a:pPr>
            <a:r>
              <a:rPr lang="en-US" sz="2000" kern="100" dirty="0" err="1">
                <a:solidFill>
                  <a:srgbClr val="000000"/>
                </a:solidFill>
                <a:latin typeface="Calibri" panose="020F0502020204030204" pitchFamily="34" charset="0"/>
                <a:ea typeface="Times New Roman" panose="02020603050405020304" pitchFamily="18" charset="0"/>
              </a:rPr>
              <a:t>Là</a:t>
            </a:r>
            <a:r>
              <a:rPr lang="en-US" sz="2000" kern="100" dirty="0">
                <a:solidFill>
                  <a:srgbClr val="000000"/>
                </a:solidFill>
                <a:latin typeface="Calibri" panose="020F0502020204030204" pitchFamily="34" charset="0"/>
                <a:ea typeface="Times New Roman" panose="02020603050405020304" pitchFamily="18" charset="0"/>
              </a:rPr>
              <a:t> h</a:t>
            </a:r>
            <a:r>
              <a:rPr lang="vi-VN" sz="2000" kern="100" dirty="0">
                <a:solidFill>
                  <a:srgbClr val="000000"/>
                </a:solidFill>
                <a:latin typeface="Calibri" panose="020F0502020204030204" pitchFamily="34" charset="0"/>
                <a:ea typeface="Times New Roman" panose="02020603050405020304" pitchFamily="18" charset="0"/>
              </a:rPr>
              <a:t>ệ thống c</a:t>
            </a:r>
            <a:r>
              <a:rPr lang="en-US" sz="2000" kern="100" dirty="0" err="1">
                <a:solidFill>
                  <a:srgbClr val="000000"/>
                </a:solidFill>
                <a:latin typeface="Calibri" panose="020F0502020204030204" pitchFamily="34" charset="0"/>
                <a:ea typeface="Times New Roman" panose="02020603050405020304" pitchFamily="18" charset="0"/>
              </a:rPr>
              <a:t>ác</a:t>
            </a:r>
            <a:r>
              <a:rPr lang="en-US" sz="2000" kern="100" dirty="0">
                <a:solidFill>
                  <a:srgbClr val="000000"/>
                </a:solidFill>
                <a:latin typeface="Calibri" panose="020F0502020204030204" pitchFamily="34" charset="0"/>
                <a:ea typeface="Times New Roman" panose="02020603050405020304" pitchFamily="18" charset="0"/>
              </a:rPr>
              <a:t> </a:t>
            </a:r>
            <a:r>
              <a:rPr lang="en-US" sz="2000" kern="100" dirty="0" err="1">
                <a:solidFill>
                  <a:srgbClr val="000000"/>
                </a:solidFill>
                <a:latin typeface="Calibri" panose="020F0502020204030204" pitchFamily="34" charset="0"/>
                <a:ea typeface="Times New Roman" panose="02020603050405020304" pitchFamily="18" charset="0"/>
              </a:rPr>
              <a:t>quan</a:t>
            </a:r>
            <a:r>
              <a:rPr lang="en-US" sz="2000" kern="100" dirty="0">
                <a:solidFill>
                  <a:srgbClr val="000000"/>
                </a:solidFill>
                <a:latin typeface="Calibri" panose="020F0502020204030204" pitchFamily="34" charset="0"/>
                <a:ea typeface="Times New Roman" panose="02020603050405020304" pitchFamily="18" charset="0"/>
              </a:rPr>
              <a:t> </a:t>
            </a:r>
            <a:r>
              <a:rPr lang="en-US" sz="2000" kern="100" dirty="0" err="1">
                <a:solidFill>
                  <a:srgbClr val="000000"/>
                </a:solidFill>
                <a:latin typeface="Calibri" panose="020F0502020204030204" pitchFamily="34" charset="0"/>
                <a:ea typeface="Times New Roman" panose="02020603050405020304" pitchFamily="18" charset="0"/>
              </a:rPr>
              <a:t>đi</a:t>
            </a:r>
            <a:r>
              <a:rPr lang="vi-VN" sz="2000" kern="100" dirty="0">
                <a:solidFill>
                  <a:srgbClr val="000000"/>
                </a:solidFill>
                <a:latin typeface="Calibri" panose="020F0502020204030204" pitchFamily="34" charset="0"/>
                <a:ea typeface="Times New Roman" panose="02020603050405020304" pitchFamily="18" charset="0"/>
              </a:rPr>
              <a:t>ểm l</a:t>
            </a:r>
            <a:r>
              <a:rPr lang="en-US" sz="2000" kern="100" dirty="0">
                <a:solidFill>
                  <a:srgbClr val="000000"/>
                </a:solidFill>
                <a:latin typeface="Calibri" panose="020F0502020204030204" pitchFamily="34" charset="0"/>
                <a:ea typeface="Times New Roman" panose="02020603050405020304" pitchFamily="18" charset="0"/>
              </a:rPr>
              <a:t>í </a:t>
            </a:r>
            <a:r>
              <a:rPr lang="en-US" sz="2000" kern="100" dirty="0" err="1">
                <a:solidFill>
                  <a:srgbClr val="000000"/>
                </a:solidFill>
                <a:latin typeface="Calibri" panose="020F0502020204030204" pitchFamily="34" charset="0"/>
                <a:ea typeface="Times New Roman" panose="02020603050405020304" pitchFamily="18" charset="0"/>
              </a:rPr>
              <a:t>lu</a:t>
            </a:r>
            <a:r>
              <a:rPr lang="vi-VN" sz="2000" kern="100" dirty="0">
                <a:solidFill>
                  <a:srgbClr val="000000"/>
                </a:solidFill>
                <a:latin typeface="Calibri" panose="020F0502020204030204" pitchFamily="34" charset="0"/>
                <a:ea typeface="Times New Roman" panose="02020603050405020304" pitchFamily="18" charset="0"/>
              </a:rPr>
              <a:t>ận khoa học ho</a:t>
            </a:r>
            <a:r>
              <a:rPr lang="en-US" sz="2000" kern="100" dirty="0" err="1">
                <a:solidFill>
                  <a:srgbClr val="000000"/>
                </a:solidFill>
                <a:latin typeface="Calibri" panose="020F0502020204030204" pitchFamily="34" charset="0"/>
                <a:ea typeface="Times New Roman" panose="02020603050405020304" pitchFamily="18" charset="0"/>
              </a:rPr>
              <a:t>àn</a:t>
            </a:r>
            <a:r>
              <a:rPr lang="en-US" sz="2000" kern="100" dirty="0">
                <a:solidFill>
                  <a:srgbClr val="000000"/>
                </a:solidFill>
                <a:latin typeface="Calibri" panose="020F0502020204030204" pitchFamily="34" charset="0"/>
                <a:ea typeface="Times New Roman" panose="02020603050405020304" pitchFamily="18" charset="0"/>
              </a:rPr>
              <a:t> </a:t>
            </a:r>
            <a:r>
              <a:rPr lang="en-US" sz="2000" kern="100" dirty="0" err="1">
                <a:solidFill>
                  <a:srgbClr val="000000"/>
                </a:solidFill>
                <a:latin typeface="Calibri" panose="020F0502020204030204" pitchFamily="34" charset="0"/>
                <a:ea typeface="Times New Roman" panose="02020603050405020304" pitchFamily="18" charset="0"/>
              </a:rPr>
              <a:t>ch</a:t>
            </a:r>
            <a:r>
              <a:rPr lang="vi-VN" sz="2000" kern="100" dirty="0">
                <a:solidFill>
                  <a:srgbClr val="000000"/>
                </a:solidFill>
                <a:latin typeface="Calibri" panose="020F0502020204030204" pitchFamily="34" charset="0"/>
                <a:ea typeface="Times New Roman" panose="02020603050405020304" pitchFamily="18" charset="0"/>
              </a:rPr>
              <a:t>ỉnh về những vấn đề nh</a:t>
            </a:r>
            <a:r>
              <a:rPr lang="en-US" sz="2000" kern="100" dirty="0">
                <a:solidFill>
                  <a:srgbClr val="000000"/>
                </a:solidFill>
                <a:latin typeface="Calibri" panose="020F0502020204030204" pitchFamily="34" charset="0"/>
                <a:ea typeface="Times New Roman" panose="02020603050405020304" pitchFamily="18" charset="0"/>
              </a:rPr>
              <a:t>à </a:t>
            </a:r>
            <a:r>
              <a:rPr lang="en-US" sz="2000" kern="100" dirty="0" err="1">
                <a:solidFill>
                  <a:srgbClr val="000000"/>
                </a:solidFill>
                <a:latin typeface="Calibri" panose="020F0502020204030204" pitchFamily="34" charset="0"/>
                <a:ea typeface="Times New Roman" panose="02020603050405020304" pitchFamily="18" charset="0"/>
              </a:rPr>
              <a:t>nư</a:t>
            </a:r>
            <a:r>
              <a:rPr lang="vi-VN" sz="2000" kern="100" dirty="0">
                <a:solidFill>
                  <a:srgbClr val="000000"/>
                </a:solidFill>
                <a:latin typeface="Calibri" panose="020F0502020204030204" pitchFamily="34" charset="0"/>
                <a:ea typeface="Times New Roman" panose="02020603050405020304" pitchFamily="18" charset="0"/>
              </a:rPr>
              <a:t>ớc v</a:t>
            </a:r>
            <a:r>
              <a:rPr lang="en-US" sz="2000" kern="100" dirty="0">
                <a:solidFill>
                  <a:srgbClr val="000000"/>
                </a:solidFill>
                <a:latin typeface="Calibri" panose="020F0502020204030204" pitchFamily="34" charset="0"/>
                <a:ea typeface="Times New Roman" panose="02020603050405020304" pitchFamily="18" charset="0"/>
              </a:rPr>
              <a:t>à </a:t>
            </a:r>
            <a:r>
              <a:rPr lang="en-US" sz="2000" kern="100" dirty="0" err="1">
                <a:solidFill>
                  <a:srgbClr val="000000"/>
                </a:solidFill>
                <a:latin typeface="Calibri" panose="020F0502020204030204" pitchFamily="34" charset="0"/>
                <a:ea typeface="Times New Roman" panose="02020603050405020304" pitchFamily="18" charset="0"/>
              </a:rPr>
              <a:t>pháp</a:t>
            </a:r>
            <a:r>
              <a:rPr lang="en-US" sz="2000" kern="100" dirty="0">
                <a:solidFill>
                  <a:srgbClr val="000000"/>
                </a:solidFill>
                <a:latin typeface="Calibri" panose="020F0502020204030204" pitchFamily="34" charset="0"/>
                <a:ea typeface="Times New Roman" panose="02020603050405020304" pitchFamily="18" charset="0"/>
              </a:rPr>
              <a:t> </a:t>
            </a:r>
            <a:r>
              <a:rPr lang="en-US" sz="2000" kern="100" dirty="0" err="1">
                <a:solidFill>
                  <a:srgbClr val="000000"/>
                </a:solidFill>
                <a:latin typeface="Calibri" panose="020F0502020204030204" pitchFamily="34" charset="0"/>
                <a:ea typeface="Times New Roman" panose="02020603050405020304" pitchFamily="18" charset="0"/>
              </a:rPr>
              <a:t>lu</a:t>
            </a:r>
            <a:r>
              <a:rPr lang="vi-VN" sz="2000" kern="100" dirty="0">
                <a:solidFill>
                  <a:srgbClr val="000000"/>
                </a:solidFill>
                <a:latin typeface="Calibri" panose="020F0502020204030204" pitchFamily="34" charset="0"/>
                <a:ea typeface="Times New Roman" panose="02020603050405020304" pitchFamily="18" charset="0"/>
              </a:rPr>
              <a:t>ật, học thuyết ph</a:t>
            </a:r>
            <a:r>
              <a:rPr lang="en-US" sz="2000" kern="100" dirty="0" err="1">
                <a:solidFill>
                  <a:srgbClr val="000000"/>
                </a:solidFill>
                <a:latin typeface="Calibri" panose="020F0502020204030204" pitchFamily="34" charset="0"/>
                <a:ea typeface="Times New Roman" panose="02020603050405020304" pitchFamily="18" charset="0"/>
              </a:rPr>
              <a:t>áp</a:t>
            </a:r>
            <a:r>
              <a:rPr lang="en-US" sz="2000" kern="100" dirty="0">
                <a:solidFill>
                  <a:srgbClr val="000000"/>
                </a:solidFill>
                <a:latin typeface="Calibri" panose="020F0502020204030204" pitchFamily="34" charset="0"/>
                <a:ea typeface="Times New Roman" panose="02020603050405020304" pitchFamily="18" charset="0"/>
              </a:rPr>
              <a:t> </a:t>
            </a:r>
            <a:r>
              <a:rPr lang="en-US" sz="2000" kern="100" dirty="0" err="1">
                <a:solidFill>
                  <a:srgbClr val="000000"/>
                </a:solidFill>
                <a:latin typeface="Calibri" panose="020F0502020204030204" pitchFamily="34" charset="0"/>
                <a:ea typeface="Times New Roman" panose="02020603050405020304" pitchFamily="18" charset="0"/>
              </a:rPr>
              <a:t>lí</a:t>
            </a:r>
            <a:r>
              <a:rPr lang="en-US" sz="2000" kern="100" dirty="0">
                <a:solidFill>
                  <a:srgbClr val="000000"/>
                </a:solidFill>
                <a:latin typeface="Calibri" panose="020F0502020204030204" pitchFamily="34" charset="0"/>
                <a:ea typeface="Times New Roman" panose="02020603050405020304" pitchFamily="18" charset="0"/>
              </a:rPr>
              <a:t> bi</a:t>
            </a:r>
            <a:r>
              <a:rPr lang="vi-VN" sz="2000" kern="100" dirty="0">
                <a:solidFill>
                  <a:srgbClr val="000000"/>
                </a:solidFill>
                <a:latin typeface="Calibri" panose="020F0502020204030204" pitchFamily="34" charset="0"/>
                <a:ea typeface="Times New Roman" panose="02020603050405020304" pitchFamily="18" charset="0"/>
              </a:rPr>
              <a:t>ểu hiện ở cấp độ cao của </a:t>
            </a:r>
            <a:r>
              <a:rPr lang="en-US" sz="2000" kern="100" dirty="0">
                <a:solidFill>
                  <a:srgbClr val="000000"/>
                </a:solidFill>
                <a:latin typeface="Calibri" panose="020F0502020204030204" pitchFamily="34" charset="0"/>
                <a:ea typeface="Times New Roman" panose="02020603050405020304" pitchFamily="18" charset="0"/>
              </a:rPr>
              <a:t>ý </a:t>
            </a:r>
            <a:r>
              <a:rPr lang="en-US" sz="2000" kern="100" dirty="0" err="1">
                <a:solidFill>
                  <a:srgbClr val="000000"/>
                </a:solidFill>
                <a:latin typeface="Calibri" panose="020F0502020204030204" pitchFamily="34" charset="0"/>
                <a:ea typeface="Times New Roman" panose="02020603050405020304" pitchFamily="18" charset="0"/>
              </a:rPr>
              <a:t>th</a:t>
            </a:r>
            <a:r>
              <a:rPr lang="vi-VN" sz="2000" kern="100" dirty="0">
                <a:solidFill>
                  <a:srgbClr val="000000"/>
                </a:solidFill>
                <a:latin typeface="Calibri" panose="020F0502020204030204" pitchFamily="34" charset="0"/>
                <a:ea typeface="Times New Roman" panose="02020603050405020304" pitchFamily="18" charset="0"/>
              </a:rPr>
              <a:t>ức ph</a:t>
            </a:r>
            <a:r>
              <a:rPr lang="en-US" sz="2000" kern="100" dirty="0" err="1">
                <a:solidFill>
                  <a:srgbClr val="000000"/>
                </a:solidFill>
                <a:latin typeface="Calibri" panose="020F0502020204030204" pitchFamily="34" charset="0"/>
                <a:ea typeface="Times New Roman" panose="02020603050405020304" pitchFamily="18" charset="0"/>
              </a:rPr>
              <a:t>áp</a:t>
            </a:r>
            <a:r>
              <a:rPr lang="en-US" sz="2000" kern="100" dirty="0">
                <a:solidFill>
                  <a:srgbClr val="000000"/>
                </a:solidFill>
                <a:latin typeface="Calibri" panose="020F0502020204030204" pitchFamily="34" charset="0"/>
                <a:ea typeface="Times New Roman" panose="02020603050405020304" pitchFamily="18" charset="0"/>
              </a:rPr>
              <a:t> </a:t>
            </a:r>
            <a:r>
              <a:rPr lang="en-US" sz="2000" kern="100" dirty="0" err="1">
                <a:solidFill>
                  <a:srgbClr val="000000"/>
                </a:solidFill>
                <a:latin typeface="Calibri" panose="020F0502020204030204" pitchFamily="34" charset="0"/>
                <a:ea typeface="Times New Roman" panose="02020603050405020304" pitchFamily="18" charset="0"/>
              </a:rPr>
              <a:t>lu</a:t>
            </a:r>
            <a:r>
              <a:rPr lang="vi-VN" sz="2000" kern="100" dirty="0">
                <a:solidFill>
                  <a:srgbClr val="000000"/>
                </a:solidFill>
                <a:latin typeface="Calibri" panose="020F0502020204030204" pitchFamily="34" charset="0"/>
                <a:ea typeface="Times New Roman" panose="02020603050405020304" pitchFamily="18" charset="0"/>
              </a:rPr>
              <a:t>ật, tức l</a:t>
            </a:r>
            <a:r>
              <a:rPr lang="en-US" sz="2000" kern="100" dirty="0">
                <a:solidFill>
                  <a:srgbClr val="000000"/>
                </a:solidFill>
                <a:latin typeface="Calibri" panose="020F0502020204030204" pitchFamily="34" charset="0"/>
                <a:ea typeface="Times New Roman" panose="02020603050405020304" pitchFamily="18" charset="0"/>
              </a:rPr>
              <a:t>à </a:t>
            </a:r>
            <a:r>
              <a:rPr lang="en-US" sz="2000" kern="100" dirty="0" err="1">
                <a:solidFill>
                  <a:srgbClr val="000000"/>
                </a:solidFill>
                <a:latin typeface="Calibri" panose="020F0502020204030204" pitchFamily="34" charset="0"/>
                <a:ea typeface="Times New Roman" panose="02020603050405020304" pitchFamily="18" charset="0"/>
              </a:rPr>
              <a:t>nh</a:t>
            </a:r>
            <a:r>
              <a:rPr lang="vi-VN" sz="2000" kern="100" dirty="0">
                <a:solidFill>
                  <a:srgbClr val="000000"/>
                </a:solidFill>
                <a:latin typeface="Calibri" panose="020F0502020204030204" pitchFamily="34" charset="0"/>
                <a:ea typeface="Times New Roman" panose="02020603050405020304" pitchFamily="18" charset="0"/>
              </a:rPr>
              <a:t>ững </a:t>
            </a:r>
            <a:r>
              <a:rPr lang="en-US" sz="2000" kern="100" dirty="0">
                <a:solidFill>
                  <a:srgbClr val="000000"/>
                </a:solidFill>
                <a:latin typeface="Calibri" panose="020F0502020204030204" pitchFamily="34" charset="0"/>
                <a:ea typeface="Times New Roman" panose="02020603050405020304" pitchFamily="18" charset="0"/>
              </a:rPr>
              <a:t>ý </a:t>
            </a:r>
            <a:r>
              <a:rPr lang="en-US" sz="2000" kern="100" dirty="0" err="1">
                <a:solidFill>
                  <a:srgbClr val="000000"/>
                </a:solidFill>
                <a:latin typeface="Calibri" panose="020F0502020204030204" pitchFamily="34" charset="0"/>
                <a:ea typeface="Times New Roman" panose="02020603050405020304" pitchFamily="18" charset="0"/>
              </a:rPr>
              <a:t>ni</a:t>
            </a:r>
            <a:r>
              <a:rPr lang="vi-VN" sz="2000" kern="100" dirty="0">
                <a:solidFill>
                  <a:srgbClr val="000000"/>
                </a:solidFill>
                <a:latin typeface="Calibri" panose="020F0502020204030204" pitchFamily="34" charset="0"/>
                <a:ea typeface="Times New Roman" panose="02020603050405020304" pitchFamily="18" charset="0"/>
              </a:rPr>
              <a:t>ệm của con người về hệ thống c</a:t>
            </a:r>
            <a:r>
              <a:rPr lang="en-US" sz="2000" kern="100" dirty="0" err="1">
                <a:solidFill>
                  <a:srgbClr val="000000"/>
                </a:solidFill>
                <a:latin typeface="Calibri" panose="020F0502020204030204" pitchFamily="34" charset="0"/>
                <a:ea typeface="Times New Roman" panose="02020603050405020304" pitchFamily="18" charset="0"/>
              </a:rPr>
              <a:t>ác</a:t>
            </a:r>
            <a:r>
              <a:rPr lang="en-US" sz="2000" kern="100" dirty="0">
                <a:solidFill>
                  <a:srgbClr val="000000"/>
                </a:solidFill>
                <a:latin typeface="Calibri" panose="020F0502020204030204" pitchFamily="34" charset="0"/>
                <a:ea typeface="Times New Roman" panose="02020603050405020304" pitchFamily="18" charset="0"/>
              </a:rPr>
              <a:t> </a:t>
            </a:r>
            <a:r>
              <a:rPr lang="en-US" sz="2000" kern="100" dirty="0" err="1">
                <a:solidFill>
                  <a:srgbClr val="000000"/>
                </a:solidFill>
                <a:latin typeface="Calibri" panose="020F0502020204030204" pitchFamily="34" charset="0"/>
                <a:ea typeface="Times New Roman" panose="02020603050405020304" pitchFamily="18" charset="0"/>
              </a:rPr>
              <a:t>th</a:t>
            </a:r>
            <a:r>
              <a:rPr lang="vi-VN" sz="2000" kern="100" dirty="0">
                <a:solidFill>
                  <a:srgbClr val="000000"/>
                </a:solidFill>
                <a:latin typeface="Calibri" panose="020F0502020204030204" pitchFamily="34" charset="0"/>
                <a:ea typeface="Times New Roman" panose="02020603050405020304" pitchFamily="18" charset="0"/>
              </a:rPr>
              <a:t>ể chế v</a:t>
            </a:r>
            <a:r>
              <a:rPr lang="en-US" sz="2000" kern="100" dirty="0">
                <a:solidFill>
                  <a:srgbClr val="000000"/>
                </a:solidFill>
                <a:latin typeface="Calibri" panose="020F0502020204030204" pitchFamily="34" charset="0"/>
                <a:ea typeface="Times New Roman" panose="02020603050405020304" pitchFamily="18" charset="0"/>
              </a:rPr>
              <a:t>à </a:t>
            </a:r>
            <a:r>
              <a:rPr lang="en-US" sz="2000" kern="100" dirty="0" err="1">
                <a:solidFill>
                  <a:srgbClr val="000000"/>
                </a:solidFill>
                <a:latin typeface="Calibri" panose="020F0502020204030204" pitchFamily="34" charset="0"/>
                <a:ea typeface="Times New Roman" panose="02020603050405020304" pitchFamily="18" charset="0"/>
              </a:rPr>
              <a:t>thi</a:t>
            </a:r>
            <a:r>
              <a:rPr lang="vi-VN" sz="2000" kern="100" dirty="0">
                <a:solidFill>
                  <a:srgbClr val="000000"/>
                </a:solidFill>
                <a:latin typeface="Calibri" panose="020F0502020204030204" pitchFamily="34" charset="0"/>
                <a:ea typeface="Times New Roman" panose="02020603050405020304" pitchFamily="18" charset="0"/>
              </a:rPr>
              <a:t>ết chế nh</a:t>
            </a:r>
            <a:r>
              <a:rPr lang="en-US" sz="2000" kern="100" dirty="0">
                <a:solidFill>
                  <a:srgbClr val="000000"/>
                </a:solidFill>
                <a:latin typeface="Calibri" panose="020F0502020204030204" pitchFamily="34" charset="0"/>
                <a:ea typeface="Times New Roman" panose="02020603050405020304" pitchFamily="18" charset="0"/>
              </a:rPr>
              <a:t>à </a:t>
            </a:r>
            <a:r>
              <a:rPr lang="en-US" sz="2000" kern="100" dirty="0" err="1">
                <a:solidFill>
                  <a:srgbClr val="000000"/>
                </a:solidFill>
                <a:latin typeface="Calibri" panose="020F0502020204030204" pitchFamily="34" charset="0"/>
                <a:ea typeface="Times New Roman" panose="02020603050405020304" pitchFamily="18" charset="0"/>
              </a:rPr>
              <a:t>nư</a:t>
            </a:r>
            <a:r>
              <a:rPr lang="vi-VN" sz="2000" kern="100" dirty="0">
                <a:solidFill>
                  <a:srgbClr val="000000"/>
                </a:solidFill>
                <a:latin typeface="Calibri" panose="020F0502020204030204" pitchFamily="34" charset="0"/>
                <a:ea typeface="Times New Roman" panose="02020603050405020304" pitchFamily="18" charset="0"/>
              </a:rPr>
              <a:t>ớc.</a:t>
            </a:r>
            <a:endParaRPr lang="en-US" sz="2000" kern="100" dirty="0">
              <a:effectLst/>
              <a:latin typeface="Times New Roman" panose="02020603050405020304" pitchFamily="18" charset="0"/>
              <a:ea typeface="SimSun" panose="02010600030101010101" pitchFamily="2" charset="-122"/>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67401" y="0"/>
            <a:ext cx="3276599" cy="2012117"/>
          </a:xfrm>
          <a:prstGeom prst="rect">
            <a:avLst/>
          </a:prstGeom>
        </p:spPr>
      </p:pic>
      <p:graphicFrame>
        <p:nvGraphicFramePr>
          <p:cNvPr id="8" name="Table 7"/>
          <p:cNvGraphicFramePr>
            <a:graphicFrameLocks noGrp="1"/>
          </p:cNvGraphicFramePr>
          <p:nvPr>
            <p:extLst>
              <p:ext uri="{D42A27DB-BD31-4B8C-83A1-F6EECF244321}">
                <p14:modId xmlns:p14="http://schemas.microsoft.com/office/powerpoint/2010/main" val="3203425690"/>
              </p:ext>
            </p:extLst>
          </p:nvPr>
        </p:nvGraphicFramePr>
        <p:xfrm>
          <a:off x="457200" y="4236720"/>
          <a:ext cx="8153400" cy="2910840"/>
        </p:xfrm>
        <a:graphic>
          <a:graphicData uri="http://schemas.openxmlformats.org/drawingml/2006/table">
            <a:tbl>
              <a:tblPr firstRow="1" bandRow="1">
                <a:tableStyleId>{5C22544A-7EE6-4342-B048-85BDC9FD1C3A}</a:tableStyleId>
              </a:tblPr>
              <a:tblGrid>
                <a:gridCol w="4076700">
                  <a:extLst>
                    <a:ext uri="{9D8B030D-6E8A-4147-A177-3AD203B41FA5}">
                      <a16:colId xmlns:a16="http://schemas.microsoft.com/office/drawing/2014/main" val="20000"/>
                    </a:ext>
                  </a:extLst>
                </a:gridCol>
                <a:gridCol w="4076700">
                  <a:extLst>
                    <a:ext uri="{9D8B030D-6E8A-4147-A177-3AD203B41FA5}">
                      <a16:colId xmlns:a16="http://schemas.microsoft.com/office/drawing/2014/main" val="20001"/>
                    </a:ext>
                  </a:extLst>
                </a:gridCol>
              </a:tblGrid>
              <a:tr h="350874">
                <a:tc>
                  <a:txBody>
                    <a:bodyPr/>
                    <a:lstStyle/>
                    <a:p>
                      <a:r>
                        <a:rPr lang="en-US" dirty="0"/>
                        <a:t>                </a:t>
                      </a:r>
                      <a:r>
                        <a:rPr lang="vi-VN" dirty="0"/>
                        <a:t>Ư</a:t>
                      </a:r>
                      <a:r>
                        <a:rPr lang="en-US" dirty="0"/>
                        <a:t>u</a:t>
                      </a:r>
                      <a:r>
                        <a:rPr lang="en-US" baseline="0" dirty="0"/>
                        <a:t> </a:t>
                      </a:r>
                      <a:r>
                        <a:rPr lang="en-US" baseline="0" dirty="0" err="1"/>
                        <a:t>điểm</a:t>
                      </a:r>
                      <a:r>
                        <a:rPr lang="en-US" baseline="0" dirty="0"/>
                        <a:t>   </a:t>
                      </a:r>
                      <a:endParaRPr lang="en-US" dirty="0"/>
                    </a:p>
                  </a:txBody>
                  <a:tcPr/>
                </a:tc>
                <a:tc>
                  <a:txBody>
                    <a:bodyPr/>
                    <a:lstStyle/>
                    <a:p>
                      <a:r>
                        <a:rPr lang="en-US" dirty="0"/>
                        <a:t>                </a:t>
                      </a:r>
                      <a:r>
                        <a:rPr lang="en-US" dirty="0" err="1"/>
                        <a:t>Nhược</a:t>
                      </a:r>
                      <a:r>
                        <a:rPr lang="en-US" dirty="0"/>
                        <a:t> </a:t>
                      </a:r>
                      <a:r>
                        <a:rPr lang="en-US" dirty="0" err="1"/>
                        <a:t>điểm</a:t>
                      </a:r>
                      <a:r>
                        <a:rPr lang="en-US" baseline="0" dirty="0"/>
                        <a:t> </a:t>
                      </a:r>
                      <a:endParaRPr lang="en-US" dirty="0"/>
                    </a:p>
                  </a:txBody>
                  <a:tcPr/>
                </a:tc>
                <a:extLst>
                  <a:ext uri="{0D108BD9-81ED-4DB2-BD59-A6C34878D82A}">
                    <a16:rowId xmlns:a16="http://schemas.microsoft.com/office/drawing/2014/main" val="10000"/>
                  </a:ext>
                </a:extLst>
              </a:tr>
              <a:tr h="2163726">
                <a:tc>
                  <a:txBody>
                    <a:bodyPr/>
                    <a:lstStyle/>
                    <a:p>
                      <a:r>
                        <a:rPr kumimoji="0" lang="en-US" sz="2000" kern="1200" dirty="0">
                          <a:solidFill>
                            <a:schemeClr val="dk1"/>
                          </a:solidFill>
                          <a:effectLst/>
                          <a:latin typeface="+mn-lt"/>
                          <a:ea typeface="+mn-ea"/>
                          <a:cs typeface="+mn-cs"/>
                        </a:rPr>
                        <a:t>-     </a:t>
                      </a:r>
                      <a:r>
                        <a:rPr kumimoji="0" lang="en-US" sz="1900" kern="1200" dirty="0">
                          <a:solidFill>
                            <a:schemeClr val="dk1"/>
                          </a:solidFill>
                          <a:effectLst/>
                          <a:latin typeface="+mn-lt"/>
                          <a:ea typeface="+mn-ea"/>
                          <a:cs typeface="+mn-cs"/>
                        </a:rPr>
                        <a:t>H</a:t>
                      </a:r>
                      <a:r>
                        <a:rPr kumimoji="0" lang="vi-VN" sz="1900" kern="1200" dirty="0">
                          <a:solidFill>
                            <a:schemeClr val="dk1"/>
                          </a:solidFill>
                          <a:effectLst/>
                          <a:latin typeface="+mn-lt"/>
                          <a:ea typeface="+mn-ea"/>
                          <a:cs typeface="+mn-cs"/>
                        </a:rPr>
                        <a:t>ọc thuyết ph</a:t>
                      </a:r>
                      <a:r>
                        <a:rPr kumimoji="0" lang="en-US" sz="1900" kern="1200" dirty="0" err="1">
                          <a:solidFill>
                            <a:schemeClr val="dk1"/>
                          </a:solidFill>
                          <a:effectLst/>
                          <a:latin typeface="+mn-lt"/>
                          <a:ea typeface="+mn-ea"/>
                          <a:cs typeface="+mn-cs"/>
                        </a:rPr>
                        <a:t>áp</a:t>
                      </a:r>
                      <a:r>
                        <a:rPr kumimoji="0" lang="en-US" sz="1900" kern="1200" dirty="0">
                          <a:solidFill>
                            <a:schemeClr val="dk1"/>
                          </a:solidFill>
                          <a:effectLst/>
                          <a:latin typeface="+mn-lt"/>
                          <a:ea typeface="+mn-ea"/>
                          <a:cs typeface="+mn-cs"/>
                        </a:rPr>
                        <a:t> </a:t>
                      </a:r>
                      <a:r>
                        <a:rPr kumimoji="0" lang="en-US" sz="1900" kern="1200" dirty="0" err="1">
                          <a:solidFill>
                            <a:schemeClr val="dk1"/>
                          </a:solidFill>
                          <a:effectLst/>
                          <a:latin typeface="+mn-lt"/>
                          <a:ea typeface="+mn-ea"/>
                          <a:cs typeface="+mn-cs"/>
                        </a:rPr>
                        <a:t>lí</a:t>
                      </a:r>
                      <a:r>
                        <a:rPr kumimoji="0" lang="en-US" sz="1900" kern="1200" dirty="0">
                          <a:solidFill>
                            <a:schemeClr val="dk1"/>
                          </a:solidFill>
                          <a:effectLst/>
                          <a:latin typeface="+mn-lt"/>
                          <a:ea typeface="+mn-ea"/>
                          <a:cs typeface="+mn-cs"/>
                        </a:rPr>
                        <a:t> </a:t>
                      </a:r>
                      <a:r>
                        <a:rPr kumimoji="0" lang="en-US" sz="1900" kern="1200" dirty="0" err="1">
                          <a:solidFill>
                            <a:schemeClr val="dk1"/>
                          </a:solidFill>
                          <a:effectLst/>
                          <a:latin typeface="+mn-lt"/>
                          <a:ea typeface="+mn-ea"/>
                          <a:cs typeface="+mn-cs"/>
                        </a:rPr>
                        <a:t>là</a:t>
                      </a:r>
                      <a:r>
                        <a:rPr kumimoji="0" lang="en-US" sz="1900" kern="1200" dirty="0">
                          <a:solidFill>
                            <a:schemeClr val="dk1"/>
                          </a:solidFill>
                          <a:effectLst/>
                          <a:latin typeface="+mn-lt"/>
                          <a:ea typeface="+mn-ea"/>
                          <a:cs typeface="+mn-cs"/>
                        </a:rPr>
                        <a:t> s</a:t>
                      </a:r>
                      <a:r>
                        <a:rPr kumimoji="0" lang="vi-VN" sz="1900" kern="1200" dirty="0">
                          <a:solidFill>
                            <a:schemeClr val="dk1"/>
                          </a:solidFill>
                          <a:effectLst/>
                          <a:latin typeface="+mn-lt"/>
                          <a:ea typeface="+mn-ea"/>
                          <a:cs typeface="+mn-cs"/>
                        </a:rPr>
                        <a:t>ản phẩm của qu</a:t>
                      </a:r>
                      <a:r>
                        <a:rPr kumimoji="0" lang="en-US" sz="1900" kern="1200" dirty="0">
                          <a:solidFill>
                            <a:schemeClr val="dk1"/>
                          </a:solidFill>
                          <a:effectLst/>
                          <a:latin typeface="+mn-lt"/>
                          <a:ea typeface="+mn-ea"/>
                          <a:cs typeface="+mn-cs"/>
                        </a:rPr>
                        <a:t>á </a:t>
                      </a:r>
                      <a:r>
                        <a:rPr kumimoji="0" lang="en-US" sz="1900" kern="1200" dirty="0" err="1">
                          <a:solidFill>
                            <a:schemeClr val="dk1"/>
                          </a:solidFill>
                          <a:effectLst/>
                          <a:latin typeface="+mn-lt"/>
                          <a:ea typeface="+mn-ea"/>
                          <a:cs typeface="+mn-cs"/>
                        </a:rPr>
                        <a:t>trình</a:t>
                      </a:r>
                      <a:r>
                        <a:rPr kumimoji="0" lang="en-US" sz="1900" kern="1200" dirty="0">
                          <a:solidFill>
                            <a:schemeClr val="dk1"/>
                          </a:solidFill>
                          <a:effectLst/>
                          <a:latin typeface="+mn-lt"/>
                          <a:ea typeface="+mn-ea"/>
                          <a:cs typeface="+mn-cs"/>
                        </a:rPr>
                        <a:t> </a:t>
                      </a:r>
                      <a:r>
                        <a:rPr kumimoji="0" lang="en-US" sz="1900" kern="1200" dirty="0" err="1">
                          <a:solidFill>
                            <a:schemeClr val="dk1"/>
                          </a:solidFill>
                          <a:effectLst/>
                          <a:latin typeface="+mn-lt"/>
                          <a:ea typeface="+mn-ea"/>
                          <a:cs typeface="+mn-cs"/>
                        </a:rPr>
                        <a:t>nh</a:t>
                      </a:r>
                      <a:r>
                        <a:rPr kumimoji="0" lang="vi-VN" sz="1900" kern="1200" dirty="0">
                          <a:solidFill>
                            <a:schemeClr val="dk1"/>
                          </a:solidFill>
                          <a:effectLst/>
                          <a:latin typeface="+mn-lt"/>
                          <a:ea typeface="+mn-ea"/>
                          <a:cs typeface="+mn-cs"/>
                        </a:rPr>
                        <a:t>ận thức khoa học s</a:t>
                      </a:r>
                      <a:r>
                        <a:rPr kumimoji="0" lang="en-US" sz="1900" kern="1200" dirty="0" err="1">
                          <a:solidFill>
                            <a:schemeClr val="dk1"/>
                          </a:solidFill>
                          <a:effectLst/>
                          <a:latin typeface="+mn-lt"/>
                          <a:ea typeface="+mn-ea"/>
                          <a:cs typeface="+mn-cs"/>
                        </a:rPr>
                        <a:t>áng</a:t>
                      </a:r>
                      <a:r>
                        <a:rPr kumimoji="0" lang="en-US" sz="1900" kern="1200" dirty="0">
                          <a:solidFill>
                            <a:schemeClr val="dk1"/>
                          </a:solidFill>
                          <a:effectLst/>
                          <a:latin typeface="+mn-lt"/>
                          <a:ea typeface="+mn-ea"/>
                          <a:cs typeface="+mn-cs"/>
                        </a:rPr>
                        <a:t> t</a:t>
                      </a:r>
                      <a:r>
                        <a:rPr kumimoji="0" lang="vi-VN" sz="1900" kern="1200" dirty="0">
                          <a:solidFill>
                            <a:schemeClr val="dk1"/>
                          </a:solidFill>
                          <a:effectLst/>
                          <a:latin typeface="+mn-lt"/>
                          <a:ea typeface="+mn-ea"/>
                          <a:cs typeface="+mn-cs"/>
                        </a:rPr>
                        <a:t>ạo về hiện thực x</a:t>
                      </a:r>
                      <a:r>
                        <a:rPr kumimoji="0" lang="en-US" sz="1900" kern="1200" dirty="0">
                          <a:solidFill>
                            <a:schemeClr val="dk1"/>
                          </a:solidFill>
                          <a:effectLst/>
                          <a:latin typeface="+mn-lt"/>
                          <a:ea typeface="+mn-ea"/>
                          <a:cs typeface="+mn-cs"/>
                        </a:rPr>
                        <a:t>ã h</a:t>
                      </a:r>
                      <a:r>
                        <a:rPr kumimoji="0" lang="vi-VN" sz="1900" kern="1200" dirty="0">
                          <a:solidFill>
                            <a:schemeClr val="dk1"/>
                          </a:solidFill>
                          <a:effectLst/>
                          <a:latin typeface="+mn-lt"/>
                          <a:ea typeface="+mn-ea"/>
                          <a:cs typeface="+mn-cs"/>
                        </a:rPr>
                        <a:t>ội</a:t>
                      </a:r>
                      <a:endParaRPr kumimoji="0" lang="en-US" sz="1900" kern="1200" dirty="0">
                        <a:solidFill>
                          <a:schemeClr val="dk1"/>
                        </a:solidFill>
                        <a:effectLst/>
                        <a:latin typeface="+mn-lt"/>
                        <a:ea typeface="+mn-ea"/>
                        <a:cs typeface="+mn-cs"/>
                      </a:endParaRPr>
                    </a:p>
                    <a:p>
                      <a:pPr marL="285750" indent="-285750">
                        <a:buFontTx/>
                        <a:buChar char="-"/>
                      </a:pPr>
                      <a:r>
                        <a:rPr kumimoji="0" lang="en-US" sz="1900" kern="1200" baseline="0" dirty="0" err="1">
                          <a:solidFill>
                            <a:schemeClr val="dk1"/>
                          </a:solidFill>
                          <a:effectLst/>
                          <a:latin typeface="+mn-lt"/>
                          <a:ea typeface="+mn-ea"/>
                          <a:cs typeface="+mn-cs"/>
                        </a:rPr>
                        <a:t>Đ</a:t>
                      </a:r>
                      <a:r>
                        <a:rPr kumimoji="0" lang="en-US" sz="1900" kern="1200" dirty="0" err="1">
                          <a:solidFill>
                            <a:schemeClr val="dk1"/>
                          </a:solidFill>
                          <a:effectLst/>
                          <a:latin typeface="+mn-lt"/>
                          <a:ea typeface="+mn-ea"/>
                          <a:cs typeface="+mn-cs"/>
                        </a:rPr>
                        <a:t>em</a:t>
                      </a:r>
                      <a:r>
                        <a:rPr kumimoji="0" lang="en-US" sz="1900" kern="1200" dirty="0">
                          <a:solidFill>
                            <a:schemeClr val="dk1"/>
                          </a:solidFill>
                          <a:effectLst/>
                          <a:latin typeface="+mn-lt"/>
                          <a:ea typeface="+mn-ea"/>
                          <a:cs typeface="+mn-cs"/>
                        </a:rPr>
                        <a:t> l</a:t>
                      </a:r>
                      <a:r>
                        <a:rPr kumimoji="0" lang="vi-VN" sz="1900" kern="1200" dirty="0">
                          <a:solidFill>
                            <a:schemeClr val="dk1"/>
                          </a:solidFill>
                          <a:effectLst/>
                          <a:latin typeface="+mn-lt"/>
                          <a:ea typeface="+mn-ea"/>
                          <a:cs typeface="+mn-cs"/>
                        </a:rPr>
                        <a:t>ại những hiểu biết chung</a:t>
                      </a:r>
                      <a:endParaRPr kumimoji="0" lang="en-US" sz="1900" kern="1200" dirty="0">
                        <a:solidFill>
                          <a:schemeClr val="dk1"/>
                        </a:solidFill>
                        <a:effectLst/>
                        <a:latin typeface="+mn-lt"/>
                        <a:ea typeface="+mn-ea"/>
                        <a:cs typeface="+mn-cs"/>
                      </a:endParaRPr>
                    </a:p>
                    <a:p>
                      <a:pPr marL="285750" indent="-285750">
                        <a:buFontTx/>
                        <a:buChar char="-"/>
                      </a:pPr>
                      <a:r>
                        <a:rPr kumimoji="0" lang="en-US" sz="1900" kern="1200" dirty="0" err="1">
                          <a:solidFill>
                            <a:schemeClr val="dk1"/>
                          </a:solidFill>
                          <a:effectLst/>
                          <a:latin typeface="+mn-lt"/>
                          <a:ea typeface="+mn-ea"/>
                          <a:cs typeface="+mn-cs"/>
                        </a:rPr>
                        <a:t>Bổ</a:t>
                      </a:r>
                      <a:r>
                        <a:rPr kumimoji="0" lang="en-US" sz="1900" kern="1200" dirty="0">
                          <a:solidFill>
                            <a:schemeClr val="dk1"/>
                          </a:solidFill>
                          <a:effectLst/>
                          <a:latin typeface="+mn-lt"/>
                          <a:ea typeface="+mn-ea"/>
                          <a:cs typeface="+mn-cs"/>
                        </a:rPr>
                        <a:t> sung </a:t>
                      </a:r>
                      <a:r>
                        <a:rPr kumimoji="0" lang="en-US" sz="1900" kern="1200" dirty="0" err="1">
                          <a:solidFill>
                            <a:schemeClr val="dk1"/>
                          </a:solidFill>
                          <a:effectLst/>
                          <a:latin typeface="+mn-lt"/>
                          <a:ea typeface="+mn-ea"/>
                          <a:cs typeface="+mn-cs"/>
                        </a:rPr>
                        <a:t>cho</a:t>
                      </a:r>
                      <a:r>
                        <a:rPr kumimoji="0" lang="en-US" sz="1900" kern="1200" dirty="0">
                          <a:solidFill>
                            <a:schemeClr val="dk1"/>
                          </a:solidFill>
                          <a:effectLst/>
                          <a:latin typeface="+mn-lt"/>
                          <a:ea typeface="+mn-ea"/>
                          <a:cs typeface="+mn-cs"/>
                        </a:rPr>
                        <a:t> </a:t>
                      </a:r>
                      <a:r>
                        <a:rPr kumimoji="0" lang="en-US" sz="1900" kern="1200" dirty="0" err="1">
                          <a:solidFill>
                            <a:schemeClr val="dk1"/>
                          </a:solidFill>
                          <a:effectLst/>
                          <a:latin typeface="+mn-lt"/>
                          <a:ea typeface="+mn-ea"/>
                          <a:cs typeface="+mn-cs"/>
                        </a:rPr>
                        <a:t>hệ</a:t>
                      </a:r>
                      <a:r>
                        <a:rPr kumimoji="0" lang="en-US" sz="1900" kern="1200" baseline="0" dirty="0">
                          <a:solidFill>
                            <a:schemeClr val="dk1"/>
                          </a:solidFill>
                          <a:effectLst/>
                          <a:latin typeface="+mn-lt"/>
                          <a:ea typeface="+mn-ea"/>
                          <a:cs typeface="+mn-cs"/>
                        </a:rPr>
                        <a:t> </a:t>
                      </a:r>
                      <a:r>
                        <a:rPr kumimoji="0" lang="en-US" sz="1900" kern="1200" baseline="0" dirty="0" err="1">
                          <a:solidFill>
                            <a:schemeClr val="dk1"/>
                          </a:solidFill>
                          <a:effectLst/>
                          <a:latin typeface="+mn-lt"/>
                          <a:ea typeface="+mn-ea"/>
                          <a:cs typeface="+mn-cs"/>
                        </a:rPr>
                        <a:t>thống</a:t>
                      </a:r>
                      <a:r>
                        <a:rPr kumimoji="0" lang="en-US" sz="1900" kern="1200" baseline="0" dirty="0">
                          <a:solidFill>
                            <a:schemeClr val="dk1"/>
                          </a:solidFill>
                          <a:effectLst/>
                          <a:latin typeface="+mn-lt"/>
                          <a:ea typeface="+mn-ea"/>
                          <a:cs typeface="+mn-cs"/>
                        </a:rPr>
                        <a:t> </a:t>
                      </a:r>
                      <a:r>
                        <a:rPr kumimoji="0" lang="en-US" sz="1900" kern="1200" baseline="0" dirty="0" err="1">
                          <a:solidFill>
                            <a:schemeClr val="dk1"/>
                          </a:solidFill>
                          <a:effectLst/>
                          <a:latin typeface="+mn-lt"/>
                          <a:ea typeface="+mn-ea"/>
                          <a:cs typeface="+mn-cs"/>
                        </a:rPr>
                        <a:t>các</a:t>
                      </a:r>
                      <a:r>
                        <a:rPr kumimoji="0" lang="en-US" sz="1900" kern="1200" baseline="0" dirty="0">
                          <a:solidFill>
                            <a:schemeClr val="dk1"/>
                          </a:solidFill>
                          <a:effectLst/>
                          <a:latin typeface="+mn-lt"/>
                          <a:ea typeface="+mn-ea"/>
                          <a:cs typeface="+mn-cs"/>
                        </a:rPr>
                        <a:t> </a:t>
                      </a:r>
                      <a:r>
                        <a:rPr kumimoji="0" lang="en-US" sz="1900" kern="1200" baseline="0" dirty="0" err="1">
                          <a:solidFill>
                            <a:schemeClr val="dk1"/>
                          </a:solidFill>
                          <a:effectLst/>
                          <a:latin typeface="+mn-lt"/>
                          <a:ea typeface="+mn-ea"/>
                          <a:cs typeface="+mn-cs"/>
                        </a:rPr>
                        <a:t>quy</a:t>
                      </a:r>
                      <a:r>
                        <a:rPr kumimoji="0" lang="en-US" sz="1900" kern="1200" baseline="0" dirty="0">
                          <a:solidFill>
                            <a:schemeClr val="dk1"/>
                          </a:solidFill>
                          <a:effectLst/>
                          <a:latin typeface="+mn-lt"/>
                          <a:ea typeface="+mn-ea"/>
                          <a:cs typeface="+mn-cs"/>
                        </a:rPr>
                        <a:t> </a:t>
                      </a:r>
                      <a:r>
                        <a:rPr kumimoji="0" lang="en-US" sz="1900" kern="1200" baseline="0" dirty="0" err="1">
                          <a:solidFill>
                            <a:schemeClr val="dk1"/>
                          </a:solidFill>
                          <a:effectLst/>
                          <a:latin typeface="+mn-lt"/>
                          <a:ea typeface="+mn-ea"/>
                          <a:cs typeface="+mn-cs"/>
                        </a:rPr>
                        <a:t>phạm</a:t>
                      </a:r>
                      <a:r>
                        <a:rPr kumimoji="0" lang="en-US" sz="1900" kern="1200" baseline="0" dirty="0">
                          <a:solidFill>
                            <a:schemeClr val="dk1"/>
                          </a:solidFill>
                          <a:effectLst/>
                          <a:latin typeface="+mn-lt"/>
                          <a:ea typeface="+mn-ea"/>
                          <a:cs typeface="+mn-cs"/>
                        </a:rPr>
                        <a:t> </a:t>
                      </a:r>
                      <a:r>
                        <a:rPr kumimoji="0" lang="en-US" sz="1900" kern="1200" baseline="0" dirty="0" err="1">
                          <a:solidFill>
                            <a:schemeClr val="dk1"/>
                          </a:solidFill>
                          <a:effectLst/>
                          <a:latin typeface="+mn-lt"/>
                          <a:ea typeface="+mn-ea"/>
                          <a:cs typeface="+mn-cs"/>
                        </a:rPr>
                        <a:t>pháp</a:t>
                      </a:r>
                      <a:r>
                        <a:rPr kumimoji="0" lang="en-US" sz="1900" kern="1200" baseline="0" dirty="0">
                          <a:solidFill>
                            <a:schemeClr val="dk1"/>
                          </a:solidFill>
                          <a:effectLst/>
                          <a:latin typeface="+mn-lt"/>
                          <a:ea typeface="+mn-ea"/>
                          <a:cs typeface="+mn-cs"/>
                        </a:rPr>
                        <a:t> </a:t>
                      </a:r>
                      <a:r>
                        <a:rPr kumimoji="0" lang="en-US" sz="1900" kern="1200" baseline="0" dirty="0" err="1">
                          <a:solidFill>
                            <a:schemeClr val="dk1"/>
                          </a:solidFill>
                          <a:effectLst/>
                          <a:latin typeface="+mn-lt"/>
                          <a:ea typeface="+mn-ea"/>
                          <a:cs typeface="+mn-cs"/>
                        </a:rPr>
                        <a:t>luật</a:t>
                      </a:r>
                      <a:br>
                        <a:rPr kumimoji="0" lang="vi-VN" sz="1400" kern="1200" dirty="0">
                          <a:solidFill>
                            <a:schemeClr val="dk1"/>
                          </a:solidFill>
                          <a:effectLst/>
                          <a:latin typeface="+mn-lt"/>
                          <a:ea typeface="+mn-ea"/>
                          <a:cs typeface="+mn-cs"/>
                        </a:rPr>
                      </a:br>
                      <a:r>
                        <a:rPr kumimoji="0" lang="en-US" sz="1400" kern="1200" dirty="0">
                          <a:solidFill>
                            <a:schemeClr val="dk1"/>
                          </a:solidFill>
                          <a:effectLst/>
                          <a:latin typeface="+mn-lt"/>
                          <a:ea typeface="+mn-ea"/>
                          <a:cs typeface="+mn-cs"/>
                        </a:rPr>
                        <a:t>	</a:t>
                      </a:r>
                      <a:br>
                        <a:rPr kumimoji="0" lang="en-US" sz="1400" kern="1200" dirty="0">
                          <a:solidFill>
                            <a:schemeClr val="dk1"/>
                          </a:solidFill>
                          <a:effectLst/>
                          <a:latin typeface="+mn-lt"/>
                          <a:ea typeface="+mn-ea"/>
                          <a:cs typeface="+mn-cs"/>
                        </a:rPr>
                      </a:br>
                      <a:r>
                        <a:rPr kumimoji="0" lang="en-US" sz="1400" kern="1200" dirty="0">
                          <a:solidFill>
                            <a:schemeClr val="dk1"/>
                          </a:solidFill>
                          <a:effectLst/>
                          <a:latin typeface="+mn-lt"/>
                          <a:ea typeface="+mn-ea"/>
                          <a:cs typeface="+mn-cs"/>
                        </a:rPr>
                        <a:t>	</a:t>
                      </a:r>
                      <a:br>
                        <a:rPr kumimoji="0" lang="vi-VN" sz="1800" kern="1200" dirty="0">
                          <a:solidFill>
                            <a:schemeClr val="dk1"/>
                          </a:solidFill>
                          <a:effectLst/>
                          <a:latin typeface="+mn-lt"/>
                          <a:ea typeface="+mn-ea"/>
                          <a:cs typeface="+mn-cs"/>
                        </a:rPr>
                      </a:b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600" kern="1200" dirty="0">
                          <a:solidFill>
                            <a:schemeClr val="dk1"/>
                          </a:solidFill>
                          <a:effectLst/>
                          <a:latin typeface="+mn-lt"/>
                          <a:ea typeface="+mn-ea"/>
                          <a:cs typeface="+mn-cs"/>
                        </a:rPr>
                        <a:t>+ </a:t>
                      </a:r>
                      <a:r>
                        <a:rPr kumimoji="0" lang="en-US" sz="1900" kern="1200" dirty="0" err="1">
                          <a:solidFill>
                            <a:schemeClr val="dk1"/>
                          </a:solidFill>
                          <a:effectLst/>
                          <a:latin typeface="+mn-lt"/>
                          <a:ea typeface="+mn-ea"/>
                          <a:cs typeface="+mn-cs"/>
                        </a:rPr>
                        <a:t>Còn</a:t>
                      </a:r>
                      <a:r>
                        <a:rPr kumimoji="0" lang="en-US" sz="1900" kern="1200" dirty="0">
                          <a:solidFill>
                            <a:schemeClr val="dk1"/>
                          </a:solidFill>
                          <a:effectLst/>
                          <a:latin typeface="+mn-lt"/>
                          <a:ea typeface="+mn-ea"/>
                          <a:cs typeface="+mn-cs"/>
                        </a:rPr>
                        <a:t> </a:t>
                      </a:r>
                      <a:r>
                        <a:rPr kumimoji="0" lang="en-US" sz="1900" kern="1200" dirty="0" err="1">
                          <a:solidFill>
                            <a:schemeClr val="dk1"/>
                          </a:solidFill>
                          <a:effectLst/>
                          <a:latin typeface="+mn-lt"/>
                          <a:ea typeface="+mn-ea"/>
                          <a:cs typeface="+mn-cs"/>
                        </a:rPr>
                        <a:t>tồn</a:t>
                      </a:r>
                      <a:r>
                        <a:rPr kumimoji="0" lang="en-US" sz="1900" kern="1200" dirty="0">
                          <a:solidFill>
                            <a:schemeClr val="dk1"/>
                          </a:solidFill>
                          <a:effectLst/>
                          <a:latin typeface="+mn-lt"/>
                          <a:ea typeface="+mn-ea"/>
                          <a:cs typeface="+mn-cs"/>
                        </a:rPr>
                        <a:t> </a:t>
                      </a:r>
                      <a:r>
                        <a:rPr kumimoji="0" lang="en-US" sz="1900" kern="1200" dirty="0" err="1">
                          <a:solidFill>
                            <a:schemeClr val="dk1"/>
                          </a:solidFill>
                          <a:effectLst/>
                          <a:latin typeface="+mn-lt"/>
                          <a:ea typeface="+mn-ea"/>
                          <a:cs typeface="+mn-cs"/>
                        </a:rPr>
                        <a:t>tại</a:t>
                      </a:r>
                      <a:r>
                        <a:rPr kumimoji="0" lang="en-US" sz="1900" kern="1200" dirty="0">
                          <a:solidFill>
                            <a:schemeClr val="dk1"/>
                          </a:solidFill>
                          <a:effectLst/>
                          <a:latin typeface="+mn-lt"/>
                          <a:ea typeface="+mn-ea"/>
                          <a:cs typeface="+mn-cs"/>
                        </a:rPr>
                        <a:t> </a:t>
                      </a:r>
                      <a:r>
                        <a:rPr kumimoji="0" lang="en-US" sz="1900" kern="1200" dirty="0" err="1">
                          <a:solidFill>
                            <a:schemeClr val="dk1"/>
                          </a:solidFill>
                          <a:effectLst/>
                          <a:latin typeface="+mn-lt"/>
                          <a:ea typeface="+mn-ea"/>
                          <a:cs typeface="+mn-cs"/>
                        </a:rPr>
                        <a:t>một</a:t>
                      </a:r>
                      <a:r>
                        <a:rPr kumimoji="0" lang="en-US" sz="1900" kern="1200" dirty="0">
                          <a:solidFill>
                            <a:schemeClr val="dk1"/>
                          </a:solidFill>
                          <a:effectLst/>
                          <a:latin typeface="+mn-lt"/>
                          <a:ea typeface="+mn-ea"/>
                          <a:cs typeface="+mn-cs"/>
                        </a:rPr>
                        <a:t> </a:t>
                      </a:r>
                      <a:r>
                        <a:rPr kumimoji="0" lang="en-US" sz="1900" kern="1200" dirty="0" err="1">
                          <a:solidFill>
                            <a:schemeClr val="dk1"/>
                          </a:solidFill>
                          <a:effectLst/>
                          <a:latin typeface="+mn-lt"/>
                          <a:ea typeface="+mn-ea"/>
                          <a:cs typeface="+mn-cs"/>
                        </a:rPr>
                        <a:t>số</a:t>
                      </a:r>
                      <a:r>
                        <a:rPr kumimoji="0" lang="en-US" sz="1900" kern="1200" dirty="0">
                          <a:solidFill>
                            <a:schemeClr val="dk1"/>
                          </a:solidFill>
                          <a:effectLst/>
                          <a:latin typeface="+mn-lt"/>
                          <a:ea typeface="+mn-ea"/>
                          <a:cs typeface="+mn-cs"/>
                        </a:rPr>
                        <a:t> </a:t>
                      </a:r>
                      <a:r>
                        <a:rPr kumimoji="0" lang="en-US" sz="1900" kern="1200" dirty="0" err="1">
                          <a:solidFill>
                            <a:schemeClr val="dk1"/>
                          </a:solidFill>
                          <a:effectLst/>
                          <a:latin typeface="+mn-lt"/>
                          <a:ea typeface="+mn-ea"/>
                          <a:cs typeface="+mn-cs"/>
                        </a:rPr>
                        <a:t>nhận</a:t>
                      </a:r>
                      <a:r>
                        <a:rPr kumimoji="0" lang="en-US" sz="1900" kern="1200" dirty="0">
                          <a:solidFill>
                            <a:schemeClr val="dk1"/>
                          </a:solidFill>
                          <a:effectLst/>
                          <a:latin typeface="+mn-lt"/>
                          <a:ea typeface="+mn-ea"/>
                          <a:cs typeface="+mn-cs"/>
                        </a:rPr>
                        <a:t> </a:t>
                      </a:r>
                      <a:r>
                        <a:rPr kumimoji="0" lang="en-US" sz="1900" kern="1200" dirty="0" err="1">
                          <a:solidFill>
                            <a:schemeClr val="dk1"/>
                          </a:solidFill>
                          <a:effectLst/>
                          <a:latin typeface="+mn-lt"/>
                          <a:ea typeface="+mn-ea"/>
                          <a:cs typeface="+mn-cs"/>
                        </a:rPr>
                        <a:t>thức</a:t>
                      </a:r>
                      <a:r>
                        <a:rPr kumimoji="0" lang="en-US" sz="1900" kern="1200" dirty="0">
                          <a:solidFill>
                            <a:schemeClr val="dk1"/>
                          </a:solidFill>
                          <a:effectLst/>
                          <a:latin typeface="+mn-lt"/>
                          <a:ea typeface="+mn-ea"/>
                          <a:cs typeface="+mn-cs"/>
                        </a:rPr>
                        <a:t> </a:t>
                      </a:r>
                      <a:r>
                        <a:rPr kumimoji="0" lang="en-US" sz="1900" kern="1200" dirty="0" err="1">
                          <a:solidFill>
                            <a:schemeClr val="dk1"/>
                          </a:solidFill>
                          <a:effectLst/>
                          <a:latin typeface="+mn-lt"/>
                          <a:ea typeface="+mn-ea"/>
                          <a:cs typeface="+mn-cs"/>
                        </a:rPr>
                        <a:t>cứng</a:t>
                      </a:r>
                      <a:r>
                        <a:rPr kumimoji="0" lang="en-US" sz="1900" kern="1200" dirty="0">
                          <a:solidFill>
                            <a:schemeClr val="dk1"/>
                          </a:solidFill>
                          <a:effectLst/>
                          <a:latin typeface="+mn-lt"/>
                          <a:ea typeface="+mn-ea"/>
                          <a:cs typeface="+mn-cs"/>
                        </a:rPr>
                        <a:t> </a:t>
                      </a:r>
                      <a:r>
                        <a:rPr kumimoji="0" lang="en-US" sz="1900" kern="1200" dirty="0" err="1">
                          <a:solidFill>
                            <a:schemeClr val="dk1"/>
                          </a:solidFill>
                          <a:effectLst/>
                          <a:latin typeface="+mn-lt"/>
                          <a:ea typeface="+mn-ea"/>
                          <a:cs typeface="+mn-cs"/>
                        </a:rPr>
                        <a:t>nhắc</a:t>
                      </a:r>
                      <a:br>
                        <a:rPr kumimoji="0" lang="en-US" sz="1900" kern="1200" dirty="0">
                          <a:solidFill>
                            <a:schemeClr val="dk1"/>
                          </a:solidFill>
                          <a:effectLst/>
                          <a:latin typeface="+mn-lt"/>
                          <a:ea typeface="+mn-ea"/>
                          <a:cs typeface="+mn-cs"/>
                        </a:rPr>
                      </a:br>
                      <a:r>
                        <a:rPr kumimoji="0" lang="en-US" sz="1900" kern="1200" dirty="0">
                          <a:solidFill>
                            <a:schemeClr val="dk1"/>
                          </a:solidFill>
                          <a:effectLst/>
                          <a:latin typeface="+mn-lt"/>
                          <a:ea typeface="+mn-ea"/>
                          <a:cs typeface="+mn-cs"/>
                        </a:rPr>
                        <a:t>+ </a:t>
                      </a:r>
                      <a:r>
                        <a:rPr kumimoji="0" lang="en-US" sz="1900" kern="1200" dirty="0" err="1">
                          <a:solidFill>
                            <a:schemeClr val="dk1"/>
                          </a:solidFill>
                          <a:effectLst/>
                          <a:latin typeface="+mn-lt"/>
                          <a:ea typeface="+mn-ea"/>
                          <a:cs typeface="+mn-cs"/>
                        </a:rPr>
                        <a:t>Gây</a:t>
                      </a:r>
                      <a:r>
                        <a:rPr kumimoji="0" lang="en-US" sz="1900" kern="1200" dirty="0">
                          <a:solidFill>
                            <a:schemeClr val="dk1"/>
                          </a:solidFill>
                          <a:effectLst/>
                          <a:latin typeface="+mn-lt"/>
                          <a:ea typeface="+mn-ea"/>
                          <a:cs typeface="+mn-cs"/>
                        </a:rPr>
                        <a:t> </a:t>
                      </a:r>
                      <a:r>
                        <a:rPr kumimoji="0" lang="en-US" sz="1900" kern="1200" dirty="0" err="1">
                          <a:solidFill>
                            <a:schemeClr val="dk1"/>
                          </a:solidFill>
                          <a:effectLst/>
                          <a:latin typeface="+mn-lt"/>
                          <a:ea typeface="+mn-ea"/>
                          <a:cs typeface="+mn-cs"/>
                        </a:rPr>
                        <a:t>ảnh</a:t>
                      </a:r>
                      <a:r>
                        <a:rPr kumimoji="0" lang="en-US" sz="1900" kern="1200" dirty="0">
                          <a:solidFill>
                            <a:schemeClr val="dk1"/>
                          </a:solidFill>
                          <a:effectLst/>
                          <a:latin typeface="+mn-lt"/>
                          <a:ea typeface="+mn-ea"/>
                          <a:cs typeface="+mn-cs"/>
                        </a:rPr>
                        <a:t> </a:t>
                      </a:r>
                      <a:r>
                        <a:rPr kumimoji="0" lang="en-US" sz="1900" kern="1200" dirty="0" err="1">
                          <a:solidFill>
                            <a:schemeClr val="dk1"/>
                          </a:solidFill>
                          <a:effectLst/>
                          <a:latin typeface="+mn-lt"/>
                          <a:ea typeface="+mn-ea"/>
                          <a:cs typeface="+mn-cs"/>
                        </a:rPr>
                        <a:t>hưởng</a:t>
                      </a:r>
                      <a:r>
                        <a:rPr kumimoji="0" lang="en-US" sz="1900" kern="1200" dirty="0">
                          <a:solidFill>
                            <a:schemeClr val="dk1"/>
                          </a:solidFill>
                          <a:effectLst/>
                          <a:latin typeface="+mn-lt"/>
                          <a:ea typeface="+mn-ea"/>
                          <a:cs typeface="+mn-cs"/>
                        </a:rPr>
                        <a:t> </a:t>
                      </a:r>
                      <a:r>
                        <a:rPr kumimoji="0" lang="en-US" sz="1900" kern="1200" dirty="0" err="1">
                          <a:solidFill>
                            <a:schemeClr val="dk1"/>
                          </a:solidFill>
                          <a:effectLst/>
                          <a:latin typeface="+mn-lt"/>
                          <a:ea typeface="+mn-ea"/>
                          <a:cs typeface="+mn-cs"/>
                        </a:rPr>
                        <a:t>tiêu</a:t>
                      </a:r>
                      <a:r>
                        <a:rPr kumimoji="0" lang="en-US" sz="1900" kern="1200" dirty="0">
                          <a:solidFill>
                            <a:schemeClr val="dk1"/>
                          </a:solidFill>
                          <a:effectLst/>
                          <a:latin typeface="+mn-lt"/>
                          <a:ea typeface="+mn-ea"/>
                          <a:cs typeface="+mn-cs"/>
                        </a:rPr>
                        <a:t> </a:t>
                      </a:r>
                      <a:r>
                        <a:rPr kumimoji="0" lang="en-US" sz="1900" kern="1200" dirty="0" err="1">
                          <a:solidFill>
                            <a:schemeClr val="dk1"/>
                          </a:solidFill>
                          <a:effectLst/>
                          <a:latin typeface="+mn-lt"/>
                          <a:ea typeface="+mn-ea"/>
                          <a:cs typeface="+mn-cs"/>
                        </a:rPr>
                        <a:t>cực</a:t>
                      </a:r>
                      <a:r>
                        <a:rPr kumimoji="0" lang="en-US" sz="1900" kern="1200" dirty="0">
                          <a:solidFill>
                            <a:schemeClr val="dk1"/>
                          </a:solidFill>
                          <a:effectLst/>
                          <a:latin typeface="+mn-lt"/>
                          <a:ea typeface="+mn-ea"/>
                          <a:cs typeface="+mn-cs"/>
                        </a:rPr>
                        <a:t> </a:t>
                      </a:r>
                      <a:r>
                        <a:rPr kumimoji="0" lang="en-US" sz="1900" kern="1200" dirty="0" err="1">
                          <a:solidFill>
                            <a:schemeClr val="dk1"/>
                          </a:solidFill>
                          <a:effectLst/>
                          <a:latin typeface="+mn-lt"/>
                          <a:ea typeface="+mn-ea"/>
                          <a:cs typeface="+mn-cs"/>
                        </a:rPr>
                        <a:t>tới</a:t>
                      </a:r>
                      <a:r>
                        <a:rPr kumimoji="0" lang="en-US" sz="1900" kern="1200" dirty="0">
                          <a:solidFill>
                            <a:schemeClr val="dk1"/>
                          </a:solidFill>
                          <a:effectLst/>
                          <a:latin typeface="+mn-lt"/>
                          <a:ea typeface="+mn-ea"/>
                          <a:cs typeface="+mn-cs"/>
                        </a:rPr>
                        <a:t> </a:t>
                      </a:r>
                      <a:r>
                        <a:rPr kumimoji="0" lang="en-US" sz="1900" kern="1200" dirty="0" err="1">
                          <a:solidFill>
                            <a:schemeClr val="dk1"/>
                          </a:solidFill>
                          <a:effectLst/>
                          <a:latin typeface="+mn-lt"/>
                          <a:ea typeface="+mn-ea"/>
                          <a:cs typeface="+mn-cs"/>
                        </a:rPr>
                        <a:t>chủ</a:t>
                      </a:r>
                      <a:r>
                        <a:rPr kumimoji="0" lang="en-US" sz="1900" kern="1200" dirty="0">
                          <a:solidFill>
                            <a:schemeClr val="dk1"/>
                          </a:solidFill>
                          <a:effectLst/>
                          <a:latin typeface="+mn-lt"/>
                          <a:ea typeface="+mn-ea"/>
                          <a:cs typeface="+mn-cs"/>
                        </a:rPr>
                        <a:t> </a:t>
                      </a:r>
                      <a:r>
                        <a:rPr kumimoji="0" lang="en-US" sz="1900" kern="1200" dirty="0" err="1">
                          <a:solidFill>
                            <a:schemeClr val="dk1"/>
                          </a:solidFill>
                          <a:effectLst/>
                          <a:latin typeface="+mn-lt"/>
                          <a:ea typeface="+mn-ea"/>
                          <a:cs typeface="+mn-cs"/>
                        </a:rPr>
                        <a:t>thể</a:t>
                      </a:r>
                      <a:r>
                        <a:rPr kumimoji="0" lang="en-US" sz="1900" kern="1200" dirty="0">
                          <a:solidFill>
                            <a:schemeClr val="dk1"/>
                          </a:solidFill>
                          <a:effectLst/>
                          <a:latin typeface="+mn-lt"/>
                          <a:ea typeface="+mn-ea"/>
                          <a:cs typeface="+mn-cs"/>
                        </a:rPr>
                        <a:t> </a:t>
                      </a:r>
                      <a:r>
                        <a:rPr kumimoji="0" lang="en-US" sz="1900" kern="1200" dirty="0" err="1">
                          <a:solidFill>
                            <a:schemeClr val="dk1"/>
                          </a:solidFill>
                          <a:effectLst/>
                          <a:latin typeface="+mn-lt"/>
                          <a:ea typeface="+mn-ea"/>
                          <a:cs typeface="+mn-cs"/>
                        </a:rPr>
                        <a:t>nếu</a:t>
                      </a:r>
                      <a:r>
                        <a:rPr kumimoji="0" lang="en-US" sz="1900" kern="1200" dirty="0">
                          <a:solidFill>
                            <a:schemeClr val="dk1"/>
                          </a:solidFill>
                          <a:effectLst/>
                          <a:latin typeface="+mn-lt"/>
                          <a:ea typeface="+mn-ea"/>
                          <a:cs typeface="+mn-cs"/>
                        </a:rPr>
                        <a:t> </a:t>
                      </a:r>
                      <a:r>
                        <a:rPr kumimoji="0" lang="en-US" sz="1900" kern="1200" dirty="0" err="1">
                          <a:solidFill>
                            <a:schemeClr val="dk1"/>
                          </a:solidFill>
                          <a:effectLst/>
                          <a:latin typeface="+mn-lt"/>
                          <a:ea typeface="+mn-ea"/>
                          <a:cs typeface="+mn-cs"/>
                        </a:rPr>
                        <a:t>áp</a:t>
                      </a:r>
                      <a:r>
                        <a:rPr kumimoji="0" lang="en-US" sz="1900" kern="1200" dirty="0">
                          <a:solidFill>
                            <a:schemeClr val="dk1"/>
                          </a:solidFill>
                          <a:effectLst/>
                          <a:latin typeface="+mn-lt"/>
                          <a:ea typeface="+mn-ea"/>
                          <a:cs typeface="+mn-cs"/>
                        </a:rPr>
                        <a:t> </a:t>
                      </a:r>
                      <a:r>
                        <a:rPr kumimoji="0" lang="en-US" sz="1900" kern="1200" dirty="0" err="1">
                          <a:solidFill>
                            <a:schemeClr val="dk1"/>
                          </a:solidFill>
                          <a:effectLst/>
                          <a:latin typeface="+mn-lt"/>
                          <a:ea typeface="+mn-ea"/>
                          <a:cs typeface="+mn-cs"/>
                        </a:rPr>
                        <a:t>dụng</a:t>
                      </a:r>
                      <a:r>
                        <a:rPr kumimoji="0" lang="en-US" sz="1900" kern="1200" dirty="0">
                          <a:solidFill>
                            <a:schemeClr val="dk1"/>
                          </a:solidFill>
                          <a:effectLst/>
                          <a:latin typeface="+mn-lt"/>
                          <a:ea typeface="+mn-ea"/>
                          <a:cs typeface="+mn-cs"/>
                        </a:rPr>
                        <a:t> </a:t>
                      </a:r>
                      <a:r>
                        <a:rPr kumimoji="0" lang="en-US" sz="1900" kern="1200" dirty="0" err="1">
                          <a:solidFill>
                            <a:schemeClr val="dk1"/>
                          </a:solidFill>
                          <a:effectLst/>
                          <a:latin typeface="+mn-lt"/>
                          <a:ea typeface="+mn-ea"/>
                          <a:cs typeface="+mn-cs"/>
                        </a:rPr>
                        <a:t>không</a:t>
                      </a:r>
                      <a:r>
                        <a:rPr kumimoji="0" lang="en-US" sz="1900" kern="1200" dirty="0">
                          <a:solidFill>
                            <a:schemeClr val="dk1"/>
                          </a:solidFill>
                          <a:effectLst/>
                          <a:latin typeface="+mn-lt"/>
                          <a:ea typeface="+mn-ea"/>
                          <a:cs typeface="+mn-cs"/>
                        </a:rPr>
                        <a:t> </a:t>
                      </a:r>
                      <a:r>
                        <a:rPr kumimoji="0" lang="en-US" sz="1900" kern="1200" dirty="0" err="1">
                          <a:solidFill>
                            <a:schemeClr val="dk1"/>
                          </a:solidFill>
                          <a:effectLst/>
                          <a:latin typeface="+mn-lt"/>
                          <a:ea typeface="+mn-ea"/>
                          <a:cs typeface="+mn-cs"/>
                        </a:rPr>
                        <a:t>đúng</a:t>
                      </a:r>
                      <a:r>
                        <a:rPr kumimoji="0" lang="en-US" sz="1900" kern="1200" dirty="0">
                          <a:solidFill>
                            <a:schemeClr val="dk1"/>
                          </a:solidFill>
                          <a:effectLst/>
                          <a:latin typeface="+mn-lt"/>
                          <a:ea typeface="+mn-ea"/>
                          <a:cs typeface="+mn-cs"/>
                        </a:rPr>
                        <a:t> </a:t>
                      </a:r>
                      <a:r>
                        <a:rPr kumimoji="0" lang="en-US" sz="1900" kern="1200" dirty="0" err="1">
                          <a:solidFill>
                            <a:schemeClr val="dk1"/>
                          </a:solidFill>
                          <a:effectLst/>
                          <a:latin typeface="+mn-lt"/>
                          <a:ea typeface="+mn-ea"/>
                          <a:cs typeface="+mn-cs"/>
                        </a:rPr>
                        <a:t>cách</a:t>
                      </a:r>
                      <a:r>
                        <a:rPr kumimoji="0" lang="en-US" sz="1600" kern="1200" dirty="0">
                          <a:solidFill>
                            <a:schemeClr val="dk1"/>
                          </a:solidFill>
                          <a:effectLst/>
                          <a:latin typeface="+mn-lt"/>
                          <a:ea typeface="+mn-ea"/>
                          <a:cs typeface="+mn-cs"/>
                        </a:rPr>
                        <a:t>. </a:t>
                      </a:r>
                    </a:p>
                    <a:p>
                      <a:endParaRPr lang="en-US" dirty="0"/>
                    </a:p>
                  </a:txBody>
                  <a:tcPr/>
                </a:tc>
                <a:extLst>
                  <a:ext uri="{0D108BD9-81ED-4DB2-BD59-A6C34878D82A}">
                    <a16:rowId xmlns:a16="http://schemas.microsoft.com/office/drawing/2014/main" val="10001"/>
                  </a:ext>
                </a:extLst>
              </a:tr>
            </a:tbl>
          </a:graphicData>
        </a:graphic>
      </p:graphicFrame>
      <p:sp>
        <p:nvSpPr>
          <p:cNvPr id="2" name="TextBox 1"/>
          <p:cNvSpPr txBox="1"/>
          <p:nvPr/>
        </p:nvSpPr>
        <p:spPr>
          <a:xfrm>
            <a:off x="1447800" y="2286000"/>
            <a:ext cx="1518364" cy="400110"/>
          </a:xfrm>
          <a:prstGeom prst="rect">
            <a:avLst/>
          </a:prstGeom>
          <a:noFill/>
        </p:spPr>
        <p:txBody>
          <a:bodyPr wrap="none" rtlCol="0">
            <a:spAutoFit/>
          </a:bodyPr>
          <a:lstStyle/>
          <a:p>
            <a:r>
              <a:rPr lang="en-US" sz="2000" b="1" dirty="0"/>
              <a:t>- </a:t>
            </a:r>
            <a:r>
              <a:rPr lang="en-US" sz="2000" b="1" dirty="0" err="1"/>
              <a:t>Đặc</a:t>
            </a:r>
            <a:r>
              <a:rPr lang="en-US" sz="2000" b="1" dirty="0"/>
              <a:t> </a:t>
            </a:r>
            <a:r>
              <a:rPr lang="en-US" sz="2000" b="1" dirty="0" err="1"/>
              <a:t>điểm</a:t>
            </a:r>
            <a:endParaRPr lang="en-US" sz="2000" b="1" dirty="0"/>
          </a:p>
        </p:txBody>
      </p:sp>
      <p:sp>
        <p:nvSpPr>
          <p:cNvPr id="3" name="TextBox 2"/>
          <p:cNvSpPr txBox="1"/>
          <p:nvPr/>
        </p:nvSpPr>
        <p:spPr>
          <a:xfrm>
            <a:off x="457201" y="2590800"/>
            <a:ext cx="8686800" cy="1631216"/>
          </a:xfrm>
          <a:prstGeom prst="rect">
            <a:avLst/>
          </a:prstGeom>
          <a:noFill/>
        </p:spPr>
        <p:txBody>
          <a:bodyPr wrap="square" rtlCol="0">
            <a:spAutoFit/>
          </a:bodyPr>
          <a:lstStyle/>
          <a:p>
            <a:pPr marL="285750" indent="-285750">
              <a:buFontTx/>
              <a:buChar char="-"/>
            </a:pPr>
            <a:r>
              <a:rPr lang="en-US" sz="2000" dirty="0" err="1"/>
              <a:t>Giữ</a:t>
            </a:r>
            <a:r>
              <a:rPr lang="en-US" sz="2000" dirty="0"/>
              <a:t> </a:t>
            </a:r>
            <a:r>
              <a:rPr lang="en-US" sz="2000" dirty="0" err="1"/>
              <a:t>vai</a:t>
            </a:r>
            <a:r>
              <a:rPr lang="en-US" sz="2000" dirty="0"/>
              <a:t> </a:t>
            </a:r>
            <a:r>
              <a:rPr lang="en-US" sz="2000" dirty="0" err="1"/>
              <a:t>trò</a:t>
            </a:r>
            <a:r>
              <a:rPr lang="en-US" sz="2000" dirty="0"/>
              <a:t> </a:t>
            </a:r>
            <a:r>
              <a:rPr lang="en-US" sz="2000" dirty="0" err="1"/>
              <a:t>trung</a:t>
            </a:r>
            <a:r>
              <a:rPr lang="en-US" sz="2000" dirty="0"/>
              <a:t> </a:t>
            </a:r>
            <a:r>
              <a:rPr lang="en-US" sz="2000" dirty="0" err="1"/>
              <a:t>tâm</a:t>
            </a:r>
            <a:r>
              <a:rPr lang="en-US" sz="2000" dirty="0"/>
              <a:t> </a:t>
            </a:r>
            <a:r>
              <a:rPr lang="en-US" sz="2000" dirty="0" err="1"/>
              <a:t>quyết</a:t>
            </a:r>
            <a:r>
              <a:rPr lang="en-US" sz="2000" dirty="0"/>
              <a:t> </a:t>
            </a:r>
            <a:r>
              <a:rPr lang="en-US" sz="2000" dirty="0" err="1"/>
              <a:t>định</a:t>
            </a:r>
            <a:r>
              <a:rPr lang="en-US" sz="2000" dirty="0"/>
              <a:t> </a:t>
            </a:r>
            <a:r>
              <a:rPr lang="en-US" sz="2000" dirty="0" err="1"/>
              <a:t>sự</a:t>
            </a:r>
            <a:r>
              <a:rPr lang="en-US" sz="2000" dirty="0"/>
              <a:t> </a:t>
            </a:r>
            <a:r>
              <a:rPr lang="en-US" sz="2000" dirty="0" err="1"/>
              <a:t>tồn</a:t>
            </a:r>
            <a:r>
              <a:rPr lang="en-US" sz="2000" dirty="0"/>
              <a:t> </a:t>
            </a:r>
            <a:r>
              <a:rPr lang="en-US" sz="2000" dirty="0" err="1"/>
              <a:t>tại</a:t>
            </a:r>
            <a:r>
              <a:rPr lang="en-US" sz="2000" dirty="0"/>
              <a:t> </a:t>
            </a:r>
            <a:r>
              <a:rPr lang="en-US" sz="2000" dirty="0" err="1"/>
              <a:t>và</a:t>
            </a:r>
            <a:r>
              <a:rPr lang="en-US" sz="2000" dirty="0"/>
              <a:t> </a:t>
            </a:r>
            <a:r>
              <a:rPr lang="en-US" sz="2000" dirty="0" err="1"/>
              <a:t>phát</a:t>
            </a:r>
            <a:r>
              <a:rPr lang="en-US" sz="2000" dirty="0"/>
              <a:t> </a:t>
            </a:r>
            <a:r>
              <a:rPr lang="en-US" sz="2000" dirty="0" err="1"/>
              <a:t>triển</a:t>
            </a:r>
            <a:r>
              <a:rPr lang="en-US" sz="2000" dirty="0"/>
              <a:t> </a:t>
            </a:r>
            <a:r>
              <a:rPr lang="en-US" sz="2000" dirty="0" err="1"/>
              <a:t>của</a:t>
            </a:r>
            <a:r>
              <a:rPr lang="en-US" sz="2000" dirty="0"/>
              <a:t> </a:t>
            </a:r>
            <a:r>
              <a:rPr lang="en-US" sz="2000" dirty="0" err="1"/>
              <a:t>luật</a:t>
            </a:r>
            <a:r>
              <a:rPr lang="en-US" sz="2000" dirty="0"/>
              <a:t> </a:t>
            </a:r>
            <a:r>
              <a:rPr lang="en-US" sz="2000" dirty="0" err="1"/>
              <a:t>học</a:t>
            </a:r>
            <a:endParaRPr lang="en-US" sz="2000" dirty="0"/>
          </a:p>
          <a:p>
            <a:pPr marL="285750" indent="-285750">
              <a:buFontTx/>
              <a:buChar char="-"/>
            </a:pPr>
            <a:r>
              <a:rPr lang="en-US" sz="2000" dirty="0" err="1"/>
              <a:t>Luận</a:t>
            </a:r>
            <a:r>
              <a:rPr lang="en-US" sz="2000" dirty="0"/>
              <a:t> </a:t>
            </a:r>
            <a:r>
              <a:rPr lang="en-US" sz="2000" dirty="0" err="1"/>
              <a:t>giải</a:t>
            </a:r>
            <a:r>
              <a:rPr lang="en-US" sz="2000" dirty="0"/>
              <a:t> </a:t>
            </a:r>
            <a:r>
              <a:rPr lang="en-US" sz="2000" dirty="0" err="1"/>
              <a:t>về</a:t>
            </a:r>
            <a:r>
              <a:rPr lang="en-US" sz="2000" dirty="0"/>
              <a:t> </a:t>
            </a:r>
            <a:r>
              <a:rPr lang="en-US" sz="2000" dirty="0" err="1"/>
              <a:t>nhà</a:t>
            </a:r>
            <a:r>
              <a:rPr lang="en-US" sz="2000" dirty="0"/>
              <a:t> </a:t>
            </a:r>
            <a:r>
              <a:rPr lang="en-US" sz="2000" dirty="0" err="1"/>
              <a:t>nước</a:t>
            </a:r>
            <a:r>
              <a:rPr lang="en-US" sz="2000" dirty="0"/>
              <a:t> </a:t>
            </a:r>
            <a:r>
              <a:rPr lang="en-US" sz="2000" dirty="0" err="1"/>
              <a:t>và</a:t>
            </a:r>
            <a:r>
              <a:rPr lang="en-US" sz="2000" dirty="0"/>
              <a:t> </a:t>
            </a:r>
            <a:r>
              <a:rPr lang="en-US" sz="2000" dirty="0" err="1"/>
              <a:t>pháp</a:t>
            </a:r>
            <a:r>
              <a:rPr lang="en-US" sz="2000" dirty="0"/>
              <a:t> </a:t>
            </a:r>
            <a:r>
              <a:rPr lang="en-US" sz="2000" dirty="0" err="1"/>
              <a:t>luật</a:t>
            </a:r>
            <a:r>
              <a:rPr lang="en-US" sz="2000" dirty="0"/>
              <a:t> </a:t>
            </a:r>
            <a:r>
              <a:rPr lang="en-US" sz="2000" dirty="0" err="1"/>
              <a:t>trong</a:t>
            </a:r>
            <a:r>
              <a:rPr lang="en-US" sz="2000" dirty="0"/>
              <a:t> </a:t>
            </a:r>
            <a:r>
              <a:rPr lang="en-US" sz="2000" dirty="0" err="1"/>
              <a:t>quá</a:t>
            </a:r>
            <a:r>
              <a:rPr lang="en-US" sz="2000" dirty="0"/>
              <a:t> </a:t>
            </a:r>
            <a:r>
              <a:rPr lang="en-US" sz="2000" dirty="0" err="1"/>
              <a:t>khứ</a:t>
            </a:r>
            <a:r>
              <a:rPr lang="en-US" sz="2000" dirty="0"/>
              <a:t> </a:t>
            </a:r>
            <a:r>
              <a:rPr lang="en-US" sz="2000" dirty="0" err="1"/>
              <a:t>và</a:t>
            </a:r>
            <a:r>
              <a:rPr lang="en-US" sz="2000" dirty="0"/>
              <a:t> </a:t>
            </a:r>
            <a:r>
              <a:rPr lang="en-US" sz="2000" dirty="0" err="1"/>
              <a:t>hiện</a:t>
            </a:r>
            <a:r>
              <a:rPr lang="en-US" sz="2000" dirty="0"/>
              <a:t> </a:t>
            </a:r>
            <a:r>
              <a:rPr lang="en-US" sz="2000" dirty="0" err="1"/>
              <a:t>tại</a:t>
            </a:r>
            <a:r>
              <a:rPr lang="en-US" sz="2000" dirty="0"/>
              <a:t>, </a:t>
            </a:r>
            <a:r>
              <a:rPr lang="en-US" sz="2000" dirty="0" err="1"/>
              <a:t>kiến</a:t>
            </a:r>
            <a:r>
              <a:rPr lang="en-US" sz="2000" dirty="0"/>
              <a:t> </a:t>
            </a:r>
            <a:r>
              <a:rPr lang="en-US" sz="2000" dirty="0" err="1"/>
              <a:t>giải</a:t>
            </a:r>
            <a:r>
              <a:rPr lang="en-US" sz="2000" dirty="0"/>
              <a:t> </a:t>
            </a:r>
            <a:r>
              <a:rPr lang="en-US" sz="2000" dirty="0" err="1"/>
              <a:t>về</a:t>
            </a:r>
            <a:r>
              <a:rPr lang="en-US" sz="2000" dirty="0"/>
              <a:t> </a:t>
            </a:r>
            <a:r>
              <a:rPr lang="en-US" sz="2000" dirty="0" err="1"/>
              <a:t>nhà</a:t>
            </a:r>
            <a:r>
              <a:rPr lang="en-US" sz="2000" dirty="0"/>
              <a:t> </a:t>
            </a:r>
            <a:r>
              <a:rPr lang="en-US" sz="2000" dirty="0" err="1"/>
              <a:t>nước</a:t>
            </a:r>
            <a:r>
              <a:rPr lang="en-US" sz="2000" dirty="0"/>
              <a:t> </a:t>
            </a:r>
            <a:r>
              <a:rPr lang="en-US" sz="2000" dirty="0" err="1"/>
              <a:t>và</a:t>
            </a:r>
            <a:r>
              <a:rPr lang="en-US" sz="2000" dirty="0"/>
              <a:t> </a:t>
            </a:r>
            <a:r>
              <a:rPr lang="en-US" sz="2000" dirty="0" err="1"/>
              <a:t>pháp</a:t>
            </a:r>
            <a:r>
              <a:rPr lang="en-US" sz="2000" dirty="0"/>
              <a:t> </a:t>
            </a:r>
            <a:r>
              <a:rPr lang="en-US" sz="2000" dirty="0" err="1"/>
              <a:t>luật</a:t>
            </a:r>
            <a:r>
              <a:rPr lang="en-US" sz="2000" dirty="0"/>
              <a:t> </a:t>
            </a:r>
            <a:r>
              <a:rPr lang="en-US" sz="2000" dirty="0" err="1"/>
              <a:t>trong</a:t>
            </a:r>
            <a:r>
              <a:rPr lang="en-US" sz="2000" dirty="0"/>
              <a:t> </a:t>
            </a:r>
            <a:r>
              <a:rPr lang="en-US" sz="2000" dirty="0" err="1"/>
              <a:t>tương</a:t>
            </a:r>
            <a:r>
              <a:rPr lang="en-US" sz="2000" dirty="0"/>
              <a:t> </a:t>
            </a:r>
            <a:r>
              <a:rPr lang="en-US" sz="2000" dirty="0" err="1"/>
              <a:t>lai</a:t>
            </a:r>
            <a:endParaRPr lang="en-US" sz="2000" dirty="0"/>
          </a:p>
          <a:p>
            <a:pPr marL="285750" indent="-285750">
              <a:buFontTx/>
              <a:buChar char="-"/>
            </a:pPr>
            <a:r>
              <a:rPr lang="en-US" sz="2000" dirty="0" err="1"/>
              <a:t>Thể</a:t>
            </a:r>
            <a:r>
              <a:rPr lang="en-US" sz="2000" dirty="0"/>
              <a:t> </a:t>
            </a:r>
            <a:r>
              <a:rPr lang="en-US" sz="2000" dirty="0" err="1"/>
              <a:t>hiện</a:t>
            </a:r>
            <a:r>
              <a:rPr lang="en-US" sz="2000" dirty="0"/>
              <a:t> </a:t>
            </a:r>
            <a:r>
              <a:rPr lang="en-US" sz="2000" dirty="0" err="1"/>
              <a:t>những</a:t>
            </a:r>
            <a:r>
              <a:rPr lang="en-US" sz="2000" dirty="0"/>
              <a:t> </a:t>
            </a:r>
            <a:r>
              <a:rPr lang="en-US" sz="2000" dirty="0" err="1"/>
              <a:t>vấn</a:t>
            </a:r>
            <a:r>
              <a:rPr lang="en-US" sz="2000" dirty="0"/>
              <a:t> </a:t>
            </a:r>
            <a:r>
              <a:rPr lang="en-US" sz="2000" dirty="0" err="1"/>
              <a:t>đề</a:t>
            </a:r>
            <a:r>
              <a:rPr lang="en-US" sz="2000" dirty="0"/>
              <a:t> </a:t>
            </a:r>
            <a:r>
              <a:rPr lang="en-US" sz="2000" dirty="0" err="1"/>
              <a:t>lợi</a:t>
            </a:r>
            <a:r>
              <a:rPr lang="en-US" sz="2000" dirty="0"/>
              <a:t> </a:t>
            </a:r>
            <a:r>
              <a:rPr lang="en-US" sz="2000" dirty="0" err="1"/>
              <a:t>ích</a:t>
            </a:r>
            <a:r>
              <a:rPr lang="en-US" sz="2000" dirty="0"/>
              <a:t> </a:t>
            </a:r>
            <a:r>
              <a:rPr lang="en-US" sz="2000" dirty="0" err="1"/>
              <a:t>giai</a:t>
            </a:r>
            <a:r>
              <a:rPr lang="en-US" sz="2000" dirty="0"/>
              <a:t> </a:t>
            </a:r>
            <a:r>
              <a:rPr lang="en-US" sz="2000" dirty="0" err="1"/>
              <a:t>cấp</a:t>
            </a:r>
            <a:r>
              <a:rPr lang="en-US" sz="2000" dirty="0"/>
              <a:t>, </a:t>
            </a:r>
            <a:r>
              <a:rPr lang="en-US" sz="2000" dirty="0" err="1"/>
              <a:t>thể</a:t>
            </a:r>
            <a:r>
              <a:rPr lang="en-US" sz="2000" dirty="0"/>
              <a:t> </a:t>
            </a:r>
            <a:r>
              <a:rPr lang="en-US" sz="2000" dirty="0" err="1"/>
              <a:t>hiện</a:t>
            </a:r>
            <a:r>
              <a:rPr lang="en-US" sz="2000" dirty="0"/>
              <a:t> </a:t>
            </a:r>
            <a:r>
              <a:rPr lang="en-US" sz="2000" dirty="0" err="1"/>
              <a:t>lập</a:t>
            </a:r>
            <a:r>
              <a:rPr lang="en-US" sz="2000" dirty="0"/>
              <a:t> </a:t>
            </a:r>
            <a:r>
              <a:rPr lang="en-US" sz="2000" dirty="0" err="1"/>
              <a:t>trường</a:t>
            </a:r>
            <a:r>
              <a:rPr lang="en-US" sz="2000" dirty="0"/>
              <a:t> </a:t>
            </a:r>
            <a:r>
              <a:rPr lang="en-US" sz="2000" dirty="0" err="1"/>
              <a:t>thế</a:t>
            </a:r>
            <a:r>
              <a:rPr lang="en-US" sz="2000" dirty="0"/>
              <a:t> </a:t>
            </a:r>
            <a:r>
              <a:rPr lang="en-US" sz="2000" dirty="0" err="1"/>
              <a:t>giới</a:t>
            </a:r>
            <a:r>
              <a:rPr lang="en-US" sz="2000" dirty="0"/>
              <a:t> </a:t>
            </a:r>
            <a:r>
              <a:rPr lang="en-US" sz="2000" dirty="0" err="1"/>
              <a:t>quan</a:t>
            </a:r>
            <a:r>
              <a:rPr lang="en-US" sz="2000" dirty="0"/>
              <a:t> </a:t>
            </a:r>
            <a:r>
              <a:rPr lang="en-US" sz="2000" dirty="0" err="1"/>
              <a:t>và</a:t>
            </a:r>
            <a:r>
              <a:rPr lang="en-US" sz="2000" dirty="0"/>
              <a:t> </a:t>
            </a:r>
            <a:r>
              <a:rPr lang="en-US" sz="2000" dirty="0" err="1"/>
              <a:t>nhân</a:t>
            </a:r>
            <a:r>
              <a:rPr lang="en-US" sz="2000" dirty="0"/>
              <a:t> </a:t>
            </a:r>
            <a:r>
              <a:rPr lang="en-US" sz="2000" dirty="0" err="1"/>
              <a:t>sinh</a:t>
            </a:r>
            <a:r>
              <a:rPr lang="en-US" sz="2000" dirty="0"/>
              <a:t> </a:t>
            </a:r>
            <a:r>
              <a:rPr lang="en-US" sz="2000" dirty="0" err="1"/>
              <a:t>quan</a:t>
            </a:r>
            <a:r>
              <a:rPr lang="en-US" sz="2000" dirty="0"/>
              <a:t> </a:t>
            </a:r>
            <a:r>
              <a:rPr lang="en-US" sz="2000" dirty="0" err="1"/>
              <a:t>chính</a:t>
            </a:r>
            <a:r>
              <a:rPr lang="en-US" sz="2000" dirty="0"/>
              <a:t> </a:t>
            </a:r>
            <a:r>
              <a:rPr lang="en-US" sz="2000" dirty="0" err="1"/>
              <a:t>trị</a:t>
            </a:r>
            <a:r>
              <a:rPr lang="en-US" sz="2000" dirty="0"/>
              <a:t> </a:t>
            </a:r>
            <a:r>
              <a:rPr lang="en-US" sz="2000" dirty="0" err="1"/>
              <a:t>sâu</a:t>
            </a:r>
            <a:r>
              <a:rPr lang="en-US" sz="2000" dirty="0"/>
              <a:t> </a:t>
            </a:r>
            <a:r>
              <a:rPr lang="en-US" sz="2000" dirty="0" err="1"/>
              <a:t>sắc</a:t>
            </a:r>
            <a:r>
              <a:rPr lang="en-US" sz="2000" dirty="0"/>
              <a:t> </a:t>
            </a:r>
          </a:p>
        </p:txBody>
      </p:sp>
    </p:spTree>
    <p:extLst>
      <p:ext uri="{BB962C8B-B14F-4D97-AF65-F5344CB8AC3E}">
        <p14:creationId xmlns:p14="http://schemas.microsoft.com/office/powerpoint/2010/main" val="171909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arn(inVertic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nodeType="clickEffect">
                                  <p:stCondLst>
                                    <p:cond delay="0"/>
                                  </p:stCondLst>
                                  <p:childTnLst>
                                    <p:set>
                                      <p:cBhvr>
                                        <p:cTn id="17" dur="1" fill="hold">
                                          <p:stCondLst>
                                            <p:cond delay="0"/>
                                          </p:stCondLst>
                                        </p:cTn>
                                        <p:tgtEl>
                                          <p:spTgt spid="2">
                                            <p:txEl>
                                              <p:pRg st="0" end="0"/>
                                            </p:txEl>
                                          </p:spTgt>
                                        </p:tgtEl>
                                        <p:attrNameLst>
                                          <p:attrName>style.visibility</p:attrName>
                                        </p:attrNameLst>
                                      </p:cBhvr>
                                      <p:to>
                                        <p:strVal val="visible"/>
                                      </p:to>
                                    </p:set>
                                    <p:animEffect transition="in" filter="circle(in)">
                                      <p:cBhvr>
                                        <p:cTn id="18" dur="2000"/>
                                        <p:tgtEl>
                                          <p:spTgt spid="2">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animEffect transition="in" filter="wipe(down)">
                                      <p:cBhvr>
                                        <p:cTn id="23" dur="500"/>
                                        <p:tgtEl>
                                          <p:spTgt spid="3">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3">
                                            <p:txEl>
                                              <p:pRg st="1" end="1"/>
                                            </p:txEl>
                                          </p:spTgt>
                                        </p:tgtEl>
                                        <p:attrNameLst>
                                          <p:attrName>style.visibility</p:attrName>
                                        </p:attrNameLst>
                                      </p:cBhvr>
                                      <p:to>
                                        <p:strVal val="visible"/>
                                      </p:to>
                                    </p:set>
                                    <p:animEffect transition="in" filter="wipe(down)">
                                      <p:cBhvr>
                                        <p:cTn id="28" dur="500"/>
                                        <p:tgtEl>
                                          <p:spTgt spid="3">
                                            <p:txEl>
                                              <p:pRg st="1" end="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3">
                                            <p:txEl>
                                              <p:pRg st="2" end="2"/>
                                            </p:txEl>
                                          </p:spTgt>
                                        </p:tgtEl>
                                        <p:attrNameLst>
                                          <p:attrName>style.visibility</p:attrName>
                                        </p:attrNameLst>
                                      </p:cBhvr>
                                      <p:to>
                                        <p:strVal val="visible"/>
                                      </p:to>
                                    </p:set>
                                    <p:animEffect transition="in" filter="wipe(down)">
                                      <p:cBhvr>
                                        <p:cTn id="33" dur="500"/>
                                        <p:tgtEl>
                                          <p:spTgt spid="3">
                                            <p:txEl>
                                              <p:pRg st="2" end="2"/>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8"/>
                                        </p:tgtEl>
                                        <p:attrNameLst>
                                          <p:attrName>style.visibility</p:attrName>
                                        </p:attrNameLst>
                                      </p:cBhvr>
                                      <p:to>
                                        <p:strVal val="visible"/>
                                      </p:to>
                                    </p:set>
                                    <p:anim calcmode="lin" valueType="num">
                                      <p:cBhvr additive="base">
                                        <p:cTn id="38" dur="500" fill="hold"/>
                                        <p:tgtEl>
                                          <p:spTgt spid="8"/>
                                        </p:tgtEl>
                                        <p:attrNameLst>
                                          <p:attrName>ppt_x</p:attrName>
                                        </p:attrNameLst>
                                      </p:cBhvr>
                                      <p:tavLst>
                                        <p:tav tm="0">
                                          <p:val>
                                            <p:strVal val="#ppt_x"/>
                                          </p:val>
                                        </p:tav>
                                        <p:tav tm="100000">
                                          <p:val>
                                            <p:strVal val="#ppt_x"/>
                                          </p:val>
                                        </p:tav>
                                      </p:tavLst>
                                    </p:anim>
                                    <p:anim calcmode="lin" valueType="num">
                                      <p:cBhvr additive="base">
                                        <p:cTn id="39"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Điều ước quốc tế</a:t>
            </a:r>
          </a:p>
        </p:txBody>
      </p:sp>
      <p:sp>
        <p:nvSpPr>
          <p:cNvPr id="3" name="Content Placeholder 2"/>
          <p:cNvSpPr>
            <a:spLocks noGrp="1"/>
          </p:cNvSpPr>
          <p:nvPr>
            <p:ph idx="1"/>
          </p:nvPr>
        </p:nvSpPr>
        <p:spPr/>
        <p:txBody>
          <a:bodyPr>
            <a:normAutofit lnSpcReduction="10000"/>
          </a:bodyPr>
          <a:lstStyle/>
          <a:p>
            <a:r>
              <a:rPr lang="en-US"/>
              <a:t>Là những cam kết, những thỏa thuận giữa các quốc gia và các chủ thể khác của công pháp quốc tế trên cơ sở tự nguyện nhằm xác lập những nguyên tắc pháp lý bắt buộc để xác định, thay đổi hoặc hủy bỏ quyền và nghĩa vụ với nhau. </a:t>
            </a:r>
          </a:p>
          <a:p>
            <a:r>
              <a:rPr lang="en-US"/>
              <a:t>Các cam kết này được quốc gia tham gia kí kết tuân thủ trong phạm vi lãnh thổ của mình trở thành một nguồn luật trên thực tế.</a:t>
            </a:r>
          </a:p>
        </p:txBody>
      </p:sp>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902BCE0B-57F7-4867-87A9-8DFB03EBEF21}"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Lẽ công bằng (lẽ phải – reasons- luật hợp lí)</a:t>
            </a:r>
          </a:p>
        </p:txBody>
      </p:sp>
      <p:sp>
        <p:nvSpPr>
          <p:cNvPr id="3" name="Content Placeholder 2"/>
          <p:cNvSpPr>
            <a:spLocks noGrp="1"/>
          </p:cNvSpPr>
          <p:nvPr>
            <p:ph idx="1"/>
          </p:nvPr>
        </p:nvSpPr>
        <p:spPr/>
        <p:txBody>
          <a:bodyPr/>
          <a:lstStyle/>
          <a:p>
            <a:r>
              <a:rPr lang="en-US"/>
              <a:t>Khi giải quyết một vụ việc mà không có luật, quan tòa sẽ thực hiện việc sáng tạo, vận dụng các kiến thức đã học về học thuyết pháp lý, tập quán không bắt buộc, niềm tin để đưa ra phán quyết vụ án trên thực tế. </a:t>
            </a:r>
          </a:p>
        </p:txBody>
      </p:sp>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902BCE0B-57F7-4867-87A9-8DFB03EBEF21}"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33400" y="0"/>
            <a:ext cx="2792752" cy="461665"/>
          </a:xfrm>
          <a:prstGeom prst="rect">
            <a:avLst/>
          </a:prstGeom>
          <a:noFill/>
        </p:spPr>
        <p:txBody>
          <a:bodyPr wrap="none" rtlCol="0">
            <a:spAutoFit/>
          </a:bodyPr>
          <a:lstStyle/>
          <a:p>
            <a:r>
              <a:rPr lang="en-US" sz="2400" b="1" dirty="0"/>
              <a:t>2.6 </a:t>
            </a:r>
            <a:r>
              <a:rPr lang="en-US" sz="2400" b="1" dirty="0" err="1"/>
              <a:t>Lẽ</a:t>
            </a:r>
            <a:r>
              <a:rPr lang="en-US" sz="2400" b="1" dirty="0"/>
              <a:t> </a:t>
            </a:r>
            <a:r>
              <a:rPr lang="en-US" sz="2400" b="1" dirty="0" err="1"/>
              <a:t>công</a:t>
            </a:r>
            <a:r>
              <a:rPr lang="en-US" sz="2400" b="1" dirty="0"/>
              <a:t> </a:t>
            </a:r>
            <a:r>
              <a:rPr lang="en-US" sz="2400" b="1" dirty="0" err="1"/>
              <a:t>bằng</a:t>
            </a:r>
            <a:r>
              <a:rPr lang="en-US" sz="2400" b="1" dirty="0"/>
              <a:t> </a:t>
            </a:r>
          </a:p>
        </p:txBody>
      </p:sp>
      <p:sp>
        <p:nvSpPr>
          <p:cNvPr id="5" name="Rectangle 4"/>
          <p:cNvSpPr/>
          <p:nvPr/>
        </p:nvSpPr>
        <p:spPr>
          <a:xfrm>
            <a:off x="914400" y="461665"/>
            <a:ext cx="4495800" cy="1754326"/>
          </a:xfrm>
          <a:prstGeom prst="rect">
            <a:avLst/>
          </a:prstGeom>
        </p:spPr>
        <p:txBody>
          <a:bodyPr wrap="square">
            <a:spAutoFit/>
          </a:bodyPr>
          <a:lstStyle/>
          <a:p>
            <a:r>
              <a:rPr lang="en-US" kern="100" dirty="0">
                <a:solidFill>
                  <a:srgbClr val="000000"/>
                </a:solidFill>
                <a:latin typeface="Calibri" panose="020F0502020204030204" pitchFamily="34" charset="0"/>
                <a:ea typeface="Times New Roman" panose="02020603050405020304" pitchFamily="18" charset="0"/>
              </a:rPr>
              <a:t>“L</a:t>
            </a:r>
            <a:r>
              <a:rPr lang="vi-VN" kern="100" dirty="0">
                <a:solidFill>
                  <a:srgbClr val="000000"/>
                </a:solidFill>
                <a:latin typeface="Calibri" panose="020F0502020204030204" pitchFamily="34" charset="0"/>
                <a:ea typeface="Times New Roman" panose="02020603050405020304" pitchFamily="18" charset="0"/>
              </a:rPr>
              <a:t>ẽ c</a:t>
            </a:r>
            <a:r>
              <a:rPr lang="en-US" kern="100" dirty="0" err="1">
                <a:solidFill>
                  <a:srgbClr val="000000"/>
                </a:solidFill>
                <a:latin typeface="Calibri" panose="020F0502020204030204" pitchFamily="34" charset="0"/>
                <a:ea typeface="Times New Roman" panose="02020603050405020304" pitchFamily="18" charset="0"/>
              </a:rPr>
              <a:t>ông</a:t>
            </a:r>
            <a:r>
              <a:rPr lang="en-US" kern="100" dirty="0">
                <a:solidFill>
                  <a:srgbClr val="000000"/>
                </a:solidFill>
                <a:latin typeface="Calibri" panose="020F0502020204030204" pitchFamily="34" charset="0"/>
                <a:ea typeface="Times New Roman" panose="02020603050405020304" pitchFamily="18" charset="0"/>
              </a:rPr>
              <a:t> b</a:t>
            </a:r>
            <a:r>
              <a:rPr lang="vi-VN" kern="100" dirty="0">
                <a:solidFill>
                  <a:srgbClr val="000000"/>
                </a:solidFill>
                <a:latin typeface="Calibri" panose="020F0502020204030204" pitchFamily="34" charset="0"/>
                <a:ea typeface="Times New Roman" panose="02020603050405020304" pitchFamily="18" charset="0"/>
              </a:rPr>
              <a:t>ằng được x</a:t>
            </a:r>
            <a:r>
              <a:rPr lang="en-US" kern="100" dirty="0" err="1">
                <a:solidFill>
                  <a:srgbClr val="000000"/>
                </a:solidFill>
                <a:latin typeface="Calibri" panose="020F0502020204030204" pitchFamily="34" charset="0"/>
                <a:ea typeface="Times New Roman" panose="02020603050405020304" pitchFamily="18" charset="0"/>
              </a:rPr>
              <a:t>ác</a:t>
            </a:r>
            <a:r>
              <a:rPr lang="en-US" kern="100" dirty="0">
                <a:solidFill>
                  <a:srgbClr val="000000"/>
                </a:solidFill>
                <a:latin typeface="Calibri" panose="020F0502020204030204" pitchFamily="34" charset="0"/>
                <a:ea typeface="Times New Roman" panose="02020603050405020304" pitchFamily="18" charset="0"/>
              </a:rPr>
              <a:t> đ</a:t>
            </a:r>
            <a:r>
              <a:rPr lang="vi-VN" kern="100" dirty="0">
                <a:solidFill>
                  <a:srgbClr val="000000"/>
                </a:solidFill>
                <a:latin typeface="Calibri" panose="020F0502020204030204" pitchFamily="34" charset="0"/>
                <a:ea typeface="Times New Roman" panose="02020603050405020304" pitchFamily="18" charset="0"/>
              </a:rPr>
              <a:t>ịnh tr</a:t>
            </a:r>
            <a:r>
              <a:rPr lang="en-US" kern="100" dirty="0" err="1">
                <a:solidFill>
                  <a:srgbClr val="000000"/>
                </a:solidFill>
                <a:latin typeface="Calibri" panose="020F0502020204030204" pitchFamily="34" charset="0"/>
                <a:ea typeface="Times New Roman" panose="02020603050405020304" pitchFamily="18" charset="0"/>
              </a:rPr>
              <a:t>ên</a:t>
            </a: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cơ</a:t>
            </a:r>
            <a:r>
              <a:rPr lang="en-US" kern="100" dirty="0">
                <a:solidFill>
                  <a:srgbClr val="000000"/>
                </a:solidFill>
                <a:latin typeface="Calibri" panose="020F0502020204030204" pitchFamily="34" charset="0"/>
                <a:ea typeface="Times New Roman" panose="02020603050405020304" pitchFamily="18" charset="0"/>
              </a:rPr>
              <a:t> s</a:t>
            </a:r>
            <a:r>
              <a:rPr lang="vi-VN" kern="100" dirty="0">
                <a:solidFill>
                  <a:srgbClr val="000000"/>
                </a:solidFill>
                <a:latin typeface="Calibri" panose="020F0502020204030204" pitchFamily="34" charset="0"/>
                <a:ea typeface="Times New Roman" panose="02020603050405020304" pitchFamily="18" charset="0"/>
              </a:rPr>
              <a:t>ở lẽ phải được mọi người trong x</a:t>
            </a:r>
            <a:r>
              <a:rPr lang="en-US" kern="100" dirty="0">
                <a:solidFill>
                  <a:srgbClr val="000000"/>
                </a:solidFill>
                <a:latin typeface="Calibri" panose="020F0502020204030204" pitchFamily="34" charset="0"/>
                <a:ea typeface="Times New Roman" panose="02020603050405020304" pitchFamily="18" charset="0"/>
              </a:rPr>
              <a:t>ã h</a:t>
            </a:r>
            <a:r>
              <a:rPr lang="vi-VN" kern="100" dirty="0">
                <a:solidFill>
                  <a:srgbClr val="000000"/>
                </a:solidFill>
                <a:latin typeface="Calibri" panose="020F0502020204030204" pitchFamily="34" charset="0"/>
                <a:ea typeface="Times New Roman" panose="02020603050405020304" pitchFamily="18" charset="0"/>
              </a:rPr>
              <a:t>ội thừa nhận, ph</a:t>
            </a:r>
            <a:r>
              <a:rPr lang="en-US" kern="100" dirty="0">
                <a:solidFill>
                  <a:srgbClr val="000000"/>
                </a:solidFill>
                <a:latin typeface="Calibri" panose="020F0502020204030204" pitchFamily="34" charset="0"/>
                <a:ea typeface="Times New Roman" panose="02020603050405020304" pitchFamily="18" charset="0"/>
              </a:rPr>
              <a:t>ù h</a:t>
            </a:r>
            <a:r>
              <a:rPr lang="vi-VN" kern="100" dirty="0">
                <a:solidFill>
                  <a:srgbClr val="000000"/>
                </a:solidFill>
                <a:latin typeface="Calibri" panose="020F0502020204030204" pitchFamily="34" charset="0"/>
                <a:ea typeface="Times New Roman" panose="02020603050405020304" pitchFamily="18" charset="0"/>
              </a:rPr>
              <a:t>ợp với nguy</a:t>
            </a:r>
            <a:r>
              <a:rPr lang="en-US" kern="100" dirty="0" err="1">
                <a:solidFill>
                  <a:srgbClr val="000000"/>
                </a:solidFill>
                <a:latin typeface="Calibri" panose="020F0502020204030204" pitchFamily="34" charset="0"/>
                <a:ea typeface="Times New Roman" panose="02020603050405020304" pitchFamily="18" charset="0"/>
              </a:rPr>
              <a:t>ên</a:t>
            </a:r>
            <a:r>
              <a:rPr lang="en-US" kern="100" dirty="0">
                <a:solidFill>
                  <a:srgbClr val="000000"/>
                </a:solidFill>
                <a:latin typeface="Calibri" panose="020F0502020204030204" pitchFamily="34" charset="0"/>
                <a:ea typeface="Times New Roman" panose="02020603050405020304" pitchFamily="18" charset="0"/>
              </a:rPr>
              <a:t> t</a:t>
            </a:r>
            <a:r>
              <a:rPr lang="vi-VN" kern="100" dirty="0">
                <a:solidFill>
                  <a:srgbClr val="000000"/>
                </a:solidFill>
                <a:latin typeface="Calibri" panose="020F0502020204030204" pitchFamily="34" charset="0"/>
                <a:ea typeface="Times New Roman" panose="02020603050405020304" pitchFamily="18" charset="0"/>
              </a:rPr>
              <a:t>ắc nh</a:t>
            </a:r>
            <a:r>
              <a:rPr lang="en-US" kern="100" dirty="0" err="1">
                <a:solidFill>
                  <a:srgbClr val="000000"/>
                </a:solidFill>
                <a:latin typeface="Calibri" panose="020F0502020204030204" pitchFamily="34" charset="0"/>
                <a:ea typeface="Times New Roman" panose="02020603050405020304" pitchFamily="18" charset="0"/>
              </a:rPr>
              <a:t>ân</a:t>
            </a:r>
            <a:r>
              <a:rPr lang="en-US" kern="100" dirty="0">
                <a:solidFill>
                  <a:srgbClr val="000000"/>
                </a:solidFill>
                <a:latin typeface="Calibri" panose="020F0502020204030204" pitchFamily="34" charset="0"/>
                <a:ea typeface="Times New Roman" panose="02020603050405020304" pitchFamily="18" charset="0"/>
              </a:rPr>
              <a:t> đ</a:t>
            </a:r>
            <a:r>
              <a:rPr lang="vi-VN" kern="100" dirty="0">
                <a:solidFill>
                  <a:srgbClr val="000000"/>
                </a:solidFill>
                <a:latin typeface="Calibri" panose="020F0502020204030204" pitchFamily="34" charset="0"/>
                <a:ea typeface="Times New Roman" panose="02020603050405020304" pitchFamily="18" charset="0"/>
              </a:rPr>
              <a:t>ạo, kh</a:t>
            </a:r>
            <a:r>
              <a:rPr lang="en-US" kern="100" dirty="0" err="1">
                <a:solidFill>
                  <a:srgbClr val="000000"/>
                </a:solidFill>
                <a:latin typeface="Calibri" panose="020F0502020204030204" pitchFamily="34" charset="0"/>
                <a:ea typeface="Times New Roman" panose="02020603050405020304" pitchFamily="18" charset="0"/>
              </a:rPr>
              <a:t>ông</a:t>
            </a: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thiên</a:t>
            </a:r>
            <a:r>
              <a:rPr lang="en-US" kern="100" dirty="0">
                <a:solidFill>
                  <a:srgbClr val="000000"/>
                </a:solidFill>
                <a:latin typeface="Calibri" panose="020F0502020204030204" pitchFamily="34" charset="0"/>
                <a:ea typeface="Times New Roman" panose="02020603050405020304" pitchFamily="18" charset="0"/>
              </a:rPr>
              <a:t> v</a:t>
            </a:r>
            <a:r>
              <a:rPr lang="vi-VN" kern="100" dirty="0">
                <a:solidFill>
                  <a:srgbClr val="000000"/>
                </a:solidFill>
                <a:latin typeface="Calibri" panose="020F0502020204030204" pitchFamily="34" charset="0"/>
                <a:ea typeface="Times New Roman" panose="02020603050405020304" pitchFamily="18" charset="0"/>
              </a:rPr>
              <a:t>ị v</a:t>
            </a:r>
            <a:r>
              <a:rPr lang="en-US" kern="100" dirty="0">
                <a:solidFill>
                  <a:srgbClr val="000000"/>
                </a:solidFill>
                <a:latin typeface="Calibri" panose="020F0502020204030204" pitchFamily="34" charset="0"/>
                <a:ea typeface="Times New Roman" panose="02020603050405020304" pitchFamily="18" charset="0"/>
              </a:rPr>
              <a:t>à s</a:t>
            </a:r>
            <a:r>
              <a:rPr lang="vi-VN" kern="100" dirty="0">
                <a:solidFill>
                  <a:srgbClr val="000000"/>
                </a:solidFill>
                <a:latin typeface="Calibri" panose="020F0502020204030204" pitchFamily="34" charset="0"/>
                <a:ea typeface="Times New Roman" panose="02020603050405020304" pitchFamily="18" charset="0"/>
              </a:rPr>
              <a:t>ự b</a:t>
            </a:r>
            <a:r>
              <a:rPr lang="en-US" kern="100" dirty="0" err="1">
                <a:solidFill>
                  <a:srgbClr val="000000"/>
                </a:solidFill>
                <a:latin typeface="Calibri" panose="020F0502020204030204" pitchFamily="34" charset="0"/>
                <a:ea typeface="Times New Roman" panose="02020603050405020304" pitchFamily="18" charset="0"/>
              </a:rPr>
              <a:t>ình</a:t>
            </a:r>
            <a:r>
              <a:rPr lang="en-US" kern="100" dirty="0">
                <a:solidFill>
                  <a:srgbClr val="000000"/>
                </a:solidFill>
                <a:latin typeface="Calibri" panose="020F0502020204030204" pitchFamily="34" charset="0"/>
                <a:ea typeface="Times New Roman" panose="02020603050405020304" pitchFamily="18" charset="0"/>
              </a:rPr>
              <a:t> đ</a:t>
            </a:r>
            <a:r>
              <a:rPr lang="vi-VN" kern="100" dirty="0">
                <a:solidFill>
                  <a:srgbClr val="000000"/>
                </a:solidFill>
                <a:latin typeface="Calibri" panose="020F0502020204030204" pitchFamily="34" charset="0"/>
                <a:ea typeface="Times New Roman" panose="02020603050405020304" pitchFamily="18" charset="0"/>
              </a:rPr>
              <a:t>ẳng về quyền v</a:t>
            </a:r>
            <a:r>
              <a:rPr lang="en-US" kern="100" dirty="0">
                <a:solidFill>
                  <a:srgbClr val="000000"/>
                </a:solidFill>
                <a:latin typeface="Calibri" panose="020F0502020204030204" pitchFamily="34" charset="0"/>
                <a:ea typeface="Times New Roman" panose="02020603050405020304" pitchFamily="18" charset="0"/>
              </a:rPr>
              <a:t>à </a:t>
            </a:r>
            <a:r>
              <a:rPr lang="en-US" kern="100" dirty="0" err="1">
                <a:solidFill>
                  <a:srgbClr val="000000"/>
                </a:solidFill>
                <a:latin typeface="Calibri" panose="020F0502020204030204" pitchFamily="34" charset="0"/>
                <a:ea typeface="Times New Roman" panose="02020603050405020304" pitchFamily="18" charset="0"/>
              </a:rPr>
              <a:t>nghĩa</a:t>
            </a:r>
            <a:r>
              <a:rPr lang="en-US" kern="100" dirty="0">
                <a:solidFill>
                  <a:srgbClr val="000000"/>
                </a:solidFill>
                <a:latin typeface="Calibri" panose="020F0502020204030204" pitchFamily="34" charset="0"/>
                <a:ea typeface="Times New Roman" panose="02020603050405020304" pitchFamily="18" charset="0"/>
              </a:rPr>
              <a:t> v</a:t>
            </a:r>
            <a:r>
              <a:rPr lang="vi-VN" kern="100" dirty="0">
                <a:solidFill>
                  <a:srgbClr val="000000"/>
                </a:solidFill>
                <a:latin typeface="Calibri" panose="020F0502020204030204" pitchFamily="34" charset="0"/>
                <a:ea typeface="Times New Roman" panose="02020603050405020304" pitchFamily="18" charset="0"/>
              </a:rPr>
              <a:t>ụ của c</a:t>
            </a:r>
            <a:r>
              <a:rPr lang="en-US" kern="100" dirty="0" err="1">
                <a:solidFill>
                  <a:srgbClr val="000000"/>
                </a:solidFill>
                <a:latin typeface="Calibri" panose="020F0502020204030204" pitchFamily="34" charset="0"/>
                <a:ea typeface="Times New Roman" panose="02020603050405020304" pitchFamily="18" charset="0"/>
              </a:rPr>
              <a:t>ác</a:t>
            </a: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đương</a:t>
            </a:r>
            <a:r>
              <a:rPr lang="en-US" kern="100" dirty="0">
                <a:solidFill>
                  <a:srgbClr val="000000"/>
                </a:solidFill>
                <a:latin typeface="Calibri" panose="020F0502020204030204" pitchFamily="34" charset="0"/>
                <a:ea typeface="Times New Roman" panose="02020603050405020304" pitchFamily="18" charset="0"/>
              </a:rPr>
              <a:t> s</a:t>
            </a:r>
            <a:r>
              <a:rPr lang="vi-VN" kern="100" dirty="0">
                <a:solidFill>
                  <a:srgbClr val="000000"/>
                </a:solidFill>
                <a:latin typeface="Calibri" panose="020F0502020204030204" pitchFamily="34" charset="0"/>
                <a:ea typeface="Times New Roman" panose="02020603050405020304" pitchFamily="18" charset="0"/>
              </a:rPr>
              <a:t>ự trong vụ việc d</a:t>
            </a:r>
            <a:r>
              <a:rPr lang="en-US" kern="100" dirty="0" err="1">
                <a:solidFill>
                  <a:srgbClr val="000000"/>
                </a:solidFill>
                <a:latin typeface="Calibri" panose="020F0502020204030204" pitchFamily="34" charset="0"/>
                <a:ea typeface="Times New Roman" panose="02020603050405020304" pitchFamily="18" charset="0"/>
              </a:rPr>
              <a:t>ân</a:t>
            </a:r>
            <a:r>
              <a:rPr lang="en-US" kern="100" dirty="0">
                <a:solidFill>
                  <a:srgbClr val="000000"/>
                </a:solidFill>
                <a:latin typeface="Calibri" panose="020F0502020204030204" pitchFamily="34" charset="0"/>
                <a:ea typeface="Times New Roman" panose="02020603050405020304" pitchFamily="18" charset="0"/>
              </a:rPr>
              <a:t> s</a:t>
            </a:r>
            <a:r>
              <a:rPr lang="vi-VN" kern="100" dirty="0">
                <a:solidFill>
                  <a:srgbClr val="000000"/>
                </a:solidFill>
                <a:latin typeface="Calibri" panose="020F0502020204030204" pitchFamily="34" charset="0"/>
                <a:ea typeface="Times New Roman" panose="02020603050405020304" pitchFamily="18" charset="0"/>
              </a:rPr>
              <a:t>ự đ</a:t>
            </a:r>
            <a:r>
              <a:rPr lang="en-US" kern="100" dirty="0">
                <a:solidFill>
                  <a:srgbClr val="000000"/>
                </a:solidFill>
                <a:latin typeface="Calibri" panose="020F0502020204030204" pitchFamily="34" charset="0"/>
                <a:ea typeface="Times New Roman" panose="02020603050405020304" pitchFamily="18" charset="0"/>
              </a:rPr>
              <a:t>ó”.     </a:t>
            </a:r>
            <a:br>
              <a:rPr lang="en-US" kern="100" dirty="0">
                <a:solidFill>
                  <a:srgbClr val="000000"/>
                </a:solidFill>
                <a:latin typeface="Calibri" panose="020F0502020204030204" pitchFamily="34" charset="0"/>
                <a:ea typeface="Times New Roman" panose="02020603050405020304" pitchFamily="18" charset="0"/>
              </a:rPr>
            </a:br>
            <a:endParaRPr lang="en-US" dirty="0"/>
          </a:p>
        </p:txBody>
      </p:sp>
      <p:sp>
        <p:nvSpPr>
          <p:cNvPr id="6" name="TextBox 5"/>
          <p:cNvSpPr txBox="1"/>
          <p:nvPr/>
        </p:nvSpPr>
        <p:spPr>
          <a:xfrm>
            <a:off x="533400" y="1815881"/>
            <a:ext cx="1590500" cy="400110"/>
          </a:xfrm>
          <a:prstGeom prst="rect">
            <a:avLst/>
          </a:prstGeom>
          <a:noFill/>
        </p:spPr>
        <p:txBody>
          <a:bodyPr wrap="none" rtlCol="0">
            <a:spAutoFit/>
          </a:bodyPr>
          <a:lstStyle/>
          <a:p>
            <a:r>
              <a:rPr lang="en-US" sz="2000" b="1" dirty="0"/>
              <a:t>- </a:t>
            </a:r>
            <a:r>
              <a:rPr lang="en-US" sz="2000" b="1" dirty="0" err="1"/>
              <a:t>Đặc</a:t>
            </a:r>
            <a:r>
              <a:rPr lang="en-US" sz="2000" b="1" dirty="0"/>
              <a:t> </a:t>
            </a:r>
            <a:r>
              <a:rPr lang="en-US" sz="2000" b="1" dirty="0" err="1"/>
              <a:t>điểm</a:t>
            </a:r>
            <a:r>
              <a:rPr lang="en-US" sz="2000" b="1" dirty="0"/>
              <a:t> </a:t>
            </a:r>
          </a:p>
        </p:txBody>
      </p:sp>
      <p:sp>
        <p:nvSpPr>
          <p:cNvPr id="7" name="Rectangle 6"/>
          <p:cNvSpPr/>
          <p:nvPr/>
        </p:nvSpPr>
        <p:spPr>
          <a:xfrm>
            <a:off x="938284" y="2099768"/>
            <a:ext cx="8034250" cy="2010807"/>
          </a:xfrm>
          <a:prstGeom prst="rect">
            <a:avLst/>
          </a:prstGeom>
        </p:spPr>
        <p:txBody>
          <a:bodyPr wrap="square">
            <a:spAutoFit/>
          </a:bodyPr>
          <a:lstStyle/>
          <a:p>
            <a:pPr>
              <a:spcAft>
                <a:spcPts val="1000"/>
              </a:spcAft>
            </a:pP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Lẽ</a:t>
            </a: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công</a:t>
            </a: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bằng</a:t>
            </a: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được</a:t>
            </a: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áp</a:t>
            </a: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dụng</a:t>
            </a: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trong</a:t>
            </a: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các</a:t>
            </a: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trường</a:t>
            </a: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hợp</a:t>
            </a: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chưa</a:t>
            </a: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có</a:t>
            </a: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luật</a:t>
            </a: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định</a:t>
            </a: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xét</a:t>
            </a: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xử</a:t>
            </a: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rõ</a:t>
            </a: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ràng</a:t>
            </a:r>
            <a:endParaRPr lang="en-US" kern="100" dirty="0">
              <a:solidFill>
                <a:srgbClr val="000000"/>
              </a:solidFill>
              <a:latin typeface="Calibri" panose="020F0502020204030204" pitchFamily="34" charset="0"/>
              <a:ea typeface="Times New Roman" panose="02020603050405020304" pitchFamily="18" charset="0"/>
            </a:endParaRPr>
          </a:p>
          <a:p>
            <a:pPr>
              <a:spcAft>
                <a:spcPts val="1000"/>
              </a:spcAft>
            </a:pP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Lẽ</a:t>
            </a: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công</a:t>
            </a: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bằng</a:t>
            </a: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không</a:t>
            </a: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được</a:t>
            </a: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quy</a:t>
            </a: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định</a:t>
            </a: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dưới</a:t>
            </a: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hình</a:t>
            </a: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thức</a:t>
            </a: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văn</a:t>
            </a: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bản</a:t>
            </a:r>
            <a:br>
              <a:rPr lang="en-US" kern="100" dirty="0">
                <a:solidFill>
                  <a:srgbClr val="000000"/>
                </a:solidFill>
                <a:latin typeface="Calibri" panose="020F0502020204030204" pitchFamily="34" charset="0"/>
                <a:ea typeface="Times New Roman" panose="02020603050405020304" pitchFamily="18" charset="0"/>
              </a:rPr>
            </a:b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Xét</a:t>
            </a: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xử</a:t>
            </a:r>
            <a:r>
              <a:rPr lang="en-US" kern="100" dirty="0">
                <a:solidFill>
                  <a:srgbClr val="000000"/>
                </a:solidFill>
                <a:latin typeface="Calibri" panose="020F0502020204030204" pitchFamily="34" charset="0"/>
                <a:ea typeface="Times New Roman" panose="02020603050405020304" pitchFamily="18" charset="0"/>
              </a:rPr>
              <a:t> </a:t>
            </a:r>
            <a:r>
              <a:rPr lang="vi-VN" kern="100" dirty="0">
                <a:solidFill>
                  <a:srgbClr val="000000"/>
                </a:solidFill>
                <a:latin typeface="Calibri" panose="020F0502020204030204" pitchFamily="34" charset="0"/>
                <a:ea typeface="Times New Roman" panose="02020603050405020304" pitchFamily="18" charset="0"/>
              </a:rPr>
              <a:t>theo lẽ c</a:t>
            </a:r>
            <a:r>
              <a:rPr lang="en-US" kern="100" dirty="0" err="1">
                <a:solidFill>
                  <a:srgbClr val="000000"/>
                </a:solidFill>
                <a:latin typeface="Calibri" panose="020F0502020204030204" pitchFamily="34" charset="0"/>
                <a:ea typeface="Times New Roman" panose="02020603050405020304" pitchFamily="18" charset="0"/>
              </a:rPr>
              <a:t>ông</a:t>
            </a:r>
            <a:r>
              <a:rPr lang="en-US" kern="100" dirty="0">
                <a:solidFill>
                  <a:srgbClr val="000000"/>
                </a:solidFill>
                <a:latin typeface="Calibri" panose="020F0502020204030204" pitchFamily="34" charset="0"/>
                <a:ea typeface="Times New Roman" panose="02020603050405020304" pitchFamily="18" charset="0"/>
              </a:rPr>
              <a:t> b</a:t>
            </a:r>
            <a:r>
              <a:rPr lang="vi-VN" kern="100" dirty="0">
                <a:solidFill>
                  <a:srgbClr val="000000"/>
                </a:solidFill>
                <a:latin typeface="Calibri" panose="020F0502020204030204" pitchFamily="34" charset="0"/>
                <a:ea typeface="Times New Roman" panose="02020603050405020304" pitchFamily="18" charset="0"/>
              </a:rPr>
              <a:t>ằng l</a:t>
            </a:r>
            <a:r>
              <a:rPr lang="en-US" kern="100" dirty="0">
                <a:solidFill>
                  <a:srgbClr val="000000"/>
                </a:solidFill>
                <a:latin typeface="Calibri" panose="020F0502020204030204" pitchFamily="34" charset="0"/>
                <a:ea typeface="Times New Roman" panose="02020603050405020304" pitchFamily="18" charset="0"/>
              </a:rPr>
              <a:t>à m</a:t>
            </a:r>
            <a:r>
              <a:rPr lang="vi-VN" kern="100" dirty="0">
                <a:solidFill>
                  <a:srgbClr val="000000"/>
                </a:solidFill>
                <a:latin typeface="Calibri" panose="020F0502020204030204" pitchFamily="34" charset="0"/>
                <a:ea typeface="Times New Roman" panose="02020603050405020304" pitchFamily="18" charset="0"/>
              </a:rPr>
              <a:t>ột c</a:t>
            </a:r>
            <a:r>
              <a:rPr lang="en-US" kern="100" dirty="0" err="1">
                <a:solidFill>
                  <a:srgbClr val="000000"/>
                </a:solidFill>
                <a:latin typeface="Calibri" panose="020F0502020204030204" pitchFamily="34" charset="0"/>
                <a:ea typeface="Times New Roman" panose="02020603050405020304" pitchFamily="18" charset="0"/>
              </a:rPr>
              <a:t>ông</a:t>
            </a:r>
            <a:r>
              <a:rPr lang="en-US" kern="100" dirty="0">
                <a:solidFill>
                  <a:srgbClr val="000000"/>
                </a:solidFill>
                <a:latin typeface="Calibri" panose="020F0502020204030204" pitchFamily="34" charset="0"/>
                <a:ea typeface="Times New Roman" panose="02020603050405020304" pitchFamily="18" charset="0"/>
              </a:rPr>
              <a:t> vi</a:t>
            </a:r>
            <a:r>
              <a:rPr lang="vi-VN" kern="100" dirty="0">
                <a:solidFill>
                  <a:srgbClr val="000000"/>
                </a:solidFill>
                <a:latin typeface="Calibri" panose="020F0502020204030204" pitchFamily="34" charset="0"/>
                <a:ea typeface="Times New Roman" panose="02020603050405020304" pitchFamily="18" charset="0"/>
              </a:rPr>
              <a:t>ệc kh</a:t>
            </a:r>
            <a:r>
              <a:rPr lang="en-US" kern="100" dirty="0">
                <a:solidFill>
                  <a:srgbClr val="000000"/>
                </a:solidFill>
                <a:latin typeface="Calibri" panose="020F0502020204030204" pitchFamily="34" charset="0"/>
                <a:ea typeface="Times New Roman" panose="02020603050405020304" pitchFamily="18" charset="0"/>
              </a:rPr>
              <a:t>ó </a:t>
            </a:r>
            <a:r>
              <a:rPr lang="en-US" kern="100" dirty="0" err="1">
                <a:solidFill>
                  <a:srgbClr val="000000"/>
                </a:solidFill>
                <a:latin typeface="Calibri" panose="020F0502020204030204" pitchFamily="34" charset="0"/>
                <a:ea typeface="Times New Roman" panose="02020603050405020304" pitchFamily="18" charset="0"/>
              </a:rPr>
              <a:t>khăn</a:t>
            </a: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và</a:t>
            </a: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ph</a:t>
            </a:r>
            <a:r>
              <a:rPr lang="vi-VN" kern="100" dirty="0">
                <a:solidFill>
                  <a:srgbClr val="000000"/>
                </a:solidFill>
                <a:latin typeface="Calibri" panose="020F0502020204030204" pitchFamily="34" charset="0"/>
                <a:ea typeface="Times New Roman" panose="02020603050405020304" pitchFamily="18" charset="0"/>
              </a:rPr>
              <a:t>ức tạp của t</a:t>
            </a:r>
            <a:r>
              <a:rPr lang="en-US" kern="100" dirty="0" err="1">
                <a:solidFill>
                  <a:srgbClr val="000000"/>
                </a:solidFill>
                <a:latin typeface="Calibri" panose="020F0502020204030204" pitchFamily="34" charset="0"/>
                <a:ea typeface="Times New Roman" panose="02020603050405020304" pitchFamily="18" charset="0"/>
              </a:rPr>
              <a:t>òa</a:t>
            </a: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án</a:t>
            </a: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nói</a:t>
            </a: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chung</a:t>
            </a: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và</a:t>
            </a: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các</a:t>
            </a: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th</a:t>
            </a:r>
            <a:r>
              <a:rPr lang="vi-VN" kern="100" dirty="0">
                <a:solidFill>
                  <a:srgbClr val="000000"/>
                </a:solidFill>
                <a:latin typeface="Calibri" panose="020F0502020204030204" pitchFamily="34" charset="0"/>
                <a:ea typeface="Times New Roman" panose="02020603050405020304" pitchFamily="18" charset="0"/>
              </a:rPr>
              <a:t>ẩm ph</a:t>
            </a:r>
            <a:r>
              <a:rPr lang="en-US" kern="100" dirty="0" err="1">
                <a:solidFill>
                  <a:srgbClr val="000000"/>
                </a:solidFill>
                <a:latin typeface="Calibri" panose="020F0502020204030204" pitchFamily="34" charset="0"/>
                <a:ea typeface="Times New Roman" panose="02020603050405020304" pitchFamily="18" charset="0"/>
              </a:rPr>
              <a:t>án</a:t>
            </a: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nói</a:t>
            </a: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riêng</a:t>
            </a:r>
            <a:br>
              <a:rPr lang="en-US" kern="100" dirty="0">
                <a:solidFill>
                  <a:srgbClr val="000000"/>
                </a:solidFill>
                <a:latin typeface="Calibri" panose="020F0502020204030204" pitchFamily="34" charset="0"/>
                <a:ea typeface="Times New Roman" panose="02020603050405020304" pitchFamily="18" charset="0"/>
              </a:rPr>
            </a:b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Xét</a:t>
            </a:r>
            <a:r>
              <a:rPr lang="en-US" kern="100" dirty="0">
                <a:solidFill>
                  <a:srgbClr val="000000"/>
                </a:solidFill>
                <a:latin typeface="Calibri" panose="020F0502020204030204" pitchFamily="34" charset="0"/>
                <a:ea typeface="Times New Roman" panose="02020603050405020304" pitchFamily="18" charset="0"/>
              </a:rPr>
              <a:t> x</a:t>
            </a:r>
            <a:r>
              <a:rPr lang="vi-VN" kern="100" dirty="0">
                <a:solidFill>
                  <a:srgbClr val="000000"/>
                </a:solidFill>
                <a:latin typeface="Calibri" panose="020F0502020204030204" pitchFamily="34" charset="0"/>
                <a:ea typeface="Times New Roman" panose="02020603050405020304" pitchFamily="18" charset="0"/>
              </a:rPr>
              <a:t>ử theo lẽ c</a:t>
            </a:r>
            <a:r>
              <a:rPr lang="en-US" kern="100" dirty="0" err="1">
                <a:solidFill>
                  <a:srgbClr val="000000"/>
                </a:solidFill>
                <a:latin typeface="Calibri" panose="020F0502020204030204" pitchFamily="34" charset="0"/>
                <a:ea typeface="Times New Roman" panose="02020603050405020304" pitchFamily="18" charset="0"/>
              </a:rPr>
              <a:t>ông</a:t>
            </a:r>
            <a:r>
              <a:rPr lang="en-US" kern="100" dirty="0">
                <a:solidFill>
                  <a:srgbClr val="000000"/>
                </a:solidFill>
                <a:latin typeface="Calibri" panose="020F0502020204030204" pitchFamily="34" charset="0"/>
                <a:ea typeface="Times New Roman" panose="02020603050405020304" pitchFamily="18" charset="0"/>
              </a:rPr>
              <a:t> b</a:t>
            </a:r>
            <a:r>
              <a:rPr lang="vi-VN" kern="100" dirty="0">
                <a:solidFill>
                  <a:srgbClr val="000000"/>
                </a:solidFill>
                <a:latin typeface="Calibri" panose="020F0502020204030204" pitchFamily="34" charset="0"/>
                <a:ea typeface="Times New Roman" panose="02020603050405020304" pitchFamily="18" charset="0"/>
              </a:rPr>
              <a:t>ằng l</a:t>
            </a:r>
            <a:r>
              <a:rPr lang="en-US" kern="100" dirty="0">
                <a:solidFill>
                  <a:srgbClr val="000000"/>
                </a:solidFill>
                <a:latin typeface="Calibri" panose="020F0502020204030204" pitchFamily="34" charset="0"/>
                <a:ea typeface="Times New Roman" panose="02020603050405020304" pitchFamily="18" charset="0"/>
              </a:rPr>
              <a:t>à vi</a:t>
            </a:r>
            <a:r>
              <a:rPr lang="vi-VN" kern="100" dirty="0">
                <a:solidFill>
                  <a:srgbClr val="000000"/>
                </a:solidFill>
                <a:latin typeface="Calibri" panose="020F0502020204030204" pitchFamily="34" charset="0"/>
                <a:ea typeface="Times New Roman" panose="02020603050405020304" pitchFamily="18" charset="0"/>
              </a:rPr>
              <a:t>ệc kh</a:t>
            </a:r>
            <a:r>
              <a:rPr lang="en-US" kern="100" dirty="0" err="1">
                <a:solidFill>
                  <a:srgbClr val="000000"/>
                </a:solidFill>
                <a:latin typeface="Calibri" panose="020F0502020204030204" pitchFamily="34" charset="0"/>
                <a:ea typeface="Times New Roman" panose="02020603050405020304" pitchFamily="18" charset="0"/>
              </a:rPr>
              <a:t>ông</a:t>
            </a: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đư</a:t>
            </a:r>
            <a:r>
              <a:rPr lang="vi-VN" kern="100" dirty="0">
                <a:solidFill>
                  <a:srgbClr val="000000"/>
                </a:solidFill>
                <a:latin typeface="Calibri" panose="020F0502020204030204" pitchFamily="34" charset="0"/>
                <a:ea typeface="Times New Roman" panose="02020603050405020304" pitchFamily="18" charset="0"/>
              </a:rPr>
              <a:t>ợc đ</a:t>
            </a:r>
            <a:r>
              <a:rPr lang="en-US" kern="100" dirty="0" err="1">
                <a:solidFill>
                  <a:srgbClr val="000000"/>
                </a:solidFill>
                <a:latin typeface="Calibri" panose="020F0502020204030204" pitchFamily="34" charset="0"/>
                <a:ea typeface="Times New Roman" panose="02020603050405020304" pitchFamily="18" charset="0"/>
              </a:rPr>
              <a:t>ào</a:t>
            </a:r>
            <a:r>
              <a:rPr lang="en-US" kern="100" dirty="0">
                <a:solidFill>
                  <a:srgbClr val="000000"/>
                </a:solidFill>
                <a:latin typeface="Calibri" panose="020F0502020204030204" pitchFamily="34" charset="0"/>
                <a:ea typeface="Times New Roman" panose="02020603050405020304" pitchFamily="18" charset="0"/>
              </a:rPr>
              <a:t> t</a:t>
            </a:r>
            <a:r>
              <a:rPr lang="vi-VN" kern="100" dirty="0">
                <a:solidFill>
                  <a:srgbClr val="000000"/>
                </a:solidFill>
                <a:latin typeface="Calibri" panose="020F0502020204030204" pitchFamily="34" charset="0"/>
                <a:ea typeface="Times New Roman" panose="02020603050405020304" pitchFamily="18" charset="0"/>
              </a:rPr>
              <a:t>ạo</a:t>
            </a:r>
            <a:r>
              <a:rPr lang="en-US" kern="100" dirty="0">
                <a:solidFill>
                  <a:srgbClr val="000000"/>
                </a:solidFill>
                <a:latin typeface="Calibri" panose="020F0502020204030204" pitchFamily="34" charset="0"/>
                <a:ea typeface="Times New Roman" panose="02020603050405020304" pitchFamily="18" charset="0"/>
              </a:rPr>
              <a:t>, </a:t>
            </a:r>
            <a:endParaRPr lang="en-US" sz="1400" kern="100" dirty="0">
              <a:latin typeface="Times New Roman" panose="02020603050405020304" pitchFamily="18" charset="0"/>
              <a:ea typeface="SimSun" panose="02010600030101010101" pitchFamily="2" charset="-122"/>
            </a:endParaRPr>
          </a:p>
          <a:p>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Xét</a:t>
            </a: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xử</a:t>
            </a:r>
            <a:r>
              <a:rPr lang="en-US" kern="100" dirty="0">
                <a:solidFill>
                  <a:srgbClr val="000000"/>
                </a:solidFill>
                <a:latin typeface="Calibri" panose="020F0502020204030204" pitchFamily="34" charset="0"/>
                <a:ea typeface="Times New Roman" panose="02020603050405020304" pitchFamily="18" charset="0"/>
              </a:rPr>
              <a:t> </a:t>
            </a:r>
            <a:r>
              <a:rPr lang="vi-VN" kern="100" dirty="0">
                <a:solidFill>
                  <a:srgbClr val="000000"/>
                </a:solidFill>
                <a:latin typeface="Calibri" panose="020F0502020204030204" pitchFamily="34" charset="0"/>
                <a:ea typeface="Times New Roman" panose="02020603050405020304" pitchFamily="18" charset="0"/>
              </a:rPr>
              <a:t>dựa v</a:t>
            </a:r>
            <a:r>
              <a:rPr lang="en-US" kern="100" dirty="0" err="1">
                <a:solidFill>
                  <a:srgbClr val="000000"/>
                </a:solidFill>
                <a:latin typeface="Calibri" panose="020F0502020204030204" pitchFamily="34" charset="0"/>
                <a:ea typeface="Times New Roman" panose="02020603050405020304" pitchFamily="18" charset="0"/>
              </a:rPr>
              <a:t>ào</a:t>
            </a: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quan</a:t>
            </a: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điểm</a:t>
            </a: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lý</a:t>
            </a: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trí</a:t>
            </a: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lương</a:t>
            </a: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tâm</a:t>
            </a:r>
            <a:r>
              <a:rPr lang="en-US" kern="100" dirty="0">
                <a:solidFill>
                  <a:srgbClr val="000000"/>
                </a:solidFill>
                <a:latin typeface="Calibri" panose="020F0502020204030204" pitchFamily="34" charset="0"/>
                <a:ea typeface="Times New Roman" panose="02020603050405020304" pitchFamily="18" charset="0"/>
              </a:rPr>
              <a:t> c</a:t>
            </a:r>
            <a:r>
              <a:rPr lang="vi-VN" kern="100" dirty="0">
                <a:solidFill>
                  <a:srgbClr val="000000"/>
                </a:solidFill>
                <a:latin typeface="Calibri" panose="020F0502020204030204" pitchFamily="34" charset="0"/>
                <a:ea typeface="Times New Roman" panose="02020603050405020304" pitchFamily="18" charset="0"/>
              </a:rPr>
              <a:t>ủa </a:t>
            </a:r>
            <a:r>
              <a:rPr lang="en-US" kern="100" dirty="0" err="1">
                <a:solidFill>
                  <a:srgbClr val="000000"/>
                </a:solidFill>
                <a:latin typeface="Calibri" panose="020F0502020204030204" pitchFamily="34" charset="0"/>
                <a:ea typeface="Times New Roman" panose="02020603050405020304" pitchFamily="18" charset="0"/>
              </a:rPr>
              <a:t>thẩm</a:t>
            </a:r>
            <a:r>
              <a:rPr lang="en-US" kern="100" dirty="0">
                <a:solidFill>
                  <a:srgbClr val="000000"/>
                </a:solidFill>
                <a:latin typeface="Calibri" panose="020F0502020204030204" pitchFamily="34" charset="0"/>
                <a:ea typeface="Times New Roman" panose="02020603050405020304" pitchFamily="18" charset="0"/>
              </a:rPr>
              <a:t> </a:t>
            </a:r>
            <a:r>
              <a:rPr lang="en-US" kern="100" dirty="0" err="1">
                <a:solidFill>
                  <a:srgbClr val="000000"/>
                </a:solidFill>
                <a:latin typeface="Calibri" panose="020F0502020204030204" pitchFamily="34" charset="0"/>
                <a:ea typeface="Times New Roman" panose="02020603050405020304" pitchFamily="18" charset="0"/>
              </a:rPr>
              <a:t>phám</a:t>
            </a:r>
            <a:r>
              <a:rPr lang="en-US" kern="100" dirty="0">
                <a:solidFill>
                  <a:srgbClr val="000000"/>
                </a:solidFill>
                <a:latin typeface="Calibri" panose="020F0502020204030204" pitchFamily="34" charset="0"/>
                <a:ea typeface="Times New Roman" panose="02020603050405020304" pitchFamily="18" charset="0"/>
              </a:rPr>
              <a:t> v</a:t>
            </a:r>
            <a:r>
              <a:rPr lang="vi-VN" kern="100" dirty="0">
                <a:solidFill>
                  <a:srgbClr val="000000"/>
                </a:solidFill>
                <a:latin typeface="Calibri" panose="020F0502020204030204" pitchFamily="34" charset="0"/>
                <a:ea typeface="Times New Roman" panose="02020603050405020304" pitchFamily="18" charset="0"/>
              </a:rPr>
              <a:t>ề lẽ c</a:t>
            </a:r>
            <a:r>
              <a:rPr lang="en-US" kern="100" dirty="0" err="1">
                <a:solidFill>
                  <a:srgbClr val="000000"/>
                </a:solidFill>
                <a:latin typeface="Calibri" panose="020F0502020204030204" pitchFamily="34" charset="0"/>
                <a:ea typeface="Times New Roman" panose="02020603050405020304" pitchFamily="18" charset="0"/>
              </a:rPr>
              <a:t>ông</a:t>
            </a:r>
            <a:r>
              <a:rPr lang="en-US" kern="100" dirty="0">
                <a:solidFill>
                  <a:srgbClr val="000000"/>
                </a:solidFill>
                <a:latin typeface="Calibri" panose="020F0502020204030204" pitchFamily="34" charset="0"/>
                <a:ea typeface="Times New Roman" panose="02020603050405020304" pitchFamily="18" charset="0"/>
              </a:rPr>
              <a:t> b</a:t>
            </a:r>
            <a:r>
              <a:rPr lang="vi-VN" kern="100" dirty="0">
                <a:solidFill>
                  <a:srgbClr val="000000"/>
                </a:solidFill>
                <a:latin typeface="Calibri" panose="020F0502020204030204" pitchFamily="34" charset="0"/>
                <a:ea typeface="Times New Roman" panose="02020603050405020304" pitchFamily="18" charset="0"/>
              </a:rPr>
              <a:t>ằng</a:t>
            </a:r>
            <a:r>
              <a:rPr lang="en-US" kern="100" dirty="0">
                <a:solidFill>
                  <a:srgbClr val="000000"/>
                </a:solidFill>
                <a:latin typeface="Calibri" panose="020F0502020204030204" pitchFamily="34" charset="0"/>
                <a:ea typeface="Times New Roman" panose="02020603050405020304" pitchFamily="18" charset="0"/>
              </a:rPr>
              <a:t>,</a:t>
            </a:r>
            <a:endParaRPr lang="en-US" dirty="0"/>
          </a:p>
        </p:txBody>
      </p:sp>
      <p:graphicFrame>
        <p:nvGraphicFramePr>
          <p:cNvPr id="8" name="Table 7"/>
          <p:cNvGraphicFramePr>
            <a:graphicFrameLocks noGrp="1"/>
          </p:cNvGraphicFramePr>
          <p:nvPr>
            <p:extLst>
              <p:ext uri="{D42A27DB-BD31-4B8C-83A1-F6EECF244321}">
                <p14:modId xmlns:p14="http://schemas.microsoft.com/office/powerpoint/2010/main" val="341057080"/>
              </p:ext>
            </p:extLst>
          </p:nvPr>
        </p:nvGraphicFramePr>
        <p:xfrm>
          <a:off x="1447800" y="4160112"/>
          <a:ext cx="7653250" cy="2413000"/>
        </p:xfrm>
        <a:graphic>
          <a:graphicData uri="http://schemas.openxmlformats.org/drawingml/2006/table">
            <a:tbl>
              <a:tblPr firstRow="1" bandRow="1">
                <a:tableStyleId>{5C22544A-7EE6-4342-B048-85BDC9FD1C3A}</a:tableStyleId>
              </a:tblPr>
              <a:tblGrid>
                <a:gridCol w="3826625">
                  <a:extLst>
                    <a:ext uri="{9D8B030D-6E8A-4147-A177-3AD203B41FA5}">
                      <a16:colId xmlns:a16="http://schemas.microsoft.com/office/drawing/2014/main" val="20000"/>
                    </a:ext>
                  </a:extLst>
                </a:gridCol>
                <a:gridCol w="3826625">
                  <a:extLst>
                    <a:ext uri="{9D8B030D-6E8A-4147-A177-3AD203B41FA5}">
                      <a16:colId xmlns:a16="http://schemas.microsoft.com/office/drawing/2014/main" val="20001"/>
                    </a:ext>
                  </a:extLst>
                </a:gridCol>
              </a:tblGrid>
              <a:tr h="370840">
                <a:tc>
                  <a:txBody>
                    <a:bodyPr/>
                    <a:lstStyle/>
                    <a:p>
                      <a:r>
                        <a:rPr lang="en-US" dirty="0"/>
                        <a:t>                  </a:t>
                      </a:r>
                      <a:r>
                        <a:rPr lang="en-US" dirty="0" err="1"/>
                        <a:t>Ưu</a:t>
                      </a:r>
                      <a:r>
                        <a:rPr lang="en-US" baseline="0" dirty="0"/>
                        <a:t> </a:t>
                      </a:r>
                      <a:r>
                        <a:rPr lang="en-US" baseline="0" dirty="0" err="1"/>
                        <a:t>điểm</a:t>
                      </a:r>
                      <a:r>
                        <a:rPr lang="en-US" baseline="0" dirty="0"/>
                        <a:t> </a:t>
                      </a:r>
                      <a:endParaRPr lang="en-US" dirty="0"/>
                    </a:p>
                  </a:txBody>
                  <a:tcPr/>
                </a:tc>
                <a:tc>
                  <a:txBody>
                    <a:bodyPr/>
                    <a:lstStyle/>
                    <a:p>
                      <a:r>
                        <a:rPr lang="en-US" dirty="0"/>
                        <a:t>                 </a:t>
                      </a:r>
                      <a:r>
                        <a:rPr lang="en-US" dirty="0" err="1"/>
                        <a:t>Nhược</a:t>
                      </a:r>
                      <a:r>
                        <a:rPr lang="en-US" baseline="0" dirty="0"/>
                        <a:t> </a:t>
                      </a:r>
                      <a:r>
                        <a:rPr lang="en-US" baseline="0" dirty="0" err="1"/>
                        <a:t>điểm</a:t>
                      </a:r>
                      <a:endParaRPr lang="en-US" dirty="0"/>
                    </a:p>
                  </a:txBody>
                  <a:tcPr/>
                </a:tc>
                <a:extLst>
                  <a:ext uri="{0D108BD9-81ED-4DB2-BD59-A6C34878D82A}">
                    <a16:rowId xmlns:a16="http://schemas.microsoft.com/office/drawing/2014/main" val="10000"/>
                  </a:ext>
                </a:extLst>
              </a:tr>
              <a:tr h="370840">
                <a:tc>
                  <a:txBody>
                    <a:bodyPr/>
                    <a:lstStyle/>
                    <a:p>
                      <a:r>
                        <a:rPr lang="en-US" sz="1600" b="0" kern="1200" dirty="0">
                          <a:solidFill>
                            <a:schemeClr val="dk1"/>
                          </a:solidFill>
                          <a:effectLst/>
                          <a:latin typeface="+mn-lt"/>
                          <a:ea typeface="+mn-ea"/>
                          <a:cs typeface="+mn-cs"/>
                        </a:rPr>
                        <a:t>-</a:t>
                      </a:r>
                      <a:r>
                        <a:rPr lang="en-US" sz="1600" b="1" kern="1200" dirty="0">
                          <a:solidFill>
                            <a:schemeClr val="dk1"/>
                          </a:solidFill>
                          <a:effectLst/>
                          <a:latin typeface="+mn-lt"/>
                          <a:ea typeface="+mn-ea"/>
                          <a:cs typeface="+mn-cs"/>
                        </a:rPr>
                        <a:t> </a:t>
                      </a:r>
                      <a:r>
                        <a:rPr lang="en-US" sz="1600" kern="1200" dirty="0" err="1">
                          <a:solidFill>
                            <a:schemeClr val="dk1"/>
                          </a:solidFill>
                          <a:effectLst/>
                          <a:latin typeface="+mn-lt"/>
                          <a:ea typeface="+mn-ea"/>
                          <a:cs typeface="+mn-cs"/>
                        </a:rPr>
                        <a:t>Vì</a:t>
                      </a:r>
                      <a:r>
                        <a:rPr lang="en-US" sz="1600" kern="1200" dirty="0">
                          <a:solidFill>
                            <a:schemeClr val="dk1"/>
                          </a:solidFill>
                          <a:effectLst/>
                          <a:latin typeface="+mn-lt"/>
                          <a:ea typeface="+mn-ea"/>
                          <a:cs typeface="+mn-cs"/>
                        </a:rPr>
                        <a:t> </a:t>
                      </a:r>
                      <a:r>
                        <a:rPr lang="en-US" sz="1600" kern="1200" dirty="0" err="1">
                          <a:solidFill>
                            <a:schemeClr val="dk1"/>
                          </a:solidFill>
                          <a:effectLst/>
                          <a:latin typeface="+mn-lt"/>
                          <a:ea typeface="+mn-ea"/>
                          <a:cs typeface="+mn-cs"/>
                        </a:rPr>
                        <a:t>đư</a:t>
                      </a:r>
                      <a:r>
                        <a:rPr lang="vi-VN" sz="1600" kern="1200" dirty="0">
                          <a:solidFill>
                            <a:schemeClr val="dk1"/>
                          </a:solidFill>
                          <a:effectLst/>
                          <a:latin typeface="+mn-lt"/>
                          <a:ea typeface="+mn-ea"/>
                          <a:cs typeface="+mn-cs"/>
                        </a:rPr>
                        <a:t>ợ</a:t>
                      </a:r>
                      <a:r>
                        <a:rPr lang="en-US" sz="1600" kern="1200" dirty="0">
                          <a:solidFill>
                            <a:schemeClr val="dk1"/>
                          </a:solidFill>
                          <a:effectLst/>
                          <a:latin typeface="+mn-lt"/>
                          <a:ea typeface="+mn-ea"/>
                          <a:cs typeface="+mn-cs"/>
                        </a:rPr>
                        <a:t>c m</a:t>
                      </a:r>
                      <a:r>
                        <a:rPr lang="vi-VN" sz="1600" kern="1200" dirty="0">
                          <a:solidFill>
                            <a:schemeClr val="dk1"/>
                          </a:solidFill>
                          <a:effectLst/>
                          <a:latin typeface="+mn-lt"/>
                          <a:ea typeface="+mn-ea"/>
                          <a:cs typeface="+mn-cs"/>
                        </a:rPr>
                        <a:t>ọ</a:t>
                      </a:r>
                      <a:r>
                        <a:rPr lang="en-US" sz="1600" kern="1200" dirty="0" err="1">
                          <a:solidFill>
                            <a:schemeClr val="dk1"/>
                          </a:solidFill>
                          <a:effectLst/>
                          <a:latin typeface="+mn-lt"/>
                          <a:ea typeface="+mn-ea"/>
                          <a:cs typeface="+mn-cs"/>
                        </a:rPr>
                        <a:t>i</a:t>
                      </a:r>
                      <a:r>
                        <a:rPr lang="en-US" sz="1600" kern="1200" dirty="0">
                          <a:solidFill>
                            <a:schemeClr val="dk1"/>
                          </a:solidFill>
                          <a:effectLst/>
                          <a:latin typeface="+mn-lt"/>
                          <a:ea typeface="+mn-ea"/>
                          <a:cs typeface="+mn-cs"/>
                        </a:rPr>
                        <a:t> </a:t>
                      </a:r>
                      <a:r>
                        <a:rPr lang="en-US" sz="1600" kern="1200" dirty="0" err="1">
                          <a:solidFill>
                            <a:schemeClr val="dk1"/>
                          </a:solidFill>
                          <a:effectLst/>
                          <a:latin typeface="+mn-lt"/>
                          <a:ea typeface="+mn-ea"/>
                          <a:cs typeface="+mn-cs"/>
                        </a:rPr>
                        <a:t>ngư</a:t>
                      </a:r>
                      <a:r>
                        <a:rPr lang="vi-VN" sz="1600" kern="1200" dirty="0">
                          <a:solidFill>
                            <a:schemeClr val="dk1"/>
                          </a:solidFill>
                          <a:effectLst/>
                          <a:latin typeface="+mn-lt"/>
                          <a:ea typeface="+mn-ea"/>
                          <a:cs typeface="+mn-cs"/>
                        </a:rPr>
                        <a:t>ờ</a:t>
                      </a:r>
                      <a:r>
                        <a:rPr lang="en-US" sz="1600" kern="1200" dirty="0" err="1">
                          <a:solidFill>
                            <a:schemeClr val="dk1"/>
                          </a:solidFill>
                          <a:effectLst/>
                          <a:latin typeface="+mn-lt"/>
                          <a:ea typeface="+mn-ea"/>
                          <a:cs typeface="+mn-cs"/>
                        </a:rPr>
                        <a:t>i</a:t>
                      </a:r>
                      <a:r>
                        <a:rPr lang="en-US" sz="1600" kern="1200" dirty="0">
                          <a:solidFill>
                            <a:schemeClr val="dk1"/>
                          </a:solidFill>
                          <a:effectLst/>
                          <a:latin typeface="+mn-lt"/>
                          <a:ea typeface="+mn-ea"/>
                          <a:cs typeface="+mn-cs"/>
                        </a:rPr>
                        <a:t> </a:t>
                      </a:r>
                      <a:r>
                        <a:rPr lang="en-US" sz="1600" kern="1200" dirty="0" err="1">
                          <a:solidFill>
                            <a:schemeClr val="dk1"/>
                          </a:solidFill>
                          <a:effectLst/>
                          <a:latin typeface="+mn-lt"/>
                          <a:ea typeface="+mn-ea"/>
                          <a:cs typeface="+mn-cs"/>
                        </a:rPr>
                        <a:t>trong</a:t>
                      </a:r>
                      <a:r>
                        <a:rPr lang="en-US" sz="1600" kern="1200" dirty="0">
                          <a:solidFill>
                            <a:schemeClr val="dk1"/>
                          </a:solidFill>
                          <a:effectLst/>
                          <a:latin typeface="+mn-lt"/>
                          <a:ea typeface="+mn-ea"/>
                          <a:cs typeface="+mn-cs"/>
                        </a:rPr>
                        <a:t> </a:t>
                      </a:r>
                      <a:r>
                        <a:rPr lang="en-US" sz="1600" kern="1200" dirty="0" err="1">
                          <a:solidFill>
                            <a:schemeClr val="dk1"/>
                          </a:solidFill>
                          <a:effectLst/>
                          <a:latin typeface="+mn-lt"/>
                          <a:ea typeface="+mn-ea"/>
                          <a:cs typeface="+mn-cs"/>
                        </a:rPr>
                        <a:t>xã</a:t>
                      </a:r>
                      <a:r>
                        <a:rPr lang="en-US" sz="1600" kern="1200" dirty="0">
                          <a:solidFill>
                            <a:schemeClr val="dk1"/>
                          </a:solidFill>
                          <a:effectLst/>
                          <a:latin typeface="+mn-lt"/>
                          <a:ea typeface="+mn-ea"/>
                          <a:cs typeface="+mn-cs"/>
                        </a:rPr>
                        <a:t> h</a:t>
                      </a:r>
                      <a:r>
                        <a:rPr lang="vi-VN" sz="1600" kern="1200" dirty="0">
                          <a:solidFill>
                            <a:schemeClr val="dk1"/>
                          </a:solidFill>
                          <a:effectLst/>
                          <a:latin typeface="+mn-lt"/>
                          <a:ea typeface="+mn-ea"/>
                          <a:cs typeface="+mn-cs"/>
                        </a:rPr>
                        <a:t>ộ</a:t>
                      </a:r>
                      <a:r>
                        <a:rPr lang="en-US" sz="1600" kern="1200" dirty="0" err="1">
                          <a:solidFill>
                            <a:schemeClr val="dk1"/>
                          </a:solidFill>
                          <a:effectLst/>
                          <a:latin typeface="+mn-lt"/>
                          <a:ea typeface="+mn-ea"/>
                          <a:cs typeface="+mn-cs"/>
                        </a:rPr>
                        <a:t>i</a:t>
                      </a:r>
                      <a:r>
                        <a:rPr lang="en-US" sz="1600" kern="1200" dirty="0">
                          <a:solidFill>
                            <a:schemeClr val="dk1"/>
                          </a:solidFill>
                          <a:effectLst/>
                          <a:latin typeface="+mn-lt"/>
                          <a:ea typeface="+mn-ea"/>
                          <a:cs typeface="+mn-cs"/>
                        </a:rPr>
                        <a:t> </a:t>
                      </a:r>
                      <a:r>
                        <a:rPr lang="en-US" sz="1600" kern="1200" dirty="0" err="1">
                          <a:solidFill>
                            <a:schemeClr val="dk1"/>
                          </a:solidFill>
                          <a:effectLst/>
                          <a:latin typeface="+mn-lt"/>
                          <a:ea typeface="+mn-ea"/>
                          <a:cs typeface="+mn-cs"/>
                        </a:rPr>
                        <a:t>th</a:t>
                      </a:r>
                      <a:r>
                        <a:rPr lang="vi-VN" sz="1600" kern="1200" dirty="0">
                          <a:solidFill>
                            <a:schemeClr val="dk1"/>
                          </a:solidFill>
                          <a:effectLst/>
                          <a:latin typeface="+mn-lt"/>
                          <a:ea typeface="+mn-ea"/>
                          <a:cs typeface="+mn-cs"/>
                        </a:rPr>
                        <a:t>ừ</a:t>
                      </a:r>
                      <a:r>
                        <a:rPr lang="en-US" sz="1600" kern="1200" dirty="0">
                          <a:solidFill>
                            <a:schemeClr val="dk1"/>
                          </a:solidFill>
                          <a:effectLst/>
                          <a:latin typeface="+mn-lt"/>
                          <a:ea typeface="+mn-ea"/>
                          <a:cs typeface="+mn-cs"/>
                        </a:rPr>
                        <a:t>a </a:t>
                      </a:r>
                      <a:r>
                        <a:rPr lang="en-US" sz="1600" kern="1200" dirty="0" err="1">
                          <a:solidFill>
                            <a:schemeClr val="dk1"/>
                          </a:solidFill>
                          <a:effectLst/>
                          <a:latin typeface="+mn-lt"/>
                          <a:ea typeface="+mn-ea"/>
                          <a:cs typeface="+mn-cs"/>
                        </a:rPr>
                        <a:t>nh</a:t>
                      </a:r>
                      <a:r>
                        <a:rPr lang="vi-VN" sz="1600" kern="1200" dirty="0">
                          <a:solidFill>
                            <a:schemeClr val="dk1"/>
                          </a:solidFill>
                          <a:effectLst/>
                          <a:latin typeface="+mn-lt"/>
                          <a:ea typeface="+mn-ea"/>
                          <a:cs typeface="+mn-cs"/>
                        </a:rPr>
                        <a:t>ậ</a:t>
                      </a:r>
                      <a:r>
                        <a:rPr lang="en-US" sz="1600" kern="1200" dirty="0">
                          <a:solidFill>
                            <a:schemeClr val="dk1"/>
                          </a:solidFill>
                          <a:effectLst/>
                          <a:latin typeface="+mn-lt"/>
                          <a:ea typeface="+mn-ea"/>
                          <a:cs typeface="+mn-cs"/>
                        </a:rPr>
                        <a:t>n </a:t>
                      </a:r>
                      <a:r>
                        <a:rPr lang="en-US" sz="1600" kern="1200" dirty="0" err="1">
                          <a:solidFill>
                            <a:schemeClr val="dk1"/>
                          </a:solidFill>
                          <a:effectLst/>
                          <a:latin typeface="+mn-lt"/>
                          <a:ea typeface="+mn-ea"/>
                          <a:cs typeface="+mn-cs"/>
                        </a:rPr>
                        <a:t>là</a:t>
                      </a:r>
                      <a:r>
                        <a:rPr lang="en-US" sz="1600" kern="1200" dirty="0">
                          <a:solidFill>
                            <a:schemeClr val="dk1"/>
                          </a:solidFill>
                          <a:effectLst/>
                          <a:latin typeface="+mn-lt"/>
                          <a:ea typeface="+mn-ea"/>
                          <a:cs typeface="+mn-cs"/>
                        </a:rPr>
                        <a:t> l</a:t>
                      </a:r>
                      <a:r>
                        <a:rPr lang="vi-VN" sz="1600" kern="1200" dirty="0">
                          <a:solidFill>
                            <a:schemeClr val="dk1"/>
                          </a:solidFill>
                          <a:effectLst/>
                          <a:latin typeface="+mn-lt"/>
                          <a:ea typeface="+mn-ea"/>
                          <a:cs typeface="+mn-cs"/>
                        </a:rPr>
                        <a:t>ẽ</a:t>
                      </a:r>
                      <a:r>
                        <a:rPr lang="en-US" sz="1600" kern="1200" dirty="0">
                          <a:solidFill>
                            <a:schemeClr val="dk1"/>
                          </a:solidFill>
                          <a:effectLst/>
                          <a:latin typeface="+mn-lt"/>
                          <a:ea typeface="+mn-ea"/>
                          <a:cs typeface="+mn-cs"/>
                        </a:rPr>
                        <a:t> </a:t>
                      </a:r>
                      <a:r>
                        <a:rPr lang="en-US" sz="1600" kern="1200" dirty="0" err="1">
                          <a:solidFill>
                            <a:schemeClr val="dk1"/>
                          </a:solidFill>
                          <a:effectLst/>
                          <a:latin typeface="+mn-lt"/>
                          <a:ea typeface="+mn-ea"/>
                          <a:cs typeface="+mn-cs"/>
                        </a:rPr>
                        <a:t>ph</a:t>
                      </a:r>
                      <a:r>
                        <a:rPr lang="vi-VN" sz="1600" kern="1200" dirty="0">
                          <a:solidFill>
                            <a:schemeClr val="dk1"/>
                          </a:solidFill>
                          <a:effectLst/>
                          <a:latin typeface="+mn-lt"/>
                          <a:ea typeface="+mn-ea"/>
                          <a:cs typeface="+mn-cs"/>
                        </a:rPr>
                        <a:t>ả</a:t>
                      </a:r>
                      <a:r>
                        <a:rPr lang="en-US" sz="1600" kern="1200" dirty="0" err="1">
                          <a:solidFill>
                            <a:schemeClr val="dk1"/>
                          </a:solidFill>
                          <a:effectLst/>
                          <a:latin typeface="+mn-lt"/>
                          <a:ea typeface="+mn-ea"/>
                          <a:cs typeface="+mn-cs"/>
                        </a:rPr>
                        <a:t>i</a:t>
                      </a:r>
                      <a:r>
                        <a:rPr lang="en-US" sz="1600" kern="1200" dirty="0">
                          <a:solidFill>
                            <a:schemeClr val="dk1"/>
                          </a:solidFill>
                          <a:effectLst/>
                          <a:latin typeface="+mn-lt"/>
                          <a:ea typeface="+mn-ea"/>
                          <a:cs typeface="+mn-cs"/>
                        </a:rPr>
                        <a:t> </a:t>
                      </a:r>
                      <a:r>
                        <a:rPr lang="en-US" sz="1600" kern="1200" dirty="0" err="1">
                          <a:solidFill>
                            <a:schemeClr val="dk1"/>
                          </a:solidFill>
                          <a:effectLst/>
                          <a:latin typeface="+mn-lt"/>
                          <a:ea typeface="+mn-ea"/>
                          <a:cs typeface="+mn-cs"/>
                        </a:rPr>
                        <a:t>nên</a:t>
                      </a:r>
                      <a:r>
                        <a:rPr lang="en-US" sz="1600" kern="1200" dirty="0">
                          <a:solidFill>
                            <a:schemeClr val="dk1"/>
                          </a:solidFill>
                          <a:effectLst/>
                          <a:latin typeface="+mn-lt"/>
                          <a:ea typeface="+mn-ea"/>
                          <a:cs typeface="+mn-cs"/>
                        </a:rPr>
                        <a:t> d</a:t>
                      </a:r>
                      <a:r>
                        <a:rPr lang="vi-VN" sz="1600" kern="1200" dirty="0">
                          <a:solidFill>
                            <a:schemeClr val="dk1"/>
                          </a:solidFill>
                          <a:effectLst/>
                          <a:latin typeface="+mn-lt"/>
                          <a:ea typeface="+mn-ea"/>
                          <a:cs typeface="+mn-cs"/>
                        </a:rPr>
                        <a:t>ễ</a:t>
                      </a:r>
                      <a:r>
                        <a:rPr lang="en-US" sz="1600" kern="1200" dirty="0">
                          <a:solidFill>
                            <a:schemeClr val="dk1"/>
                          </a:solidFill>
                          <a:effectLst/>
                          <a:latin typeface="+mn-lt"/>
                          <a:ea typeface="+mn-ea"/>
                          <a:cs typeface="+mn-cs"/>
                        </a:rPr>
                        <a:t> </a:t>
                      </a:r>
                      <a:r>
                        <a:rPr lang="en-US" sz="1600" kern="1200" dirty="0" err="1">
                          <a:solidFill>
                            <a:schemeClr val="dk1"/>
                          </a:solidFill>
                          <a:effectLst/>
                          <a:latin typeface="+mn-lt"/>
                          <a:ea typeface="+mn-ea"/>
                          <a:cs typeface="+mn-cs"/>
                        </a:rPr>
                        <a:t>dàng</a:t>
                      </a:r>
                      <a:r>
                        <a:rPr lang="en-US" sz="1600" kern="1200" dirty="0">
                          <a:solidFill>
                            <a:schemeClr val="dk1"/>
                          </a:solidFill>
                          <a:effectLst/>
                          <a:latin typeface="+mn-lt"/>
                          <a:ea typeface="+mn-ea"/>
                          <a:cs typeface="+mn-cs"/>
                        </a:rPr>
                        <a:t> </a:t>
                      </a:r>
                      <a:r>
                        <a:rPr lang="en-US" sz="1600" kern="1200" dirty="0" err="1">
                          <a:solidFill>
                            <a:schemeClr val="dk1"/>
                          </a:solidFill>
                          <a:effectLst/>
                          <a:latin typeface="+mn-lt"/>
                          <a:ea typeface="+mn-ea"/>
                          <a:cs typeface="+mn-cs"/>
                        </a:rPr>
                        <a:t>phân</a:t>
                      </a:r>
                      <a:r>
                        <a:rPr lang="en-US" sz="1600" kern="1200" dirty="0">
                          <a:solidFill>
                            <a:schemeClr val="dk1"/>
                          </a:solidFill>
                          <a:effectLst/>
                          <a:latin typeface="+mn-lt"/>
                          <a:ea typeface="+mn-ea"/>
                          <a:cs typeface="+mn-cs"/>
                        </a:rPr>
                        <a:t> </a:t>
                      </a:r>
                      <a:r>
                        <a:rPr lang="en-US" sz="1600" kern="1200" dirty="0" err="1">
                          <a:solidFill>
                            <a:schemeClr val="dk1"/>
                          </a:solidFill>
                          <a:effectLst/>
                          <a:latin typeface="+mn-lt"/>
                          <a:ea typeface="+mn-ea"/>
                          <a:cs typeface="+mn-cs"/>
                        </a:rPr>
                        <a:t>tích</a:t>
                      </a:r>
                      <a:r>
                        <a:rPr lang="en-US" sz="1600" kern="1200" dirty="0">
                          <a:solidFill>
                            <a:schemeClr val="dk1"/>
                          </a:solidFill>
                          <a:effectLst/>
                          <a:latin typeface="+mn-lt"/>
                          <a:ea typeface="+mn-ea"/>
                          <a:cs typeface="+mn-cs"/>
                        </a:rPr>
                        <a:t> </a:t>
                      </a:r>
                      <a:r>
                        <a:rPr lang="en-US" sz="1600" kern="1200" dirty="0" err="1">
                          <a:solidFill>
                            <a:schemeClr val="dk1"/>
                          </a:solidFill>
                          <a:effectLst/>
                          <a:latin typeface="+mn-lt"/>
                          <a:ea typeface="+mn-ea"/>
                          <a:cs typeface="+mn-cs"/>
                        </a:rPr>
                        <a:t>đư</a:t>
                      </a:r>
                      <a:r>
                        <a:rPr lang="vi-VN" sz="1600" kern="1200" dirty="0">
                          <a:solidFill>
                            <a:schemeClr val="dk1"/>
                          </a:solidFill>
                          <a:effectLst/>
                          <a:latin typeface="+mn-lt"/>
                          <a:ea typeface="+mn-ea"/>
                          <a:cs typeface="+mn-cs"/>
                        </a:rPr>
                        <a:t>ợ</a:t>
                      </a:r>
                      <a:r>
                        <a:rPr lang="en-US" sz="1600" kern="1200" dirty="0">
                          <a:solidFill>
                            <a:schemeClr val="dk1"/>
                          </a:solidFill>
                          <a:effectLst/>
                          <a:latin typeface="+mn-lt"/>
                          <a:ea typeface="+mn-ea"/>
                          <a:cs typeface="+mn-cs"/>
                        </a:rPr>
                        <a:t>c l</a:t>
                      </a:r>
                      <a:r>
                        <a:rPr lang="vi-VN" sz="1600" kern="1200" dirty="0">
                          <a:solidFill>
                            <a:schemeClr val="dk1"/>
                          </a:solidFill>
                          <a:effectLst/>
                          <a:latin typeface="+mn-lt"/>
                          <a:ea typeface="+mn-ea"/>
                          <a:cs typeface="+mn-cs"/>
                        </a:rPr>
                        <a:t>ẽ</a:t>
                      </a:r>
                      <a:r>
                        <a:rPr lang="en-US" sz="1600" kern="1200" dirty="0">
                          <a:solidFill>
                            <a:schemeClr val="dk1"/>
                          </a:solidFill>
                          <a:effectLst/>
                          <a:latin typeface="+mn-lt"/>
                          <a:ea typeface="+mn-ea"/>
                          <a:cs typeface="+mn-cs"/>
                        </a:rPr>
                        <a:t> </a:t>
                      </a:r>
                      <a:r>
                        <a:rPr lang="en-US" sz="1600" kern="1200" dirty="0" err="1">
                          <a:solidFill>
                            <a:schemeClr val="dk1"/>
                          </a:solidFill>
                          <a:effectLst/>
                          <a:latin typeface="+mn-lt"/>
                          <a:ea typeface="+mn-ea"/>
                          <a:cs typeface="+mn-cs"/>
                        </a:rPr>
                        <a:t>công</a:t>
                      </a:r>
                      <a:r>
                        <a:rPr lang="en-US" sz="1600" kern="1200" dirty="0">
                          <a:solidFill>
                            <a:schemeClr val="dk1"/>
                          </a:solidFill>
                          <a:effectLst/>
                          <a:latin typeface="+mn-lt"/>
                          <a:ea typeface="+mn-ea"/>
                          <a:cs typeface="+mn-cs"/>
                        </a:rPr>
                        <a:t> b</a:t>
                      </a:r>
                      <a:r>
                        <a:rPr lang="vi-VN" sz="1600" kern="1200" dirty="0">
                          <a:solidFill>
                            <a:schemeClr val="dk1"/>
                          </a:solidFill>
                          <a:effectLst/>
                          <a:latin typeface="+mn-lt"/>
                          <a:ea typeface="+mn-ea"/>
                          <a:cs typeface="+mn-cs"/>
                        </a:rPr>
                        <a:t>ằ</a:t>
                      </a:r>
                      <a:r>
                        <a:rPr lang="en-US" sz="1600" kern="1200" dirty="0" err="1">
                          <a:solidFill>
                            <a:schemeClr val="dk1"/>
                          </a:solidFill>
                          <a:effectLst/>
                          <a:latin typeface="+mn-lt"/>
                          <a:ea typeface="+mn-ea"/>
                          <a:cs typeface="+mn-cs"/>
                        </a:rPr>
                        <a:t>ng</a:t>
                      </a:r>
                      <a:r>
                        <a:rPr lang="en-US" sz="1600" kern="1200" dirty="0">
                          <a:solidFill>
                            <a:schemeClr val="dk1"/>
                          </a:solidFill>
                          <a:effectLst/>
                          <a:latin typeface="+mn-lt"/>
                          <a:ea typeface="+mn-ea"/>
                          <a:cs typeface="+mn-cs"/>
                        </a:rPr>
                        <a:t> </a:t>
                      </a:r>
                      <a:r>
                        <a:rPr lang="en-US" sz="1600" kern="1200" dirty="0" err="1">
                          <a:solidFill>
                            <a:schemeClr val="dk1"/>
                          </a:solidFill>
                          <a:effectLst/>
                          <a:latin typeface="+mn-lt"/>
                          <a:ea typeface="+mn-ea"/>
                          <a:cs typeface="+mn-cs"/>
                        </a:rPr>
                        <a:t>có</a:t>
                      </a:r>
                      <a:r>
                        <a:rPr lang="en-US" sz="1600" kern="1200" dirty="0">
                          <a:solidFill>
                            <a:schemeClr val="dk1"/>
                          </a:solidFill>
                          <a:effectLst/>
                          <a:latin typeface="+mn-lt"/>
                          <a:ea typeface="+mn-ea"/>
                          <a:cs typeface="+mn-cs"/>
                        </a:rPr>
                        <a:t> n</a:t>
                      </a:r>
                      <a:r>
                        <a:rPr lang="vi-VN" sz="1600" kern="1200" dirty="0">
                          <a:solidFill>
                            <a:schemeClr val="dk1"/>
                          </a:solidFill>
                          <a:effectLst/>
                          <a:latin typeface="+mn-lt"/>
                          <a:ea typeface="+mn-ea"/>
                          <a:cs typeface="+mn-cs"/>
                        </a:rPr>
                        <a:t>ộ</a:t>
                      </a:r>
                      <a:r>
                        <a:rPr lang="en-US" sz="1600" kern="1200" dirty="0" err="1">
                          <a:solidFill>
                            <a:schemeClr val="dk1"/>
                          </a:solidFill>
                          <a:effectLst/>
                          <a:latin typeface="+mn-lt"/>
                          <a:ea typeface="+mn-ea"/>
                          <a:cs typeface="+mn-cs"/>
                        </a:rPr>
                        <a:t>i</a:t>
                      </a:r>
                      <a:r>
                        <a:rPr lang="en-US" sz="1600" kern="1200" dirty="0">
                          <a:solidFill>
                            <a:schemeClr val="dk1"/>
                          </a:solidFill>
                          <a:effectLst/>
                          <a:latin typeface="+mn-lt"/>
                          <a:ea typeface="+mn-ea"/>
                          <a:cs typeface="+mn-cs"/>
                        </a:rPr>
                        <a:t> dung </a:t>
                      </a:r>
                      <a:r>
                        <a:rPr lang="en-US" sz="1600" kern="1200" dirty="0" err="1">
                          <a:solidFill>
                            <a:schemeClr val="dk1"/>
                          </a:solidFill>
                          <a:effectLst/>
                          <a:latin typeface="+mn-lt"/>
                          <a:ea typeface="+mn-ea"/>
                          <a:cs typeface="+mn-cs"/>
                        </a:rPr>
                        <a:t>gì</a:t>
                      </a:r>
                      <a:br>
                        <a:rPr lang="en-US" sz="1600" kern="1200" dirty="0">
                          <a:solidFill>
                            <a:schemeClr val="dk1"/>
                          </a:solidFill>
                          <a:effectLst/>
                          <a:latin typeface="+mn-lt"/>
                          <a:ea typeface="+mn-ea"/>
                          <a:cs typeface="+mn-cs"/>
                        </a:rPr>
                      </a:br>
                      <a:r>
                        <a:rPr lang="en-US" sz="1600" kern="1200" dirty="0">
                          <a:solidFill>
                            <a:schemeClr val="dk1"/>
                          </a:solidFill>
                          <a:effectLst/>
                          <a:latin typeface="+mn-lt"/>
                          <a:ea typeface="+mn-ea"/>
                          <a:cs typeface="+mn-cs"/>
                        </a:rPr>
                        <a:t>-</a:t>
                      </a:r>
                      <a:r>
                        <a:rPr lang="en-US" sz="1600" kern="1200" dirty="0" err="1">
                          <a:solidFill>
                            <a:schemeClr val="dk1"/>
                          </a:solidFill>
                          <a:effectLst/>
                          <a:latin typeface="+mn-lt"/>
                          <a:ea typeface="+mn-ea"/>
                          <a:cs typeface="+mn-cs"/>
                        </a:rPr>
                        <a:t>Gi</a:t>
                      </a:r>
                      <a:r>
                        <a:rPr lang="vi-VN" sz="1600" kern="1200" dirty="0">
                          <a:solidFill>
                            <a:schemeClr val="dk1"/>
                          </a:solidFill>
                          <a:effectLst/>
                          <a:latin typeface="+mn-lt"/>
                          <a:ea typeface="+mn-ea"/>
                          <a:cs typeface="+mn-cs"/>
                        </a:rPr>
                        <a:t>ả</a:t>
                      </a:r>
                      <a:r>
                        <a:rPr lang="en-US" sz="1600" kern="1200" dirty="0" err="1">
                          <a:solidFill>
                            <a:schemeClr val="dk1"/>
                          </a:solidFill>
                          <a:effectLst/>
                          <a:latin typeface="+mn-lt"/>
                          <a:ea typeface="+mn-ea"/>
                          <a:cs typeface="+mn-cs"/>
                        </a:rPr>
                        <a:t>i</a:t>
                      </a:r>
                      <a:r>
                        <a:rPr lang="en-US" sz="1600" kern="1200" dirty="0">
                          <a:solidFill>
                            <a:schemeClr val="dk1"/>
                          </a:solidFill>
                          <a:effectLst/>
                          <a:latin typeface="+mn-lt"/>
                          <a:ea typeface="+mn-ea"/>
                          <a:cs typeface="+mn-cs"/>
                        </a:rPr>
                        <a:t> </a:t>
                      </a:r>
                      <a:r>
                        <a:rPr lang="en-US" sz="1600" kern="1200" dirty="0" err="1">
                          <a:solidFill>
                            <a:schemeClr val="dk1"/>
                          </a:solidFill>
                          <a:effectLst/>
                          <a:latin typeface="+mn-lt"/>
                          <a:ea typeface="+mn-ea"/>
                          <a:cs typeface="+mn-cs"/>
                        </a:rPr>
                        <a:t>quy</a:t>
                      </a:r>
                      <a:r>
                        <a:rPr lang="vi-VN" sz="1600" kern="1200" dirty="0">
                          <a:solidFill>
                            <a:schemeClr val="dk1"/>
                          </a:solidFill>
                          <a:effectLst/>
                          <a:latin typeface="+mn-lt"/>
                          <a:ea typeface="+mn-ea"/>
                          <a:cs typeface="+mn-cs"/>
                        </a:rPr>
                        <a:t>ế</a:t>
                      </a:r>
                      <a:r>
                        <a:rPr lang="en-US" sz="1600" kern="1200" dirty="0">
                          <a:solidFill>
                            <a:schemeClr val="dk1"/>
                          </a:solidFill>
                          <a:effectLst/>
                          <a:latin typeface="+mn-lt"/>
                          <a:ea typeface="+mn-ea"/>
                          <a:cs typeface="+mn-cs"/>
                        </a:rPr>
                        <a:t>t </a:t>
                      </a:r>
                      <a:r>
                        <a:rPr lang="en-US" sz="1600" kern="1200" dirty="0" err="1">
                          <a:solidFill>
                            <a:schemeClr val="dk1"/>
                          </a:solidFill>
                          <a:effectLst/>
                          <a:latin typeface="+mn-lt"/>
                          <a:ea typeface="+mn-ea"/>
                          <a:cs typeface="+mn-cs"/>
                        </a:rPr>
                        <a:t>đư</a:t>
                      </a:r>
                      <a:r>
                        <a:rPr lang="vi-VN" sz="1600" kern="1200" dirty="0">
                          <a:solidFill>
                            <a:schemeClr val="dk1"/>
                          </a:solidFill>
                          <a:effectLst/>
                          <a:latin typeface="+mn-lt"/>
                          <a:ea typeface="+mn-ea"/>
                          <a:cs typeface="+mn-cs"/>
                        </a:rPr>
                        <a:t>ợ</a:t>
                      </a:r>
                      <a:r>
                        <a:rPr lang="en-US" sz="1600" kern="1200" dirty="0">
                          <a:solidFill>
                            <a:schemeClr val="dk1"/>
                          </a:solidFill>
                          <a:effectLst/>
                          <a:latin typeface="+mn-lt"/>
                          <a:ea typeface="+mn-ea"/>
                          <a:cs typeface="+mn-cs"/>
                        </a:rPr>
                        <a:t>c </a:t>
                      </a:r>
                      <a:r>
                        <a:rPr lang="en-US" sz="1600" kern="1200" dirty="0" err="1">
                          <a:solidFill>
                            <a:schemeClr val="dk1"/>
                          </a:solidFill>
                          <a:effectLst/>
                          <a:latin typeface="+mn-lt"/>
                          <a:ea typeface="+mn-ea"/>
                          <a:cs typeface="+mn-cs"/>
                        </a:rPr>
                        <a:t>các</a:t>
                      </a:r>
                      <a:r>
                        <a:rPr lang="en-US" sz="1600" kern="1200" dirty="0">
                          <a:solidFill>
                            <a:schemeClr val="dk1"/>
                          </a:solidFill>
                          <a:effectLst/>
                          <a:latin typeface="+mn-lt"/>
                          <a:ea typeface="+mn-ea"/>
                          <a:cs typeface="+mn-cs"/>
                        </a:rPr>
                        <a:t> v</a:t>
                      </a:r>
                      <a:r>
                        <a:rPr lang="vi-VN" sz="1600" kern="1200" dirty="0">
                          <a:solidFill>
                            <a:schemeClr val="dk1"/>
                          </a:solidFill>
                          <a:effectLst/>
                          <a:latin typeface="+mn-lt"/>
                          <a:ea typeface="+mn-ea"/>
                          <a:cs typeface="+mn-cs"/>
                        </a:rPr>
                        <a:t>ụ</a:t>
                      </a:r>
                      <a:r>
                        <a:rPr lang="en-US" sz="1600" kern="1200" dirty="0">
                          <a:solidFill>
                            <a:schemeClr val="dk1"/>
                          </a:solidFill>
                          <a:effectLst/>
                          <a:latin typeface="+mn-lt"/>
                          <a:ea typeface="+mn-ea"/>
                          <a:cs typeface="+mn-cs"/>
                        </a:rPr>
                        <a:t> vi</a:t>
                      </a:r>
                      <a:r>
                        <a:rPr lang="vi-VN" sz="1600" kern="1200" dirty="0">
                          <a:solidFill>
                            <a:schemeClr val="dk1"/>
                          </a:solidFill>
                          <a:effectLst/>
                          <a:latin typeface="+mn-lt"/>
                          <a:ea typeface="+mn-ea"/>
                          <a:cs typeface="+mn-cs"/>
                        </a:rPr>
                        <a:t>ệ</a:t>
                      </a:r>
                      <a:r>
                        <a:rPr lang="en-US" sz="1600" kern="1200" dirty="0">
                          <a:solidFill>
                            <a:schemeClr val="dk1"/>
                          </a:solidFill>
                          <a:effectLst/>
                          <a:latin typeface="+mn-lt"/>
                          <a:ea typeface="+mn-ea"/>
                          <a:cs typeface="+mn-cs"/>
                        </a:rPr>
                        <a:t>c </a:t>
                      </a:r>
                      <a:r>
                        <a:rPr lang="en-US" sz="1600" kern="1200" dirty="0" err="1">
                          <a:solidFill>
                            <a:schemeClr val="dk1"/>
                          </a:solidFill>
                          <a:effectLst/>
                          <a:latin typeface="+mn-lt"/>
                          <a:ea typeface="+mn-ea"/>
                          <a:cs typeface="+mn-cs"/>
                        </a:rPr>
                        <a:t>chưa</a:t>
                      </a:r>
                      <a:r>
                        <a:rPr lang="en-US" sz="1600" kern="1200" dirty="0">
                          <a:solidFill>
                            <a:schemeClr val="dk1"/>
                          </a:solidFill>
                          <a:effectLst/>
                          <a:latin typeface="+mn-lt"/>
                          <a:ea typeface="+mn-ea"/>
                          <a:cs typeface="+mn-cs"/>
                        </a:rPr>
                        <a:t> </a:t>
                      </a:r>
                      <a:r>
                        <a:rPr lang="en-US" sz="1600" kern="1200" dirty="0" err="1">
                          <a:solidFill>
                            <a:schemeClr val="dk1"/>
                          </a:solidFill>
                          <a:effectLst/>
                          <a:latin typeface="+mn-lt"/>
                          <a:ea typeface="+mn-ea"/>
                          <a:cs typeface="+mn-cs"/>
                        </a:rPr>
                        <a:t>có</a:t>
                      </a:r>
                      <a:r>
                        <a:rPr lang="en-US" sz="1600" kern="1200" dirty="0">
                          <a:solidFill>
                            <a:schemeClr val="dk1"/>
                          </a:solidFill>
                          <a:effectLst/>
                          <a:latin typeface="+mn-lt"/>
                          <a:ea typeface="+mn-ea"/>
                          <a:cs typeface="+mn-cs"/>
                        </a:rPr>
                        <a:t> </a:t>
                      </a:r>
                      <a:r>
                        <a:rPr lang="en-US" sz="1600" kern="1200" dirty="0" err="1">
                          <a:solidFill>
                            <a:schemeClr val="dk1"/>
                          </a:solidFill>
                          <a:effectLst/>
                          <a:latin typeface="+mn-lt"/>
                          <a:ea typeface="+mn-ea"/>
                          <a:cs typeface="+mn-cs"/>
                        </a:rPr>
                        <a:t>lu</a:t>
                      </a:r>
                      <a:r>
                        <a:rPr lang="vi-VN" sz="1600" kern="1200" dirty="0">
                          <a:solidFill>
                            <a:schemeClr val="dk1"/>
                          </a:solidFill>
                          <a:effectLst/>
                          <a:latin typeface="+mn-lt"/>
                          <a:ea typeface="+mn-ea"/>
                          <a:cs typeface="+mn-cs"/>
                        </a:rPr>
                        <a:t>ậ</a:t>
                      </a:r>
                      <a:r>
                        <a:rPr lang="en-US" sz="1600" kern="1200" dirty="0">
                          <a:solidFill>
                            <a:schemeClr val="dk1"/>
                          </a:solidFill>
                          <a:effectLst/>
                          <a:latin typeface="+mn-lt"/>
                          <a:ea typeface="+mn-ea"/>
                          <a:cs typeface="+mn-cs"/>
                        </a:rPr>
                        <a:t>t đ</a:t>
                      </a:r>
                      <a:r>
                        <a:rPr lang="vi-VN" sz="1600" kern="1200" dirty="0">
                          <a:solidFill>
                            <a:schemeClr val="dk1"/>
                          </a:solidFill>
                          <a:effectLst/>
                          <a:latin typeface="+mn-lt"/>
                          <a:ea typeface="+mn-ea"/>
                          <a:cs typeface="+mn-cs"/>
                        </a:rPr>
                        <a:t>ị</a:t>
                      </a:r>
                      <a:r>
                        <a:rPr lang="en-US" sz="1600" kern="1200" dirty="0" err="1">
                          <a:solidFill>
                            <a:schemeClr val="dk1"/>
                          </a:solidFill>
                          <a:effectLst/>
                          <a:latin typeface="+mn-lt"/>
                          <a:ea typeface="+mn-ea"/>
                          <a:cs typeface="+mn-cs"/>
                        </a:rPr>
                        <a:t>nh</a:t>
                      </a:r>
                      <a:r>
                        <a:rPr lang="en-US" sz="1600" kern="1200" dirty="0">
                          <a:solidFill>
                            <a:schemeClr val="dk1"/>
                          </a:solidFill>
                          <a:effectLst/>
                          <a:latin typeface="+mn-lt"/>
                          <a:ea typeface="+mn-ea"/>
                          <a:cs typeface="+mn-cs"/>
                        </a:rPr>
                        <a:t> </a:t>
                      </a:r>
                      <a:r>
                        <a:rPr lang="en-US" sz="1600" kern="1200" dirty="0" err="1">
                          <a:solidFill>
                            <a:schemeClr val="dk1"/>
                          </a:solidFill>
                          <a:effectLst/>
                          <a:latin typeface="+mn-lt"/>
                          <a:ea typeface="+mn-ea"/>
                          <a:cs typeface="+mn-cs"/>
                        </a:rPr>
                        <a:t>rõ</a:t>
                      </a:r>
                      <a:r>
                        <a:rPr lang="en-US" sz="1600" kern="1200" dirty="0">
                          <a:solidFill>
                            <a:schemeClr val="dk1"/>
                          </a:solidFill>
                          <a:effectLst/>
                          <a:latin typeface="+mn-lt"/>
                          <a:ea typeface="+mn-ea"/>
                          <a:cs typeface="+mn-cs"/>
                        </a:rPr>
                        <a:t> </a:t>
                      </a:r>
                      <a:r>
                        <a:rPr lang="en-US" sz="1600" kern="1200" dirty="0" err="1">
                          <a:solidFill>
                            <a:schemeClr val="dk1"/>
                          </a:solidFill>
                          <a:effectLst/>
                          <a:latin typeface="+mn-lt"/>
                          <a:ea typeface="+mn-ea"/>
                          <a:cs typeface="+mn-cs"/>
                        </a:rPr>
                        <a:t>ràng</a:t>
                      </a:r>
                      <a:r>
                        <a:rPr lang="en-US" sz="1600" kern="1200" dirty="0">
                          <a:solidFill>
                            <a:schemeClr val="dk1"/>
                          </a:solidFill>
                          <a:effectLst/>
                          <a:latin typeface="+mn-lt"/>
                          <a:ea typeface="+mn-ea"/>
                          <a:cs typeface="+mn-cs"/>
                        </a:rPr>
                        <a:t> </a:t>
                      </a:r>
                      <a:br>
                        <a:rPr lang="en-US" sz="1800" kern="1200" dirty="0">
                          <a:solidFill>
                            <a:schemeClr val="dk1"/>
                          </a:solidFill>
                          <a:effectLst/>
                          <a:latin typeface="+mn-lt"/>
                          <a:ea typeface="+mn-ea"/>
                          <a:cs typeface="+mn-cs"/>
                        </a:rPr>
                      </a:br>
                      <a:br>
                        <a:rPr lang="en-US" sz="1800" b="1" kern="1200" dirty="0">
                          <a:solidFill>
                            <a:schemeClr val="dk1"/>
                          </a:solidFill>
                          <a:effectLst/>
                          <a:latin typeface="+mn-lt"/>
                          <a:ea typeface="+mn-ea"/>
                          <a:cs typeface="+mn-cs"/>
                        </a:rPr>
                      </a:br>
                      <a:endParaRPr lang="en-US" dirty="0"/>
                    </a:p>
                  </a:txBody>
                  <a:tcPr/>
                </a:tc>
                <a:tc>
                  <a:txBody>
                    <a:bodyPr/>
                    <a:lstStyle/>
                    <a:p>
                      <a:r>
                        <a:rPr lang="en-US" sz="1600" kern="1200" dirty="0">
                          <a:solidFill>
                            <a:schemeClr val="dk1"/>
                          </a:solidFill>
                          <a:effectLst/>
                          <a:latin typeface="+mn-lt"/>
                          <a:ea typeface="+mn-ea"/>
                          <a:cs typeface="+mn-cs"/>
                        </a:rPr>
                        <a:t>-</a:t>
                      </a:r>
                      <a:r>
                        <a:rPr lang="en-US" sz="1600" kern="1200" dirty="0" err="1">
                          <a:solidFill>
                            <a:schemeClr val="dk1"/>
                          </a:solidFill>
                          <a:effectLst/>
                          <a:latin typeface="+mn-lt"/>
                          <a:ea typeface="+mn-ea"/>
                          <a:cs typeface="+mn-cs"/>
                        </a:rPr>
                        <a:t>Trong</a:t>
                      </a:r>
                      <a:r>
                        <a:rPr lang="en-US" sz="1600" kern="1200" dirty="0">
                          <a:solidFill>
                            <a:schemeClr val="dk1"/>
                          </a:solidFill>
                          <a:effectLst/>
                          <a:latin typeface="+mn-lt"/>
                          <a:ea typeface="+mn-ea"/>
                          <a:cs typeface="+mn-cs"/>
                        </a:rPr>
                        <a:t> </a:t>
                      </a:r>
                      <a:r>
                        <a:rPr lang="en-US" sz="1600" kern="1200" dirty="0" err="1">
                          <a:solidFill>
                            <a:schemeClr val="dk1"/>
                          </a:solidFill>
                          <a:effectLst/>
                          <a:latin typeface="+mn-lt"/>
                          <a:ea typeface="+mn-ea"/>
                          <a:cs typeface="+mn-cs"/>
                        </a:rPr>
                        <a:t>nh</a:t>
                      </a:r>
                      <a:r>
                        <a:rPr lang="vi-VN" sz="1600" kern="1200" dirty="0">
                          <a:solidFill>
                            <a:schemeClr val="dk1"/>
                          </a:solidFill>
                          <a:effectLst/>
                          <a:latin typeface="+mn-lt"/>
                          <a:ea typeface="+mn-ea"/>
                          <a:cs typeface="+mn-cs"/>
                        </a:rPr>
                        <a:t>ữ</a:t>
                      </a:r>
                      <a:r>
                        <a:rPr lang="en-US" sz="1600" kern="1200" dirty="0" err="1">
                          <a:solidFill>
                            <a:schemeClr val="dk1"/>
                          </a:solidFill>
                          <a:effectLst/>
                          <a:latin typeface="+mn-lt"/>
                          <a:ea typeface="+mn-ea"/>
                          <a:cs typeface="+mn-cs"/>
                        </a:rPr>
                        <a:t>ng</a:t>
                      </a:r>
                      <a:r>
                        <a:rPr lang="en-US" sz="1600" kern="1200" dirty="0">
                          <a:solidFill>
                            <a:schemeClr val="dk1"/>
                          </a:solidFill>
                          <a:effectLst/>
                          <a:latin typeface="+mn-lt"/>
                          <a:ea typeface="+mn-ea"/>
                          <a:cs typeface="+mn-cs"/>
                        </a:rPr>
                        <a:t> </a:t>
                      </a:r>
                      <a:r>
                        <a:rPr lang="en-US" sz="1600" kern="1200" dirty="0" err="1">
                          <a:solidFill>
                            <a:schemeClr val="dk1"/>
                          </a:solidFill>
                          <a:effectLst/>
                          <a:latin typeface="+mn-lt"/>
                          <a:ea typeface="+mn-ea"/>
                          <a:cs typeface="+mn-cs"/>
                        </a:rPr>
                        <a:t>trư</a:t>
                      </a:r>
                      <a:r>
                        <a:rPr lang="vi-VN" sz="1600" kern="1200" dirty="0">
                          <a:solidFill>
                            <a:schemeClr val="dk1"/>
                          </a:solidFill>
                          <a:effectLst/>
                          <a:latin typeface="+mn-lt"/>
                          <a:ea typeface="+mn-ea"/>
                          <a:cs typeface="+mn-cs"/>
                        </a:rPr>
                        <a:t>ờ</a:t>
                      </a:r>
                      <a:r>
                        <a:rPr lang="en-US" sz="1600" kern="1200" dirty="0" err="1">
                          <a:solidFill>
                            <a:schemeClr val="dk1"/>
                          </a:solidFill>
                          <a:effectLst/>
                          <a:latin typeface="+mn-lt"/>
                          <a:ea typeface="+mn-ea"/>
                          <a:cs typeface="+mn-cs"/>
                        </a:rPr>
                        <a:t>ng</a:t>
                      </a:r>
                      <a:r>
                        <a:rPr lang="en-US" sz="1600" kern="1200" dirty="0">
                          <a:solidFill>
                            <a:schemeClr val="dk1"/>
                          </a:solidFill>
                          <a:effectLst/>
                          <a:latin typeface="+mn-lt"/>
                          <a:ea typeface="+mn-ea"/>
                          <a:cs typeface="+mn-cs"/>
                        </a:rPr>
                        <a:t> h</a:t>
                      </a:r>
                      <a:r>
                        <a:rPr lang="vi-VN" sz="1600" kern="1200" dirty="0">
                          <a:solidFill>
                            <a:schemeClr val="dk1"/>
                          </a:solidFill>
                          <a:effectLst/>
                          <a:latin typeface="+mn-lt"/>
                          <a:ea typeface="+mn-ea"/>
                          <a:cs typeface="+mn-cs"/>
                        </a:rPr>
                        <a:t>ợ</a:t>
                      </a:r>
                      <a:r>
                        <a:rPr lang="en-US" sz="1600" kern="1200" dirty="0">
                          <a:solidFill>
                            <a:schemeClr val="dk1"/>
                          </a:solidFill>
                          <a:effectLst/>
                          <a:latin typeface="+mn-lt"/>
                          <a:ea typeface="+mn-ea"/>
                          <a:cs typeface="+mn-cs"/>
                        </a:rPr>
                        <a:t>p c</a:t>
                      </a:r>
                      <a:r>
                        <a:rPr lang="vi-VN" sz="1600" kern="1200" dirty="0">
                          <a:solidFill>
                            <a:schemeClr val="dk1"/>
                          </a:solidFill>
                          <a:effectLst/>
                          <a:latin typeface="+mn-lt"/>
                          <a:ea typeface="+mn-ea"/>
                          <a:cs typeface="+mn-cs"/>
                        </a:rPr>
                        <a:t>ụ</a:t>
                      </a:r>
                      <a:r>
                        <a:rPr lang="en-US" sz="1600" kern="1200" dirty="0">
                          <a:solidFill>
                            <a:schemeClr val="dk1"/>
                          </a:solidFill>
                          <a:effectLst/>
                          <a:latin typeface="+mn-lt"/>
                          <a:ea typeface="+mn-ea"/>
                          <a:cs typeface="+mn-cs"/>
                        </a:rPr>
                        <a:t> </a:t>
                      </a:r>
                      <a:r>
                        <a:rPr lang="en-US" sz="1600" kern="1200" dirty="0" err="1">
                          <a:solidFill>
                            <a:schemeClr val="dk1"/>
                          </a:solidFill>
                          <a:effectLst/>
                          <a:latin typeface="+mn-lt"/>
                          <a:ea typeface="+mn-ea"/>
                          <a:cs typeface="+mn-cs"/>
                        </a:rPr>
                        <a:t>th</a:t>
                      </a:r>
                      <a:r>
                        <a:rPr lang="vi-VN" sz="1600" kern="1200" dirty="0">
                          <a:solidFill>
                            <a:schemeClr val="dk1"/>
                          </a:solidFill>
                          <a:effectLst/>
                          <a:latin typeface="+mn-lt"/>
                          <a:ea typeface="+mn-ea"/>
                          <a:cs typeface="+mn-cs"/>
                        </a:rPr>
                        <a:t>ể</a:t>
                      </a:r>
                      <a:r>
                        <a:rPr lang="en-US" sz="1600" kern="1200" dirty="0">
                          <a:solidFill>
                            <a:schemeClr val="dk1"/>
                          </a:solidFill>
                          <a:effectLst/>
                          <a:latin typeface="+mn-lt"/>
                          <a:ea typeface="+mn-ea"/>
                          <a:cs typeface="+mn-cs"/>
                        </a:rPr>
                        <a:t>, đ</a:t>
                      </a:r>
                      <a:r>
                        <a:rPr lang="vi-VN" sz="1600" kern="1200" dirty="0">
                          <a:solidFill>
                            <a:schemeClr val="dk1"/>
                          </a:solidFill>
                          <a:effectLst/>
                          <a:latin typeface="+mn-lt"/>
                          <a:ea typeface="+mn-ea"/>
                          <a:cs typeface="+mn-cs"/>
                        </a:rPr>
                        <a:t>ặ</a:t>
                      </a:r>
                      <a:r>
                        <a:rPr lang="en-US" sz="1600" kern="1200" dirty="0">
                          <a:solidFill>
                            <a:schemeClr val="dk1"/>
                          </a:solidFill>
                          <a:effectLst/>
                          <a:latin typeface="+mn-lt"/>
                          <a:ea typeface="+mn-ea"/>
                          <a:cs typeface="+mn-cs"/>
                        </a:rPr>
                        <a:t>c bi</a:t>
                      </a:r>
                      <a:r>
                        <a:rPr lang="vi-VN" sz="1600" kern="1200" dirty="0">
                          <a:solidFill>
                            <a:schemeClr val="dk1"/>
                          </a:solidFill>
                          <a:effectLst/>
                          <a:latin typeface="+mn-lt"/>
                          <a:ea typeface="+mn-ea"/>
                          <a:cs typeface="+mn-cs"/>
                        </a:rPr>
                        <a:t>ệ</a:t>
                      </a:r>
                      <a:r>
                        <a:rPr lang="en-US" sz="1600" kern="1200" dirty="0">
                          <a:solidFill>
                            <a:schemeClr val="dk1"/>
                          </a:solidFill>
                          <a:effectLst/>
                          <a:latin typeface="+mn-lt"/>
                          <a:ea typeface="+mn-ea"/>
                          <a:cs typeface="+mn-cs"/>
                        </a:rPr>
                        <a:t>t </a:t>
                      </a:r>
                      <a:r>
                        <a:rPr lang="en-US" sz="1600" kern="1200" dirty="0" err="1">
                          <a:solidFill>
                            <a:schemeClr val="dk1"/>
                          </a:solidFill>
                          <a:effectLst/>
                          <a:latin typeface="+mn-lt"/>
                          <a:ea typeface="+mn-ea"/>
                          <a:cs typeface="+mn-cs"/>
                        </a:rPr>
                        <a:t>là</a:t>
                      </a:r>
                      <a:r>
                        <a:rPr lang="en-US" sz="1600" kern="1200" dirty="0">
                          <a:solidFill>
                            <a:schemeClr val="dk1"/>
                          </a:solidFill>
                          <a:effectLst/>
                          <a:latin typeface="+mn-lt"/>
                          <a:ea typeface="+mn-ea"/>
                          <a:cs typeface="+mn-cs"/>
                        </a:rPr>
                        <a:t> </a:t>
                      </a:r>
                      <a:r>
                        <a:rPr lang="en-US" sz="1600" kern="1200" dirty="0" err="1">
                          <a:solidFill>
                            <a:schemeClr val="dk1"/>
                          </a:solidFill>
                          <a:effectLst/>
                          <a:latin typeface="+mn-lt"/>
                          <a:ea typeface="+mn-ea"/>
                          <a:cs typeface="+mn-cs"/>
                        </a:rPr>
                        <a:t>nh</a:t>
                      </a:r>
                      <a:r>
                        <a:rPr lang="vi-VN" sz="1600" kern="1200" dirty="0">
                          <a:solidFill>
                            <a:schemeClr val="dk1"/>
                          </a:solidFill>
                          <a:effectLst/>
                          <a:latin typeface="+mn-lt"/>
                          <a:ea typeface="+mn-ea"/>
                          <a:cs typeface="+mn-cs"/>
                        </a:rPr>
                        <a:t>ữ</a:t>
                      </a:r>
                      <a:r>
                        <a:rPr lang="en-US" sz="1600" kern="1200" dirty="0" err="1">
                          <a:solidFill>
                            <a:schemeClr val="dk1"/>
                          </a:solidFill>
                          <a:effectLst/>
                          <a:latin typeface="+mn-lt"/>
                          <a:ea typeface="+mn-ea"/>
                          <a:cs typeface="+mn-cs"/>
                        </a:rPr>
                        <a:t>ng</a:t>
                      </a:r>
                      <a:r>
                        <a:rPr lang="en-US" sz="1600" kern="1200" dirty="0">
                          <a:solidFill>
                            <a:schemeClr val="dk1"/>
                          </a:solidFill>
                          <a:effectLst/>
                          <a:latin typeface="+mn-lt"/>
                          <a:ea typeface="+mn-ea"/>
                          <a:cs typeface="+mn-cs"/>
                        </a:rPr>
                        <a:t> </a:t>
                      </a:r>
                      <a:r>
                        <a:rPr lang="en-US" sz="1600" kern="1200" dirty="0" err="1">
                          <a:solidFill>
                            <a:schemeClr val="dk1"/>
                          </a:solidFill>
                          <a:effectLst/>
                          <a:latin typeface="+mn-lt"/>
                          <a:ea typeface="+mn-ea"/>
                          <a:cs typeface="+mn-cs"/>
                        </a:rPr>
                        <a:t>trư</a:t>
                      </a:r>
                      <a:r>
                        <a:rPr lang="vi-VN" sz="1600" kern="1200" dirty="0">
                          <a:solidFill>
                            <a:schemeClr val="dk1"/>
                          </a:solidFill>
                          <a:effectLst/>
                          <a:latin typeface="+mn-lt"/>
                          <a:ea typeface="+mn-ea"/>
                          <a:cs typeface="+mn-cs"/>
                        </a:rPr>
                        <a:t>ờ</a:t>
                      </a:r>
                      <a:r>
                        <a:rPr lang="en-US" sz="1600" kern="1200" dirty="0" err="1">
                          <a:solidFill>
                            <a:schemeClr val="dk1"/>
                          </a:solidFill>
                          <a:effectLst/>
                          <a:latin typeface="+mn-lt"/>
                          <a:ea typeface="+mn-ea"/>
                          <a:cs typeface="+mn-cs"/>
                        </a:rPr>
                        <a:t>ng</a:t>
                      </a:r>
                      <a:r>
                        <a:rPr lang="en-US" sz="1600" kern="1200" dirty="0">
                          <a:solidFill>
                            <a:schemeClr val="dk1"/>
                          </a:solidFill>
                          <a:effectLst/>
                          <a:latin typeface="+mn-lt"/>
                          <a:ea typeface="+mn-ea"/>
                          <a:cs typeface="+mn-cs"/>
                        </a:rPr>
                        <a:t> h</a:t>
                      </a:r>
                      <a:r>
                        <a:rPr lang="vi-VN" sz="1600" kern="1200" dirty="0">
                          <a:solidFill>
                            <a:schemeClr val="dk1"/>
                          </a:solidFill>
                          <a:effectLst/>
                          <a:latin typeface="+mn-lt"/>
                          <a:ea typeface="+mn-ea"/>
                          <a:cs typeface="+mn-cs"/>
                        </a:rPr>
                        <a:t>ợ</a:t>
                      </a:r>
                      <a:r>
                        <a:rPr lang="en-US" sz="1600" kern="1200" dirty="0">
                          <a:solidFill>
                            <a:schemeClr val="dk1"/>
                          </a:solidFill>
                          <a:effectLst/>
                          <a:latin typeface="+mn-lt"/>
                          <a:ea typeface="+mn-ea"/>
                          <a:cs typeface="+mn-cs"/>
                        </a:rPr>
                        <a:t>p </a:t>
                      </a:r>
                      <a:r>
                        <a:rPr lang="en-US" sz="1600" kern="1200" dirty="0" err="1">
                          <a:solidFill>
                            <a:schemeClr val="dk1"/>
                          </a:solidFill>
                          <a:effectLst/>
                          <a:latin typeface="+mn-lt"/>
                          <a:ea typeface="+mn-ea"/>
                          <a:cs typeface="+mn-cs"/>
                        </a:rPr>
                        <a:t>có</a:t>
                      </a:r>
                      <a:r>
                        <a:rPr lang="en-US" sz="1600" kern="1200" dirty="0">
                          <a:solidFill>
                            <a:schemeClr val="dk1"/>
                          </a:solidFill>
                          <a:effectLst/>
                          <a:latin typeface="+mn-lt"/>
                          <a:ea typeface="+mn-ea"/>
                          <a:cs typeface="+mn-cs"/>
                        </a:rPr>
                        <a:t> </a:t>
                      </a:r>
                      <a:r>
                        <a:rPr lang="en-US" sz="1600" kern="1200" dirty="0" err="1">
                          <a:solidFill>
                            <a:schemeClr val="dk1"/>
                          </a:solidFill>
                          <a:effectLst/>
                          <a:latin typeface="+mn-lt"/>
                          <a:ea typeface="+mn-ea"/>
                          <a:cs typeface="+mn-cs"/>
                        </a:rPr>
                        <a:t>tính</a:t>
                      </a:r>
                      <a:r>
                        <a:rPr lang="en-US" sz="1600" kern="1200" dirty="0">
                          <a:solidFill>
                            <a:schemeClr val="dk1"/>
                          </a:solidFill>
                          <a:effectLst/>
                          <a:latin typeface="+mn-lt"/>
                          <a:ea typeface="+mn-ea"/>
                          <a:cs typeface="+mn-cs"/>
                        </a:rPr>
                        <a:t> </a:t>
                      </a:r>
                      <a:r>
                        <a:rPr lang="en-US" sz="1600" kern="1200" dirty="0" err="1">
                          <a:solidFill>
                            <a:schemeClr val="dk1"/>
                          </a:solidFill>
                          <a:effectLst/>
                          <a:latin typeface="+mn-lt"/>
                          <a:ea typeface="+mn-ea"/>
                          <a:cs typeface="+mn-cs"/>
                        </a:rPr>
                        <a:t>nghiêm</a:t>
                      </a:r>
                      <a:r>
                        <a:rPr lang="en-US" sz="1600" kern="1200" dirty="0">
                          <a:solidFill>
                            <a:schemeClr val="dk1"/>
                          </a:solidFill>
                          <a:effectLst/>
                          <a:latin typeface="+mn-lt"/>
                          <a:ea typeface="+mn-ea"/>
                          <a:cs typeface="+mn-cs"/>
                        </a:rPr>
                        <a:t> </a:t>
                      </a:r>
                      <a:r>
                        <a:rPr lang="en-US" sz="1600" kern="1200" dirty="0" err="1">
                          <a:solidFill>
                            <a:schemeClr val="dk1"/>
                          </a:solidFill>
                          <a:effectLst/>
                          <a:latin typeface="+mn-lt"/>
                          <a:ea typeface="+mn-ea"/>
                          <a:cs typeface="+mn-cs"/>
                        </a:rPr>
                        <a:t>tr</a:t>
                      </a:r>
                      <a:r>
                        <a:rPr lang="vi-VN" sz="1600" kern="1200" dirty="0">
                          <a:solidFill>
                            <a:schemeClr val="dk1"/>
                          </a:solidFill>
                          <a:effectLst/>
                          <a:latin typeface="+mn-lt"/>
                          <a:ea typeface="+mn-ea"/>
                          <a:cs typeface="+mn-cs"/>
                        </a:rPr>
                        <a:t>ọ</a:t>
                      </a:r>
                      <a:r>
                        <a:rPr lang="en-US" sz="1600" kern="1200" dirty="0" err="1">
                          <a:solidFill>
                            <a:schemeClr val="dk1"/>
                          </a:solidFill>
                          <a:effectLst/>
                          <a:latin typeface="+mn-lt"/>
                          <a:ea typeface="+mn-ea"/>
                          <a:cs typeface="+mn-cs"/>
                        </a:rPr>
                        <a:t>ng</a:t>
                      </a:r>
                      <a:r>
                        <a:rPr lang="en-US" sz="1600" kern="1200" dirty="0">
                          <a:solidFill>
                            <a:schemeClr val="dk1"/>
                          </a:solidFill>
                          <a:effectLst/>
                          <a:latin typeface="+mn-lt"/>
                          <a:ea typeface="+mn-ea"/>
                          <a:cs typeface="+mn-cs"/>
                        </a:rPr>
                        <a:t>, </a:t>
                      </a:r>
                      <a:r>
                        <a:rPr lang="en-US" sz="1600" kern="1200" dirty="0" err="1">
                          <a:solidFill>
                            <a:schemeClr val="dk1"/>
                          </a:solidFill>
                          <a:effectLst/>
                          <a:latin typeface="+mn-lt"/>
                          <a:ea typeface="+mn-ea"/>
                          <a:cs typeface="+mn-cs"/>
                        </a:rPr>
                        <a:t>khó</a:t>
                      </a:r>
                      <a:r>
                        <a:rPr lang="en-US" sz="1600" kern="1200" dirty="0">
                          <a:solidFill>
                            <a:schemeClr val="dk1"/>
                          </a:solidFill>
                          <a:effectLst/>
                          <a:latin typeface="+mn-lt"/>
                          <a:ea typeface="+mn-ea"/>
                          <a:cs typeface="+mn-cs"/>
                        </a:rPr>
                        <a:t> </a:t>
                      </a:r>
                      <a:r>
                        <a:rPr lang="en-US" sz="1600" kern="1200" dirty="0" err="1">
                          <a:solidFill>
                            <a:schemeClr val="dk1"/>
                          </a:solidFill>
                          <a:effectLst/>
                          <a:latin typeface="+mn-lt"/>
                          <a:ea typeface="+mn-ea"/>
                          <a:cs typeface="+mn-cs"/>
                        </a:rPr>
                        <a:t>có</a:t>
                      </a:r>
                      <a:r>
                        <a:rPr lang="en-US" sz="1600" kern="1200" dirty="0">
                          <a:solidFill>
                            <a:schemeClr val="dk1"/>
                          </a:solidFill>
                          <a:effectLst/>
                          <a:latin typeface="+mn-lt"/>
                          <a:ea typeface="+mn-ea"/>
                          <a:cs typeface="+mn-cs"/>
                        </a:rPr>
                        <a:t> </a:t>
                      </a:r>
                      <a:r>
                        <a:rPr lang="en-US" sz="1600" kern="1200" dirty="0" err="1">
                          <a:solidFill>
                            <a:schemeClr val="dk1"/>
                          </a:solidFill>
                          <a:effectLst/>
                          <a:latin typeface="+mn-lt"/>
                          <a:ea typeface="+mn-ea"/>
                          <a:cs typeface="+mn-cs"/>
                        </a:rPr>
                        <a:t>th</a:t>
                      </a:r>
                      <a:r>
                        <a:rPr lang="vi-VN" sz="1600" kern="1200" dirty="0">
                          <a:solidFill>
                            <a:schemeClr val="dk1"/>
                          </a:solidFill>
                          <a:effectLst/>
                          <a:latin typeface="+mn-lt"/>
                          <a:ea typeface="+mn-ea"/>
                          <a:cs typeface="+mn-cs"/>
                        </a:rPr>
                        <a:t>ể</a:t>
                      </a:r>
                      <a:r>
                        <a:rPr lang="en-US" sz="1600" kern="1200" dirty="0">
                          <a:solidFill>
                            <a:schemeClr val="dk1"/>
                          </a:solidFill>
                          <a:effectLst/>
                          <a:latin typeface="+mn-lt"/>
                          <a:ea typeface="+mn-ea"/>
                          <a:cs typeface="+mn-cs"/>
                        </a:rPr>
                        <a:t> </a:t>
                      </a:r>
                      <a:r>
                        <a:rPr lang="en-US" sz="1600" kern="1200" dirty="0" err="1">
                          <a:solidFill>
                            <a:schemeClr val="dk1"/>
                          </a:solidFill>
                          <a:effectLst/>
                          <a:latin typeface="+mn-lt"/>
                          <a:ea typeface="+mn-ea"/>
                          <a:cs typeface="+mn-cs"/>
                        </a:rPr>
                        <a:t>nói</a:t>
                      </a:r>
                      <a:r>
                        <a:rPr lang="en-US" sz="1600" kern="1200" dirty="0">
                          <a:solidFill>
                            <a:schemeClr val="dk1"/>
                          </a:solidFill>
                          <a:effectLst/>
                          <a:latin typeface="+mn-lt"/>
                          <a:ea typeface="+mn-ea"/>
                          <a:cs typeface="+mn-cs"/>
                        </a:rPr>
                        <a:t> </a:t>
                      </a:r>
                      <a:r>
                        <a:rPr lang="en-US" sz="1600" kern="1200" dirty="0" err="1">
                          <a:solidFill>
                            <a:schemeClr val="dk1"/>
                          </a:solidFill>
                          <a:effectLst/>
                          <a:latin typeface="+mn-lt"/>
                          <a:ea typeface="+mn-ea"/>
                          <a:cs typeface="+mn-cs"/>
                        </a:rPr>
                        <a:t>rõ</a:t>
                      </a:r>
                      <a:r>
                        <a:rPr lang="en-US" sz="1600" kern="1200" dirty="0">
                          <a:solidFill>
                            <a:schemeClr val="dk1"/>
                          </a:solidFill>
                          <a:effectLst/>
                          <a:latin typeface="+mn-lt"/>
                          <a:ea typeface="+mn-ea"/>
                          <a:cs typeface="+mn-cs"/>
                        </a:rPr>
                        <a:t> " l</a:t>
                      </a:r>
                      <a:r>
                        <a:rPr lang="vi-VN" sz="1600" kern="1200" dirty="0">
                          <a:solidFill>
                            <a:schemeClr val="dk1"/>
                          </a:solidFill>
                          <a:effectLst/>
                          <a:latin typeface="+mn-lt"/>
                          <a:ea typeface="+mn-ea"/>
                          <a:cs typeface="+mn-cs"/>
                        </a:rPr>
                        <a:t>ẽ</a:t>
                      </a:r>
                      <a:r>
                        <a:rPr lang="en-US" sz="1600" kern="1200" dirty="0">
                          <a:solidFill>
                            <a:schemeClr val="dk1"/>
                          </a:solidFill>
                          <a:effectLst/>
                          <a:latin typeface="+mn-lt"/>
                          <a:ea typeface="+mn-ea"/>
                          <a:cs typeface="+mn-cs"/>
                        </a:rPr>
                        <a:t> </a:t>
                      </a:r>
                      <a:r>
                        <a:rPr lang="en-US" sz="1600" kern="1200" dirty="0" err="1">
                          <a:solidFill>
                            <a:schemeClr val="dk1"/>
                          </a:solidFill>
                          <a:effectLst/>
                          <a:latin typeface="+mn-lt"/>
                          <a:ea typeface="+mn-ea"/>
                          <a:cs typeface="+mn-cs"/>
                        </a:rPr>
                        <a:t>công</a:t>
                      </a:r>
                      <a:r>
                        <a:rPr lang="en-US" sz="1600" kern="1200" dirty="0">
                          <a:solidFill>
                            <a:schemeClr val="dk1"/>
                          </a:solidFill>
                          <a:effectLst/>
                          <a:latin typeface="+mn-lt"/>
                          <a:ea typeface="+mn-ea"/>
                          <a:cs typeface="+mn-cs"/>
                        </a:rPr>
                        <a:t> b</a:t>
                      </a:r>
                      <a:r>
                        <a:rPr lang="vi-VN" sz="1600" kern="1200" dirty="0">
                          <a:solidFill>
                            <a:schemeClr val="dk1"/>
                          </a:solidFill>
                          <a:effectLst/>
                          <a:latin typeface="+mn-lt"/>
                          <a:ea typeface="+mn-ea"/>
                          <a:cs typeface="+mn-cs"/>
                        </a:rPr>
                        <a:t>ằ</a:t>
                      </a:r>
                      <a:r>
                        <a:rPr lang="en-US" sz="1600" kern="1200" dirty="0" err="1">
                          <a:solidFill>
                            <a:schemeClr val="dk1"/>
                          </a:solidFill>
                          <a:effectLst/>
                          <a:latin typeface="+mn-lt"/>
                          <a:ea typeface="+mn-ea"/>
                          <a:cs typeface="+mn-cs"/>
                        </a:rPr>
                        <a:t>ng</a:t>
                      </a:r>
                      <a:r>
                        <a:rPr lang="en-US" sz="1600" kern="1200" dirty="0">
                          <a:solidFill>
                            <a:schemeClr val="dk1"/>
                          </a:solidFill>
                          <a:effectLst/>
                          <a:latin typeface="+mn-lt"/>
                          <a:ea typeface="+mn-ea"/>
                          <a:cs typeface="+mn-cs"/>
                        </a:rPr>
                        <a:t> " </a:t>
                      </a:r>
                      <a:r>
                        <a:rPr lang="en-US" sz="1600" kern="1200" dirty="0" err="1">
                          <a:solidFill>
                            <a:schemeClr val="dk1"/>
                          </a:solidFill>
                          <a:effectLst/>
                          <a:latin typeface="+mn-lt"/>
                          <a:ea typeface="+mn-ea"/>
                          <a:cs typeface="+mn-cs"/>
                        </a:rPr>
                        <a:t>là</a:t>
                      </a:r>
                      <a:r>
                        <a:rPr lang="en-US" sz="1600" kern="1200" dirty="0">
                          <a:solidFill>
                            <a:schemeClr val="dk1"/>
                          </a:solidFill>
                          <a:effectLst/>
                          <a:latin typeface="+mn-lt"/>
                          <a:ea typeface="+mn-ea"/>
                          <a:cs typeface="+mn-cs"/>
                        </a:rPr>
                        <a:t> </a:t>
                      </a:r>
                      <a:r>
                        <a:rPr lang="en-US" sz="1600" kern="1200" dirty="0" err="1">
                          <a:solidFill>
                            <a:schemeClr val="dk1"/>
                          </a:solidFill>
                          <a:effectLst/>
                          <a:latin typeface="+mn-lt"/>
                          <a:ea typeface="+mn-ea"/>
                          <a:cs typeface="+mn-cs"/>
                        </a:rPr>
                        <a:t>gì</a:t>
                      </a:r>
                      <a:r>
                        <a:rPr lang="en-US" sz="1600" kern="1200" dirty="0">
                          <a:solidFill>
                            <a:schemeClr val="dk1"/>
                          </a:solidFill>
                          <a:effectLst/>
                          <a:latin typeface="+mn-lt"/>
                          <a:ea typeface="+mn-ea"/>
                          <a:cs typeface="+mn-cs"/>
                        </a:rPr>
                        <a:t>, b</a:t>
                      </a:r>
                      <a:r>
                        <a:rPr lang="vi-VN" sz="1600" kern="1200" dirty="0">
                          <a:solidFill>
                            <a:schemeClr val="dk1"/>
                          </a:solidFill>
                          <a:effectLst/>
                          <a:latin typeface="+mn-lt"/>
                          <a:ea typeface="+mn-ea"/>
                          <a:cs typeface="+mn-cs"/>
                        </a:rPr>
                        <a:t>ở</a:t>
                      </a:r>
                      <a:r>
                        <a:rPr lang="en-US" sz="1600" kern="1200" dirty="0" err="1">
                          <a:solidFill>
                            <a:schemeClr val="dk1"/>
                          </a:solidFill>
                          <a:effectLst/>
                          <a:latin typeface="+mn-lt"/>
                          <a:ea typeface="+mn-ea"/>
                          <a:cs typeface="+mn-cs"/>
                        </a:rPr>
                        <a:t>i</a:t>
                      </a:r>
                      <a:r>
                        <a:rPr lang="en-US" sz="1600" kern="1200" dirty="0">
                          <a:solidFill>
                            <a:schemeClr val="dk1"/>
                          </a:solidFill>
                          <a:effectLst/>
                          <a:latin typeface="+mn-lt"/>
                          <a:ea typeface="+mn-ea"/>
                          <a:cs typeface="+mn-cs"/>
                        </a:rPr>
                        <a:t> v</a:t>
                      </a:r>
                      <a:r>
                        <a:rPr lang="vi-VN" sz="1600" kern="1200" dirty="0">
                          <a:solidFill>
                            <a:schemeClr val="dk1"/>
                          </a:solidFill>
                          <a:effectLst/>
                          <a:latin typeface="+mn-lt"/>
                          <a:ea typeface="+mn-ea"/>
                          <a:cs typeface="+mn-cs"/>
                        </a:rPr>
                        <a:t>ậ</a:t>
                      </a:r>
                      <a:r>
                        <a:rPr lang="en-US" sz="1600" kern="1200" dirty="0">
                          <a:solidFill>
                            <a:schemeClr val="dk1"/>
                          </a:solidFill>
                          <a:effectLst/>
                          <a:latin typeface="+mn-lt"/>
                          <a:ea typeface="+mn-ea"/>
                          <a:cs typeface="+mn-cs"/>
                        </a:rPr>
                        <a:t>y </a:t>
                      </a:r>
                      <a:r>
                        <a:rPr lang="en-US" sz="1600" kern="1200" dirty="0" err="1">
                          <a:solidFill>
                            <a:schemeClr val="dk1"/>
                          </a:solidFill>
                          <a:effectLst/>
                          <a:latin typeface="+mn-lt"/>
                          <a:ea typeface="+mn-ea"/>
                          <a:cs typeface="+mn-cs"/>
                        </a:rPr>
                        <a:t>gây</a:t>
                      </a:r>
                      <a:r>
                        <a:rPr lang="en-US" sz="1600" kern="1200" dirty="0">
                          <a:solidFill>
                            <a:schemeClr val="dk1"/>
                          </a:solidFill>
                          <a:effectLst/>
                          <a:latin typeface="+mn-lt"/>
                          <a:ea typeface="+mn-ea"/>
                          <a:cs typeface="+mn-cs"/>
                        </a:rPr>
                        <a:t> </a:t>
                      </a:r>
                      <a:r>
                        <a:rPr lang="en-US" sz="1600" kern="1200" dirty="0" err="1">
                          <a:solidFill>
                            <a:schemeClr val="dk1"/>
                          </a:solidFill>
                          <a:effectLst/>
                          <a:latin typeface="+mn-lt"/>
                          <a:ea typeface="+mn-ea"/>
                          <a:cs typeface="+mn-cs"/>
                        </a:rPr>
                        <a:t>khó</a:t>
                      </a:r>
                      <a:r>
                        <a:rPr lang="en-US" sz="1600" kern="1200" dirty="0">
                          <a:solidFill>
                            <a:schemeClr val="dk1"/>
                          </a:solidFill>
                          <a:effectLst/>
                          <a:latin typeface="+mn-lt"/>
                          <a:ea typeface="+mn-ea"/>
                          <a:cs typeface="+mn-cs"/>
                        </a:rPr>
                        <a:t> </a:t>
                      </a:r>
                      <a:r>
                        <a:rPr lang="en-US" sz="1600" kern="1200" dirty="0" err="1">
                          <a:solidFill>
                            <a:schemeClr val="dk1"/>
                          </a:solidFill>
                          <a:effectLst/>
                          <a:latin typeface="+mn-lt"/>
                          <a:ea typeface="+mn-ea"/>
                          <a:cs typeface="+mn-cs"/>
                        </a:rPr>
                        <a:t>khăn</a:t>
                      </a:r>
                      <a:r>
                        <a:rPr lang="en-US" sz="1600" kern="1200" dirty="0">
                          <a:solidFill>
                            <a:schemeClr val="dk1"/>
                          </a:solidFill>
                          <a:effectLst/>
                          <a:latin typeface="+mn-lt"/>
                          <a:ea typeface="+mn-ea"/>
                          <a:cs typeface="+mn-cs"/>
                        </a:rPr>
                        <a:t>, </a:t>
                      </a:r>
                      <a:r>
                        <a:rPr lang="en-US" sz="1600" kern="1200" dirty="0" err="1">
                          <a:solidFill>
                            <a:schemeClr val="dk1"/>
                          </a:solidFill>
                          <a:effectLst/>
                          <a:latin typeface="+mn-lt"/>
                          <a:ea typeface="+mn-ea"/>
                          <a:cs typeface="+mn-cs"/>
                        </a:rPr>
                        <a:t>áp</a:t>
                      </a:r>
                      <a:r>
                        <a:rPr lang="en-US" sz="1600" kern="1200" dirty="0">
                          <a:solidFill>
                            <a:schemeClr val="dk1"/>
                          </a:solidFill>
                          <a:effectLst/>
                          <a:latin typeface="+mn-lt"/>
                          <a:ea typeface="+mn-ea"/>
                          <a:cs typeface="+mn-cs"/>
                        </a:rPr>
                        <a:t> l</a:t>
                      </a:r>
                      <a:r>
                        <a:rPr lang="vi-VN" sz="1600" kern="1200" dirty="0">
                          <a:solidFill>
                            <a:schemeClr val="dk1"/>
                          </a:solidFill>
                          <a:effectLst/>
                          <a:latin typeface="+mn-lt"/>
                          <a:ea typeface="+mn-ea"/>
                          <a:cs typeface="+mn-cs"/>
                        </a:rPr>
                        <a:t>ự</a:t>
                      </a:r>
                      <a:r>
                        <a:rPr lang="en-US" sz="1600" kern="1200" dirty="0">
                          <a:solidFill>
                            <a:schemeClr val="dk1"/>
                          </a:solidFill>
                          <a:effectLst/>
                          <a:latin typeface="+mn-lt"/>
                          <a:ea typeface="+mn-ea"/>
                          <a:cs typeface="+mn-cs"/>
                        </a:rPr>
                        <a:t>c </a:t>
                      </a:r>
                      <a:r>
                        <a:rPr lang="en-US" sz="1600" kern="1200" dirty="0" err="1">
                          <a:solidFill>
                            <a:schemeClr val="dk1"/>
                          </a:solidFill>
                          <a:effectLst/>
                          <a:latin typeface="+mn-lt"/>
                          <a:ea typeface="+mn-ea"/>
                          <a:cs typeface="+mn-cs"/>
                        </a:rPr>
                        <a:t>trong</a:t>
                      </a:r>
                      <a:r>
                        <a:rPr lang="en-US" sz="1600" kern="1200" dirty="0">
                          <a:solidFill>
                            <a:schemeClr val="dk1"/>
                          </a:solidFill>
                          <a:effectLst/>
                          <a:latin typeface="+mn-lt"/>
                          <a:ea typeface="+mn-ea"/>
                          <a:cs typeface="+mn-cs"/>
                        </a:rPr>
                        <a:t> vi</a:t>
                      </a:r>
                      <a:r>
                        <a:rPr lang="vi-VN" sz="1600" kern="1200" dirty="0">
                          <a:solidFill>
                            <a:schemeClr val="dk1"/>
                          </a:solidFill>
                          <a:effectLst/>
                          <a:latin typeface="+mn-lt"/>
                          <a:ea typeface="+mn-ea"/>
                          <a:cs typeface="+mn-cs"/>
                        </a:rPr>
                        <a:t>ệ</a:t>
                      </a:r>
                      <a:r>
                        <a:rPr lang="en-US" sz="1600" kern="1200" dirty="0">
                          <a:solidFill>
                            <a:schemeClr val="dk1"/>
                          </a:solidFill>
                          <a:effectLst/>
                          <a:latin typeface="+mn-lt"/>
                          <a:ea typeface="+mn-ea"/>
                          <a:cs typeface="+mn-cs"/>
                        </a:rPr>
                        <a:t>c </a:t>
                      </a:r>
                      <a:r>
                        <a:rPr lang="en-US" sz="1600" kern="1200" dirty="0" err="1">
                          <a:solidFill>
                            <a:schemeClr val="dk1"/>
                          </a:solidFill>
                          <a:effectLst/>
                          <a:latin typeface="+mn-lt"/>
                          <a:ea typeface="+mn-ea"/>
                          <a:cs typeface="+mn-cs"/>
                        </a:rPr>
                        <a:t>xét</a:t>
                      </a:r>
                      <a:r>
                        <a:rPr lang="en-US" sz="1600" kern="1200" dirty="0">
                          <a:solidFill>
                            <a:schemeClr val="dk1"/>
                          </a:solidFill>
                          <a:effectLst/>
                          <a:latin typeface="+mn-lt"/>
                          <a:ea typeface="+mn-ea"/>
                          <a:cs typeface="+mn-cs"/>
                        </a:rPr>
                        <a:t> x</a:t>
                      </a:r>
                      <a:r>
                        <a:rPr lang="vi-VN" sz="1600" kern="1200" dirty="0">
                          <a:solidFill>
                            <a:schemeClr val="dk1"/>
                          </a:solidFill>
                          <a:effectLst/>
                          <a:latin typeface="+mn-lt"/>
                          <a:ea typeface="+mn-ea"/>
                          <a:cs typeface="+mn-cs"/>
                        </a:rPr>
                        <a:t>ử</a:t>
                      </a:r>
                      <a:r>
                        <a:rPr lang="en-US" sz="1600" kern="1200" dirty="0">
                          <a:solidFill>
                            <a:schemeClr val="dk1"/>
                          </a:solidFill>
                          <a:effectLst/>
                          <a:latin typeface="+mn-lt"/>
                          <a:ea typeface="+mn-ea"/>
                          <a:cs typeface="+mn-cs"/>
                        </a:rPr>
                        <a:t>.</a:t>
                      </a:r>
                      <a:br>
                        <a:rPr lang="en-US" sz="1600" kern="1200" dirty="0">
                          <a:solidFill>
                            <a:schemeClr val="dk1"/>
                          </a:solidFill>
                          <a:effectLst/>
                          <a:latin typeface="+mn-lt"/>
                          <a:ea typeface="+mn-ea"/>
                          <a:cs typeface="+mn-cs"/>
                        </a:rPr>
                      </a:br>
                      <a:r>
                        <a:rPr lang="en-US" sz="1600" kern="1200" dirty="0">
                          <a:solidFill>
                            <a:schemeClr val="dk1"/>
                          </a:solidFill>
                          <a:effectLst/>
                          <a:latin typeface="+mn-lt"/>
                          <a:ea typeface="+mn-ea"/>
                          <a:cs typeface="+mn-cs"/>
                        </a:rPr>
                        <a:t>-</a:t>
                      </a:r>
                      <a:r>
                        <a:rPr lang="en-US" sz="1600" kern="1200" dirty="0" err="1">
                          <a:solidFill>
                            <a:schemeClr val="dk1"/>
                          </a:solidFill>
                          <a:effectLst/>
                          <a:latin typeface="+mn-lt"/>
                          <a:ea typeface="+mn-ea"/>
                          <a:cs typeface="+mn-cs"/>
                        </a:rPr>
                        <a:t>Ph</a:t>
                      </a:r>
                      <a:r>
                        <a:rPr lang="vi-VN" sz="1600" kern="1200" dirty="0">
                          <a:solidFill>
                            <a:schemeClr val="dk1"/>
                          </a:solidFill>
                          <a:effectLst/>
                          <a:latin typeface="+mn-lt"/>
                          <a:ea typeface="+mn-ea"/>
                          <a:cs typeface="+mn-cs"/>
                        </a:rPr>
                        <a:t>ụ</a:t>
                      </a:r>
                      <a:r>
                        <a:rPr lang="en-US" sz="1600" kern="1200" dirty="0">
                          <a:solidFill>
                            <a:schemeClr val="dk1"/>
                          </a:solidFill>
                          <a:effectLst/>
                          <a:latin typeface="+mn-lt"/>
                          <a:ea typeface="+mn-ea"/>
                          <a:cs typeface="+mn-cs"/>
                        </a:rPr>
                        <a:t> </a:t>
                      </a:r>
                      <a:r>
                        <a:rPr lang="en-US" sz="1600" kern="1200" dirty="0" err="1">
                          <a:solidFill>
                            <a:schemeClr val="dk1"/>
                          </a:solidFill>
                          <a:effectLst/>
                          <a:latin typeface="+mn-lt"/>
                          <a:ea typeface="+mn-ea"/>
                          <a:cs typeface="+mn-cs"/>
                        </a:rPr>
                        <a:t>thu</a:t>
                      </a:r>
                      <a:r>
                        <a:rPr lang="vi-VN" sz="1600" kern="1200" dirty="0">
                          <a:solidFill>
                            <a:schemeClr val="dk1"/>
                          </a:solidFill>
                          <a:effectLst/>
                          <a:latin typeface="+mn-lt"/>
                          <a:ea typeface="+mn-ea"/>
                          <a:cs typeface="+mn-cs"/>
                        </a:rPr>
                        <a:t>ộ</a:t>
                      </a:r>
                      <a:r>
                        <a:rPr lang="en-US" sz="1600" kern="1200" dirty="0">
                          <a:solidFill>
                            <a:schemeClr val="dk1"/>
                          </a:solidFill>
                          <a:effectLst/>
                          <a:latin typeface="+mn-lt"/>
                          <a:ea typeface="+mn-ea"/>
                          <a:cs typeface="+mn-cs"/>
                        </a:rPr>
                        <a:t>c </a:t>
                      </a:r>
                      <a:r>
                        <a:rPr lang="en-US" sz="1600" kern="1200" dirty="0" err="1">
                          <a:solidFill>
                            <a:schemeClr val="dk1"/>
                          </a:solidFill>
                          <a:effectLst/>
                          <a:latin typeface="+mn-lt"/>
                          <a:ea typeface="+mn-ea"/>
                          <a:cs typeface="+mn-cs"/>
                        </a:rPr>
                        <a:t>vào</a:t>
                      </a:r>
                      <a:r>
                        <a:rPr lang="en-US" sz="1600" kern="1200" dirty="0">
                          <a:solidFill>
                            <a:schemeClr val="dk1"/>
                          </a:solidFill>
                          <a:effectLst/>
                          <a:latin typeface="+mn-lt"/>
                          <a:ea typeface="+mn-ea"/>
                          <a:cs typeface="+mn-cs"/>
                        </a:rPr>
                        <a:t> </a:t>
                      </a:r>
                      <a:r>
                        <a:rPr lang="en-US" sz="1600" kern="1200" dirty="0" err="1">
                          <a:solidFill>
                            <a:schemeClr val="dk1"/>
                          </a:solidFill>
                          <a:effectLst/>
                          <a:latin typeface="+mn-lt"/>
                          <a:ea typeface="+mn-ea"/>
                          <a:cs typeface="+mn-cs"/>
                        </a:rPr>
                        <a:t>ngư</a:t>
                      </a:r>
                      <a:r>
                        <a:rPr lang="vi-VN" sz="1600" kern="1200" dirty="0">
                          <a:solidFill>
                            <a:schemeClr val="dk1"/>
                          </a:solidFill>
                          <a:effectLst/>
                          <a:latin typeface="+mn-lt"/>
                          <a:ea typeface="+mn-ea"/>
                          <a:cs typeface="+mn-cs"/>
                        </a:rPr>
                        <a:t>ờ</a:t>
                      </a:r>
                      <a:r>
                        <a:rPr lang="en-US" sz="1600" kern="1200" dirty="0" err="1">
                          <a:solidFill>
                            <a:schemeClr val="dk1"/>
                          </a:solidFill>
                          <a:effectLst/>
                          <a:latin typeface="+mn-lt"/>
                          <a:ea typeface="+mn-ea"/>
                          <a:cs typeface="+mn-cs"/>
                        </a:rPr>
                        <a:t>i</a:t>
                      </a:r>
                      <a:r>
                        <a:rPr lang="en-US" sz="1600" kern="1200" dirty="0">
                          <a:solidFill>
                            <a:schemeClr val="dk1"/>
                          </a:solidFill>
                          <a:effectLst/>
                          <a:latin typeface="+mn-lt"/>
                          <a:ea typeface="+mn-ea"/>
                          <a:cs typeface="+mn-cs"/>
                        </a:rPr>
                        <a:t> </a:t>
                      </a:r>
                      <a:r>
                        <a:rPr lang="en-US" sz="1600" kern="1200" dirty="0" err="1">
                          <a:solidFill>
                            <a:schemeClr val="dk1"/>
                          </a:solidFill>
                          <a:effectLst/>
                          <a:latin typeface="+mn-lt"/>
                          <a:ea typeface="+mn-ea"/>
                          <a:cs typeface="+mn-cs"/>
                        </a:rPr>
                        <a:t>có</a:t>
                      </a:r>
                      <a:r>
                        <a:rPr lang="en-US" sz="1600" kern="1200" dirty="0">
                          <a:solidFill>
                            <a:schemeClr val="dk1"/>
                          </a:solidFill>
                          <a:effectLst/>
                          <a:latin typeface="+mn-lt"/>
                          <a:ea typeface="+mn-ea"/>
                          <a:cs typeface="+mn-cs"/>
                        </a:rPr>
                        <a:t> </a:t>
                      </a:r>
                      <a:r>
                        <a:rPr lang="en-US" sz="1600" kern="1200" dirty="0" err="1">
                          <a:solidFill>
                            <a:schemeClr val="dk1"/>
                          </a:solidFill>
                          <a:effectLst/>
                          <a:latin typeface="+mn-lt"/>
                          <a:ea typeface="+mn-ea"/>
                          <a:cs typeface="+mn-cs"/>
                        </a:rPr>
                        <a:t>vai</a:t>
                      </a:r>
                      <a:r>
                        <a:rPr lang="en-US" sz="1600" kern="1200" dirty="0">
                          <a:solidFill>
                            <a:schemeClr val="dk1"/>
                          </a:solidFill>
                          <a:effectLst/>
                          <a:latin typeface="+mn-lt"/>
                          <a:ea typeface="+mn-ea"/>
                          <a:cs typeface="+mn-cs"/>
                        </a:rPr>
                        <a:t> </a:t>
                      </a:r>
                      <a:r>
                        <a:rPr lang="en-US" sz="1600" kern="1200" dirty="0" err="1">
                          <a:solidFill>
                            <a:schemeClr val="dk1"/>
                          </a:solidFill>
                          <a:effectLst/>
                          <a:latin typeface="+mn-lt"/>
                          <a:ea typeface="+mn-ea"/>
                          <a:cs typeface="+mn-cs"/>
                        </a:rPr>
                        <a:t>trò</a:t>
                      </a:r>
                      <a:r>
                        <a:rPr lang="en-US" sz="1600" kern="1200" dirty="0">
                          <a:solidFill>
                            <a:schemeClr val="dk1"/>
                          </a:solidFill>
                          <a:effectLst/>
                          <a:latin typeface="+mn-lt"/>
                          <a:ea typeface="+mn-ea"/>
                          <a:cs typeface="+mn-cs"/>
                        </a:rPr>
                        <a:t> n</a:t>
                      </a:r>
                      <a:r>
                        <a:rPr lang="vi-VN" sz="1600" kern="1200" dirty="0">
                          <a:solidFill>
                            <a:schemeClr val="dk1"/>
                          </a:solidFill>
                          <a:effectLst/>
                          <a:latin typeface="+mn-lt"/>
                          <a:ea typeface="+mn-ea"/>
                          <a:cs typeface="+mn-cs"/>
                        </a:rPr>
                        <a:t>ắ</a:t>
                      </a:r>
                      <a:r>
                        <a:rPr lang="en-US" sz="1600" kern="1200" dirty="0">
                          <a:solidFill>
                            <a:schemeClr val="dk1"/>
                          </a:solidFill>
                          <a:effectLst/>
                          <a:latin typeface="+mn-lt"/>
                          <a:ea typeface="+mn-ea"/>
                          <a:cs typeface="+mn-cs"/>
                        </a:rPr>
                        <a:t>m </a:t>
                      </a:r>
                      <a:r>
                        <a:rPr lang="en-US" sz="1600" kern="1200" dirty="0" err="1">
                          <a:solidFill>
                            <a:schemeClr val="dk1"/>
                          </a:solidFill>
                          <a:effectLst/>
                          <a:latin typeface="+mn-lt"/>
                          <a:ea typeface="+mn-ea"/>
                          <a:cs typeface="+mn-cs"/>
                        </a:rPr>
                        <a:t>gi</a:t>
                      </a:r>
                      <a:r>
                        <a:rPr lang="vi-VN" sz="1600" kern="1200" dirty="0">
                          <a:solidFill>
                            <a:schemeClr val="dk1"/>
                          </a:solidFill>
                          <a:effectLst/>
                          <a:latin typeface="+mn-lt"/>
                          <a:ea typeface="+mn-ea"/>
                          <a:cs typeface="+mn-cs"/>
                        </a:rPr>
                        <a:t>ữ</a:t>
                      </a:r>
                      <a:r>
                        <a:rPr lang="en-US" sz="1600" kern="1200" dirty="0">
                          <a:solidFill>
                            <a:schemeClr val="dk1"/>
                          </a:solidFill>
                          <a:effectLst/>
                          <a:latin typeface="+mn-lt"/>
                          <a:ea typeface="+mn-ea"/>
                          <a:cs typeface="+mn-cs"/>
                        </a:rPr>
                        <a:t> </a:t>
                      </a:r>
                      <a:r>
                        <a:rPr lang="en-US" sz="1600" kern="1200" dirty="0" err="1">
                          <a:solidFill>
                            <a:schemeClr val="dk1"/>
                          </a:solidFill>
                          <a:effectLst/>
                          <a:latin typeface="+mn-lt"/>
                          <a:ea typeface="+mn-ea"/>
                          <a:cs typeface="+mn-cs"/>
                        </a:rPr>
                        <a:t>cán</a:t>
                      </a:r>
                      <a:r>
                        <a:rPr lang="en-US" sz="1600" kern="1200" dirty="0">
                          <a:solidFill>
                            <a:schemeClr val="dk1"/>
                          </a:solidFill>
                          <a:effectLst/>
                          <a:latin typeface="+mn-lt"/>
                          <a:ea typeface="+mn-ea"/>
                          <a:cs typeface="+mn-cs"/>
                        </a:rPr>
                        <a:t> </a:t>
                      </a:r>
                      <a:r>
                        <a:rPr lang="en-US" sz="1600" kern="1200" dirty="0" err="1">
                          <a:solidFill>
                            <a:schemeClr val="dk1"/>
                          </a:solidFill>
                          <a:effectLst/>
                          <a:latin typeface="+mn-lt"/>
                          <a:ea typeface="+mn-ea"/>
                          <a:cs typeface="+mn-cs"/>
                        </a:rPr>
                        <a:t>cân</a:t>
                      </a:r>
                      <a:r>
                        <a:rPr lang="en-US" sz="1600" kern="1200" dirty="0">
                          <a:solidFill>
                            <a:schemeClr val="dk1"/>
                          </a:solidFill>
                          <a:effectLst/>
                          <a:latin typeface="+mn-lt"/>
                          <a:ea typeface="+mn-ea"/>
                          <a:cs typeface="+mn-cs"/>
                        </a:rPr>
                        <a:t> </a:t>
                      </a:r>
                      <a:r>
                        <a:rPr lang="en-US" sz="1600" kern="1200" dirty="0" err="1">
                          <a:solidFill>
                            <a:schemeClr val="dk1"/>
                          </a:solidFill>
                          <a:effectLst/>
                          <a:latin typeface="+mn-lt"/>
                          <a:ea typeface="+mn-ea"/>
                          <a:cs typeface="+mn-cs"/>
                        </a:rPr>
                        <a:t>pháp</a:t>
                      </a:r>
                      <a:r>
                        <a:rPr lang="en-US" sz="1600" kern="1200" dirty="0">
                          <a:solidFill>
                            <a:schemeClr val="dk1"/>
                          </a:solidFill>
                          <a:effectLst/>
                          <a:latin typeface="+mn-lt"/>
                          <a:ea typeface="+mn-ea"/>
                          <a:cs typeface="+mn-cs"/>
                        </a:rPr>
                        <a:t> </a:t>
                      </a:r>
                      <a:r>
                        <a:rPr lang="en-US" sz="1600" kern="1200" dirty="0" err="1">
                          <a:solidFill>
                            <a:schemeClr val="dk1"/>
                          </a:solidFill>
                          <a:effectLst/>
                          <a:latin typeface="+mn-lt"/>
                          <a:ea typeface="+mn-ea"/>
                          <a:cs typeface="+mn-cs"/>
                        </a:rPr>
                        <a:t>lu</a:t>
                      </a:r>
                      <a:r>
                        <a:rPr lang="vi-VN" sz="1600" kern="1200" dirty="0">
                          <a:solidFill>
                            <a:schemeClr val="dk1"/>
                          </a:solidFill>
                          <a:effectLst/>
                          <a:latin typeface="+mn-lt"/>
                          <a:ea typeface="+mn-ea"/>
                          <a:cs typeface="+mn-cs"/>
                        </a:rPr>
                        <a:t>ậ</a:t>
                      </a:r>
                      <a:r>
                        <a:rPr lang="en-US" sz="1600" kern="1200" dirty="0">
                          <a:solidFill>
                            <a:schemeClr val="dk1"/>
                          </a:solidFill>
                          <a:effectLst/>
                          <a:latin typeface="+mn-lt"/>
                          <a:ea typeface="+mn-ea"/>
                          <a:cs typeface="+mn-cs"/>
                        </a:rPr>
                        <a:t>t </a:t>
                      </a:r>
                      <a:r>
                        <a:rPr lang="en-US" sz="1600" kern="1200" dirty="0" err="1">
                          <a:solidFill>
                            <a:schemeClr val="dk1"/>
                          </a:solidFill>
                          <a:effectLst/>
                          <a:latin typeface="+mn-lt"/>
                          <a:ea typeface="+mn-ea"/>
                          <a:cs typeface="+mn-cs"/>
                        </a:rPr>
                        <a:t>trong</a:t>
                      </a:r>
                      <a:r>
                        <a:rPr lang="en-US" sz="1600" kern="1200" dirty="0">
                          <a:solidFill>
                            <a:schemeClr val="dk1"/>
                          </a:solidFill>
                          <a:effectLst/>
                          <a:latin typeface="+mn-lt"/>
                          <a:ea typeface="+mn-ea"/>
                          <a:cs typeface="+mn-cs"/>
                        </a:rPr>
                        <a:t> </a:t>
                      </a:r>
                      <a:r>
                        <a:rPr lang="en-US" sz="1600" kern="1200" dirty="0" err="1">
                          <a:solidFill>
                            <a:schemeClr val="dk1"/>
                          </a:solidFill>
                          <a:effectLst/>
                          <a:latin typeface="+mn-lt"/>
                          <a:ea typeface="+mn-ea"/>
                          <a:cs typeface="+mn-cs"/>
                        </a:rPr>
                        <a:t>quá</a:t>
                      </a:r>
                      <a:r>
                        <a:rPr lang="en-US" sz="1600" kern="1200" dirty="0">
                          <a:solidFill>
                            <a:schemeClr val="dk1"/>
                          </a:solidFill>
                          <a:effectLst/>
                          <a:latin typeface="+mn-lt"/>
                          <a:ea typeface="+mn-ea"/>
                          <a:cs typeface="+mn-cs"/>
                        </a:rPr>
                        <a:t> </a:t>
                      </a:r>
                      <a:r>
                        <a:rPr lang="en-US" sz="1600" kern="1200" dirty="0" err="1">
                          <a:solidFill>
                            <a:schemeClr val="dk1"/>
                          </a:solidFill>
                          <a:effectLst/>
                          <a:latin typeface="+mn-lt"/>
                          <a:ea typeface="+mn-ea"/>
                          <a:cs typeface="+mn-cs"/>
                        </a:rPr>
                        <a:t>trình</a:t>
                      </a:r>
                      <a:r>
                        <a:rPr lang="en-US" sz="1600" kern="1200" dirty="0">
                          <a:solidFill>
                            <a:schemeClr val="dk1"/>
                          </a:solidFill>
                          <a:effectLst/>
                          <a:latin typeface="+mn-lt"/>
                          <a:ea typeface="+mn-ea"/>
                          <a:cs typeface="+mn-cs"/>
                        </a:rPr>
                        <a:t> </a:t>
                      </a:r>
                      <a:r>
                        <a:rPr lang="en-US" sz="1600" kern="1200" dirty="0" err="1">
                          <a:solidFill>
                            <a:schemeClr val="dk1"/>
                          </a:solidFill>
                          <a:effectLst/>
                          <a:latin typeface="+mn-lt"/>
                          <a:ea typeface="+mn-ea"/>
                          <a:cs typeface="+mn-cs"/>
                        </a:rPr>
                        <a:t>xét</a:t>
                      </a:r>
                      <a:r>
                        <a:rPr lang="en-US" sz="1600" kern="1200" dirty="0">
                          <a:solidFill>
                            <a:schemeClr val="dk1"/>
                          </a:solidFill>
                          <a:effectLst/>
                          <a:latin typeface="+mn-lt"/>
                          <a:ea typeface="+mn-ea"/>
                          <a:cs typeface="+mn-cs"/>
                        </a:rPr>
                        <a:t> x</a:t>
                      </a:r>
                      <a:r>
                        <a:rPr lang="vi-VN" sz="1600" kern="1200" dirty="0">
                          <a:solidFill>
                            <a:schemeClr val="dk1"/>
                          </a:solidFill>
                          <a:effectLst/>
                          <a:latin typeface="+mn-lt"/>
                          <a:ea typeface="+mn-ea"/>
                          <a:cs typeface="+mn-cs"/>
                        </a:rPr>
                        <a:t>ử</a:t>
                      </a:r>
                      <a:r>
                        <a:rPr lang="en-US" sz="1600" kern="1200" dirty="0">
                          <a:solidFill>
                            <a:schemeClr val="dk1"/>
                          </a:solidFill>
                          <a:effectLst/>
                          <a:latin typeface="+mn-lt"/>
                          <a:ea typeface="+mn-ea"/>
                          <a:cs typeface="+mn-cs"/>
                        </a:rPr>
                        <a:t> ( </a:t>
                      </a:r>
                      <a:r>
                        <a:rPr lang="en-US" sz="1600" kern="1200" dirty="0" err="1">
                          <a:solidFill>
                            <a:schemeClr val="dk1"/>
                          </a:solidFill>
                          <a:effectLst/>
                          <a:latin typeface="+mn-lt"/>
                          <a:ea typeface="+mn-ea"/>
                          <a:cs typeface="+mn-cs"/>
                        </a:rPr>
                        <a:t>Th</a:t>
                      </a:r>
                      <a:r>
                        <a:rPr lang="vi-VN" sz="1600" kern="1200" dirty="0">
                          <a:solidFill>
                            <a:schemeClr val="dk1"/>
                          </a:solidFill>
                          <a:effectLst/>
                          <a:latin typeface="+mn-lt"/>
                          <a:ea typeface="+mn-ea"/>
                          <a:cs typeface="+mn-cs"/>
                        </a:rPr>
                        <a:t>ẩ</a:t>
                      </a:r>
                      <a:r>
                        <a:rPr lang="en-US" sz="1600" kern="1200" dirty="0">
                          <a:solidFill>
                            <a:schemeClr val="dk1"/>
                          </a:solidFill>
                          <a:effectLst/>
                          <a:latin typeface="+mn-lt"/>
                          <a:ea typeface="+mn-ea"/>
                          <a:cs typeface="+mn-cs"/>
                        </a:rPr>
                        <a:t>m </a:t>
                      </a:r>
                      <a:r>
                        <a:rPr lang="en-US" sz="1600" kern="1200" dirty="0" err="1">
                          <a:solidFill>
                            <a:schemeClr val="dk1"/>
                          </a:solidFill>
                          <a:effectLst/>
                          <a:latin typeface="+mn-lt"/>
                          <a:ea typeface="+mn-ea"/>
                          <a:cs typeface="+mn-cs"/>
                        </a:rPr>
                        <a:t>Phán</a:t>
                      </a:r>
                      <a:r>
                        <a:rPr lang="en-US" sz="1600" kern="1200" dirty="0">
                          <a:solidFill>
                            <a:schemeClr val="dk1"/>
                          </a:solidFill>
                          <a:effectLst/>
                          <a:latin typeface="+mn-lt"/>
                          <a:ea typeface="+mn-ea"/>
                          <a:cs typeface="+mn-cs"/>
                        </a:rPr>
                        <a:t>)</a:t>
                      </a:r>
                      <a:br>
                        <a:rPr lang="en-US" sz="1600" kern="1200" dirty="0">
                          <a:solidFill>
                            <a:schemeClr val="dk1"/>
                          </a:solidFill>
                          <a:effectLst/>
                          <a:latin typeface="+mn-lt"/>
                          <a:ea typeface="+mn-ea"/>
                          <a:cs typeface="+mn-cs"/>
                        </a:rPr>
                      </a:br>
                      <a:endParaRPr lang="en-US" sz="1600" dirty="0"/>
                    </a:p>
                  </a:txBody>
                  <a:tcPr/>
                </a:tc>
                <a:extLst>
                  <a:ext uri="{0D108BD9-81ED-4DB2-BD59-A6C34878D82A}">
                    <a16:rowId xmlns:a16="http://schemas.microsoft.com/office/drawing/2014/main" val="10001"/>
                  </a:ext>
                </a:extLst>
              </a:tr>
            </a:tbl>
          </a:graphicData>
        </a:graphic>
      </p:graphicFrame>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10200" y="0"/>
            <a:ext cx="3733800" cy="2149305"/>
          </a:xfrm>
          <a:prstGeom prst="rect">
            <a:avLst/>
          </a:prstGeom>
        </p:spPr>
      </p:pic>
    </p:spTree>
    <p:extLst>
      <p:ext uri="{BB962C8B-B14F-4D97-AF65-F5344CB8AC3E}">
        <p14:creationId xmlns:p14="http://schemas.microsoft.com/office/powerpoint/2010/main" val="2209017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additive="base">
                                        <p:cTn id="14" dur="500" fill="hold"/>
                                        <p:tgtEl>
                                          <p:spTgt spid="2"/>
                                        </p:tgtEl>
                                        <p:attrNameLst>
                                          <p:attrName>ppt_x</p:attrName>
                                        </p:attrNameLst>
                                      </p:cBhvr>
                                      <p:tavLst>
                                        <p:tav tm="0">
                                          <p:val>
                                            <p:strVal val="#ppt_x"/>
                                          </p:val>
                                        </p:tav>
                                        <p:tav tm="100000">
                                          <p:val>
                                            <p:strVal val="#ppt_x"/>
                                          </p:val>
                                        </p:tav>
                                      </p:tavLst>
                                    </p:anim>
                                    <p:anim calcmode="lin" valueType="num">
                                      <p:cBhvr additive="base">
                                        <p:cTn id="15"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6">
                                            <p:txEl>
                                              <p:pRg st="0" end="0"/>
                                            </p:txEl>
                                          </p:spTgt>
                                        </p:tgtEl>
                                        <p:attrNameLst>
                                          <p:attrName>style.visibility</p:attrName>
                                        </p:attrNameLst>
                                      </p:cBhvr>
                                      <p:to>
                                        <p:strVal val="visible"/>
                                      </p:to>
                                    </p:set>
                                    <p:animEffect transition="in" filter="fade">
                                      <p:cBhvr>
                                        <p:cTn id="20" dur="1000"/>
                                        <p:tgtEl>
                                          <p:spTgt spid="6">
                                            <p:txEl>
                                              <p:pRg st="0" end="0"/>
                                            </p:txEl>
                                          </p:spTgt>
                                        </p:tgtEl>
                                      </p:cBhvr>
                                    </p:animEffect>
                                    <p:anim calcmode="lin" valueType="num">
                                      <p:cBhvr>
                                        <p:cTn id="21"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2"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animEffect transition="in" filter="fade">
                                      <p:cBhvr>
                                        <p:cTn id="27" dur="1000"/>
                                        <p:tgtEl>
                                          <p:spTgt spid="7">
                                            <p:txEl>
                                              <p:pRg st="0" end="0"/>
                                            </p:txEl>
                                          </p:spTgt>
                                        </p:tgtEl>
                                      </p:cBhvr>
                                    </p:animEffect>
                                    <p:anim calcmode="lin" valueType="num">
                                      <p:cBhvr>
                                        <p:cTn id="2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2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7">
                                            <p:txEl>
                                              <p:pRg st="1" end="1"/>
                                            </p:txEl>
                                          </p:spTgt>
                                        </p:tgtEl>
                                        <p:attrNameLst>
                                          <p:attrName>style.visibility</p:attrName>
                                        </p:attrNameLst>
                                      </p:cBhvr>
                                      <p:to>
                                        <p:strVal val="visible"/>
                                      </p:to>
                                    </p:set>
                                    <p:animEffect transition="in" filter="fade">
                                      <p:cBhvr>
                                        <p:cTn id="34" dur="1000"/>
                                        <p:tgtEl>
                                          <p:spTgt spid="7">
                                            <p:txEl>
                                              <p:pRg st="1" end="1"/>
                                            </p:txEl>
                                          </p:spTgt>
                                        </p:tgtEl>
                                      </p:cBhvr>
                                    </p:animEffect>
                                    <p:anim calcmode="lin" valueType="num">
                                      <p:cBhvr>
                                        <p:cTn id="35"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7">
                                            <p:txEl>
                                              <p:pRg st="2" end="2"/>
                                            </p:txEl>
                                          </p:spTgt>
                                        </p:tgtEl>
                                        <p:attrNameLst>
                                          <p:attrName>style.visibility</p:attrName>
                                        </p:attrNameLst>
                                      </p:cBhvr>
                                      <p:to>
                                        <p:strVal val="visible"/>
                                      </p:to>
                                    </p:set>
                                    <p:animEffect transition="in" filter="fade">
                                      <p:cBhvr>
                                        <p:cTn id="41" dur="1000"/>
                                        <p:tgtEl>
                                          <p:spTgt spid="7">
                                            <p:txEl>
                                              <p:pRg st="2" end="2"/>
                                            </p:txEl>
                                          </p:spTgt>
                                        </p:tgtEl>
                                      </p:cBhvr>
                                    </p:animEffect>
                                    <p:anim calcmode="lin" valueType="num">
                                      <p:cBhvr>
                                        <p:cTn id="42"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43"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8"/>
                                        </p:tgtEl>
                                        <p:attrNameLst>
                                          <p:attrName>style.visibility</p:attrName>
                                        </p:attrNameLst>
                                      </p:cBhvr>
                                      <p:to>
                                        <p:strVal val="visible"/>
                                      </p:to>
                                    </p:set>
                                    <p:anim calcmode="lin" valueType="num">
                                      <p:cBhvr additive="base">
                                        <p:cTn id="48" dur="500" fill="hold"/>
                                        <p:tgtEl>
                                          <p:spTgt spid="8"/>
                                        </p:tgtEl>
                                        <p:attrNameLst>
                                          <p:attrName>ppt_x</p:attrName>
                                        </p:attrNameLst>
                                      </p:cBhvr>
                                      <p:tavLst>
                                        <p:tav tm="0">
                                          <p:val>
                                            <p:strVal val="#ppt_x"/>
                                          </p:val>
                                        </p:tav>
                                        <p:tav tm="100000">
                                          <p:val>
                                            <p:strVal val="#ppt_x"/>
                                          </p:val>
                                        </p:tav>
                                      </p:tavLst>
                                    </p:anim>
                                    <p:anim calcmode="lin" valueType="num">
                                      <p:cBhvr additive="base">
                                        <p:cTn id="49"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3.2 Văn bản pháp luật- hình thức pháp luật chủ yếu của Việt Nam</a:t>
            </a:r>
          </a:p>
        </p:txBody>
      </p:sp>
      <p:sp>
        <p:nvSpPr>
          <p:cNvPr id="3" name="Content Placeholder 2"/>
          <p:cNvSpPr>
            <a:spLocks noGrp="1"/>
          </p:cNvSpPr>
          <p:nvPr>
            <p:ph idx="1"/>
          </p:nvPr>
        </p:nvSpPr>
        <p:spPr/>
        <p:txBody>
          <a:bodyPr/>
          <a:lstStyle/>
          <a:p>
            <a:r>
              <a:rPr lang="en-US"/>
              <a:t>1. khái niệm, đặc điểm của văn bản pháp luật</a:t>
            </a:r>
          </a:p>
          <a:p>
            <a:r>
              <a:rPr lang="en-US"/>
              <a:t>2. Hệ thống văn bản quy phạm pháp luật ở Việt Nam</a:t>
            </a:r>
          </a:p>
          <a:p>
            <a:r>
              <a:rPr lang="en-US"/>
              <a:t>3. Hiệu lực của văn bản quy phạm pháp luật</a:t>
            </a:r>
          </a:p>
          <a:p>
            <a:endParaRPr lang="en-US"/>
          </a:p>
        </p:txBody>
      </p:sp>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902BCE0B-57F7-4867-87A9-8DFB03EBEF21}"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p:txBody>
          <a:bodyPr>
            <a:normAutofit/>
          </a:bodyPr>
          <a:lstStyle/>
          <a:p>
            <a:r>
              <a:rPr lang="en-US" sz="3200">
                <a:latin typeface="+mn-lt"/>
              </a:rPr>
              <a:t>3.2.1 Khái niệm, đặc điểm của văn bản pháp luật</a:t>
            </a:r>
          </a:p>
        </p:txBody>
      </p:sp>
      <p:graphicFrame>
        <p:nvGraphicFramePr>
          <p:cNvPr id="6" name="Content Placeholder 5"/>
          <p:cNvGraphicFramePr>
            <a:graphicFrameLocks noGrp="1"/>
          </p:cNvGraphicFramePr>
          <p:nvPr>
            <p:ph sz="quarter" idx="1"/>
          </p:nvPr>
        </p:nvGraphicFramePr>
        <p:xfrm>
          <a:off x="609600" y="1447800"/>
          <a:ext cx="8305800" cy="495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p:cNvSpPr>
            <a:spLocks noGrp="1"/>
          </p:cNvSpPr>
          <p:nvPr>
            <p:ph type="sldNum" sz="quarter" idx="12"/>
          </p:nvPr>
        </p:nvSpPr>
        <p:spPr/>
        <p:txBody>
          <a:bodyPr/>
          <a:lstStyle/>
          <a:p>
            <a:pPr>
              <a:defRPr/>
            </a:pPr>
            <a:fld id="{5B7BB461-D900-43ED-821A-680120CA84E7}" type="slidenum">
              <a:rPr lang="en-US" smtClean="0"/>
              <a:pPr>
                <a:defRPr/>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Nguyễn Thị Yến</a:t>
            </a:r>
          </a:p>
        </p:txBody>
      </p:sp>
      <p:sp>
        <p:nvSpPr>
          <p:cNvPr id="3" name="Slide Number Placeholder 2"/>
          <p:cNvSpPr>
            <a:spLocks noGrp="1"/>
          </p:cNvSpPr>
          <p:nvPr>
            <p:ph type="sldNum" sz="quarter" idx="12"/>
          </p:nvPr>
        </p:nvSpPr>
        <p:spPr/>
        <p:txBody>
          <a:bodyPr/>
          <a:lstStyle/>
          <a:p>
            <a:fld id="{902BCE0B-57F7-4867-87A9-8DFB03EBEF21}" type="slidenum">
              <a:rPr lang="en-US" smtClean="0"/>
              <a:pPr/>
              <a:t>19</a:t>
            </a:fld>
            <a:endParaRPr lang="en-US"/>
          </a:p>
        </p:txBody>
      </p:sp>
      <p:graphicFrame>
        <p:nvGraphicFramePr>
          <p:cNvPr id="4" name="Table 3"/>
          <p:cNvGraphicFramePr>
            <a:graphicFrameLocks noGrp="1"/>
          </p:cNvGraphicFramePr>
          <p:nvPr/>
        </p:nvGraphicFramePr>
        <p:xfrm>
          <a:off x="228600" y="883920"/>
          <a:ext cx="8534400" cy="5974080"/>
        </p:xfrm>
        <a:graphic>
          <a:graphicData uri="http://schemas.openxmlformats.org/drawingml/2006/table">
            <a:tbl>
              <a:tblPr firstRow="1" bandRow="1">
                <a:tableStyleId>{F5AB1C69-6EDB-4FF4-983F-18BD219EF322}</a:tableStyleId>
              </a:tblPr>
              <a:tblGrid>
                <a:gridCol w="1435694">
                  <a:extLst>
                    <a:ext uri="{9D8B030D-6E8A-4147-A177-3AD203B41FA5}">
                      <a16:colId xmlns:a16="http://schemas.microsoft.com/office/drawing/2014/main" val="20000"/>
                    </a:ext>
                  </a:extLst>
                </a:gridCol>
                <a:gridCol w="3950093">
                  <a:extLst>
                    <a:ext uri="{9D8B030D-6E8A-4147-A177-3AD203B41FA5}">
                      <a16:colId xmlns:a16="http://schemas.microsoft.com/office/drawing/2014/main" val="20001"/>
                    </a:ext>
                  </a:extLst>
                </a:gridCol>
                <a:gridCol w="3148613">
                  <a:extLst>
                    <a:ext uri="{9D8B030D-6E8A-4147-A177-3AD203B41FA5}">
                      <a16:colId xmlns:a16="http://schemas.microsoft.com/office/drawing/2014/main" val="20002"/>
                    </a:ext>
                  </a:extLst>
                </a:gridCol>
              </a:tblGrid>
              <a:tr h="761999">
                <a:tc>
                  <a:txBody>
                    <a:bodyPr/>
                    <a:lstStyle/>
                    <a:p>
                      <a:r>
                        <a:rPr lang="en-US" sz="2200">
                          <a:solidFill>
                            <a:schemeClr val="tx1"/>
                          </a:solidFill>
                        </a:rPr>
                        <a:t>Cấp</a:t>
                      </a:r>
                      <a:r>
                        <a:rPr lang="en-US" sz="2200" baseline="0">
                          <a:solidFill>
                            <a:schemeClr val="tx1"/>
                          </a:solidFill>
                        </a:rPr>
                        <a:t> ban hành </a:t>
                      </a:r>
                      <a:endParaRPr lang="en-US" sz="2200">
                        <a:solidFill>
                          <a:schemeClr val="tx1"/>
                        </a:solidFill>
                      </a:endParaRPr>
                    </a:p>
                  </a:txBody>
                  <a:tcPr/>
                </a:tc>
                <a:tc>
                  <a:txBody>
                    <a:bodyPr/>
                    <a:lstStyle/>
                    <a:p>
                      <a:r>
                        <a:rPr lang="en-US" sz="2200">
                          <a:solidFill>
                            <a:schemeClr val="tx1"/>
                          </a:solidFill>
                        </a:rPr>
                        <a:t>Cơ</a:t>
                      </a:r>
                      <a:r>
                        <a:rPr lang="en-US" sz="2200" baseline="0">
                          <a:solidFill>
                            <a:schemeClr val="tx1"/>
                          </a:solidFill>
                        </a:rPr>
                        <a:t> quan ban hành</a:t>
                      </a:r>
                      <a:endParaRPr lang="en-US" sz="2200">
                        <a:solidFill>
                          <a:schemeClr val="tx1"/>
                        </a:solidFill>
                      </a:endParaRPr>
                    </a:p>
                  </a:txBody>
                  <a:tcPr/>
                </a:tc>
                <a:tc>
                  <a:txBody>
                    <a:bodyPr/>
                    <a:lstStyle/>
                    <a:p>
                      <a:r>
                        <a:rPr lang="en-US" sz="2200">
                          <a:solidFill>
                            <a:schemeClr val="tx1"/>
                          </a:solidFill>
                        </a:rPr>
                        <a:t>Văn</a:t>
                      </a:r>
                      <a:r>
                        <a:rPr lang="en-US" sz="2200" baseline="0">
                          <a:solidFill>
                            <a:schemeClr val="tx1"/>
                          </a:solidFill>
                        </a:rPr>
                        <a:t> bản quy phạm pháp luật</a:t>
                      </a:r>
                      <a:endParaRPr lang="en-US" sz="2200">
                        <a:solidFill>
                          <a:schemeClr val="tx1"/>
                        </a:solidFill>
                      </a:endParaRPr>
                    </a:p>
                  </a:txBody>
                  <a:tcPr/>
                </a:tc>
                <a:extLst>
                  <a:ext uri="{0D108BD9-81ED-4DB2-BD59-A6C34878D82A}">
                    <a16:rowId xmlns:a16="http://schemas.microsoft.com/office/drawing/2014/main" val="10000"/>
                  </a:ext>
                </a:extLst>
              </a:tr>
              <a:tr h="455507">
                <a:tc>
                  <a:txBody>
                    <a:bodyPr/>
                    <a:lstStyle/>
                    <a:p>
                      <a:endParaRPr lang="en-US" sz="2200"/>
                    </a:p>
                    <a:p>
                      <a:endParaRPr lang="en-US" sz="2200"/>
                    </a:p>
                    <a:p>
                      <a:endParaRPr lang="en-US" sz="2200"/>
                    </a:p>
                    <a:p>
                      <a:r>
                        <a:rPr lang="en-US" sz="2200" baseline="0"/>
                        <a:t>Ở Trung ương</a:t>
                      </a:r>
                      <a:endParaRPr lang="en-US" sz="2200"/>
                    </a:p>
                  </a:txBody>
                  <a:tcPr/>
                </a:tc>
                <a:tc>
                  <a:txBody>
                    <a:bodyPr/>
                    <a:lstStyle/>
                    <a:p>
                      <a:pPr marL="342900" indent="-342900">
                        <a:buAutoNum type="arabicPeriod"/>
                      </a:pPr>
                      <a:r>
                        <a:rPr lang="en-US" sz="2200"/>
                        <a:t>Quốc</a:t>
                      </a:r>
                      <a:r>
                        <a:rPr lang="en-US" sz="2200" baseline="0"/>
                        <a:t> Hội</a:t>
                      </a:r>
                    </a:p>
                    <a:p>
                      <a:pPr marL="342900" indent="-342900">
                        <a:buAutoNum type="arabicPeriod"/>
                      </a:pPr>
                      <a:endParaRPr lang="en-US" sz="2200" baseline="0"/>
                    </a:p>
                    <a:p>
                      <a:pPr marL="342900" indent="-342900">
                        <a:buAutoNum type="arabicPeriod"/>
                      </a:pPr>
                      <a:endParaRPr lang="en-US" sz="2200" baseline="0"/>
                    </a:p>
                    <a:p>
                      <a:pPr marL="342900" indent="-342900">
                        <a:buAutoNum type="arabicPeriod"/>
                      </a:pPr>
                      <a:r>
                        <a:rPr lang="en-US" sz="2200" baseline="0"/>
                        <a:t>Ủy ban thường vụ quốc hội</a:t>
                      </a:r>
                    </a:p>
                    <a:p>
                      <a:pPr marL="342900" indent="-342900">
                        <a:buAutoNum type="arabicPeriod"/>
                      </a:pPr>
                      <a:r>
                        <a:rPr lang="en-US" sz="2200" baseline="0"/>
                        <a:t>Chủ tịch nước</a:t>
                      </a:r>
                    </a:p>
                    <a:p>
                      <a:pPr marL="342900" indent="-342900">
                        <a:buAutoNum type="arabicPeriod"/>
                      </a:pPr>
                      <a:r>
                        <a:rPr lang="en-US" sz="2200" baseline="0"/>
                        <a:t>Chính phủ</a:t>
                      </a:r>
                    </a:p>
                    <a:p>
                      <a:pPr marL="342900" indent="-342900">
                        <a:buAutoNum type="arabicPeriod"/>
                      </a:pPr>
                      <a:r>
                        <a:rPr lang="en-US" sz="2200" baseline="0"/>
                        <a:t>Thủ tướng Chính phủ</a:t>
                      </a:r>
                    </a:p>
                    <a:p>
                      <a:pPr marL="342900" indent="-342900">
                        <a:buAutoNum type="arabicPeriod"/>
                      </a:pPr>
                      <a:r>
                        <a:rPr lang="en-US" sz="2200" baseline="0"/>
                        <a:t>Hội đông thẩm phán TANDTC</a:t>
                      </a:r>
                    </a:p>
                    <a:p>
                      <a:pPr marL="342900" indent="-342900">
                        <a:buAutoNum type="arabicPeriod"/>
                      </a:pPr>
                      <a:r>
                        <a:rPr lang="en-US" sz="2200" baseline="0"/>
                        <a:t>Chánh án TANDTC</a:t>
                      </a:r>
                    </a:p>
                    <a:p>
                      <a:pPr marL="342900" indent="-342900">
                        <a:buAutoNum type="arabicPeriod"/>
                      </a:pPr>
                      <a:r>
                        <a:rPr lang="en-US" sz="2200" baseline="0"/>
                        <a:t>Viện trưởng VKSNDTC</a:t>
                      </a:r>
                    </a:p>
                    <a:p>
                      <a:pPr marL="342900" indent="-342900">
                        <a:buAutoNum type="arabicPeriod"/>
                      </a:pPr>
                      <a:r>
                        <a:rPr lang="en-US" sz="2200" baseline="0"/>
                        <a:t>Bộ trưởng, Thủ trưởng cơ quan ngang bộ</a:t>
                      </a:r>
                    </a:p>
                  </a:txBody>
                  <a:tcPr/>
                </a:tc>
                <a:tc>
                  <a:txBody>
                    <a:bodyPr/>
                    <a:lstStyle/>
                    <a:p>
                      <a:pPr>
                        <a:buFontTx/>
                        <a:buChar char="-"/>
                      </a:pPr>
                      <a:r>
                        <a:rPr lang="en-US" sz="2200"/>
                        <a:t>Hiến pháp</a:t>
                      </a:r>
                    </a:p>
                    <a:p>
                      <a:pPr>
                        <a:buFontTx/>
                        <a:buChar char="-"/>
                      </a:pPr>
                      <a:r>
                        <a:rPr lang="en-US" sz="2200"/>
                        <a:t>Luật</a:t>
                      </a:r>
                      <a:r>
                        <a:rPr lang="en-US" sz="2200" baseline="0"/>
                        <a:t> (Bộ luật), Nghị quyết</a:t>
                      </a:r>
                    </a:p>
                    <a:p>
                      <a:pPr>
                        <a:buFontTx/>
                        <a:buChar char="-"/>
                      </a:pPr>
                      <a:r>
                        <a:rPr lang="en-US" sz="2200" baseline="0"/>
                        <a:t>Pháp lệnh, Nghị quyết</a:t>
                      </a:r>
                    </a:p>
                    <a:p>
                      <a:pPr>
                        <a:buFontTx/>
                        <a:buChar char="-"/>
                      </a:pPr>
                      <a:r>
                        <a:rPr lang="en-US" sz="2200" baseline="0"/>
                        <a:t>Lệnh, Quyết định</a:t>
                      </a:r>
                    </a:p>
                    <a:p>
                      <a:pPr>
                        <a:buFontTx/>
                        <a:buChar char="-"/>
                      </a:pPr>
                      <a:r>
                        <a:rPr lang="en-US" sz="2200" baseline="0"/>
                        <a:t>Nghị định, Nghị quyết</a:t>
                      </a:r>
                    </a:p>
                    <a:p>
                      <a:pPr>
                        <a:buFontTx/>
                        <a:buChar char="-"/>
                      </a:pPr>
                      <a:r>
                        <a:rPr lang="en-US" sz="2200"/>
                        <a:t>Chỉ</a:t>
                      </a:r>
                      <a:r>
                        <a:rPr lang="en-US" sz="2200" baseline="0"/>
                        <a:t> thị, Quyết định</a:t>
                      </a:r>
                      <a:endParaRPr lang="en-US" sz="2200"/>
                    </a:p>
                    <a:p>
                      <a:pPr>
                        <a:buFontTx/>
                        <a:buChar char="-"/>
                      </a:pPr>
                      <a:r>
                        <a:rPr lang="en-US" sz="2200"/>
                        <a:t>Nghị</a:t>
                      </a:r>
                      <a:r>
                        <a:rPr lang="en-US" sz="2200" baseline="0"/>
                        <a:t> Quyết</a:t>
                      </a:r>
                      <a:endParaRPr lang="en-US" sz="2200"/>
                    </a:p>
                    <a:p>
                      <a:pPr>
                        <a:buFontTx/>
                        <a:buChar char="-"/>
                      </a:pPr>
                      <a:r>
                        <a:rPr lang="en-US" sz="2200"/>
                        <a:t>Thông</a:t>
                      </a:r>
                      <a:r>
                        <a:rPr lang="en-US" sz="2200" baseline="0"/>
                        <a:t> tư, quyết định</a:t>
                      </a:r>
                    </a:p>
                    <a:p>
                      <a:pPr>
                        <a:buFontTx/>
                        <a:buChar char="-"/>
                      </a:pPr>
                      <a:r>
                        <a:rPr lang="en-US" sz="2200" baseline="0"/>
                        <a:t>Thông tư, quyết định</a:t>
                      </a:r>
                    </a:p>
                    <a:p>
                      <a:pPr>
                        <a:buFontTx/>
                        <a:buChar char="-"/>
                      </a:pPr>
                      <a:r>
                        <a:rPr lang="en-US" sz="2200"/>
                        <a:t>Thông</a:t>
                      </a:r>
                      <a:r>
                        <a:rPr lang="en-US" sz="2200" baseline="0"/>
                        <a:t> tư, quyết định</a:t>
                      </a:r>
                      <a:endParaRPr lang="en-US" sz="2200"/>
                    </a:p>
                  </a:txBody>
                  <a:tcPr/>
                </a:tc>
                <a:extLst>
                  <a:ext uri="{0D108BD9-81ED-4DB2-BD59-A6C34878D82A}">
                    <a16:rowId xmlns:a16="http://schemas.microsoft.com/office/drawing/2014/main" val="10001"/>
                  </a:ext>
                </a:extLst>
              </a:tr>
              <a:tr h="455507">
                <a:tc>
                  <a:txBody>
                    <a:bodyPr/>
                    <a:lstStyle/>
                    <a:p>
                      <a:r>
                        <a:rPr lang="en-US" sz="2200" baseline="0"/>
                        <a:t>Ở  địa phương</a:t>
                      </a:r>
                      <a:endParaRPr lang="en-US" sz="2200"/>
                    </a:p>
                    <a:p>
                      <a:endParaRPr lang="en-US" sz="2200"/>
                    </a:p>
                  </a:txBody>
                  <a:tcPr/>
                </a:tc>
                <a:tc>
                  <a:txBody>
                    <a:bodyPr/>
                    <a:lstStyle/>
                    <a:p>
                      <a:r>
                        <a:rPr lang="en-US" sz="2200"/>
                        <a:t>10. Hội</a:t>
                      </a:r>
                      <a:r>
                        <a:rPr lang="en-US" sz="2200" baseline="0"/>
                        <a:t> đồng nhân dân các cấp</a:t>
                      </a:r>
                    </a:p>
                    <a:p>
                      <a:r>
                        <a:rPr lang="en-US" sz="2200" baseline="0"/>
                        <a:t>11. Ủy ban nhân dân các cấp</a:t>
                      </a:r>
                      <a:endParaRPr lang="en-US" sz="2200"/>
                    </a:p>
                  </a:txBody>
                  <a:tcPr/>
                </a:tc>
                <a:tc>
                  <a:txBody>
                    <a:bodyPr/>
                    <a:lstStyle/>
                    <a:p>
                      <a:r>
                        <a:rPr lang="en-US" sz="2200"/>
                        <a:t>-Nghị</a:t>
                      </a:r>
                      <a:r>
                        <a:rPr lang="en-US" sz="2200" baseline="0"/>
                        <a:t> quyết</a:t>
                      </a:r>
                    </a:p>
                    <a:p>
                      <a:r>
                        <a:rPr lang="en-US" sz="2200" baseline="0"/>
                        <a:t>- Quyết định</a:t>
                      </a:r>
                      <a:endParaRPr lang="en-US" sz="2200"/>
                    </a:p>
                  </a:txBody>
                  <a:tcPr/>
                </a:tc>
                <a:extLst>
                  <a:ext uri="{0D108BD9-81ED-4DB2-BD59-A6C34878D82A}">
                    <a16:rowId xmlns:a16="http://schemas.microsoft.com/office/drawing/2014/main" val="10002"/>
                  </a:ext>
                </a:extLst>
              </a:tr>
            </a:tbl>
          </a:graphicData>
        </a:graphic>
      </p:graphicFrame>
      <p:sp>
        <p:nvSpPr>
          <p:cNvPr id="5" name="Rectangle 4"/>
          <p:cNvSpPr/>
          <p:nvPr/>
        </p:nvSpPr>
        <p:spPr>
          <a:xfrm>
            <a:off x="609600" y="228600"/>
            <a:ext cx="8001000" cy="53340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2600"/>
              <a:t>Hệ thống văn bản pháp luật hiện nay ở Việt Nam</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noAutofit/>
          </a:bodyPr>
          <a:lstStyle/>
          <a:p>
            <a:r>
              <a:rPr lang="en-US" sz="2300">
                <a:latin typeface=".VnArial" pitchFamily="34" charset="0"/>
              </a:rPr>
              <a:t>3.2.3HiÖu lùc  thi </a:t>
            </a:r>
            <a:r>
              <a:rPr lang="en-US" sz="2300"/>
              <a:t>hành </a:t>
            </a:r>
            <a:r>
              <a:rPr lang="en-US" sz="2300">
                <a:latin typeface=".VnArial" pitchFamily="34" charset="0"/>
              </a:rPr>
              <a:t>cña v¨n b¶n ph¸p luËt ®­îc hiÓu lµ ph¹m vi kh«ng gian thêi gian vµ ®èi t­îng mµ v¨n b¶n ®ã t¸c ®éng tíi </a:t>
            </a:r>
          </a:p>
        </p:txBody>
      </p:sp>
      <p:graphicFrame>
        <p:nvGraphicFramePr>
          <p:cNvPr id="5" name="Content Placeholder 4"/>
          <p:cNvGraphicFramePr>
            <a:graphicFrameLocks noGrp="1"/>
          </p:cNvGraphicFramePr>
          <p:nvPr>
            <p:ph sz="quarter" idx="1"/>
          </p:nvPr>
        </p:nvGraphicFramePr>
        <p:xfrm>
          <a:off x="914400" y="1447800"/>
          <a:ext cx="77724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p:cNvSpPr>
            <a:spLocks noGrp="1"/>
          </p:cNvSpPr>
          <p:nvPr>
            <p:ph type="sldNum" sz="quarter" idx="12"/>
          </p:nvPr>
        </p:nvSpPr>
        <p:spPr/>
        <p:txBody>
          <a:bodyPr/>
          <a:lstStyle/>
          <a:p>
            <a:pPr>
              <a:defRPr/>
            </a:pPr>
            <a:fld id="{BE82DE49-28A8-4802-9581-A3C946896BD1}" type="slidenum">
              <a:rPr lang="en-US" smtClean="0"/>
              <a:pPr>
                <a:defRPr/>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Ví dụ</a:t>
            </a:r>
          </a:p>
        </p:txBody>
      </p:sp>
      <p:sp>
        <p:nvSpPr>
          <p:cNvPr id="3" name="Content Placeholder 2"/>
          <p:cNvSpPr>
            <a:spLocks noGrp="1"/>
          </p:cNvSpPr>
          <p:nvPr>
            <p:ph idx="1"/>
          </p:nvPr>
        </p:nvSpPr>
        <p:spPr/>
        <p:txBody>
          <a:bodyPr>
            <a:normAutofit fontScale="62500" lnSpcReduction="20000"/>
          </a:bodyPr>
          <a:lstStyle/>
          <a:p>
            <a:r>
              <a:rPr lang="vi-VN" b="1"/>
              <a:t>Điều 7. Hiệu lực của Bộ luật hình sự về thời gian</a:t>
            </a:r>
            <a:endParaRPr lang="en-US"/>
          </a:p>
          <a:p>
            <a:r>
              <a:rPr lang="vi-VN"/>
              <a:t>1. Điều luật được áp dụng đối với một hành vi phạm tội là điều luật đang có hiệu lực thi hành tại thời điểm mà hành vi phạm tội được thực hiện.</a:t>
            </a:r>
            <a:endParaRPr lang="en-US"/>
          </a:p>
          <a:p>
            <a:r>
              <a:rPr lang="vi-VN"/>
              <a:t>2. Điều luật quy định một tội phạm mới, một hình phạt nặng hơn, một tình tiết tăng nặng mới hoặc hạn chế phạm vi áp dụng án treo, miễn trách nhiệm hình sự, loại trừ trách nhiệm hình sự, miễn hình phạt, giảm hình phạt, xóa án tích và quy định khác không có lợi cho người phạm tội, thì không được áp dụng đối với hành vi phạm tội đã thực hiện trước khi điều luật đó có hiệu lực thi hành.</a:t>
            </a:r>
            <a:endParaRPr lang="en-US"/>
          </a:p>
          <a:p>
            <a:r>
              <a:rPr lang="vi-VN"/>
              <a:t>3. Điều luật xóa bỏ một tội phạm, một hình phạt, một tình tiết tăng nặng, quy định một hình phạt nhẹ hơn, một tình tiết giảm nhẹ mới hoặc mở rộng phạm vi áp dụng án treo, miễn trách nhiệm hình sự, loại trừ trách nhiệm hình sự</a:t>
            </a:r>
            <a:r>
              <a:rPr lang="vi-VN" b="1"/>
              <a:t>,</a:t>
            </a:r>
            <a:r>
              <a:rPr lang="vi-VN"/>
              <a:t> miễn hình phạt, giảm hình phạt, tha tù trước thời hạn có điều kiện, xóa án tích và quy định khác có lợi cho người phạm tội, thì được áp dụng đối với hành vi phạm tội đã thực hiện trước khi điều luật đó có hiệu lực thi hành.</a:t>
            </a:r>
            <a:endParaRPr lang="en-US"/>
          </a:p>
        </p:txBody>
      </p:sp>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902BCE0B-57F7-4867-87A9-8DFB03EBEF21}" type="slidenum">
              <a:rPr lang="en-US" smtClean="0"/>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Lưu ý khi áp dụng văn bản pháp luật</a:t>
            </a:r>
          </a:p>
        </p:txBody>
      </p:sp>
      <p:sp>
        <p:nvSpPr>
          <p:cNvPr id="3" name="Content Placeholder 2"/>
          <p:cNvSpPr>
            <a:spLocks noGrp="1"/>
          </p:cNvSpPr>
          <p:nvPr>
            <p:ph idx="1"/>
          </p:nvPr>
        </p:nvSpPr>
        <p:spPr/>
        <p:txBody>
          <a:bodyPr/>
          <a:lstStyle/>
          <a:p>
            <a:r>
              <a:rPr lang="en-US"/>
              <a:t>Thời điểm áp dụng văn bản pháp luật?</a:t>
            </a:r>
          </a:p>
          <a:p>
            <a:r>
              <a:rPr lang="en-US"/>
              <a:t>Các văn bản pháp luật quy định khác nhau về cùng một vấn đề?</a:t>
            </a:r>
          </a:p>
          <a:p>
            <a:r>
              <a:rPr lang="en-US"/>
              <a:t>Văn bản pháp luật do một cơ quan ban hành có quy định khác nhau về cùng một vấn đề?</a:t>
            </a:r>
          </a:p>
          <a:p>
            <a:r>
              <a:rPr lang="en-US"/>
              <a:t>Văn bản pháp luật mới không quy đinh hoặc quy định trách nhiệm pháp lý nhẹ hơn đối với hành vi xảy ra trước ngày văn bản có hiệu lực?</a:t>
            </a:r>
          </a:p>
        </p:txBody>
      </p:sp>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902BCE0B-57F7-4867-87A9-8DFB03EBEF21}" type="slidenum">
              <a:rPr lang="en-US" smtClean="0"/>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Câu hỏi ôn tập chương</a:t>
            </a:r>
          </a:p>
        </p:txBody>
      </p:sp>
      <p:sp>
        <p:nvSpPr>
          <p:cNvPr id="3" name="Content Placeholder 2"/>
          <p:cNvSpPr>
            <a:spLocks noGrp="1"/>
          </p:cNvSpPr>
          <p:nvPr>
            <p:ph idx="1"/>
          </p:nvPr>
        </p:nvSpPr>
        <p:spPr/>
        <p:txBody>
          <a:bodyPr>
            <a:normAutofit fontScale="77500" lnSpcReduction="20000"/>
          </a:bodyPr>
          <a:lstStyle/>
          <a:p>
            <a:r>
              <a:rPr lang="en-US"/>
              <a:t>1. mọi quy tắc tồn tại trong xã hội có nhà nước đều được xem là pháp luật.</a:t>
            </a:r>
          </a:p>
          <a:p>
            <a:r>
              <a:rPr lang="en-US"/>
              <a:t>2. Pháp luật là tiêu chuẩn duy nhất đánh giá hành vi của con người.</a:t>
            </a:r>
          </a:p>
          <a:p>
            <a:r>
              <a:rPr lang="en-US"/>
              <a:t>3. Nguồn duy nhất để hình thành pháp luật đó là văn bản pháp luật do nhà nước ban hành.</a:t>
            </a:r>
          </a:p>
          <a:p>
            <a:r>
              <a:rPr lang="en-US"/>
              <a:t>4. Trình bày các hình thức pháp luật trong lịch sử? Thế nào là hình thức tiền lệ pháp? Câu nói tiền lệ pháp là hình thức pháp luật lạc hậu thể hiện trình độ pháp lý thấp?</a:t>
            </a:r>
          </a:p>
          <a:p>
            <a:r>
              <a:rPr lang="en-US"/>
              <a:t>5.  Văn bản pháp luật không có hiệu lực hồi tố.</a:t>
            </a:r>
          </a:p>
          <a:p>
            <a:r>
              <a:rPr lang="en-US"/>
              <a:t>6. Văn bản pháp luật do cơ quan nhà nước ở TW ban hành có hiệu lực trong phạm vi toàn lãnh thổ.</a:t>
            </a:r>
          </a:p>
          <a:p>
            <a:endParaRPr lang="en-US"/>
          </a:p>
        </p:txBody>
      </p:sp>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902BCE0B-57F7-4867-87A9-8DFB03EBEF21}" type="slidenum">
              <a:rPr lang="en-US" smtClean="0"/>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C59B6-F6F5-4C8D-BE96-59CE8C0833F8}"/>
              </a:ext>
            </a:extLst>
          </p:cNvPr>
          <p:cNvSpPr>
            <a:spLocks noGrp="1"/>
          </p:cNvSpPr>
          <p:nvPr>
            <p:ph type="ctrTitle"/>
          </p:nvPr>
        </p:nvSpPr>
        <p:spPr/>
        <p:txBody>
          <a:bodyPr/>
          <a:lstStyle/>
          <a:p>
            <a:r>
              <a:rPr lang="en-US" dirty="0"/>
              <a:t>The end</a:t>
            </a:r>
          </a:p>
        </p:txBody>
      </p:sp>
      <p:sp>
        <p:nvSpPr>
          <p:cNvPr id="3" name="Subtitle 2">
            <a:extLst>
              <a:ext uri="{FF2B5EF4-FFF2-40B4-BE49-F238E27FC236}">
                <a16:creationId xmlns:a16="http://schemas.microsoft.com/office/drawing/2014/main" id="{55E6EE76-8671-4E0A-8417-67171AB93C9A}"/>
              </a:ext>
            </a:extLst>
          </p:cNvPr>
          <p:cNvSpPr>
            <a:spLocks noGrp="1"/>
          </p:cNvSpPr>
          <p:nvPr>
            <p:ph type="subTitle" idx="1"/>
          </p:nvPr>
        </p:nvSpPr>
        <p:spPr/>
        <p:txBody>
          <a:bodyPr/>
          <a:lstStyle/>
          <a:p>
            <a:endParaRPr lang="en-US"/>
          </a:p>
        </p:txBody>
      </p:sp>
      <p:sp>
        <p:nvSpPr>
          <p:cNvPr id="4" name="Footer Placeholder 3">
            <a:extLst>
              <a:ext uri="{FF2B5EF4-FFF2-40B4-BE49-F238E27FC236}">
                <a16:creationId xmlns:a16="http://schemas.microsoft.com/office/drawing/2014/main" id="{721D1C17-B898-4570-81EA-639886EED9D4}"/>
              </a:ext>
            </a:extLst>
          </p:cNvPr>
          <p:cNvSpPr>
            <a:spLocks noGrp="1"/>
          </p:cNvSpPr>
          <p:nvPr>
            <p:ph type="ftr" sz="quarter" idx="11"/>
          </p:nvPr>
        </p:nvSpPr>
        <p:spPr/>
        <p:txBody>
          <a:bodyPr/>
          <a:lstStyle/>
          <a:p>
            <a:r>
              <a:rPr lang="en-US"/>
              <a:t>Nguyễn Thị Yến</a:t>
            </a:r>
          </a:p>
        </p:txBody>
      </p:sp>
      <p:sp>
        <p:nvSpPr>
          <p:cNvPr id="5" name="Slide Number Placeholder 4">
            <a:extLst>
              <a:ext uri="{FF2B5EF4-FFF2-40B4-BE49-F238E27FC236}">
                <a16:creationId xmlns:a16="http://schemas.microsoft.com/office/drawing/2014/main" id="{288B454A-15AD-4380-BB80-5266C40F7220}"/>
              </a:ext>
            </a:extLst>
          </p:cNvPr>
          <p:cNvSpPr>
            <a:spLocks noGrp="1"/>
          </p:cNvSpPr>
          <p:nvPr>
            <p:ph type="sldNum" sz="quarter" idx="12"/>
          </p:nvPr>
        </p:nvSpPr>
        <p:spPr/>
        <p:txBody>
          <a:bodyPr/>
          <a:lstStyle/>
          <a:p>
            <a:fld id="{902BCE0B-57F7-4867-87A9-8DFB03EBEF21}" type="slidenum">
              <a:rPr lang="en-US" smtClean="0"/>
              <a:pPr/>
              <a:t>24</a:t>
            </a:fld>
            <a:endParaRPr lang="en-US"/>
          </a:p>
        </p:txBody>
      </p:sp>
    </p:spTree>
    <p:extLst>
      <p:ext uri="{BB962C8B-B14F-4D97-AF65-F5344CB8AC3E}">
        <p14:creationId xmlns:p14="http://schemas.microsoft.com/office/powerpoint/2010/main" val="30673168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6559BBB3E04CE4FB7D7B9179CE5FF8A" ma:contentTypeVersion="0" ma:contentTypeDescription="Create a new document." ma:contentTypeScope="" ma:versionID="6ba08424837f76056ad5f704f2e399f0">
  <xsd:schema xmlns:xsd="http://www.w3.org/2001/XMLSchema" xmlns:xs="http://www.w3.org/2001/XMLSchema" xmlns:p="http://schemas.microsoft.com/office/2006/metadata/properties" targetNamespace="http://schemas.microsoft.com/office/2006/metadata/properties" ma:root="true" ma:fieldsID="4b795196365d0a2ba85bf44c386000f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08AD175-6BF5-49E4-B6C8-430E822062A5}"/>
</file>

<file path=customXml/itemProps2.xml><?xml version="1.0" encoding="utf-8"?>
<ds:datastoreItem xmlns:ds="http://schemas.openxmlformats.org/officeDocument/2006/customXml" ds:itemID="{74ECFE98-A9FC-4D78-88BE-B5AC74F13270}"/>
</file>

<file path=customXml/itemProps3.xml><?xml version="1.0" encoding="utf-8"?>
<ds:datastoreItem xmlns:ds="http://schemas.openxmlformats.org/officeDocument/2006/customXml" ds:itemID="{840EF157-7398-423D-A085-18BF8B375F2E}"/>
</file>

<file path=docProps/app.xml><?xml version="1.0" encoding="utf-8"?>
<Properties xmlns="http://schemas.openxmlformats.org/officeDocument/2006/extended-properties" xmlns:vt="http://schemas.openxmlformats.org/officeDocument/2006/docPropsVTypes">
  <TotalTime>1103</TotalTime>
  <Words>2617</Words>
  <Application>Microsoft Office PowerPoint</Application>
  <PresentationFormat>On-screen Show (4:3)</PresentationFormat>
  <Paragraphs>201</Paragraphs>
  <Slides>24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.VnArial</vt:lpstr>
      <vt:lpstr>Arial</vt:lpstr>
      <vt:lpstr>Calibri</vt:lpstr>
      <vt:lpstr>Times New Roman</vt:lpstr>
      <vt:lpstr>Office Theme</vt:lpstr>
      <vt:lpstr>Chương 3. Hình thức của pháp luật</vt:lpstr>
      <vt:lpstr>3.1 Khái niệm về hình thức pháp luật- các hình thức cơ bản của pháp luật </vt:lpstr>
      <vt:lpstr>3.1.1 Khái niệm về hình thức của pháp luật</vt:lpstr>
      <vt:lpstr>PowerPoint Presentation</vt:lpstr>
      <vt:lpstr> Các hình thức pháp luật trên thế giới </vt:lpstr>
      <vt:lpstr>PowerPoint Presentation</vt:lpstr>
      <vt:lpstr>PowerPoint Presentation</vt:lpstr>
      <vt:lpstr>PowerPoint Presentation</vt:lpstr>
      <vt:lpstr>PowerPoint Presentation</vt:lpstr>
      <vt:lpstr>V¨n b¶n ph¸p luËt</vt:lpstr>
      <vt:lpstr>PowerPoint Presentation</vt:lpstr>
      <vt:lpstr>Các học thuyết pháp lý</vt:lpstr>
      <vt:lpstr>PowerPoint Presentation</vt:lpstr>
      <vt:lpstr>Điều ước quốc tế</vt:lpstr>
      <vt:lpstr>Lẽ công bằng (lẽ phải – reasons- luật hợp lí)</vt:lpstr>
      <vt:lpstr>PowerPoint Presentation</vt:lpstr>
      <vt:lpstr>3.2 Văn bản pháp luật- hình thức pháp luật chủ yếu của Việt Nam</vt:lpstr>
      <vt:lpstr>3.2.1 Khái niệm, đặc điểm của văn bản pháp luật</vt:lpstr>
      <vt:lpstr>PowerPoint Presentation</vt:lpstr>
      <vt:lpstr>3.2.3HiÖu lùc  thi hành cña v¨n b¶n ph¸p luËt ®­îc hiÓu lµ ph¹m vi kh«ng gian thêi gian vµ ®èi t­îng mµ v¨n b¶n ®ã t¸c ®éng tíi </vt:lpstr>
      <vt:lpstr>Ví dụ</vt:lpstr>
      <vt:lpstr>Lưu ý khi áp dụng văn bản pháp luật</vt:lpstr>
      <vt:lpstr>Câu hỏi ôn tập chương</vt:lpstr>
      <vt:lpstr>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3. Hình thức của pháp luật</dc:title>
  <dc:creator>sony</dc:creator>
  <cp:lastModifiedBy>Đỗ Huy Hoàng</cp:lastModifiedBy>
  <cp:revision>86</cp:revision>
  <dcterms:created xsi:type="dcterms:W3CDTF">2013-05-07T05:33:17Z</dcterms:created>
  <dcterms:modified xsi:type="dcterms:W3CDTF">2020-09-09T05:28:52Z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0x01010006559BBB3E04CE4FB7D7B9179CE5FF8A</vt:lpwstr>
  </property>
</Properties>
</file>